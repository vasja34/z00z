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373" r:id="rId3"/>
    <p:sldId id="339" r:id="rId4"/>
    <p:sldId id="344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408" r:id="rId29"/>
    <p:sldId id="409" r:id="rId30"/>
    <p:sldId id="410" r:id="rId31"/>
    <p:sldId id="303" r:id="rId32"/>
    <p:sldId id="317" r:id="rId33"/>
    <p:sldId id="318" r:id="rId34"/>
    <p:sldId id="319" r:id="rId35"/>
    <p:sldId id="320" r:id="rId36"/>
    <p:sldId id="32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8ABC02-DCD4-4497-8AD6-A402FAAE4274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976BF-5FC4-48E5-A047-5D8666ECD1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139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976BF-5FC4-48E5-A047-5D8666ECD13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51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8816-287F-2631-1309-67B37DDEA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36603-A0C8-89A3-9B4B-CD994CBF4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EC941-DCB3-1DDE-D7BC-89447E88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E60ED-4B38-BD4F-CD85-91B171AC4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DF5D2-1EAA-D3CE-2F34-AA909987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31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9A5C-9A48-FDAA-3FB8-7D1DF4D6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3D343-BFE1-6DF6-3CFD-260682D92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8684B-998D-A785-64CE-6E18DE35C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09EF4-4ECF-63C4-98D3-345D5D639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CB6F5-3149-2C34-B9A4-66590C59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371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1AB3-6AD7-5B7E-D48C-C4F09B1C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01D43-4813-9784-3D1B-5FBACC504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92660-8270-57F8-C640-9A6B48EC6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97344-51DC-1B74-66E8-F0F0B737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E06A1-A923-A6E7-62A2-56DF26CD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626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3371C-5704-6D52-5A55-42B2AB53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6693-1A07-2028-D56B-DDF5CEB5D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50ABA-B217-7D9C-0E11-734D033F9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F1AF0-167A-4F83-2EE3-C6596886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8FE6-5E67-0F39-E2FA-124DE51A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94D16-08A7-3CDA-29A2-05DD815C0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755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9811-081A-3A05-3B11-4CE46AF9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13D46-A902-1C9C-19AC-540527B5A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34205-4BBA-697F-38C0-3EE1195E2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73FB5-A9FB-43C4-4627-CCC6803A8A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29CFC-0D1C-77FF-408A-E1A600293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C7355B-09A9-4D74-EC96-95246EF4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6B805-0009-0DF1-3A5F-08C5C6DB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12FF-050F-D216-2891-8D97E805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58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C1C4-10E3-C69D-BEC2-EC6B8811D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B6CA0-259B-F4C0-55C6-CE70E92D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67296-C0ED-BDBA-8561-55FA7867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E95BB-2620-6D80-68CA-D6D2B3BB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28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8B5DC-887F-AD1C-189F-76DACA5B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CBE83-36E0-9B6E-2D7E-2243057F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66E69-8A9D-BFBE-B62C-AB62545A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C65B2-3261-A8F0-6577-44A97E48272F}"/>
              </a:ext>
            </a:extLst>
          </p:cNvPr>
          <p:cNvSpPr txBox="1"/>
          <p:nvPr userDrawn="1"/>
        </p:nvSpPr>
        <p:spPr>
          <a:xfrm>
            <a:off x="0" y="485192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</a:rPr>
              <a:t>Infographics Examples</a:t>
            </a:r>
            <a:endParaRPr lang="en-IN" sz="3600" b="1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69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A093-B309-0943-1FD1-2FBDDF25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8B54A-936B-108B-4B29-61C750B1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AC865-4DE6-1F9B-6553-2D94A8D4C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A8E56-BE4A-9890-1EB3-B8B71361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2768D-565B-A21A-C836-4930114A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44686-2658-FC7C-62CD-C77045B5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85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6565-55CA-7B2B-56BE-9BD6EE8F1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06B97-FD54-3049-76E0-44EFD017D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24B41-1CFC-0869-98B5-AC1488B12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D9225-A313-09D8-26EF-735759B1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35D55-C2C7-0F9C-0EE6-DA0DBBEC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38C01-C7B8-0F1A-ED77-FFC92AA5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31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E9ED-C0FE-C492-2DB2-FD6D9008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7636B-CA70-A353-EB3E-3EEF04EF1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8CF17-55A7-DC50-8085-FDD5A2A1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4BBE2-5254-4535-45AD-714271F8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F27F3-35DD-3B51-18C7-0D4218C9B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57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83602-4259-6564-8214-A5BE3EAEB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5453-51B5-4726-29DD-575AEE575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3E1CB-BA6C-7B59-2249-6877F544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6434B-8D5C-C68E-7C55-C1A15B31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853B5-D2CD-4829-F485-41A8D3FC2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47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979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11ECF-D4C8-74D4-A731-3B62D450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624D-FE2D-4597-B311-55080AF42397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5B175-83FF-DAAA-E479-2028076C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CACBA-1D1C-50B8-579A-DFC0D210C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EED9A-F093-4465-B20F-8EFB89AAA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5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C32FD-E24E-CB14-EB0C-C67388B0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95420-2BDA-4310-7A91-500347808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EB3DB-03BC-F221-9443-FE8CEB4A2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0C5B-B380-41CF-9179-61874031A80A}" type="datetimeFigureOut">
              <a:rPr lang="en-IN" smtClean="0"/>
              <a:t>27-02-2023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AA47A-3B95-AD75-0BD6-561051BCB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C6084-C89B-0BE8-8DB2-DF5B9CA7F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5FADF-FEC2-4040-9483-E163CD3E89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5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5.wdp"/><Relationship Id="rId7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4.wdp"/><Relationship Id="rId4" Type="http://schemas.openxmlformats.org/officeDocument/2006/relationships/image" Target="../media/image11.png"/><Relationship Id="rId9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4.wdp"/><Relationship Id="rId4" Type="http://schemas.openxmlformats.org/officeDocument/2006/relationships/image" Target="../media/image11.png"/><Relationship Id="rId9" Type="http://schemas.microsoft.com/office/2007/relationships/hdphoto" Target="../media/hdphoto2.wdp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2.wdp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microsoft.com/office/2007/relationships/hdphoto" Target="../media/hdphoto4.wdp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egg.com/tips-and-tricks-powerpoint-templates" TargetMode="Externa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slideegg.tawk.help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slideegg.tawk.help/" TargetMode="Externa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hyperlink" Target="https://www.slideegg.com/redesign" TargetMode="External"/><Relationship Id="rId3" Type="http://schemas.openxmlformats.org/officeDocument/2006/relationships/hyperlink" Target="https://www.facebook.com/SlideEgg" TargetMode="External"/><Relationship Id="rId7" Type="http://schemas.openxmlformats.org/officeDocument/2006/relationships/hyperlink" Target="https://www.youtube.com/channel/UCKevbriFTbpu-nd4NBafPEg" TargetMode="External"/><Relationship Id="rId12" Type="http://schemas.openxmlformats.org/officeDocument/2006/relationships/image" Target="../media/image26.png"/><Relationship Id="rId2" Type="http://schemas.openxmlformats.org/officeDocument/2006/relationships/hyperlink" Target="http://www.slideegg.com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11" Type="http://schemas.openxmlformats.org/officeDocument/2006/relationships/hyperlink" Target="https://www.instagram.com/slide_egg/" TargetMode="External"/><Relationship Id="rId5" Type="http://schemas.openxmlformats.org/officeDocument/2006/relationships/hyperlink" Target="https://www.instagram.com/egg_slide/" TargetMode="External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hyperlink" Target="https://twitter.com/egg_sl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16A64D30-D4BD-B7D9-A585-D75105D66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113" y="347749"/>
            <a:ext cx="3559629" cy="2002291"/>
          </a:xfrm>
          <a:prstGeom prst="rect">
            <a:avLst/>
          </a:prstGeom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</p:pic>
      <p:pic>
        <p:nvPicPr>
          <p:cNvPr id="13" name="Picture 12" descr="A group of boxes&#10;&#10;Description automatically generated with low confidence">
            <a:extLst>
              <a:ext uri="{FF2B5EF4-FFF2-40B4-BE49-F238E27FC236}">
                <a16:creationId xmlns:a16="http://schemas.microsoft.com/office/drawing/2014/main" id="{D9602D5A-69AA-7A6C-3958-2D3198E91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9" y="4704092"/>
            <a:ext cx="3280228" cy="1845128"/>
          </a:xfrm>
          <a:prstGeom prst="rect">
            <a:avLst/>
          </a:prstGeom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A93F962-FAB1-0DD9-177D-6742463AC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9" y="2645348"/>
            <a:ext cx="3280228" cy="1845128"/>
          </a:xfrm>
          <a:prstGeom prst="rect">
            <a:avLst/>
          </a:prstGeom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6522494F-81B5-5BD3-2BD4-D7F390D32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514" y="4704091"/>
            <a:ext cx="3280228" cy="1845128"/>
          </a:xfrm>
          <a:prstGeom prst="rect">
            <a:avLst/>
          </a:prstGeom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</p:pic>
      <p:pic>
        <p:nvPicPr>
          <p:cNvPr id="15" name="Picture 14" descr="Shape&#10;&#10;Description automatically generated with medium confidence">
            <a:extLst>
              <a:ext uri="{FF2B5EF4-FFF2-40B4-BE49-F238E27FC236}">
                <a16:creationId xmlns:a16="http://schemas.microsoft.com/office/drawing/2014/main" id="{DE49540A-FA1F-765C-558D-F1BE48332B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514" y="2645348"/>
            <a:ext cx="3280228" cy="1845128"/>
          </a:xfrm>
          <a:prstGeom prst="rect">
            <a:avLst/>
          </a:prstGeom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</p:pic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3D57C20-C9E7-7F72-C292-20566D68F0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886" y="4704091"/>
            <a:ext cx="3280228" cy="1845128"/>
          </a:xfrm>
          <a:prstGeom prst="rect">
            <a:avLst/>
          </a:prstGeom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</p:pic>
      <p:pic>
        <p:nvPicPr>
          <p:cNvPr id="19" name="Picture 18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E945AC6-2CF1-BC80-424E-7A2740F789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886" y="2645348"/>
            <a:ext cx="3280228" cy="1845128"/>
          </a:xfrm>
          <a:prstGeom prst="rect">
            <a:avLst/>
          </a:prstGeom>
          <a:effectLst>
            <a:outerShdw blurRad="203200" sx="102000" sy="102000" algn="ctr" rotWithShape="0">
              <a:prstClr val="black">
                <a:alpha val="15000"/>
              </a:prst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AD31C1A-6573-B24E-3238-D7C86FE4F963}"/>
              </a:ext>
            </a:extLst>
          </p:cNvPr>
          <p:cNvSpPr txBox="1"/>
          <p:nvPr/>
        </p:nvSpPr>
        <p:spPr>
          <a:xfrm>
            <a:off x="711201" y="595714"/>
            <a:ext cx="579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ora" pitchFamily="2" charset="0"/>
              </a:rPr>
              <a:t>Infographics Examples</a:t>
            </a:r>
            <a:endParaRPr lang="en-IN" sz="5400" b="1" dirty="0">
              <a:solidFill>
                <a:schemeClr val="tx1">
                  <a:lumMod val="75000"/>
                  <a:lumOff val="25000"/>
                </a:schemeClr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3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FC8C967-BF54-091E-27D9-ACD8AAF2C5CB}"/>
              </a:ext>
            </a:extLst>
          </p:cNvPr>
          <p:cNvGrpSpPr/>
          <p:nvPr/>
        </p:nvGrpSpPr>
        <p:grpSpPr>
          <a:xfrm>
            <a:off x="1270462" y="2100882"/>
            <a:ext cx="9651076" cy="3563170"/>
            <a:chOff x="1270462" y="2100882"/>
            <a:chExt cx="9651076" cy="356317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0209322-2415-C20C-F1EF-167F0E59BB0F}"/>
                </a:ext>
              </a:extLst>
            </p:cNvPr>
            <p:cNvGrpSpPr/>
            <p:nvPr/>
          </p:nvGrpSpPr>
          <p:grpSpPr>
            <a:xfrm>
              <a:off x="1405731" y="3466940"/>
              <a:ext cx="1957271" cy="2197112"/>
              <a:chOff x="1346658" y="3354972"/>
              <a:chExt cx="1957271" cy="2197112"/>
            </a:xfrm>
          </p:grpSpPr>
          <p:sp>
            <p:nvSpPr>
              <p:cNvPr id="5" name="7">
                <a:extLst>
                  <a:ext uri="{FF2B5EF4-FFF2-40B4-BE49-F238E27FC236}">
                    <a16:creationId xmlns:a16="http://schemas.microsoft.com/office/drawing/2014/main" id="{8EE4124E-17D2-8FBE-ECC5-CEBFEDA8B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6658" y="3354972"/>
                <a:ext cx="1957271" cy="2197112"/>
              </a:xfrm>
              <a:custGeom>
                <a:avLst/>
                <a:gdLst>
                  <a:gd name="T0" fmla="*/ 1036 w 1102"/>
                  <a:gd name="T1" fmla="*/ 975 h 1238"/>
                  <a:gd name="T2" fmla="*/ 1102 w 1102"/>
                  <a:gd name="T3" fmla="*/ 861 h 1238"/>
                  <a:gd name="T4" fmla="*/ 1102 w 1102"/>
                  <a:gd name="T5" fmla="*/ 377 h 1238"/>
                  <a:gd name="T6" fmla="*/ 1036 w 1102"/>
                  <a:gd name="T7" fmla="*/ 262 h 1238"/>
                  <a:gd name="T8" fmla="*/ 617 w 1102"/>
                  <a:gd name="T9" fmla="*/ 21 h 1238"/>
                  <a:gd name="T10" fmla="*/ 485 w 1102"/>
                  <a:gd name="T11" fmla="*/ 21 h 1238"/>
                  <a:gd name="T12" fmla="*/ 66 w 1102"/>
                  <a:gd name="T13" fmla="*/ 262 h 1238"/>
                  <a:gd name="T14" fmla="*/ 0 w 1102"/>
                  <a:gd name="T15" fmla="*/ 377 h 1238"/>
                  <a:gd name="T16" fmla="*/ 0 w 1102"/>
                  <a:gd name="T17" fmla="*/ 861 h 1238"/>
                  <a:gd name="T18" fmla="*/ 66 w 1102"/>
                  <a:gd name="T19" fmla="*/ 975 h 1238"/>
                  <a:gd name="T20" fmla="*/ 485 w 1102"/>
                  <a:gd name="T21" fmla="*/ 1217 h 1238"/>
                  <a:gd name="T22" fmla="*/ 617 w 1102"/>
                  <a:gd name="T23" fmla="*/ 1217 h 1238"/>
                  <a:gd name="T24" fmla="*/ 1036 w 1102"/>
                  <a:gd name="T25" fmla="*/ 975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2" h="1238">
                    <a:moveTo>
                      <a:pt x="1036" y="975"/>
                    </a:moveTo>
                    <a:cubicBezTo>
                      <a:pt x="1073" y="954"/>
                      <a:pt x="1102" y="903"/>
                      <a:pt x="1102" y="861"/>
                    </a:cubicBezTo>
                    <a:cubicBezTo>
                      <a:pt x="1102" y="377"/>
                      <a:pt x="1102" y="377"/>
                      <a:pt x="1102" y="377"/>
                    </a:cubicBezTo>
                    <a:cubicBezTo>
                      <a:pt x="1102" y="335"/>
                      <a:pt x="1073" y="283"/>
                      <a:pt x="1036" y="262"/>
                    </a:cubicBezTo>
                    <a:cubicBezTo>
                      <a:pt x="617" y="21"/>
                      <a:pt x="617" y="21"/>
                      <a:pt x="617" y="21"/>
                    </a:cubicBezTo>
                    <a:cubicBezTo>
                      <a:pt x="581" y="0"/>
                      <a:pt x="521" y="0"/>
                      <a:pt x="485" y="21"/>
                    </a:cubicBezTo>
                    <a:cubicBezTo>
                      <a:pt x="66" y="262"/>
                      <a:pt x="66" y="262"/>
                      <a:pt x="66" y="262"/>
                    </a:cubicBezTo>
                    <a:cubicBezTo>
                      <a:pt x="30" y="283"/>
                      <a:pt x="0" y="335"/>
                      <a:pt x="0" y="377"/>
                    </a:cubicBezTo>
                    <a:cubicBezTo>
                      <a:pt x="0" y="861"/>
                      <a:pt x="0" y="861"/>
                      <a:pt x="0" y="861"/>
                    </a:cubicBezTo>
                    <a:cubicBezTo>
                      <a:pt x="0" y="903"/>
                      <a:pt x="30" y="954"/>
                      <a:pt x="66" y="975"/>
                    </a:cubicBezTo>
                    <a:cubicBezTo>
                      <a:pt x="485" y="1217"/>
                      <a:pt x="485" y="1217"/>
                      <a:pt x="485" y="1217"/>
                    </a:cubicBezTo>
                    <a:cubicBezTo>
                      <a:pt x="521" y="1238"/>
                      <a:pt x="581" y="1238"/>
                      <a:pt x="617" y="1217"/>
                    </a:cubicBezTo>
                    <a:lnTo>
                      <a:pt x="1036" y="97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FFFFFF">
                      <a:lumMod val="100000"/>
                    </a:srgbClr>
                  </a:gs>
                  <a:gs pos="0">
                    <a:srgbClr val="D9D9DA"/>
                  </a:gs>
                </a:gsLst>
                <a:lin ang="2700000" scaled="1"/>
                <a:tileRect/>
              </a:gradFill>
              <a:ln w="28575" cap="flat" cmpd="sng" algn="ctr">
                <a:gradFill flip="none" rotWithShape="1">
                  <a:gsLst>
                    <a:gs pos="100000">
                      <a:srgbClr val="FFFFFF"/>
                    </a:gs>
                    <a:gs pos="0">
                      <a:srgbClr val="D9D9DA"/>
                    </a:gs>
                  </a:gsLst>
                  <a:lin ang="13500000" scaled="1"/>
                  <a:tileRect/>
                </a:gradFill>
                <a:prstDash val="solid"/>
                <a:miter lim="800000"/>
              </a:ln>
              <a:effectLst>
                <a:outerShdw blurRad="279400" dist="165100" dir="2700000" algn="t" rotWithShape="0">
                  <a:prstClr val="black">
                    <a:alpha val="35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algn="ctr" defTabSz="914377">
                  <a:defRPr/>
                </a:pPr>
                <a:endParaRPr lang="zh-CN" altLang="en-US" sz="1867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19" name="4">
                <a:extLst>
                  <a:ext uri="{FF2B5EF4-FFF2-40B4-BE49-F238E27FC236}">
                    <a16:creationId xmlns:a16="http://schemas.microsoft.com/office/drawing/2014/main" id="{E3EF94BE-A3A2-4ED8-8133-E3D3102CE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0208" y="3538565"/>
                <a:ext cx="1630167" cy="1829925"/>
              </a:xfrm>
              <a:custGeom>
                <a:avLst/>
                <a:gdLst>
                  <a:gd name="T0" fmla="*/ 1036 w 1102"/>
                  <a:gd name="T1" fmla="*/ 975 h 1238"/>
                  <a:gd name="T2" fmla="*/ 1102 w 1102"/>
                  <a:gd name="T3" fmla="*/ 861 h 1238"/>
                  <a:gd name="T4" fmla="*/ 1102 w 1102"/>
                  <a:gd name="T5" fmla="*/ 377 h 1238"/>
                  <a:gd name="T6" fmla="*/ 1036 w 1102"/>
                  <a:gd name="T7" fmla="*/ 262 h 1238"/>
                  <a:gd name="T8" fmla="*/ 617 w 1102"/>
                  <a:gd name="T9" fmla="*/ 21 h 1238"/>
                  <a:gd name="T10" fmla="*/ 485 w 1102"/>
                  <a:gd name="T11" fmla="*/ 21 h 1238"/>
                  <a:gd name="T12" fmla="*/ 66 w 1102"/>
                  <a:gd name="T13" fmla="*/ 262 h 1238"/>
                  <a:gd name="T14" fmla="*/ 0 w 1102"/>
                  <a:gd name="T15" fmla="*/ 377 h 1238"/>
                  <a:gd name="T16" fmla="*/ 0 w 1102"/>
                  <a:gd name="T17" fmla="*/ 861 h 1238"/>
                  <a:gd name="T18" fmla="*/ 66 w 1102"/>
                  <a:gd name="T19" fmla="*/ 975 h 1238"/>
                  <a:gd name="T20" fmla="*/ 485 w 1102"/>
                  <a:gd name="T21" fmla="*/ 1217 h 1238"/>
                  <a:gd name="T22" fmla="*/ 617 w 1102"/>
                  <a:gd name="T23" fmla="*/ 1217 h 1238"/>
                  <a:gd name="T24" fmla="*/ 1036 w 1102"/>
                  <a:gd name="T25" fmla="*/ 975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2" h="1238">
                    <a:moveTo>
                      <a:pt x="1036" y="975"/>
                    </a:moveTo>
                    <a:cubicBezTo>
                      <a:pt x="1073" y="954"/>
                      <a:pt x="1102" y="903"/>
                      <a:pt x="1102" y="861"/>
                    </a:cubicBezTo>
                    <a:cubicBezTo>
                      <a:pt x="1102" y="377"/>
                      <a:pt x="1102" y="377"/>
                      <a:pt x="1102" y="377"/>
                    </a:cubicBezTo>
                    <a:cubicBezTo>
                      <a:pt x="1102" y="335"/>
                      <a:pt x="1073" y="283"/>
                      <a:pt x="1036" y="262"/>
                    </a:cubicBezTo>
                    <a:cubicBezTo>
                      <a:pt x="617" y="21"/>
                      <a:pt x="617" y="21"/>
                      <a:pt x="617" y="21"/>
                    </a:cubicBezTo>
                    <a:cubicBezTo>
                      <a:pt x="581" y="0"/>
                      <a:pt x="521" y="0"/>
                      <a:pt x="485" y="21"/>
                    </a:cubicBezTo>
                    <a:cubicBezTo>
                      <a:pt x="66" y="262"/>
                      <a:pt x="66" y="262"/>
                      <a:pt x="66" y="262"/>
                    </a:cubicBezTo>
                    <a:cubicBezTo>
                      <a:pt x="30" y="283"/>
                      <a:pt x="0" y="335"/>
                      <a:pt x="0" y="377"/>
                    </a:cubicBezTo>
                    <a:cubicBezTo>
                      <a:pt x="0" y="861"/>
                      <a:pt x="0" y="861"/>
                      <a:pt x="0" y="861"/>
                    </a:cubicBezTo>
                    <a:cubicBezTo>
                      <a:pt x="0" y="903"/>
                      <a:pt x="30" y="954"/>
                      <a:pt x="66" y="975"/>
                    </a:cubicBezTo>
                    <a:cubicBezTo>
                      <a:pt x="485" y="1217"/>
                      <a:pt x="485" y="1217"/>
                      <a:pt x="485" y="1217"/>
                    </a:cubicBezTo>
                    <a:cubicBezTo>
                      <a:pt x="521" y="1238"/>
                      <a:pt x="581" y="1238"/>
                      <a:pt x="617" y="1217"/>
                    </a:cubicBezTo>
                    <a:lnTo>
                      <a:pt x="1036" y="975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 cmpd="sng" algn="ctr">
                <a:gradFill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8100000" scaled="0"/>
                </a:gradFill>
                <a:prstDash val="solid"/>
                <a:miter lim="800000"/>
              </a:ln>
              <a:effectLst>
                <a:innerShdw blurRad="101600" dist="25400" dir="189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 dirty="0"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8CBC2DD-080B-7D5A-3CF7-F3D5E4D3E520}"/>
                </a:ext>
              </a:extLst>
            </p:cNvPr>
            <p:cNvGrpSpPr/>
            <p:nvPr/>
          </p:nvGrpSpPr>
          <p:grpSpPr>
            <a:xfrm>
              <a:off x="3880152" y="2100882"/>
              <a:ext cx="1957271" cy="2197112"/>
              <a:chOff x="3821079" y="1988914"/>
              <a:chExt cx="1957271" cy="2197112"/>
            </a:xfrm>
          </p:grpSpPr>
          <p:sp>
            <p:nvSpPr>
              <p:cNvPr id="4" name="8">
                <a:extLst>
                  <a:ext uri="{FF2B5EF4-FFF2-40B4-BE49-F238E27FC236}">
                    <a16:creationId xmlns:a16="http://schemas.microsoft.com/office/drawing/2014/main" id="{AF365870-65C1-248B-1E48-F9F89F81A5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079" y="1988914"/>
                <a:ext cx="1957271" cy="2197112"/>
              </a:xfrm>
              <a:custGeom>
                <a:avLst/>
                <a:gdLst>
                  <a:gd name="T0" fmla="*/ 1036 w 1102"/>
                  <a:gd name="T1" fmla="*/ 975 h 1238"/>
                  <a:gd name="T2" fmla="*/ 1102 w 1102"/>
                  <a:gd name="T3" fmla="*/ 861 h 1238"/>
                  <a:gd name="T4" fmla="*/ 1102 w 1102"/>
                  <a:gd name="T5" fmla="*/ 377 h 1238"/>
                  <a:gd name="T6" fmla="*/ 1036 w 1102"/>
                  <a:gd name="T7" fmla="*/ 262 h 1238"/>
                  <a:gd name="T8" fmla="*/ 617 w 1102"/>
                  <a:gd name="T9" fmla="*/ 21 h 1238"/>
                  <a:gd name="T10" fmla="*/ 485 w 1102"/>
                  <a:gd name="T11" fmla="*/ 21 h 1238"/>
                  <a:gd name="T12" fmla="*/ 66 w 1102"/>
                  <a:gd name="T13" fmla="*/ 262 h 1238"/>
                  <a:gd name="T14" fmla="*/ 0 w 1102"/>
                  <a:gd name="T15" fmla="*/ 377 h 1238"/>
                  <a:gd name="T16" fmla="*/ 0 w 1102"/>
                  <a:gd name="T17" fmla="*/ 861 h 1238"/>
                  <a:gd name="T18" fmla="*/ 66 w 1102"/>
                  <a:gd name="T19" fmla="*/ 975 h 1238"/>
                  <a:gd name="T20" fmla="*/ 485 w 1102"/>
                  <a:gd name="T21" fmla="*/ 1217 h 1238"/>
                  <a:gd name="T22" fmla="*/ 617 w 1102"/>
                  <a:gd name="T23" fmla="*/ 1217 h 1238"/>
                  <a:gd name="T24" fmla="*/ 1036 w 1102"/>
                  <a:gd name="T25" fmla="*/ 975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2" h="1238">
                    <a:moveTo>
                      <a:pt x="1036" y="975"/>
                    </a:moveTo>
                    <a:cubicBezTo>
                      <a:pt x="1073" y="954"/>
                      <a:pt x="1102" y="903"/>
                      <a:pt x="1102" y="861"/>
                    </a:cubicBezTo>
                    <a:cubicBezTo>
                      <a:pt x="1102" y="377"/>
                      <a:pt x="1102" y="377"/>
                      <a:pt x="1102" y="377"/>
                    </a:cubicBezTo>
                    <a:cubicBezTo>
                      <a:pt x="1102" y="335"/>
                      <a:pt x="1073" y="283"/>
                      <a:pt x="1036" y="262"/>
                    </a:cubicBezTo>
                    <a:cubicBezTo>
                      <a:pt x="617" y="21"/>
                      <a:pt x="617" y="21"/>
                      <a:pt x="617" y="21"/>
                    </a:cubicBezTo>
                    <a:cubicBezTo>
                      <a:pt x="581" y="0"/>
                      <a:pt x="521" y="0"/>
                      <a:pt x="485" y="21"/>
                    </a:cubicBezTo>
                    <a:cubicBezTo>
                      <a:pt x="66" y="262"/>
                      <a:pt x="66" y="262"/>
                      <a:pt x="66" y="262"/>
                    </a:cubicBezTo>
                    <a:cubicBezTo>
                      <a:pt x="30" y="283"/>
                      <a:pt x="0" y="335"/>
                      <a:pt x="0" y="377"/>
                    </a:cubicBezTo>
                    <a:cubicBezTo>
                      <a:pt x="0" y="861"/>
                      <a:pt x="0" y="861"/>
                      <a:pt x="0" y="861"/>
                    </a:cubicBezTo>
                    <a:cubicBezTo>
                      <a:pt x="0" y="903"/>
                      <a:pt x="30" y="954"/>
                      <a:pt x="66" y="975"/>
                    </a:cubicBezTo>
                    <a:cubicBezTo>
                      <a:pt x="485" y="1217"/>
                      <a:pt x="485" y="1217"/>
                      <a:pt x="485" y="1217"/>
                    </a:cubicBezTo>
                    <a:cubicBezTo>
                      <a:pt x="521" y="1238"/>
                      <a:pt x="581" y="1238"/>
                      <a:pt x="617" y="1217"/>
                    </a:cubicBezTo>
                    <a:lnTo>
                      <a:pt x="1036" y="97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FFFFFF">
                      <a:lumMod val="100000"/>
                    </a:srgbClr>
                  </a:gs>
                  <a:gs pos="0">
                    <a:srgbClr val="D9D9DA"/>
                  </a:gs>
                </a:gsLst>
                <a:lin ang="2700000" scaled="1"/>
                <a:tileRect/>
              </a:gradFill>
              <a:ln w="28575" cap="flat" cmpd="sng" algn="ctr">
                <a:gradFill flip="none" rotWithShape="1">
                  <a:gsLst>
                    <a:gs pos="100000">
                      <a:srgbClr val="FFFFFF"/>
                    </a:gs>
                    <a:gs pos="0">
                      <a:srgbClr val="D9D9DA"/>
                    </a:gs>
                  </a:gsLst>
                  <a:lin ang="13500000" scaled="1"/>
                  <a:tileRect/>
                </a:gradFill>
                <a:prstDash val="solid"/>
                <a:miter lim="800000"/>
              </a:ln>
              <a:effectLst>
                <a:outerShdw blurRad="279400" dist="165100" dir="2700000" algn="t" rotWithShape="0">
                  <a:prstClr val="black">
                    <a:alpha val="35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algn="ctr" defTabSz="914377">
                  <a:defRPr/>
                </a:pPr>
                <a:endParaRPr lang="zh-CN" altLang="en-US" sz="1867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20" name="3">
                <a:extLst>
                  <a:ext uri="{FF2B5EF4-FFF2-40B4-BE49-F238E27FC236}">
                    <a16:creationId xmlns:a16="http://schemas.microsoft.com/office/drawing/2014/main" id="{46ED928C-881F-06A7-5CAE-A4126210A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631" y="2172508"/>
                <a:ext cx="1630167" cy="1829925"/>
              </a:xfrm>
              <a:custGeom>
                <a:avLst/>
                <a:gdLst>
                  <a:gd name="T0" fmla="*/ 1036 w 1102"/>
                  <a:gd name="T1" fmla="*/ 975 h 1238"/>
                  <a:gd name="T2" fmla="*/ 1102 w 1102"/>
                  <a:gd name="T3" fmla="*/ 861 h 1238"/>
                  <a:gd name="T4" fmla="*/ 1102 w 1102"/>
                  <a:gd name="T5" fmla="*/ 377 h 1238"/>
                  <a:gd name="T6" fmla="*/ 1036 w 1102"/>
                  <a:gd name="T7" fmla="*/ 262 h 1238"/>
                  <a:gd name="T8" fmla="*/ 617 w 1102"/>
                  <a:gd name="T9" fmla="*/ 21 h 1238"/>
                  <a:gd name="T10" fmla="*/ 485 w 1102"/>
                  <a:gd name="T11" fmla="*/ 21 h 1238"/>
                  <a:gd name="T12" fmla="*/ 66 w 1102"/>
                  <a:gd name="T13" fmla="*/ 262 h 1238"/>
                  <a:gd name="T14" fmla="*/ 0 w 1102"/>
                  <a:gd name="T15" fmla="*/ 377 h 1238"/>
                  <a:gd name="T16" fmla="*/ 0 w 1102"/>
                  <a:gd name="T17" fmla="*/ 861 h 1238"/>
                  <a:gd name="T18" fmla="*/ 66 w 1102"/>
                  <a:gd name="T19" fmla="*/ 975 h 1238"/>
                  <a:gd name="T20" fmla="*/ 485 w 1102"/>
                  <a:gd name="T21" fmla="*/ 1217 h 1238"/>
                  <a:gd name="T22" fmla="*/ 617 w 1102"/>
                  <a:gd name="T23" fmla="*/ 1217 h 1238"/>
                  <a:gd name="T24" fmla="*/ 1036 w 1102"/>
                  <a:gd name="T25" fmla="*/ 975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2" h="1238">
                    <a:moveTo>
                      <a:pt x="1036" y="975"/>
                    </a:moveTo>
                    <a:cubicBezTo>
                      <a:pt x="1073" y="954"/>
                      <a:pt x="1102" y="903"/>
                      <a:pt x="1102" y="861"/>
                    </a:cubicBezTo>
                    <a:cubicBezTo>
                      <a:pt x="1102" y="377"/>
                      <a:pt x="1102" y="377"/>
                      <a:pt x="1102" y="377"/>
                    </a:cubicBezTo>
                    <a:cubicBezTo>
                      <a:pt x="1102" y="335"/>
                      <a:pt x="1073" y="283"/>
                      <a:pt x="1036" y="262"/>
                    </a:cubicBezTo>
                    <a:cubicBezTo>
                      <a:pt x="617" y="21"/>
                      <a:pt x="617" y="21"/>
                      <a:pt x="617" y="21"/>
                    </a:cubicBezTo>
                    <a:cubicBezTo>
                      <a:pt x="581" y="0"/>
                      <a:pt x="521" y="0"/>
                      <a:pt x="485" y="21"/>
                    </a:cubicBezTo>
                    <a:cubicBezTo>
                      <a:pt x="66" y="262"/>
                      <a:pt x="66" y="262"/>
                      <a:pt x="66" y="262"/>
                    </a:cubicBezTo>
                    <a:cubicBezTo>
                      <a:pt x="30" y="283"/>
                      <a:pt x="0" y="335"/>
                      <a:pt x="0" y="377"/>
                    </a:cubicBezTo>
                    <a:cubicBezTo>
                      <a:pt x="0" y="861"/>
                      <a:pt x="0" y="861"/>
                      <a:pt x="0" y="861"/>
                    </a:cubicBezTo>
                    <a:cubicBezTo>
                      <a:pt x="0" y="903"/>
                      <a:pt x="30" y="954"/>
                      <a:pt x="66" y="975"/>
                    </a:cubicBezTo>
                    <a:cubicBezTo>
                      <a:pt x="485" y="1217"/>
                      <a:pt x="485" y="1217"/>
                      <a:pt x="485" y="1217"/>
                    </a:cubicBezTo>
                    <a:cubicBezTo>
                      <a:pt x="521" y="1238"/>
                      <a:pt x="581" y="1238"/>
                      <a:pt x="617" y="1217"/>
                    </a:cubicBezTo>
                    <a:lnTo>
                      <a:pt x="1036" y="975"/>
                    </a:lnTo>
                    <a:close/>
                  </a:path>
                </a:pathLst>
              </a:custGeom>
              <a:solidFill>
                <a:schemeClr val="accent2"/>
              </a:solidFill>
              <a:ln w="25400" cap="flat" cmpd="sng" algn="ctr">
                <a:gradFill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8100000" scaled="0"/>
                </a:gradFill>
                <a:prstDash val="solid"/>
                <a:miter lim="800000"/>
              </a:ln>
              <a:effectLst>
                <a:innerShdw blurRad="101600" dist="25400" dir="189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2A6414A-7DDE-DC19-FC9F-EEBC8F55278E}"/>
                </a:ext>
              </a:extLst>
            </p:cNvPr>
            <p:cNvGrpSpPr/>
            <p:nvPr/>
          </p:nvGrpSpPr>
          <p:grpSpPr>
            <a:xfrm>
              <a:off x="6354575" y="3466940"/>
              <a:ext cx="1957271" cy="2197112"/>
              <a:chOff x="6295502" y="3354972"/>
              <a:chExt cx="1957271" cy="2197112"/>
            </a:xfrm>
          </p:grpSpPr>
          <p:sp>
            <p:nvSpPr>
              <p:cNvPr id="6" name="6">
                <a:extLst>
                  <a:ext uri="{FF2B5EF4-FFF2-40B4-BE49-F238E27FC236}">
                    <a16:creationId xmlns:a16="http://schemas.microsoft.com/office/drawing/2014/main" id="{36BA0C62-DA25-F944-BB2A-24816000F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5502" y="3354972"/>
                <a:ext cx="1957271" cy="2197112"/>
              </a:xfrm>
              <a:custGeom>
                <a:avLst/>
                <a:gdLst>
                  <a:gd name="T0" fmla="*/ 1036 w 1102"/>
                  <a:gd name="T1" fmla="*/ 975 h 1238"/>
                  <a:gd name="T2" fmla="*/ 1102 w 1102"/>
                  <a:gd name="T3" fmla="*/ 861 h 1238"/>
                  <a:gd name="T4" fmla="*/ 1102 w 1102"/>
                  <a:gd name="T5" fmla="*/ 377 h 1238"/>
                  <a:gd name="T6" fmla="*/ 1036 w 1102"/>
                  <a:gd name="T7" fmla="*/ 262 h 1238"/>
                  <a:gd name="T8" fmla="*/ 617 w 1102"/>
                  <a:gd name="T9" fmla="*/ 21 h 1238"/>
                  <a:gd name="T10" fmla="*/ 485 w 1102"/>
                  <a:gd name="T11" fmla="*/ 21 h 1238"/>
                  <a:gd name="T12" fmla="*/ 66 w 1102"/>
                  <a:gd name="T13" fmla="*/ 262 h 1238"/>
                  <a:gd name="T14" fmla="*/ 0 w 1102"/>
                  <a:gd name="T15" fmla="*/ 377 h 1238"/>
                  <a:gd name="T16" fmla="*/ 0 w 1102"/>
                  <a:gd name="T17" fmla="*/ 861 h 1238"/>
                  <a:gd name="T18" fmla="*/ 66 w 1102"/>
                  <a:gd name="T19" fmla="*/ 975 h 1238"/>
                  <a:gd name="T20" fmla="*/ 485 w 1102"/>
                  <a:gd name="T21" fmla="*/ 1217 h 1238"/>
                  <a:gd name="T22" fmla="*/ 617 w 1102"/>
                  <a:gd name="T23" fmla="*/ 1217 h 1238"/>
                  <a:gd name="T24" fmla="*/ 1036 w 1102"/>
                  <a:gd name="T25" fmla="*/ 975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2" h="1238">
                    <a:moveTo>
                      <a:pt x="1036" y="975"/>
                    </a:moveTo>
                    <a:cubicBezTo>
                      <a:pt x="1073" y="954"/>
                      <a:pt x="1102" y="903"/>
                      <a:pt x="1102" y="861"/>
                    </a:cubicBezTo>
                    <a:cubicBezTo>
                      <a:pt x="1102" y="377"/>
                      <a:pt x="1102" y="377"/>
                      <a:pt x="1102" y="377"/>
                    </a:cubicBezTo>
                    <a:cubicBezTo>
                      <a:pt x="1102" y="335"/>
                      <a:pt x="1073" y="283"/>
                      <a:pt x="1036" y="262"/>
                    </a:cubicBezTo>
                    <a:cubicBezTo>
                      <a:pt x="617" y="21"/>
                      <a:pt x="617" y="21"/>
                      <a:pt x="617" y="21"/>
                    </a:cubicBezTo>
                    <a:cubicBezTo>
                      <a:pt x="581" y="0"/>
                      <a:pt x="521" y="0"/>
                      <a:pt x="485" y="21"/>
                    </a:cubicBezTo>
                    <a:cubicBezTo>
                      <a:pt x="66" y="262"/>
                      <a:pt x="66" y="262"/>
                      <a:pt x="66" y="262"/>
                    </a:cubicBezTo>
                    <a:cubicBezTo>
                      <a:pt x="30" y="283"/>
                      <a:pt x="0" y="335"/>
                      <a:pt x="0" y="377"/>
                    </a:cubicBezTo>
                    <a:cubicBezTo>
                      <a:pt x="0" y="861"/>
                      <a:pt x="0" y="861"/>
                      <a:pt x="0" y="861"/>
                    </a:cubicBezTo>
                    <a:cubicBezTo>
                      <a:pt x="0" y="903"/>
                      <a:pt x="30" y="954"/>
                      <a:pt x="66" y="975"/>
                    </a:cubicBezTo>
                    <a:cubicBezTo>
                      <a:pt x="485" y="1217"/>
                      <a:pt x="485" y="1217"/>
                      <a:pt x="485" y="1217"/>
                    </a:cubicBezTo>
                    <a:cubicBezTo>
                      <a:pt x="521" y="1238"/>
                      <a:pt x="581" y="1238"/>
                      <a:pt x="617" y="1217"/>
                    </a:cubicBezTo>
                    <a:lnTo>
                      <a:pt x="1036" y="97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FFFFFF">
                      <a:lumMod val="100000"/>
                    </a:srgbClr>
                  </a:gs>
                  <a:gs pos="0">
                    <a:srgbClr val="D9D9DA"/>
                  </a:gs>
                </a:gsLst>
                <a:lin ang="2700000" scaled="1"/>
                <a:tileRect/>
              </a:gradFill>
              <a:ln w="28575" cap="flat" cmpd="sng" algn="ctr">
                <a:gradFill flip="none" rotWithShape="1">
                  <a:gsLst>
                    <a:gs pos="100000">
                      <a:srgbClr val="FFFFFF"/>
                    </a:gs>
                    <a:gs pos="0">
                      <a:srgbClr val="D9D9DA"/>
                    </a:gs>
                  </a:gsLst>
                  <a:lin ang="13500000" scaled="1"/>
                  <a:tileRect/>
                </a:gradFill>
                <a:prstDash val="solid"/>
                <a:miter lim="800000"/>
              </a:ln>
              <a:effectLst>
                <a:outerShdw blurRad="279400" dist="165100" dir="2700000" algn="t" rotWithShape="0">
                  <a:prstClr val="black">
                    <a:alpha val="35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algn="ctr" defTabSz="914377">
                  <a:defRPr/>
                </a:pPr>
                <a:endParaRPr lang="zh-CN" altLang="en-US" sz="1867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21" name="2">
                <a:extLst>
                  <a:ext uri="{FF2B5EF4-FFF2-40B4-BE49-F238E27FC236}">
                    <a16:creationId xmlns:a16="http://schemas.microsoft.com/office/drawing/2014/main" id="{971CA1B8-2AEF-2F16-38D4-22DCD3634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9052" y="3538565"/>
                <a:ext cx="1630167" cy="1829925"/>
              </a:xfrm>
              <a:custGeom>
                <a:avLst/>
                <a:gdLst>
                  <a:gd name="T0" fmla="*/ 1036 w 1102"/>
                  <a:gd name="T1" fmla="*/ 975 h 1238"/>
                  <a:gd name="T2" fmla="*/ 1102 w 1102"/>
                  <a:gd name="T3" fmla="*/ 861 h 1238"/>
                  <a:gd name="T4" fmla="*/ 1102 w 1102"/>
                  <a:gd name="T5" fmla="*/ 377 h 1238"/>
                  <a:gd name="T6" fmla="*/ 1036 w 1102"/>
                  <a:gd name="T7" fmla="*/ 262 h 1238"/>
                  <a:gd name="T8" fmla="*/ 617 w 1102"/>
                  <a:gd name="T9" fmla="*/ 21 h 1238"/>
                  <a:gd name="T10" fmla="*/ 485 w 1102"/>
                  <a:gd name="T11" fmla="*/ 21 h 1238"/>
                  <a:gd name="T12" fmla="*/ 66 w 1102"/>
                  <a:gd name="T13" fmla="*/ 262 h 1238"/>
                  <a:gd name="T14" fmla="*/ 0 w 1102"/>
                  <a:gd name="T15" fmla="*/ 377 h 1238"/>
                  <a:gd name="T16" fmla="*/ 0 w 1102"/>
                  <a:gd name="T17" fmla="*/ 861 h 1238"/>
                  <a:gd name="T18" fmla="*/ 66 w 1102"/>
                  <a:gd name="T19" fmla="*/ 975 h 1238"/>
                  <a:gd name="T20" fmla="*/ 485 w 1102"/>
                  <a:gd name="T21" fmla="*/ 1217 h 1238"/>
                  <a:gd name="T22" fmla="*/ 617 w 1102"/>
                  <a:gd name="T23" fmla="*/ 1217 h 1238"/>
                  <a:gd name="T24" fmla="*/ 1036 w 1102"/>
                  <a:gd name="T25" fmla="*/ 975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2" h="1238">
                    <a:moveTo>
                      <a:pt x="1036" y="975"/>
                    </a:moveTo>
                    <a:cubicBezTo>
                      <a:pt x="1073" y="954"/>
                      <a:pt x="1102" y="903"/>
                      <a:pt x="1102" y="861"/>
                    </a:cubicBezTo>
                    <a:cubicBezTo>
                      <a:pt x="1102" y="377"/>
                      <a:pt x="1102" y="377"/>
                      <a:pt x="1102" y="377"/>
                    </a:cubicBezTo>
                    <a:cubicBezTo>
                      <a:pt x="1102" y="335"/>
                      <a:pt x="1073" y="283"/>
                      <a:pt x="1036" y="262"/>
                    </a:cubicBezTo>
                    <a:cubicBezTo>
                      <a:pt x="617" y="21"/>
                      <a:pt x="617" y="21"/>
                      <a:pt x="617" y="21"/>
                    </a:cubicBezTo>
                    <a:cubicBezTo>
                      <a:pt x="581" y="0"/>
                      <a:pt x="521" y="0"/>
                      <a:pt x="485" y="21"/>
                    </a:cubicBezTo>
                    <a:cubicBezTo>
                      <a:pt x="66" y="262"/>
                      <a:pt x="66" y="262"/>
                      <a:pt x="66" y="262"/>
                    </a:cubicBezTo>
                    <a:cubicBezTo>
                      <a:pt x="30" y="283"/>
                      <a:pt x="0" y="335"/>
                      <a:pt x="0" y="377"/>
                    </a:cubicBezTo>
                    <a:cubicBezTo>
                      <a:pt x="0" y="861"/>
                      <a:pt x="0" y="861"/>
                      <a:pt x="0" y="861"/>
                    </a:cubicBezTo>
                    <a:cubicBezTo>
                      <a:pt x="0" y="903"/>
                      <a:pt x="30" y="954"/>
                      <a:pt x="66" y="975"/>
                    </a:cubicBezTo>
                    <a:cubicBezTo>
                      <a:pt x="485" y="1217"/>
                      <a:pt x="485" y="1217"/>
                      <a:pt x="485" y="1217"/>
                    </a:cubicBezTo>
                    <a:cubicBezTo>
                      <a:pt x="521" y="1238"/>
                      <a:pt x="581" y="1238"/>
                      <a:pt x="617" y="1217"/>
                    </a:cubicBezTo>
                    <a:lnTo>
                      <a:pt x="1036" y="975"/>
                    </a:lnTo>
                    <a:close/>
                  </a:path>
                </a:pathLst>
              </a:custGeom>
              <a:solidFill>
                <a:schemeClr val="accent3"/>
              </a:solidFill>
              <a:ln w="25400" cap="flat" cmpd="sng" algn="ctr">
                <a:gradFill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8100000" scaled="0"/>
                </a:gradFill>
                <a:prstDash val="solid"/>
                <a:miter lim="800000"/>
              </a:ln>
              <a:effectLst>
                <a:innerShdw blurRad="101600" dist="25400" dir="189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DDCBE3E-BFA6-15E6-0A69-F6CDE326C97B}"/>
                </a:ext>
              </a:extLst>
            </p:cNvPr>
            <p:cNvGrpSpPr/>
            <p:nvPr/>
          </p:nvGrpSpPr>
          <p:grpSpPr>
            <a:xfrm>
              <a:off x="8828996" y="2100882"/>
              <a:ext cx="1957271" cy="2197112"/>
              <a:chOff x="8769923" y="1988914"/>
              <a:chExt cx="1957271" cy="2197112"/>
            </a:xfrm>
          </p:grpSpPr>
          <p:sp>
            <p:nvSpPr>
              <p:cNvPr id="18" name="5">
                <a:extLst>
                  <a:ext uri="{FF2B5EF4-FFF2-40B4-BE49-F238E27FC236}">
                    <a16:creationId xmlns:a16="http://schemas.microsoft.com/office/drawing/2014/main" id="{A649E409-047C-B143-C837-F4FD741E7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9923" y="1988914"/>
                <a:ext cx="1957271" cy="2197112"/>
              </a:xfrm>
              <a:custGeom>
                <a:avLst/>
                <a:gdLst>
                  <a:gd name="T0" fmla="*/ 1036 w 1102"/>
                  <a:gd name="T1" fmla="*/ 975 h 1238"/>
                  <a:gd name="T2" fmla="*/ 1102 w 1102"/>
                  <a:gd name="T3" fmla="*/ 861 h 1238"/>
                  <a:gd name="T4" fmla="*/ 1102 w 1102"/>
                  <a:gd name="T5" fmla="*/ 377 h 1238"/>
                  <a:gd name="T6" fmla="*/ 1036 w 1102"/>
                  <a:gd name="T7" fmla="*/ 262 h 1238"/>
                  <a:gd name="T8" fmla="*/ 617 w 1102"/>
                  <a:gd name="T9" fmla="*/ 21 h 1238"/>
                  <a:gd name="T10" fmla="*/ 485 w 1102"/>
                  <a:gd name="T11" fmla="*/ 21 h 1238"/>
                  <a:gd name="T12" fmla="*/ 66 w 1102"/>
                  <a:gd name="T13" fmla="*/ 262 h 1238"/>
                  <a:gd name="T14" fmla="*/ 0 w 1102"/>
                  <a:gd name="T15" fmla="*/ 377 h 1238"/>
                  <a:gd name="T16" fmla="*/ 0 w 1102"/>
                  <a:gd name="T17" fmla="*/ 861 h 1238"/>
                  <a:gd name="T18" fmla="*/ 66 w 1102"/>
                  <a:gd name="T19" fmla="*/ 975 h 1238"/>
                  <a:gd name="T20" fmla="*/ 485 w 1102"/>
                  <a:gd name="T21" fmla="*/ 1217 h 1238"/>
                  <a:gd name="T22" fmla="*/ 617 w 1102"/>
                  <a:gd name="T23" fmla="*/ 1217 h 1238"/>
                  <a:gd name="T24" fmla="*/ 1036 w 1102"/>
                  <a:gd name="T25" fmla="*/ 975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2" h="1238">
                    <a:moveTo>
                      <a:pt x="1036" y="975"/>
                    </a:moveTo>
                    <a:cubicBezTo>
                      <a:pt x="1073" y="954"/>
                      <a:pt x="1102" y="903"/>
                      <a:pt x="1102" y="861"/>
                    </a:cubicBezTo>
                    <a:cubicBezTo>
                      <a:pt x="1102" y="377"/>
                      <a:pt x="1102" y="377"/>
                      <a:pt x="1102" y="377"/>
                    </a:cubicBezTo>
                    <a:cubicBezTo>
                      <a:pt x="1102" y="335"/>
                      <a:pt x="1073" y="283"/>
                      <a:pt x="1036" y="262"/>
                    </a:cubicBezTo>
                    <a:cubicBezTo>
                      <a:pt x="617" y="21"/>
                      <a:pt x="617" y="21"/>
                      <a:pt x="617" y="21"/>
                    </a:cubicBezTo>
                    <a:cubicBezTo>
                      <a:pt x="581" y="0"/>
                      <a:pt x="521" y="0"/>
                      <a:pt x="485" y="21"/>
                    </a:cubicBezTo>
                    <a:cubicBezTo>
                      <a:pt x="66" y="262"/>
                      <a:pt x="66" y="262"/>
                      <a:pt x="66" y="262"/>
                    </a:cubicBezTo>
                    <a:cubicBezTo>
                      <a:pt x="30" y="283"/>
                      <a:pt x="0" y="335"/>
                      <a:pt x="0" y="377"/>
                    </a:cubicBezTo>
                    <a:cubicBezTo>
                      <a:pt x="0" y="861"/>
                      <a:pt x="0" y="861"/>
                      <a:pt x="0" y="861"/>
                    </a:cubicBezTo>
                    <a:cubicBezTo>
                      <a:pt x="0" y="903"/>
                      <a:pt x="30" y="954"/>
                      <a:pt x="66" y="975"/>
                    </a:cubicBezTo>
                    <a:cubicBezTo>
                      <a:pt x="485" y="1217"/>
                      <a:pt x="485" y="1217"/>
                      <a:pt x="485" y="1217"/>
                    </a:cubicBezTo>
                    <a:cubicBezTo>
                      <a:pt x="521" y="1238"/>
                      <a:pt x="581" y="1238"/>
                      <a:pt x="617" y="1217"/>
                    </a:cubicBezTo>
                    <a:lnTo>
                      <a:pt x="1036" y="975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rgbClr val="FFFFFF">
                      <a:lumMod val="100000"/>
                    </a:srgbClr>
                  </a:gs>
                  <a:gs pos="0">
                    <a:srgbClr val="D9D9DA"/>
                  </a:gs>
                </a:gsLst>
                <a:lin ang="2700000" scaled="1"/>
                <a:tileRect/>
              </a:gradFill>
              <a:ln w="28575" cap="flat" cmpd="sng" algn="ctr">
                <a:gradFill flip="none" rotWithShape="1">
                  <a:gsLst>
                    <a:gs pos="100000">
                      <a:srgbClr val="FFFFFF"/>
                    </a:gs>
                    <a:gs pos="0">
                      <a:srgbClr val="D9D9DA"/>
                    </a:gs>
                  </a:gsLst>
                  <a:lin ang="13500000" scaled="1"/>
                  <a:tileRect/>
                </a:gradFill>
                <a:prstDash val="solid"/>
                <a:miter lim="800000"/>
              </a:ln>
              <a:effectLst>
                <a:outerShdw blurRad="279400" dist="165100" dir="2700000" algn="t" rotWithShape="0">
                  <a:prstClr val="black">
                    <a:alpha val="35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algn="ctr" defTabSz="914377">
                  <a:defRPr/>
                </a:pPr>
                <a:endParaRPr lang="zh-CN" altLang="en-US" sz="1867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22" name="1">
                <a:extLst>
                  <a:ext uri="{FF2B5EF4-FFF2-40B4-BE49-F238E27FC236}">
                    <a16:creationId xmlns:a16="http://schemas.microsoft.com/office/drawing/2014/main" id="{427CF5F6-3236-C1FE-4E22-2416FFD4A5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33474" y="2172508"/>
                <a:ext cx="1630167" cy="1829925"/>
              </a:xfrm>
              <a:custGeom>
                <a:avLst/>
                <a:gdLst>
                  <a:gd name="T0" fmla="*/ 1036 w 1102"/>
                  <a:gd name="T1" fmla="*/ 975 h 1238"/>
                  <a:gd name="T2" fmla="*/ 1102 w 1102"/>
                  <a:gd name="T3" fmla="*/ 861 h 1238"/>
                  <a:gd name="T4" fmla="*/ 1102 w 1102"/>
                  <a:gd name="T5" fmla="*/ 377 h 1238"/>
                  <a:gd name="T6" fmla="*/ 1036 w 1102"/>
                  <a:gd name="T7" fmla="*/ 262 h 1238"/>
                  <a:gd name="T8" fmla="*/ 617 w 1102"/>
                  <a:gd name="T9" fmla="*/ 21 h 1238"/>
                  <a:gd name="T10" fmla="*/ 485 w 1102"/>
                  <a:gd name="T11" fmla="*/ 21 h 1238"/>
                  <a:gd name="T12" fmla="*/ 66 w 1102"/>
                  <a:gd name="T13" fmla="*/ 262 h 1238"/>
                  <a:gd name="T14" fmla="*/ 0 w 1102"/>
                  <a:gd name="T15" fmla="*/ 377 h 1238"/>
                  <a:gd name="T16" fmla="*/ 0 w 1102"/>
                  <a:gd name="T17" fmla="*/ 861 h 1238"/>
                  <a:gd name="T18" fmla="*/ 66 w 1102"/>
                  <a:gd name="T19" fmla="*/ 975 h 1238"/>
                  <a:gd name="T20" fmla="*/ 485 w 1102"/>
                  <a:gd name="T21" fmla="*/ 1217 h 1238"/>
                  <a:gd name="T22" fmla="*/ 617 w 1102"/>
                  <a:gd name="T23" fmla="*/ 1217 h 1238"/>
                  <a:gd name="T24" fmla="*/ 1036 w 1102"/>
                  <a:gd name="T25" fmla="*/ 975 h 1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2" h="1238">
                    <a:moveTo>
                      <a:pt x="1036" y="975"/>
                    </a:moveTo>
                    <a:cubicBezTo>
                      <a:pt x="1073" y="954"/>
                      <a:pt x="1102" y="903"/>
                      <a:pt x="1102" y="861"/>
                    </a:cubicBezTo>
                    <a:cubicBezTo>
                      <a:pt x="1102" y="377"/>
                      <a:pt x="1102" y="377"/>
                      <a:pt x="1102" y="377"/>
                    </a:cubicBezTo>
                    <a:cubicBezTo>
                      <a:pt x="1102" y="335"/>
                      <a:pt x="1073" y="283"/>
                      <a:pt x="1036" y="262"/>
                    </a:cubicBezTo>
                    <a:cubicBezTo>
                      <a:pt x="617" y="21"/>
                      <a:pt x="617" y="21"/>
                      <a:pt x="617" y="21"/>
                    </a:cubicBezTo>
                    <a:cubicBezTo>
                      <a:pt x="581" y="0"/>
                      <a:pt x="521" y="0"/>
                      <a:pt x="485" y="21"/>
                    </a:cubicBezTo>
                    <a:cubicBezTo>
                      <a:pt x="66" y="262"/>
                      <a:pt x="66" y="262"/>
                      <a:pt x="66" y="262"/>
                    </a:cubicBezTo>
                    <a:cubicBezTo>
                      <a:pt x="30" y="283"/>
                      <a:pt x="0" y="335"/>
                      <a:pt x="0" y="377"/>
                    </a:cubicBezTo>
                    <a:cubicBezTo>
                      <a:pt x="0" y="861"/>
                      <a:pt x="0" y="861"/>
                      <a:pt x="0" y="861"/>
                    </a:cubicBezTo>
                    <a:cubicBezTo>
                      <a:pt x="0" y="903"/>
                      <a:pt x="30" y="954"/>
                      <a:pt x="66" y="975"/>
                    </a:cubicBezTo>
                    <a:cubicBezTo>
                      <a:pt x="485" y="1217"/>
                      <a:pt x="485" y="1217"/>
                      <a:pt x="485" y="1217"/>
                    </a:cubicBezTo>
                    <a:cubicBezTo>
                      <a:pt x="521" y="1238"/>
                      <a:pt x="581" y="1238"/>
                      <a:pt x="617" y="1217"/>
                    </a:cubicBezTo>
                    <a:lnTo>
                      <a:pt x="1036" y="975"/>
                    </a:lnTo>
                    <a:close/>
                  </a:path>
                </a:pathLst>
              </a:custGeom>
              <a:solidFill>
                <a:schemeClr val="accent4"/>
              </a:solidFill>
              <a:ln w="25400" cap="flat" cmpd="sng" algn="ctr">
                <a:gradFill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8100000" scaled="0"/>
                </a:gradFill>
                <a:prstDash val="solid"/>
                <a:miter lim="800000"/>
              </a:ln>
              <a:effectLst>
                <a:innerShdw blurRad="101600" dist="25400" dir="189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1680D6B-8DF5-CBA5-2D5A-9FF94A16A0E4}"/>
                </a:ext>
              </a:extLst>
            </p:cNvPr>
            <p:cNvSpPr txBox="1"/>
            <p:nvPr/>
          </p:nvSpPr>
          <p:spPr>
            <a:xfrm>
              <a:off x="1270462" y="2529293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Executive Summary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729B7B9-B122-4AC9-450D-B2FF88994781}"/>
                </a:ext>
              </a:extLst>
            </p:cNvPr>
            <p:cNvSpPr txBox="1"/>
            <p:nvPr/>
          </p:nvSpPr>
          <p:spPr>
            <a:xfrm>
              <a:off x="3744883" y="4481588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689CA08-68BA-D3B5-45EC-38A0CCDBD275}"/>
                </a:ext>
              </a:extLst>
            </p:cNvPr>
            <p:cNvSpPr txBox="1"/>
            <p:nvPr/>
          </p:nvSpPr>
          <p:spPr>
            <a:xfrm>
              <a:off x="6219305" y="2529293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A7F2E12-F2D6-15FB-3C43-2C4446FB9058}"/>
                </a:ext>
              </a:extLst>
            </p:cNvPr>
            <p:cNvSpPr txBox="1"/>
            <p:nvPr/>
          </p:nvSpPr>
          <p:spPr>
            <a:xfrm>
              <a:off x="8693730" y="4481588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pic>
          <p:nvPicPr>
            <p:cNvPr id="1026" name="Picture 2" descr="Summary Icon #427383 - Free Icons Library">
              <a:extLst>
                <a:ext uri="{FF2B5EF4-FFF2-40B4-BE49-F238E27FC236}">
                  <a16:creationId xmlns:a16="http://schemas.microsoft.com/office/drawing/2014/main" id="{29768BE0-5352-31F4-D12C-CE3F8C6AF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4329" y="4271582"/>
              <a:ext cx="600075" cy="587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C1DCC68D-DF40-74B9-14CC-8DAAF530DB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86526" y="2827176"/>
              <a:ext cx="744524" cy="7445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21EE3E7C-E33B-7C01-2300-E5F233FB76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3977" y="4221051"/>
              <a:ext cx="598464" cy="598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Finance - Free business and finance icons">
              <a:extLst>
                <a:ext uri="{FF2B5EF4-FFF2-40B4-BE49-F238E27FC236}">
                  <a16:creationId xmlns:a16="http://schemas.microsoft.com/office/drawing/2014/main" id="{9D3883D2-88DE-DF2E-ED41-ABD65F1183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4143" y="2895951"/>
              <a:ext cx="606974" cy="606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8503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0A97BEC-E5C6-CFA5-37EB-1DED5CF26FCD}"/>
              </a:ext>
            </a:extLst>
          </p:cNvPr>
          <p:cNvGrpSpPr/>
          <p:nvPr/>
        </p:nvGrpSpPr>
        <p:grpSpPr>
          <a:xfrm>
            <a:off x="2274930" y="1663067"/>
            <a:ext cx="7642141" cy="4486598"/>
            <a:chOff x="2274929" y="1663067"/>
            <a:chExt cx="7642141" cy="44865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BB9BA9-E167-7DFF-A2ED-4C1C0157A944}"/>
                </a:ext>
              </a:extLst>
            </p:cNvPr>
            <p:cNvSpPr txBox="1"/>
            <p:nvPr/>
          </p:nvSpPr>
          <p:spPr>
            <a:xfrm>
              <a:off x="3582890" y="5395612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FBCBA6-060F-3F5A-AA96-68C76E947374}"/>
                </a:ext>
              </a:extLst>
            </p:cNvPr>
            <p:cNvSpPr txBox="1"/>
            <p:nvPr/>
          </p:nvSpPr>
          <p:spPr>
            <a:xfrm>
              <a:off x="6381300" y="1663067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F75D94C-D139-15FB-5ED2-5955BA8879A7}"/>
                </a:ext>
              </a:extLst>
            </p:cNvPr>
            <p:cNvGrpSpPr/>
            <p:nvPr/>
          </p:nvGrpSpPr>
          <p:grpSpPr>
            <a:xfrm>
              <a:off x="2274929" y="1723152"/>
              <a:ext cx="7642141" cy="4347591"/>
              <a:chOff x="2367149" y="1628883"/>
              <a:chExt cx="7642141" cy="4347591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F55564D-C7F5-8790-CE94-035BB0E6E646}"/>
                  </a:ext>
                </a:extLst>
              </p:cNvPr>
              <p:cNvGrpSpPr/>
              <p:nvPr/>
            </p:nvGrpSpPr>
            <p:grpSpPr>
              <a:xfrm>
                <a:off x="4063572" y="1628883"/>
                <a:ext cx="4249295" cy="4347591"/>
                <a:chOff x="3971352" y="1628883"/>
                <a:chExt cx="4249295" cy="4347591"/>
              </a:xfrm>
            </p:grpSpPr>
            <p:grpSp>
              <p:nvGrpSpPr>
                <p:cNvPr id="3" name="9">
                  <a:extLst>
                    <a:ext uri="{FF2B5EF4-FFF2-40B4-BE49-F238E27FC236}">
                      <a16:creationId xmlns:a16="http://schemas.microsoft.com/office/drawing/2014/main" id="{41F8ED2D-0CDB-1704-9AE2-7F2082924BF0}"/>
                    </a:ext>
                  </a:extLst>
                </p:cNvPr>
                <p:cNvGrpSpPr/>
                <p:nvPr/>
              </p:nvGrpSpPr>
              <p:grpSpPr>
                <a:xfrm>
                  <a:off x="4594958" y="2307617"/>
                  <a:ext cx="3033106" cy="3015186"/>
                  <a:chOff x="3401876" y="1085088"/>
                  <a:chExt cx="4022744" cy="3998976"/>
                </a:xfrm>
                <a:effectLst>
                  <a:outerShdw blurRad="203200" sx="101000" sy="101000" algn="ctr" rotWithShape="0">
                    <a:prstClr val="black">
                      <a:alpha val="19000"/>
                    </a:prstClr>
                  </a:outerShdw>
                </a:effectLst>
              </p:grpSpPr>
              <p:sp>
                <p:nvSpPr>
                  <p:cNvPr id="53" name="13">
                    <a:extLst>
                      <a:ext uri="{FF2B5EF4-FFF2-40B4-BE49-F238E27FC236}">
                        <a16:creationId xmlns:a16="http://schemas.microsoft.com/office/drawing/2014/main" id="{5A71D006-6046-C4D0-58CB-E8FD7C0804EF}"/>
                      </a:ext>
                    </a:extLst>
                  </p:cNvPr>
                  <p:cNvSpPr/>
                  <p:nvPr/>
                </p:nvSpPr>
                <p:spPr>
                  <a:xfrm>
                    <a:off x="3401876" y="1085088"/>
                    <a:ext cx="2011372" cy="1999488"/>
                  </a:xfrm>
                  <a:custGeom>
                    <a:avLst/>
                    <a:gdLst>
                      <a:gd name="connsiteX0" fmla="*/ 2005276 w 2011372"/>
                      <a:gd name="connsiteY0" fmla="*/ 0 h 1999488"/>
                      <a:gd name="connsiteX1" fmla="*/ 2011372 w 2011372"/>
                      <a:gd name="connsiteY1" fmla="*/ 308 h 1999488"/>
                      <a:gd name="connsiteX2" fmla="*/ 2011372 w 2011372"/>
                      <a:gd name="connsiteY2" fmla="*/ 1999488 h 1999488"/>
                      <a:gd name="connsiteX3" fmla="*/ 0 w 2011372"/>
                      <a:gd name="connsiteY3" fmla="*/ 1999488 h 1999488"/>
                      <a:gd name="connsiteX4" fmla="*/ 10047 w 2011372"/>
                      <a:gd name="connsiteY4" fmla="*/ 1800525 h 1999488"/>
                      <a:gd name="connsiteX5" fmla="*/ 2005276 w 2011372"/>
                      <a:gd name="connsiteY5" fmla="*/ 0 h 19994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11372" h="1999488">
                        <a:moveTo>
                          <a:pt x="2005276" y="0"/>
                        </a:moveTo>
                        <a:lnTo>
                          <a:pt x="2011372" y="308"/>
                        </a:lnTo>
                        <a:lnTo>
                          <a:pt x="2011372" y="1999488"/>
                        </a:lnTo>
                        <a:lnTo>
                          <a:pt x="0" y="1999488"/>
                        </a:lnTo>
                        <a:lnTo>
                          <a:pt x="10047" y="1800525"/>
                        </a:lnTo>
                        <a:cubicBezTo>
                          <a:pt x="112753" y="789197"/>
                          <a:pt x="966852" y="0"/>
                          <a:pt x="200527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121920" tIns="60960" rIns="121920" bIns="6096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121917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667" b="0" i="0" u="none" strike="noStrike" kern="0" cap="none" spc="0" normalizeH="0" baseline="0" noProof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sp>
                <p:nvSpPr>
                  <p:cNvPr id="54" name="12">
                    <a:extLst>
                      <a:ext uri="{FF2B5EF4-FFF2-40B4-BE49-F238E27FC236}">
                        <a16:creationId xmlns:a16="http://schemas.microsoft.com/office/drawing/2014/main" id="{41B4B068-9CEA-E469-5C03-819FB4D6912F}"/>
                      </a:ext>
                    </a:extLst>
                  </p:cNvPr>
                  <p:cNvSpPr/>
                  <p:nvPr/>
                </p:nvSpPr>
                <p:spPr>
                  <a:xfrm flipH="1">
                    <a:off x="5413248" y="1085088"/>
                    <a:ext cx="2011372" cy="1999488"/>
                  </a:xfrm>
                  <a:custGeom>
                    <a:avLst/>
                    <a:gdLst>
                      <a:gd name="connsiteX0" fmla="*/ 2005276 w 2011372"/>
                      <a:gd name="connsiteY0" fmla="*/ 0 h 1999488"/>
                      <a:gd name="connsiteX1" fmla="*/ 2011372 w 2011372"/>
                      <a:gd name="connsiteY1" fmla="*/ 308 h 1999488"/>
                      <a:gd name="connsiteX2" fmla="*/ 2011372 w 2011372"/>
                      <a:gd name="connsiteY2" fmla="*/ 1999488 h 1999488"/>
                      <a:gd name="connsiteX3" fmla="*/ 0 w 2011372"/>
                      <a:gd name="connsiteY3" fmla="*/ 1999488 h 1999488"/>
                      <a:gd name="connsiteX4" fmla="*/ 10047 w 2011372"/>
                      <a:gd name="connsiteY4" fmla="*/ 1800525 h 1999488"/>
                      <a:gd name="connsiteX5" fmla="*/ 2005276 w 2011372"/>
                      <a:gd name="connsiteY5" fmla="*/ 0 h 19994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11372" h="1999488">
                        <a:moveTo>
                          <a:pt x="2005276" y="0"/>
                        </a:moveTo>
                        <a:lnTo>
                          <a:pt x="2011372" y="308"/>
                        </a:lnTo>
                        <a:lnTo>
                          <a:pt x="2011372" y="1999488"/>
                        </a:lnTo>
                        <a:lnTo>
                          <a:pt x="0" y="1999488"/>
                        </a:lnTo>
                        <a:lnTo>
                          <a:pt x="10047" y="1800525"/>
                        </a:lnTo>
                        <a:cubicBezTo>
                          <a:pt x="112753" y="789197"/>
                          <a:pt x="966852" y="0"/>
                          <a:pt x="200527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121917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+mn-ea"/>
                      <a:cs typeface="+mn-cs"/>
                    </a:endParaRPr>
                  </a:p>
                </p:txBody>
              </p:sp>
              <p:sp>
                <p:nvSpPr>
                  <p:cNvPr id="55" name="11">
                    <a:extLst>
                      <a:ext uri="{FF2B5EF4-FFF2-40B4-BE49-F238E27FC236}">
                        <a16:creationId xmlns:a16="http://schemas.microsoft.com/office/drawing/2014/main" id="{315B14F7-5A24-4F15-A98C-DF14F997AD71}"/>
                      </a:ext>
                    </a:extLst>
                  </p:cNvPr>
                  <p:cNvSpPr/>
                  <p:nvPr/>
                </p:nvSpPr>
                <p:spPr>
                  <a:xfrm flipV="1">
                    <a:off x="3401876" y="3084576"/>
                    <a:ext cx="2011372" cy="1999488"/>
                  </a:xfrm>
                  <a:custGeom>
                    <a:avLst/>
                    <a:gdLst>
                      <a:gd name="connsiteX0" fmla="*/ 2005276 w 2011372"/>
                      <a:gd name="connsiteY0" fmla="*/ 0 h 1999488"/>
                      <a:gd name="connsiteX1" fmla="*/ 2011372 w 2011372"/>
                      <a:gd name="connsiteY1" fmla="*/ 308 h 1999488"/>
                      <a:gd name="connsiteX2" fmla="*/ 2011372 w 2011372"/>
                      <a:gd name="connsiteY2" fmla="*/ 1999488 h 1999488"/>
                      <a:gd name="connsiteX3" fmla="*/ 0 w 2011372"/>
                      <a:gd name="connsiteY3" fmla="*/ 1999488 h 1999488"/>
                      <a:gd name="connsiteX4" fmla="*/ 10047 w 2011372"/>
                      <a:gd name="connsiteY4" fmla="*/ 1800525 h 1999488"/>
                      <a:gd name="connsiteX5" fmla="*/ 2005276 w 2011372"/>
                      <a:gd name="connsiteY5" fmla="*/ 0 h 19994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11372" h="1999488">
                        <a:moveTo>
                          <a:pt x="2005276" y="0"/>
                        </a:moveTo>
                        <a:lnTo>
                          <a:pt x="2011372" y="308"/>
                        </a:lnTo>
                        <a:lnTo>
                          <a:pt x="2011372" y="1999488"/>
                        </a:lnTo>
                        <a:lnTo>
                          <a:pt x="0" y="1999488"/>
                        </a:lnTo>
                        <a:lnTo>
                          <a:pt x="10047" y="1800525"/>
                        </a:lnTo>
                        <a:cubicBezTo>
                          <a:pt x="112753" y="789197"/>
                          <a:pt x="966852" y="0"/>
                          <a:pt x="2005276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121917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+mn-ea"/>
                      <a:cs typeface="+mn-cs"/>
                    </a:endParaRPr>
                  </a:p>
                </p:txBody>
              </p:sp>
              <p:sp>
                <p:nvSpPr>
                  <p:cNvPr id="56" name="10">
                    <a:extLst>
                      <a:ext uri="{FF2B5EF4-FFF2-40B4-BE49-F238E27FC236}">
                        <a16:creationId xmlns:a16="http://schemas.microsoft.com/office/drawing/2014/main" id="{04485C96-642A-1DB4-ACFB-5A40367F30B8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5413248" y="3084576"/>
                    <a:ext cx="2011372" cy="1999488"/>
                  </a:xfrm>
                  <a:custGeom>
                    <a:avLst/>
                    <a:gdLst>
                      <a:gd name="connsiteX0" fmla="*/ 2005276 w 2011372"/>
                      <a:gd name="connsiteY0" fmla="*/ 0 h 1999488"/>
                      <a:gd name="connsiteX1" fmla="*/ 2011372 w 2011372"/>
                      <a:gd name="connsiteY1" fmla="*/ 308 h 1999488"/>
                      <a:gd name="connsiteX2" fmla="*/ 2011372 w 2011372"/>
                      <a:gd name="connsiteY2" fmla="*/ 1999488 h 1999488"/>
                      <a:gd name="connsiteX3" fmla="*/ 0 w 2011372"/>
                      <a:gd name="connsiteY3" fmla="*/ 1999488 h 1999488"/>
                      <a:gd name="connsiteX4" fmla="*/ 10047 w 2011372"/>
                      <a:gd name="connsiteY4" fmla="*/ 1800525 h 1999488"/>
                      <a:gd name="connsiteX5" fmla="*/ 2005276 w 2011372"/>
                      <a:gd name="connsiteY5" fmla="*/ 0 h 19994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011372" h="1999488">
                        <a:moveTo>
                          <a:pt x="2005276" y="0"/>
                        </a:moveTo>
                        <a:lnTo>
                          <a:pt x="2011372" y="308"/>
                        </a:lnTo>
                        <a:lnTo>
                          <a:pt x="2011372" y="1999488"/>
                        </a:lnTo>
                        <a:lnTo>
                          <a:pt x="0" y="1999488"/>
                        </a:lnTo>
                        <a:lnTo>
                          <a:pt x="10047" y="1800525"/>
                        </a:lnTo>
                        <a:cubicBezTo>
                          <a:pt x="112753" y="789197"/>
                          <a:pt x="966852" y="0"/>
                          <a:pt x="200527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121917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+mn-ea"/>
                      <a:cs typeface="+mn-cs"/>
                    </a:endParaRPr>
                  </a:p>
                </p:txBody>
              </p:sp>
            </p:grpSp>
            <p:sp>
              <p:nvSpPr>
                <p:cNvPr id="4" name="8">
                  <a:extLst>
                    <a:ext uri="{FF2B5EF4-FFF2-40B4-BE49-F238E27FC236}">
                      <a16:creationId xmlns:a16="http://schemas.microsoft.com/office/drawing/2014/main" id="{4776A7C8-0632-A97A-5FF5-2203FF4265B3}"/>
                    </a:ext>
                  </a:extLst>
                </p:cNvPr>
                <p:cNvSpPr/>
                <p:nvPr/>
              </p:nvSpPr>
              <p:spPr>
                <a:xfrm>
                  <a:off x="5904732" y="1628883"/>
                  <a:ext cx="327873" cy="4347591"/>
                </a:xfrm>
                <a:prstGeom prst="roundRect">
                  <a:avLst/>
                </a:prstGeom>
                <a:gradFill>
                  <a:gsLst>
                    <a:gs pos="0">
                      <a:sysClr val="window" lastClr="FFFFFF"/>
                    </a:gs>
                    <a:gs pos="37000">
                      <a:srgbClr val="FBFBFB"/>
                    </a:gs>
                    <a:gs pos="54000">
                      <a:srgbClr val="F8F8F8"/>
                    </a:gs>
                    <a:gs pos="83000">
                      <a:srgbClr val="E7E7E7"/>
                    </a:gs>
                  </a:gsLst>
                  <a:path path="circle">
                    <a:fillToRect l="50000" t="50000" r="50000" b="50000"/>
                  </a:path>
                </a:gradFill>
                <a:ln w="25400" cap="flat" cmpd="sng" algn="ctr">
                  <a:noFill/>
                  <a:prstDash val="solid"/>
                </a:ln>
                <a:effectLst>
                  <a:outerShdw blurRad="152400" sx="101000" sy="101000" algn="ctr" rotWithShape="0">
                    <a:prstClr val="black">
                      <a:alpha val="27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121917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" name="7">
                  <a:extLst>
                    <a:ext uri="{FF2B5EF4-FFF2-40B4-BE49-F238E27FC236}">
                      <a16:creationId xmlns:a16="http://schemas.microsoft.com/office/drawing/2014/main" id="{D88E1B05-6029-9039-3F26-B87B971C2500}"/>
                    </a:ext>
                  </a:extLst>
                </p:cNvPr>
                <p:cNvSpPr/>
                <p:nvPr/>
              </p:nvSpPr>
              <p:spPr>
                <a:xfrm rot="5400000">
                  <a:off x="5932063" y="1691703"/>
                  <a:ext cx="327873" cy="4249295"/>
                </a:xfrm>
                <a:prstGeom prst="roundRect">
                  <a:avLst/>
                </a:prstGeom>
                <a:gradFill>
                  <a:gsLst>
                    <a:gs pos="0">
                      <a:sysClr val="window" lastClr="FFFFFF"/>
                    </a:gs>
                    <a:gs pos="37000">
                      <a:srgbClr val="FBFBFB"/>
                    </a:gs>
                    <a:gs pos="54000">
                      <a:srgbClr val="F8F8F8"/>
                    </a:gs>
                    <a:gs pos="83000">
                      <a:srgbClr val="E7E7E7"/>
                    </a:gs>
                  </a:gsLst>
                  <a:path path="circle">
                    <a:fillToRect l="50000" t="50000" r="50000" b="50000"/>
                  </a:path>
                </a:gradFill>
                <a:ln w="25400" cap="flat" cmpd="sng" algn="ctr">
                  <a:noFill/>
                  <a:prstDash val="solid"/>
                </a:ln>
                <a:effectLst>
                  <a:outerShdw blurRad="152400" sx="101000" sy="101000" algn="ctr" rotWithShape="0">
                    <a:prstClr val="black">
                      <a:alpha val="27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121917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1" name="6">
                  <a:extLst>
                    <a:ext uri="{FF2B5EF4-FFF2-40B4-BE49-F238E27FC236}">
                      <a16:creationId xmlns:a16="http://schemas.microsoft.com/office/drawing/2014/main" id="{37353927-3834-75AC-F98B-AADB6D533AFE}"/>
                    </a:ext>
                  </a:extLst>
                </p:cNvPr>
                <p:cNvSpPr/>
                <p:nvPr/>
              </p:nvSpPr>
              <p:spPr>
                <a:xfrm>
                  <a:off x="5256596" y="2960294"/>
                  <a:ext cx="1709830" cy="1709831"/>
                </a:xfrm>
                <a:prstGeom prst="ellipse">
                  <a:avLst/>
                </a:prstGeom>
                <a:gradFill>
                  <a:gsLst>
                    <a:gs pos="0">
                      <a:sysClr val="window" lastClr="FFFFFF"/>
                    </a:gs>
                    <a:gs pos="25000">
                      <a:srgbClr val="FBFBFB"/>
                    </a:gs>
                    <a:gs pos="41000">
                      <a:srgbClr val="F8F8F8"/>
                    </a:gs>
                    <a:gs pos="65000">
                      <a:srgbClr val="E7E7E7"/>
                    </a:gs>
                  </a:gsLst>
                  <a:path path="circle">
                    <a:fillToRect t="100000" r="100000"/>
                  </a:path>
                </a:gradFill>
                <a:ln w="25400" cap="flat" cmpd="sng" algn="ctr">
                  <a:noFill/>
                  <a:prstDash val="solid"/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scene3d>
                  <a:camera prst="orthographicFront"/>
                  <a:lightRig rig="threePt" dir="t"/>
                </a:scene3d>
                <a:sp3d>
                  <a:bevelT w="114300" h="101600" prst="angle"/>
                </a:sp3d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121917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3" name="5">
                  <a:extLst>
                    <a:ext uri="{FF2B5EF4-FFF2-40B4-BE49-F238E27FC236}">
                      <a16:creationId xmlns:a16="http://schemas.microsoft.com/office/drawing/2014/main" id="{4560F210-9552-0C71-99CD-502B3D3F6FDC}"/>
                    </a:ext>
                  </a:extLst>
                </p:cNvPr>
                <p:cNvSpPr/>
                <p:nvPr/>
              </p:nvSpPr>
              <p:spPr>
                <a:xfrm>
                  <a:off x="5339330" y="3043028"/>
                  <a:ext cx="1544362" cy="154436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ysClr val="window" lastClr="FFFFFF"/>
                    </a:gs>
                    <a:gs pos="25000">
                      <a:srgbClr val="FBFBFB"/>
                    </a:gs>
                    <a:gs pos="41000">
                      <a:srgbClr val="F8F8F8"/>
                    </a:gs>
                    <a:gs pos="65000">
                      <a:srgbClr val="DBDBDB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121917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4" name="4">
                  <a:extLst>
                    <a:ext uri="{FF2B5EF4-FFF2-40B4-BE49-F238E27FC236}">
                      <a16:creationId xmlns:a16="http://schemas.microsoft.com/office/drawing/2014/main" id="{F6448BF8-B657-34DB-933E-66B1075C6296}"/>
                    </a:ext>
                  </a:extLst>
                </p:cNvPr>
                <p:cNvSpPr/>
                <p:nvPr/>
              </p:nvSpPr>
              <p:spPr>
                <a:xfrm rot="18900000">
                  <a:off x="7161999" y="3515810"/>
                  <a:ext cx="270493" cy="270493"/>
                </a:xfrm>
                <a:prstGeom prst="rtTriangle">
                  <a:avLst/>
                </a:prstGeom>
                <a:solidFill>
                  <a:schemeClr val="accent2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121917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6" name="3">
                  <a:extLst>
                    <a:ext uri="{FF2B5EF4-FFF2-40B4-BE49-F238E27FC236}">
                      <a16:creationId xmlns:a16="http://schemas.microsoft.com/office/drawing/2014/main" id="{CB222E24-A2E7-3A07-4A80-9E1D6079F81E}"/>
                    </a:ext>
                  </a:extLst>
                </p:cNvPr>
                <p:cNvSpPr/>
                <p:nvPr/>
              </p:nvSpPr>
              <p:spPr>
                <a:xfrm rot="2700000">
                  <a:off x="6099290" y="4834681"/>
                  <a:ext cx="270493" cy="270493"/>
                </a:xfrm>
                <a:prstGeom prst="rtTriangle">
                  <a:avLst/>
                </a:prstGeom>
                <a:solidFill>
                  <a:schemeClr val="accent3"/>
                </a:solidFill>
                <a:ln w="25400" cap="flat" cmpd="sng" algn="ctr">
                  <a:noFill/>
                  <a:prstDash val="solid"/>
                </a:ln>
                <a:effectLst>
                  <a:outerShdw blurRad="114300" dist="63500" dir="8100000" sx="91000" sy="91000" algn="tr" rotWithShape="0">
                    <a:prstClr val="black">
                      <a:alpha val="27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121917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7" name="3">
                  <a:extLst>
                    <a:ext uri="{FF2B5EF4-FFF2-40B4-BE49-F238E27FC236}">
                      <a16:creationId xmlns:a16="http://schemas.microsoft.com/office/drawing/2014/main" id="{EBFE8169-260A-D23F-1B9B-5A26309D6E14}"/>
                    </a:ext>
                  </a:extLst>
                </p:cNvPr>
                <p:cNvSpPr/>
                <p:nvPr/>
              </p:nvSpPr>
              <p:spPr>
                <a:xfrm rot="8100000">
                  <a:off x="4817993" y="3846000"/>
                  <a:ext cx="270493" cy="270493"/>
                </a:xfrm>
                <a:prstGeom prst="rtTriangle">
                  <a:avLst/>
                </a:prstGeom>
                <a:solidFill>
                  <a:schemeClr val="accent4"/>
                </a:solidFill>
                <a:ln w="25400" cap="flat" cmpd="sng" algn="ctr">
                  <a:noFill/>
                  <a:prstDash val="solid"/>
                </a:ln>
                <a:effectLst>
                  <a:outerShdw blurRad="114300" dist="25400" dir="16200000" sx="97000" sy="97000" rotWithShape="0">
                    <a:prstClr val="black">
                      <a:alpha val="29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121917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9" name="1">
                  <a:extLst>
                    <a:ext uri="{FF2B5EF4-FFF2-40B4-BE49-F238E27FC236}">
                      <a16:creationId xmlns:a16="http://schemas.microsoft.com/office/drawing/2014/main" id="{12A1589A-0C92-A5CC-E09F-A01F835110CE}"/>
                    </a:ext>
                  </a:extLst>
                </p:cNvPr>
                <p:cNvSpPr/>
                <p:nvPr/>
              </p:nvSpPr>
              <p:spPr>
                <a:xfrm rot="18900000" flipH="1">
                  <a:off x="5769123" y="2470983"/>
                  <a:ext cx="270493" cy="270493"/>
                </a:xfrm>
                <a:prstGeom prst="rtTriangl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121917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667" b="0" i="0" u="none" strike="noStrike" kern="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4C4145-07A4-820F-3219-CCE5C21306CD}"/>
                  </a:ext>
                </a:extLst>
              </p:cNvPr>
              <p:cNvSpPr txBox="1"/>
              <p:nvPr/>
            </p:nvSpPr>
            <p:spPr>
              <a:xfrm>
                <a:off x="2367149" y="2816963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EA753F-8C04-0B09-B1C2-1E168522EB95}"/>
                  </a:ext>
                </a:extLst>
              </p:cNvPr>
              <p:cNvSpPr txBox="1"/>
              <p:nvPr/>
            </p:nvSpPr>
            <p:spPr>
              <a:xfrm>
                <a:off x="7781482" y="4104561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pic>
          <p:nvPicPr>
            <p:cNvPr id="12" name="Picture 2" descr="Summary Icon #427383 - Free Icons Library">
              <a:extLst>
                <a:ext uri="{FF2B5EF4-FFF2-40B4-BE49-F238E27FC236}">
                  <a16:creationId xmlns:a16="http://schemas.microsoft.com/office/drawing/2014/main" id="{4CF7E2D3-AB01-B7D5-EB8A-236F63F7F6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310" y="2973392"/>
              <a:ext cx="334642" cy="327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EE824F67-D6B2-5228-87E5-C436C58CF8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5688" y="4515429"/>
              <a:ext cx="415196" cy="415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1C5C9A3E-91C6-4E6A-6A2B-BFAAFB0524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1782" y="2860701"/>
              <a:ext cx="306554" cy="306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8" descr="Finance - Free business and finance icons">
              <a:extLst>
                <a:ext uri="{FF2B5EF4-FFF2-40B4-BE49-F238E27FC236}">
                  <a16:creationId xmlns:a16="http://schemas.microsoft.com/office/drawing/2014/main" id="{B08446E3-9AA2-E955-FC30-63E00FF08B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4140" y="4548814"/>
              <a:ext cx="361838" cy="361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0" name="Picture 2" descr="Business plan - Free business and finance icons">
              <a:extLst>
                <a:ext uri="{FF2B5EF4-FFF2-40B4-BE49-F238E27FC236}">
                  <a16:creationId xmlns:a16="http://schemas.microsoft.com/office/drawing/2014/main" id="{32F83EB3-96A6-961D-51FA-9C85D2CD51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4451" y="3550883"/>
              <a:ext cx="763096" cy="763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69707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88C14808-8EF7-AFEB-97E0-6B844FCC43EC}"/>
              </a:ext>
            </a:extLst>
          </p:cNvPr>
          <p:cNvGrpSpPr/>
          <p:nvPr/>
        </p:nvGrpSpPr>
        <p:grpSpPr>
          <a:xfrm>
            <a:off x="1219731" y="2513127"/>
            <a:ext cx="9755336" cy="2929185"/>
            <a:chOff x="1166202" y="2371725"/>
            <a:chExt cx="9755336" cy="292918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583A396-BB23-6FB4-E761-17CDE6F803DD}"/>
                </a:ext>
              </a:extLst>
            </p:cNvPr>
            <p:cNvGrpSpPr/>
            <p:nvPr/>
          </p:nvGrpSpPr>
          <p:grpSpPr>
            <a:xfrm>
              <a:off x="1166202" y="2371725"/>
              <a:ext cx="2227808" cy="2929185"/>
              <a:chOff x="1166202" y="2371725"/>
              <a:chExt cx="2227808" cy="2929185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F3CD34-5AB8-34BD-1617-AA55B9B1AB15}"/>
                  </a:ext>
                </a:extLst>
              </p:cNvPr>
              <p:cNvSpPr txBox="1"/>
              <p:nvPr/>
            </p:nvSpPr>
            <p:spPr>
              <a:xfrm>
                <a:off x="1166202" y="4546857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028EA59B-E82A-DEEF-CD97-FC496ED5F191}"/>
                  </a:ext>
                </a:extLst>
              </p:cNvPr>
              <p:cNvGrpSpPr/>
              <p:nvPr/>
            </p:nvGrpSpPr>
            <p:grpSpPr>
              <a:xfrm>
                <a:off x="1376857" y="2371725"/>
                <a:ext cx="1800900" cy="1800900"/>
                <a:chOff x="1388178" y="2371725"/>
                <a:chExt cx="1800900" cy="1800900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AC19BA9-B607-4F70-7AC9-A0594FA2DBD0}"/>
                    </a:ext>
                  </a:extLst>
                </p:cNvPr>
                <p:cNvSpPr/>
                <p:nvPr/>
              </p:nvSpPr>
              <p:spPr>
                <a:xfrm>
                  <a:off x="1388178" y="2371725"/>
                  <a:ext cx="1800900" cy="18009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IN" sz="2400" kern="0">
                    <a:solidFill>
                      <a:prstClr val="white"/>
                    </a:solidFill>
                    <a:latin typeface="Lora" pitchFamily="2" charset="0"/>
                    <a:ea typeface="思源黑体 Light" panose="020B0300000000000000" pitchFamily="34" charset="-122"/>
                  </a:endParaRPr>
                </a:p>
              </p:txBody>
            </p:sp>
            <p:grpSp>
              <p:nvGrpSpPr>
                <p:cNvPr id="71" name="9">
                  <a:extLst>
                    <a:ext uri="{FF2B5EF4-FFF2-40B4-BE49-F238E27FC236}">
                      <a16:creationId xmlns:a16="http://schemas.microsoft.com/office/drawing/2014/main" id="{B735DC6F-1756-ADE6-8F18-26D5FA4699EA}"/>
                    </a:ext>
                  </a:extLst>
                </p:cNvPr>
                <p:cNvGrpSpPr/>
                <p:nvPr/>
              </p:nvGrpSpPr>
              <p:grpSpPr>
                <a:xfrm flipH="1" flipV="1">
                  <a:off x="1595975" y="2579522"/>
                  <a:ext cx="1385307" cy="1385307"/>
                  <a:chOff x="1043608" y="1988840"/>
                  <a:chExt cx="2880320" cy="2736304"/>
                </a:xfrm>
              </p:grpSpPr>
              <p:cxnSp>
                <p:nvCxnSpPr>
                  <p:cNvPr id="72" name="line 4">
                    <a:extLst>
                      <a:ext uri="{FF2B5EF4-FFF2-40B4-BE49-F238E27FC236}">
                        <a16:creationId xmlns:a16="http://schemas.microsoft.com/office/drawing/2014/main" id="{704115F2-109E-4DF8-5787-943099D7E35D}"/>
                      </a:ext>
                    </a:extLst>
                  </p:cNvPr>
                  <p:cNvCxnSpPr/>
                  <p:nvPr/>
                </p:nvCxnSpPr>
                <p:spPr>
                  <a:xfrm>
                    <a:off x="1043608" y="1988840"/>
                    <a:ext cx="288032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73" name="line 3">
                    <a:extLst>
                      <a:ext uri="{FF2B5EF4-FFF2-40B4-BE49-F238E27FC236}">
                        <a16:creationId xmlns:a16="http://schemas.microsoft.com/office/drawing/2014/main" id="{137B5430-7530-42ED-9A21-F507BA2365CE}"/>
                      </a:ext>
                    </a:extLst>
                  </p:cNvPr>
                  <p:cNvCxnSpPr/>
                  <p:nvPr/>
                </p:nvCxnSpPr>
                <p:spPr>
                  <a:xfrm>
                    <a:off x="1043608" y="4725144"/>
                    <a:ext cx="288032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>
                        <a:lumMod val="8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74" name="line 2">
                    <a:extLst>
                      <a:ext uri="{FF2B5EF4-FFF2-40B4-BE49-F238E27FC236}">
                        <a16:creationId xmlns:a16="http://schemas.microsoft.com/office/drawing/2014/main" id="{BA9808B1-FB22-1739-C72D-86183544A98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43608" y="1988840"/>
                    <a:ext cx="0" cy="2736304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75" name="line 1">
                    <a:extLst>
                      <a:ext uri="{FF2B5EF4-FFF2-40B4-BE49-F238E27FC236}">
                        <a16:creationId xmlns:a16="http://schemas.microsoft.com/office/drawing/2014/main" id="{B47DE491-280D-21B7-1998-98D2A7ACE30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923928" y="1988840"/>
                    <a:ext cx="0" cy="2736304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/>
                    </a:solidFill>
                    <a:prstDash val="solid"/>
                    <a:miter lim="800000"/>
                  </a:ln>
                  <a:effectLst/>
                </p:spPr>
              </p:cxnSp>
            </p:grpSp>
            <p:pic>
              <p:nvPicPr>
                <p:cNvPr id="10" name="Picture 2" descr="Summary Icon #427383 - Free Icons Library">
                  <a:extLst>
                    <a:ext uri="{FF2B5EF4-FFF2-40B4-BE49-F238E27FC236}">
                      <a16:creationId xmlns:a16="http://schemas.microsoft.com/office/drawing/2014/main" id="{BAC5CE16-30B7-E499-C850-FB6319522C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88591" y="2978261"/>
                  <a:ext cx="600075" cy="5878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12396BA-EE3D-FFE5-0D9E-C11A2932B79F}"/>
                </a:ext>
              </a:extLst>
            </p:cNvPr>
            <p:cNvGrpSpPr/>
            <p:nvPr/>
          </p:nvGrpSpPr>
          <p:grpSpPr>
            <a:xfrm>
              <a:off x="3676311" y="2371725"/>
              <a:ext cx="2227808" cy="2929185"/>
              <a:chOff x="3747682" y="2371725"/>
              <a:chExt cx="2227808" cy="2929185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AD92BA-C070-B74D-EC05-16C9030B77DA}"/>
                  </a:ext>
                </a:extLst>
              </p:cNvPr>
              <p:cNvSpPr txBox="1"/>
              <p:nvPr/>
            </p:nvSpPr>
            <p:spPr>
              <a:xfrm>
                <a:off x="3747682" y="4546857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26CBA02-8D04-AA54-3933-09FABAD0B6E5}"/>
                  </a:ext>
                </a:extLst>
              </p:cNvPr>
              <p:cNvGrpSpPr/>
              <p:nvPr/>
            </p:nvGrpSpPr>
            <p:grpSpPr>
              <a:xfrm>
                <a:off x="3958337" y="2371725"/>
                <a:ext cx="1800900" cy="1800900"/>
                <a:chOff x="3926426" y="2371725"/>
                <a:chExt cx="1800900" cy="180090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6FB03EA-87BC-C13B-D29C-267631819143}"/>
                    </a:ext>
                  </a:extLst>
                </p:cNvPr>
                <p:cNvSpPr/>
                <p:nvPr/>
              </p:nvSpPr>
              <p:spPr>
                <a:xfrm>
                  <a:off x="3926426" y="2371725"/>
                  <a:ext cx="1800900" cy="18009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IN" sz="2400" kern="0">
                    <a:solidFill>
                      <a:prstClr val="white"/>
                    </a:solidFill>
                    <a:latin typeface="Lora" pitchFamily="2" charset="0"/>
                    <a:ea typeface="思源黑体 Light" panose="020B0300000000000000" pitchFamily="34" charset="-122"/>
                  </a:endParaRPr>
                </a:p>
              </p:txBody>
            </p:sp>
            <p:grpSp>
              <p:nvGrpSpPr>
                <p:cNvPr id="55" name="1">
                  <a:extLst>
                    <a:ext uri="{FF2B5EF4-FFF2-40B4-BE49-F238E27FC236}">
                      <a16:creationId xmlns:a16="http://schemas.microsoft.com/office/drawing/2014/main" id="{F52AC3E6-A7B3-B752-2B7C-1D4689025F7A}"/>
                    </a:ext>
                  </a:extLst>
                </p:cNvPr>
                <p:cNvGrpSpPr/>
                <p:nvPr/>
              </p:nvGrpSpPr>
              <p:grpSpPr>
                <a:xfrm flipH="1" flipV="1">
                  <a:off x="4134223" y="2579522"/>
                  <a:ext cx="1385307" cy="1385307"/>
                  <a:chOff x="1043608" y="1988840"/>
                  <a:chExt cx="2880320" cy="2736304"/>
                </a:xfrm>
              </p:grpSpPr>
              <p:cxnSp>
                <p:nvCxnSpPr>
                  <p:cNvPr id="56" name="5">
                    <a:extLst>
                      <a:ext uri="{FF2B5EF4-FFF2-40B4-BE49-F238E27FC236}">
                        <a16:creationId xmlns:a16="http://schemas.microsoft.com/office/drawing/2014/main" id="{EEDA1D75-CD65-8CCF-7BD6-9FF0D34F73FF}"/>
                      </a:ext>
                    </a:extLst>
                  </p:cNvPr>
                  <p:cNvCxnSpPr/>
                  <p:nvPr/>
                </p:nvCxnSpPr>
                <p:spPr>
                  <a:xfrm>
                    <a:off x="1043608" y="1988840"/>
                    <a:ext cx="288032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7" name="4">
                    <a:extLst>
                      <a:ext uri="{FF2B5EF4-FFF2-40B4-BE49-F238E27FC236}">
                        <a16:creationId xmlns:a16="http://schemas.microsoft.com/office/drawing/2014/main" id="{8502A269-F4B4-A291-06C5-DD510B1D70AE}"/>
                      </a:ext>
                    </a:extLst>
                  </p:cNvPr>
                  <p:cNvCxnSpPr/>
                  <p:nvPr/>
                </p:nvCxnSpPr>
                <p:spPr>
                  <a:xfrm>
                    <a:off x="1043608" y="4725144"/>
                    <a:ext cx="288032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>
                        <a:lumMod val="8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8" name="3">
                    <a:extLst>
                      <a:ext uri="{FF2B5EF4-FFF2-40B4-BE49-F238E27FC236}">
                        <a16:creationId xmlns:a16="http://schemas.microsoft.com/office/drawing/2014/main" id="{A042F6EA-0041-62C7-1CBD-07DB1379009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43608" y="1988840"/>
                    <a:ext cx="0" cy="2736304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9" name="2">
                    <a:extLst>
                      <a:ext uri="{FF2B5EF4-FFF2-40B4-BE49-F238E27FC236}">
                        <a16:creationId xmlns:a16="http://schemas.microsoft.com/office/drawing/2014/main" id="{BE884657-E6AB-7630-CEB5-5BF3ED925A0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923928" y="1988840"/>
                    <a:ext cx="0" cy="2736304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/>
                    </a:solidFill>
                    <a:prstDash val="solid"/>
                    <a:miter lim="800000"/>
                  </a:ln>
                  <a:effectLst/>
                </p:spPr>
              </p:cxnSp>
            </p:grpSp>
            <p:pic>
              <p:nvPicPr>
                <p:cNvPr id="11" name="Picture 4" descr="Product Service Icons - Free SVG &amp; PNG Product Service Images - Noun Project">
                  <a:extLst>
                    <a:ext uri="{FF2B5EF4-FFF2-40B4-BE49-F238E27FC236}">
                      <a16:creationId xmlns:a16="http://schemas.microsoft.com/office/drawing/2014/main" id="{D9B571D8-3F99-F6E8-939A-163347FF6A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454614" y="2899913"/>
                  <a:ext cx="744524" cy="74452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84F6FEB-6C0B-2179-E2B5-288D32F378E0}"/>
                </a:ext>
              </a:extLst>
            </p:cNvPr>
            <p:cNvGrpSpPr/>
            <p:nvPr/>
          </p:nvGrpSpPr>
          <p:grpSpPr>
            <a:xfrm>
              <a:off x="6186420" y="2371725"/>
              <a:ext cx="2227808" cy="2929185"/>
              <a:chOff x="6201519" y="2371725"/>
              <a:chExt cx="2227808" cy="2929185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793031-C579-CEB4-F355-02A35D6046DD}"/>
                  </a:ext>
                </a:extLst>
              </p:cNvPr>
              <p:cNvSpPr txBox="1"/>
              <p:nvPr/>
            </p:nvSpPr>
            <p:spPr>
              <a:xfrm>
                <a:off x="6201519" y="4546857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CA7293E-D957-1B42-5AF4-73B7E8C938EC}"/>
                  </a:ext>
                </a:extLst>
              </p:cNvPr>
              <p:cNvGrpSpPr/>
              <p:nvPr/>
            </p:nvGrpSpPr>
            <p:grpSpPr>
              <a:xfrm>
                <a:off x="6412174" y="2371725"/>
                <a:ext cx="1800900" cy="1800900"/>
                <a:chOff x="6464673" y="2371725"/>
                <a:chExt cx="1800900" cy="180090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8E20D0CE-00F8-20EC-86D7-F534D4FDE6BA}"/>
                    </a:ext>
                  </a:extLst>
                </p:cNvPr>
                <p:cNvSpPr/>
                <p:nvPr/>
              </p:nvSpPr>
              <p:spPr>
                <a:xfrm>
                  <a:off x="6464673" y="2371725"/>
                  <a:ext cx="1800900" cy="18009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IN" sz="2400" kern="0">
                    <a:solidFill>
                      <a:prstClr val="white"/>
                    </a:solidFill>
                    <a:latin typeface="Lora" pitchFamily="2" charset="0"/>
                    <a:ea typeface="思源黑体 Light" panose="020B0300000000000000" pitchFamily="34" charset="-122"/>
                  </a:endParaRPr>
                </a:p>
              </p:txBody>
            </p:sp>
            <p:grpSp>
              <p:nvGrpSpPr>
                <p:cNvPr id="79" name="11">
                  <a:extLst>
                    <a:ext uri="{FF2B5EF4-FFF2-40B4-BE49-F238E27FC236}">
                      <a16:creationId xmlns:a16="http://schemas.microsoft.com/office/drawing/2014/main" id="{B43AFB6B-9169-326D-411B-890C4762054A}"/>
                    </a:ext>
                  </a:extLst>
                </p:cNvPr>
                <p:cNvGrpSpPr/>
                <p:nvPr/>
              </p:nvGrpSpPr>
              <p:grpSpPr>
                <a:xfrm flipH="1" flipV="1">
                  <a:off x="6672470" y="2579522"/>
                  <a:ext cx="1385307" cy="1385307"/>
                  <a:chOff x="1043608" y="1988840"/>
                  <a:chExt cx="2880320" cy="2736304"/>
                </a:xfrm>
              </p:grpSpPr>
              <p:cxnSp>
                <p:nvCxnSpPr>
                  <p:cNvPr id="80" name="15">
                    <a:extLst>
                      <a:ext uri="{FF2B5EF4-FFF2-40B4-BE49-F238E27FC236}">
                        <a16:creationId xmlns:a16="http://schemas.microsoft.com/office/drawing/2014/main" id="{86854DDB-990E-E5BB-C0E3-5DE5E0B2C6F7}"/>
                      </a:ext>
                    </a:extLst>
                  </p:cNvPr>
                  <p:cNvCxnSpPr/>
                  <p:nvPr/>
                </p:nvCxnSpPr>
                <p:spPr>
                  <a:xfrm>
                    <a:off x="1043608" y="1988840"/>
                    <a:ext cx="288032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81" name="14">
                    <a:extLst>
                      <a:ext uri="{FF2B5EF4-FFF2-40B4-BE49-F238E27FC236}">
                        <a16:creationId xmlns:a16="http://schemas.microsoft.com/office/drawing/2014/main" id="{59BE67C8-E293-7945-61A6-22BE8F2EA0AE}"/>
                      </a:ext>
                    </a:extLst>
                  </p:cNvPr>
                  <p:cNvCxnSpPr/>
                  <p:nvPr/>
                </p:nvCxnSpPr>
                <p:spPr>
                  <a:xfrm>
                    <a:off x="1043608" y="4725144"/>
                    <a:ext cx="288032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>
                        <a:lumMod val="8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82" name="13">
                    <a:extLst>
                      <a:ext uri="{FF2B5EF4-FFF2-40B4-BE49-F238E27FC236}">
                        <a16:creationId xmlns:a16="http://schemas.microsoft.com/office/drawing/2014/main" id="{1152B1B2-154A-A245-C351-60F5802315D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43608" y="1988840"/>
                    <a:ext cx="0" cy="2736304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83" name="12">
                    <a:extLst>
                      <a:ext uri="{FF2B5EF4-FFF2-40B4-BE49-F238E27FC236}">
                        <a16:creationId xmlns:a16="http://schemas.microsoft.com/office/drawing/2014/main" id="{58BEF394-0F50-7CCF-C632-97CAF9C5E8C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923928" y="1988840"/>
                    <a:ext cx="0" cy="2736304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/>
                    </a:solidFill>
                    <a:prstDash val="solid"/>
                    <a:miter lim="800000"/>
                  </a:ln>
                  <a:effectLst/>
                </p:spPr>
              </p:cxnSp>
            </p:grpSp>
            <p:pic>
              <p:nvPicPr>
                <p:cNvPr id="12" name="Picture 6" descr="Marketing plan Icon - Free PNG &amp; SVG 1327077 - Noun Project">
                  <a:extLst>
                    <a:ext uri="{FF2B5EF4-FFF2-40B4-BE49-F238E27FC236}">
                      <a16:creationId xmlns:a16="http://schemas.microsoft.com/office/drawing/2014/main" id="{84654CEB-988C-5923-BA1C-9326F270CE9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090269" y="2997321"/>
                  <a:ext cx="549708" cy="54970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04B9F71-0530-D89E-ED41-4C1655C641DB}"/>
                </a:ext>
              </a:extLst>
            </p:cNvPr>
            <p:cNvGrpSpPr/>
            <p:nvPr/>
          </p:nvGrpSpPr>
          <p:grpSpPr>
            <a:xfrm>
              <a:off x="8693730" y="2371725"/>
              <a:ext cx="2227808" cy="2929185"/>
              <a:chOff x="8693730" y="2371725"/>
              <a:chExt cx="2227808" cy="2929185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6B1F7B3-2DFB-4A52-FA4A-431ADD397A36}"/>
                  </a:ext>
                </a:extLst>
              </p:cNvPr>
              <p:cNvSpPr txBox="1"/>
              <p:nvPr/>
            </p:nvSpPr>
            <p:spPr>
              <a:xfrm>
                <a:off x="8693730" y="4546857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317198B-676F-1980-57B1-950C8D0D893F}"/>
                  </a:ext>
                </a:extLst>
              </p:cNvPr>
              <p:cNvGrpSpPr/>
              <p:nvPr/>
            </p:nvGrpSpPr>
            <p:grpSpPr>
              <a:xfrm>
                <a:off x="8907184" y="2371725"/>
                <a:ext cx="1800900" cy="1800900"/>
                <a:chOff x="9002922" y="2371725"/>
                <a:chExt cx="1800900" cy="1800900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633B919A-EA9B-A2E1-4053-7DC06C59D244}"/>
                    </a:ext>
                  </a:extLst>
                </p:cNvPr>
                <p:cNvSpPr/>
                <p:nvPr/>
              </p:nvSpPr>
              <p:spPr>
                <a:xfrm>
                  <a:off x="9002922" y="2371725"/>
                  <a:ext cx="1800900" cy="18009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 algn="ctr">
                  <a:gradFill>
                    <a:gsLst>
                      <a:gs pos="89000">
                        <a:sysClr val="window" lastClr="FFFFFF">
                          <a:lumMod val="85000"/>
                        </a:sysClr>
                      </a:gs>
                      <a:gs pos="0">
                        <a:sysClr val="window" lastClr="FFFFFF"/>
                      </a:gs>
                    </a:gsLst>
                    <a:lin ang="7200000" scaled="0"/>
                  </a:gradFill>
                  <a:prstDash val="solid"/>
                  <a:miter lim="800000"/>
                </a:ln>
                <a:effectLst>
                  <a:outerShdw blurRad="254000" dist="127000" dir="8160000" algn="tr" rotWithShape="0">
                    <a:prstClr val="black">
                      <a:alpha val="34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algn="ctr"/>
                  <a:endParaRPr lang="en-IN" sz="2400" kern="0">
                    <a:solidFill>
                      <a:prstClr val="white"/>
                    </a:solidFill>
                    <a:latin typeface="Lora" pitchFamily="2" charset="0"/>
                    <a:ea typeface="思源黑体 Light" panose="020B0300000000000000" pitchFamily="34" charset="-122"/>
                  </a:endParaRPr>
                </a:p>
              </p:txBody>
            </p:sp>
            <p:grpSp>
              <p:nvGrpSpPr>
                <p:cNvPr id="63" name="7">
                  <a:extLst>
                    <a:ext uri="{FF2B5EF4-FFF2-40B4-BE49-F238E27FC236}">
                      <a16:creationId xmlns:a16="http://schemas.microsoft.com/office/drawing/2014/main" id="{9CDD6A75-071E-2071-BA7D-0ADF2DBB6451}"/>
                    </a:ext>
                  </a:extLst>
                </p:cNvPr>
                <p:cNvGrpSpPr/>
                <p:nvPr/>
              </p:nvGrpSpPr>
              <p:grpSpPr>
                <a:xfrm flipH="1" flipV="1">
                  <a:off x="9210719" y="2579522"/>
                  <a:ext cx="1385307" cy="1385307"/>
                  <a:chOff x="1043608" y="1988840"/>
                  <a:chExt cx="2880320" cy="2736304"/>
                </a:xfrm>
              </p:grpSpPr>
              <p:cxnSp>
                <p:nvCxnSpPr>
                  <p:cNvPr id="64" name="line 4">
                    <a:extLst>
                      <a:ext uri="{FF2B5EF4-FFF2-40B4-BE49-F238E27FC236}">
                        <a16:creationId xmlns:a16="http://schemas.microsoft.com/office/drawing/2014/main" id="{0CECA4BC-C70F-9FC2-FB5C-470531A72AAE}"/>
                      </a:ext>
                    </a:extLst>
                  </p:cNvPr>
                  <p:cNvCxnSpPr/>
                  <p:nvPr/>
                </p:nvCxnSpPr>
                <p:spPr>
                  <a:xfrm>
                    <a:off x="1043608" y="1988840"/>
                    <a:ext cx="288032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5" name="line 3">
                    <a:extLst>
                      <a:ext uri="{FF2B5EF4-FFF2-40B4-BE49-F238E27FC236}">
                        <a16:creationId xmlns:a16="http://schemas.microsoft.com/office/drawing/2014/main" id="{BE3ACF20-B612-72FC-777E-EB510AC27EEF}"/>
                      </a:ext>
                    </a:extLst>
                  </p:cNvPr>
                  <p:cNvCxnSpPr/>
                  <p:nvPr/>
                </p:nvCxnSpPr>
                <p:spPr>
                  <a:xfrm>
                    <a:off x="1043608" y="4725144"/>
                    <a:ext cx="2880320" cy="0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>
                        <a:lumMod val="8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6" name="line 2">
                    <a:extLst>
                      <a:ext uri="{FF2B5EF4-FFF2-40B4-BE49-F238E27FC236}">
                        <a16:creationId xmlns:a16="http://schemas.microsoft.com/office/drawing/2014/main" id="{051203D6-7464-66C8-3C6A-7927B48D819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043608" y="1988840"/>
                    <a:ext cx="0" cy="2736304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>
                        <a:lumMod val="65000"/>
                      </a:sysClr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7" name="line 1">
                    <a:extLst>
                      <a:ext uri="{FF2B5EF4-FFF2-40B4-BE49-F238E27FC236}">
                        <a16:creationId xmlns:a16="http://schemas.microsoft.com/office/drawing/2014/main" id="{DDE6FE8E-BA86-6411-A608-3EAB71AC688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923928" y="1988840"/>
                    <a:ext cx="0" cy="2736304"/>
                  </a:xfrm>
                  <a:prstGeom prst="line">
                    <a:avLst/>
                  </a:prstGeom>
                  <a:noFill/>
                  <a:ln w="28575" cap="flat" cmpd="sng" algn="ctr">
                    <a:solidFill>
                      <a:sysClr val="window" lastClr="FFFFFF"/>
                    </a:solidFill>
                    <a:prstDash val="solid"/>
                    <a:miter lim="800000"/>
                  </a:ln>
                  <a:effectLst/>
                </p:spPr>
              </p:cxnSp>
            </p:grpSp>
            <p:pic>
              <p:nvPicPr>
                <p:cNvPr id="13" name="Picture 8" descr="Finance - Free business and finance icons">
                  <a:extLst>
                    <a:ext uri="{FF2B5EF4-FFF2-40B4-BE49-F238E27FC236}">
                      <a16:creationId xmlns:a16="http://schemas.microsoft.com/office/drawing/2014/main" id="{8BF93806-59C6-FB33-FE1E-84A292F34F5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24610" y="2993413"/>
                  <a:ext cx="557524" cy="55752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237790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6BD2A8E8-6959-81DD-9ECB-68F6A0587955}"/>
              </a:ext>
            </a:extLst>
          </p:cNvPr>
          <p:cNvGrpSpPr/>
          <p:nvPr/>
        </p:nvGrpSpPr>
        <p:grpSpPr>
          <a:xfrm>
            <a:off x="1280069" y="1748894"/>
            <a:ext cx="9728320" cy="4026349"/>
            <a:chOff x="1280069" y="1748894"/>
            <a:chExt cx="9728320" cy="4026349"/>
          </a:xfrm>
        </p:grpSpPr>
        <p:sp>
          <p:nvSpPr>
            <p:cNvPr id="3" name="1">
              <a:extLst>
                <a:ext uri="{FF2B5EF4-FFF2-40B4-BE49-F238E27FC236}">
                  <a16:creationId xmlns:a16="http://schemas.microsoft.com/office/drawing/2014/main" id="{AC345CBE-E7D9-57AF-D46C-72CD6DF3F21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80069" y="2590286"/>
              <a:ext cx="1930520" cy="3184957"/>
            </a:xfrm>
            <a:custGeom>
              <a:avLst/>
              <a:gdLst>
                <a:gd name="connsiteX0" fmla="*/ 1366777 w 2928934"/>
                <a:gd name="connsiteY0" fmla="*/ 4537615 h 4832133"/>
                <a:gd name="connsiteX1" fmla="*/ 1259319 w 2928934"/>
                <a:gd name="connsiteY1" fmla="*/ 4646282 h 4832133"/>
                <a:gd name="connsiteX2" fmla="*/ 1366777 w 2928934"/>
                <a:gd name="connsiteY2" fmla="*/ 4754949 h 4832133"/>
                <a:gd name="connsiteX3" fmla="*/ 1562155 w 2928934"/>
                <a:gd name="connsiteY3" fmla="*/ 4754949 h 4832133"/>
                <a:gd name="connsiteX4" fmla="*/ 1669613 w 2928934"/>
                <a:gd name="connsiteY4" fmla="*/ 4646282 h 4832133"/>
                <a:gd name="connsiteX5" fmla="*/ 1562155 w 2928934"/>
                <a:gd name="connsiteY5" fmla="*/ 4537615 h 4832133"/>
                <a:gd name="connsiteX6" fmla="*/ 1366777 w 2928934"/>
                <a:gd name="connsiteY6" fmla="*/ 4537615 h 4832133"/>
                <a:gd name="connsiteX7" fmla="*/ 1048793 w 2928934"/>
                <a:gd name="connsiteY7" fmla="*/ 4249190 h 4832133"/>
                <a:gd name="connsiteX8" fmla="*/ 942458 w 2928934"/>
                <a:gd name="connsiteY8" fmla="*/ 4357857 h 4832133"/>
                <a:gd name="connsiteX9" fmla="*/ 1048793 w 2928934"/>
                <a:gd name="connsiteY9" fmla="*/ 4466524 h 4832133"/>
                <a:gd name="connsiteX10" fmla="*/ 1880140 w 2928934"/>
                <a:gd name="connsiteY10" fmla="*/ 4466524 h 4832133"/>
                <a:gd name="connsiteX11" fmla="*/ 1986475 w 2928934"/>
                <a:gd name="connsiteY11" fmla="*/ 4357857 h 4832133"/>
                <a:gd name="connsiteX12" fmla="*/ 1880140 w 2928934"/>
                <a:gd name="connsiteY12" fmla="*/ 4249190 h 4832133"/>
                <a:gd name="connsiteX13" fmla="*/ 1048793 w 2928934"/>
                <a:gd name="connsiteY13" fmla="*/ 4249190 h 4832133"/>
                <a:gd name="connsiteX14" fmla="*/ 996745 w 2928934"/>
                <a:gd name="connsiteY14" fmla="*/ 3964827 h 4832133"/>
                <a:gd name="connsiteX15" fmla="*/ 890664 w 2928934"/>
                <a:gd name="connsiteY15" fmla="*/ 4074002 h 4832133"/>
                <a:gd name="connsiteX16" fmla="*/ 996745 w 2928934"/>
                <a:gd name="connsiteY16" fmla="*/ 4183177 h 4832133"/>
                <a:gd name="connsiteX17" fmla="*/ 1932189 w 2928934"/>
                <a:gd name="connsiteY17" fmla="*/ 4183177 h 4832133"/>
                <a:gd name="connsiteX18" fmla="*/ 2038270 w 2928934"/>
                <a:gd name="connsiteY18" fmla="*/ 4074002 h 4832133"/>
                <a:gd name="connsiteX19" fmla="*/ 1932189 w 2928934"/>
                <a:gd name="connsiteY19" fmla="*/ 3964827 h 4832133"/>
                <a:gd name="connsiteX20" fmla="*/ 996745 w 2928934"/>
                <a:gd name="connsiteY20" fmla="*/ 3964827 h 4832133"/>
                <a:gd name="connsiteX21" fmla="*/ 1464467 w 2928934"/>
                <a:gd name="connsiteY21" fmla="*/ 0 h 4832133"/>
                <a:gd name="connsiteX22" fmla="*/ 2928934 w 2928934"/>
                <a:gd name="connsiteY22" fmla="*/ 1465739 h 4832133"/>
                <a:gd name="connsiteX23" fmla="*/ 2491277 w 2928934"/>
                <a:gd name="connsiteY23" fmla="*/ 2640733 h 4832133"/>
                <a:gd name="connsiteX24" fmla="*/ 2284472 w 2928934"/>
                <a:gd name="connsiteY24" fmla="*/ 3054024 h 4832133"/>
                <a:gd name="connsiteX25" fmla="*/ 2284472 w 2928934"/>
                <a:gd name="connsiteY25" fmla="*/ 3652333 h 4832133"/>
                <a:gd name="connsiteX26" fmla="*/ 2118548 w 2928934"/>
                <a:gd name="connsiteY26" fmla="*/ 3957495 h 4832133"/>
                <a:gd name="connsiteX27" fmla="*/ 2137785 w 2928934"/>
                <a:gd name="connsiteY27" fmla="*/ 4022372 h 4832133"/>
                <a:gd name="connsiteX28" fmla="*/ 2140190 w 2928934"/>
                <a:gd name="connsiteY28" fmla="*/ 4056012 h 4832133"/>
                <a:gd name="connsiteX29" fmla="*/ 2056025 w 2928934"/>
                <a:gd name="connsiteY29" fmla="*/ 4224212 h 4832133"/>
                <a:gd name="connsiteX30" fmla="*/ 2084882 w 2928934"/>
                <a:gd name="connsiteY30" fmla="*/ 4313117 h 4832133"/>
                <a:gd name="connsiteX31" fmla="*/ 2087286 w 2928934"/>
                <a:gd name="connsiteY31" fmla="*/ 4339549 h 4832133"/>
                <a:gd name="connsiteX32" fmla="*/ 1878077 w 2928934"/>
                <a:gd name="connsiteY32" fmla="*/ 4548597 h 4832133"/>
                <a:gd name="connsiteX33" fmla="*/ 1757842 w 2928934"/>
                <a:gd name="connsiteY33" fmla="*/ 4548597 h 4832133"/>
                <a:gd name="connsiteX34" fmla="*/ 1769865 w 2928934"/>
                <a:gd name="connsiteY34" fmla="*/ 4623085 h 4832133"/>
                <a:gd name="connsiteX35" fmla="*/ 1560655 w 2928934"/>
                <a:gd name="connsiteY35" fmla="*/ 4832133 h 4832133"/>
                <a:gd name="connsiteX36" fmla="*/ 1368279 w 2928934"/>
                <a:gd name="connsiteY36" fmla="*/ 4832133 h 4832133"/>
                <a:gd name="connsiteX37" fmla="*/ 1159069 w 2928934"/>
                <a:gd name="connsiteY37" fmla="*/ 4623085 h 4832133"/>
                <a:gd name="connsiteX38" fmla="*/ 1171093 w 2928934"/>
                <a:gd name="connsiteY38" fmla="*/ 4548597 h 4832133"/>
                <a:gd name="connsiteX39" fmla="*/ 1050857 w 2928934"/>
                <a:gd name="connsiteY39" fmla="*/ 4548597 h 4832133"/>
                <a:gd name="connsiteX40" fmla="*/ 841648 w 2928934"/>
                <a:gd name="connsiteY40" fmla="*/ 4339549 h 4832133"/>
                <a:gd name="connsiteX41" fmla="*/ 844053 w 2928934"/>
                <a:gd name="connsiteY41" fmla="*/ 4313117 h 4832133"/>
                <a:gd name="connsiteX42" fmla="*/ 872909 w 2928934"/>
                <a:gd name="connsiteY42" fmla="*/ 4224212 h 4832133"/>
                <a:gd name="connsiteX43" fmla="*/ 788744 w 2928934"/>
                <a:gd name="connsiteY43" fmla="*/ 4056012 h 4832133"/>
                <a:gd name="connsiteX44" fmla="*/ 791149 w 2928934"/>
                <a:gd name="connsiteY44" fmla="*/ 4022372 h 4832133"/>
                <a:gd name="connsiteX45" fmla="*/ 810387 w 2928934"/>
                <a:gd name="connsiteY45" fmla="*/ 3957495 h 4832133"/>
                <a:gd name="connsiteX46" fmla="*/ 644462 w 2928934"/>
                <a:gd name="connsiteY46" fmla="*/ 3652333 h 4832133"/>
                <a:gd name="connsiteX47" fmla="*/ 644462 w 2928934"/>
                <a:gd name="connsiteY47" fmla="*/ 3054024 h 4832133"/>
                <a:gd name="connsiteX48" fmla="*/ 437657 w 2928934"/>
                <a:gd name="connsiteY48" fmla="*/ 2640733 h 4832133"/>
                <a:gd name="connsiteX49" fmla="*/ 0 w 2928934"/>
                <a:gd name="connsiteY49" fmla="*/ 1465739 h 4832133"/>
                <a:gd name="connsiteX50" fmla="*/ 1464467 w 2928934"/>
                <a:gd name="connsiteY50" fmla="*/ 0 h 483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928934" h="4832133">
                  <a:moveTo>
                    <a:pt x="1366777" y="4537615"/>
                  </a:moveTo>
                  <a:cubicBezTo>
                    <a:pt x="1308164" y="4537615"/>
                    <a:pt x="1259319" y="4587009"/>
                    <a:pt x="1259319" y="4646282"/>
                  </a:cubicBezTo>
                  <a:cubicBezTo>
                    <a:pt x="1259319" y="4705555"/>
                    <a:pt x="1308164" y="4754949"/>
                    <a:pt x="1366777" y="4754949"/>
                  </a:cubicBezTo>
                  <a:cubicBezTo>
                    <a:pt x="1562155" y="4754949"/>
                    <a:pt x="1562155" y="4754949"/>
                    <a:pt x="1562155" y="4754949"/>
                  </a:cubicBezTo>
                  <a:cubicBezTo>
                    <a:pt x="1620769" y="4754949"/>
                    <a:pt x="1669613" y="4705555"/>
                    <a:pt x="1669613" y="4646282"/>
                  </a:cubicBezTo>
                  <a:cubicBezTo>
                    <a:pt x="1669613" y="4587009"/>
                    <a:pt x="1620769" y="4537615"/>
                    <a:pt x="1562155" y="4537615"/>
                  </a:cubicBezTo>
                  <a:cubicBezTo>
                    <a:pt x="1366777" y="4537615"/>
                    <a:pt x="1366777" y="4537615"/>
                    <a:pt x="1366777" y="4537615"/>
                  </a:cubicBezTo>
                  <a:close/>
                  <a:moveTo>
                    <a:pt x="1048793" y="4249190"/>
                  </a:moveTo>
                  <a:cubicBezTo>
                    <a:pt x="990792" y="4249190"/>
                    <a:pt x="942458" y="4298584"/>
                    <a:pt x="942458" y="4357857"/>
                  </a:cubicBezTo>
                  <a:cubicBezTo>
                    <a:pt x="942458" y="4417130"/>
                    <a:pt x="990792" y="4466524"/>
                    <a:pt x="1048793" y="4466524"/>
                  </a:cubicBezTo>
                  <a:cubicBezTo>
                    <a:pt x="1880140" y="4466524"/>
                    <a:pt x="1880140" y="4466524"/>
                    <a:pt x="1880140" y="4466524"/>
                  </a:cubicBezTo>
                  <a:cubicBezTo>
                    <a:pt x="1938141" y="4466524"/>
                    <a:pt x="1986475" y="4417130"/>
                    <a:pt x="1986475" y="4357857"/>
                  </a:cubicBezTo>
                  <a:cubicBezTo>
                    <a:pt x="1986475" y="4298584"/>
                    <a:pt x="1938141" y="4249190"/>
                    <a:pt x="1880140" y="4249190"/>
                  </a:cubicBezTo>
                  <a:cubicBezTo>
                    <a:pt x="1048793" y="4249190"/>
                    <a:pt x="1048793" y="4249190"/>
                    <a:pt x="1048793" y="4249190"/>
                  </a:cubicBezTo>
                  <a:close/>
                  <a:moveTo>
                    <a:pt x="996745" y="3964827"/>
                  </a:moveTo>
                  <a:cubicBezTo>
                    <a:pt x="938883" y="3964827"/>
                    <a:pt x="890664" y="4014452"/>
                    <a:pt x="890664" y="4074002"/>
                  </a:cubicBezTo>
                  <a:cubicBezTo>
                    <a:pt x="890664" y="4133552"/>
                    <a:pt x="938883" y="4183177"/>
                    <a:pt x="996745" y="4183177"/>
                  </a:cubicBezTo>
                  <a:cubicBezTo>
                    <a:pt x="1932189" y="4183177"/>
                    <a:pt x="1932189" y="4183177"/>
                    <a:pt x="1932189" y="4183177"/>
                  </a:cubicBezTo>
                  <a:cubicBezTo>
                    <a:pt x="1990051" y="4183177"/>
                    <a:pt x="2038270" y="4133552"/>
                    <a:pt x="2038270" y="4074002"/>
                  </a:cubicBezTo>
                  <a:cubicBezTo>
                    <a:pt x="2038270" y="4014452"/>
                    <a:pt x="1990051" y="3964827"/>
                    <a:pt x="1932189" y="3964827"/>
                  </a:cubicBezTo>
                  <a:cubicBezTo>
                    <a:pt x="996745" y="3964827"/>
                    <a:pt x="996745" y="3964827"/>
                    <a:pt x="996745" y="3964827"/>
                  </a:cubicBezTo>
                  <a:close/>
                  <a:moveTo>
                    <a:pt x="1464467" y="0"/>
                  </a:moveTo>
                  <a:cubicBezTo>
                    <a:pt x="2272449" y="0"/>
                    <a:pt x="2928934" y="658381"/>
                    <a:pt x="2928934" y="1465739"/>
                  </a:cubicBezTo>
                  <a:cubicBezTo>
                    <a:pt x="2928934" y="2054438"/>
                    <a:pt x="2676440" y="2393240"/>
                    <a:pt x="2491277" y="2640733"/>
                  </a:cubicBezTo>
                  <a:cubicBezTo>
                    <a:pt x="2371042" y="2801724"/>
                    <a:pt x="2284472" y="2919464"/>
                    <a:pt x="2284472" y="3054024"/>
                  </a:cubicBezTo>
                  <a:cubicBezTo>
                    <a:pt x="2284472" y="3054024"/>
                    <a:pt x="2284472" y="3054024"/>
                    <a:pt x="2284472" y="3652333"/>
                  </a:cubicBezTo>
                  <a:cubicBezTo>
                    <a:pt x="2284472" y="3798907"/>
                    <a:pt x="2217141" y="3916647"/>
                    <a:pt x="2118548" y="3957495"/>
                  </a:cubicBezTo>
                  <a:cubicBezTo>
                    <a:pt x="2128166" y="3979121"/>
                    <a:pt x="2135381" y="4000747"/>
                    <a:pt x="2137785" y="4022372"/>
                  </a:cubicBezTo>
                  <a:cubicBezTo>
                    <a:pt x="2140190" y="4034387"/>
                    <a:pt x="2140190" y="4043998"/>
                    <a:pt x="2140190" y="4056012"/>
                  </a:cubicBezTo>
                  <a:cubicBezTo>
                    <a:pt x="2140190" y="4125695"/>
                    <a:pt x="2106524" y="4185766"/>
                    <a:pt x="2056025" y="4224212"/>
                  </a:cubicBezTo>
                  <a:cubicBezTo>
                    <a:pt x="2070454" y="4250643"/>
                    <a:pt x="2082477" y="4281880"/>
                    <a:pt x="2084882" y="4313117"/>
                  </a:cubicBezTo>
                  <a:cubicBezTo>
                    <a:pt x="2087286" y="4322729"/>
                    <a:pt x="2087286" y="4329937"/>
                    <a:pt x="2087286" y="4339549"/>
                  </a:cubicBezTo>
                  <a:cubicBezTo>
                    <a:pt x="2087286" y="4454886"/>
                    <a:pt x="1993503" y="4548597"/>
                    <a:pt x="1878077" y="4548597"/>
                  </a:cubicBezTo>
                  <a:cubicBezTo>
                    <a:pt x="1878077" y="4548597"/>
                    <a:pt x="1878077" y="4548597"/>
                    <a:pt x="1757842" y="4548597"/>
                  </a:cubicBezTo>
                  <a:cubicBezTo>
                    <a:pt x="1765056" y="4572625"/>
                    <a:pt x="1769865" y="4596654"/>
                    <a:pt x="1769865" y="4623085"/>
                  </a:cubicBezTo>
                  <a:cubicBezTo>
                    <a:pt x="1769865" y="4738422"/>
                    <a:pt x="1676081" y="4832133"/>
                    <a:pt x="1560655" y="4832133"/>
                  </a:cubicBezTo>
                  <a:cubicBezTo>
                    <a:pt x="1560655" y="4832133"/>
                    <a:pt x="1560655" y="4832133"/>
                    <a:pt x="1368279" y="4832133"/>
                  </a:cubicBezTo>
                  <a:cubicBezTo>
                    <a:pt x="1252853" y="4832133"/>
                    <a:pt x="1159069" y="4738422"/>
                    <a:pt x="1159069" y="4623085"/>
                  </a:cubicBezTo>
                  <a:cubicBezTo>
                    <a:pt x="1159069" y="4596654"/>
                    <a:pt x="1163879" y="4572625"/>
                    <a:pt x="1171093" y="4548597"/>
                  </a:cubicBezTo>
                  <a:cubicBezTo>
                    <a:pt x="1171093" y="4548597"/>
                    <a:pt x="1171093" y="4548597"/>
                    <a:pt x="1050857" y="4548597"/>
                  </a:cubicBezTo>
                  <a:cubicBezTo>
                    <a:pt x="935432" y="4548597"/>
                    <a:pt x="841648" y="4454886"/>
                    <a:pt x="841648" y="4339549"/>
                  </a:cubicBezTo>
                  <a:cubicBezTo>
                    <a:pt x="841648" y="4329937"/>
                    <a:pt x="841648" y="4322729"/>
                    <a:pt x="844053" y="4313117"/>
                  </a:cubicBezTo>
                  <a:cubicBezTo>
                    <a:pt x="846457" y="4281880"/>
                    <a:pt x="858481" y="4250643"/>
                    <a:pt x="872909" y="4224212"/>
                  </a:cubicBezTo>
                  <a:cubicBezTo>
                    <a:pt x="822410" y="4185766"/>
                    <a:pt x="788744" y="4125695"/>
                    <a:pt x="788744" y="4056012"/>
                  </a:cubicBezTo>
                  <a:cubicBezTo>
                    <a:pt x="788744" y="4043998"/>
                    <a:pt x="788744" y="4034387"/>
                    <a:pt x="791149" y="4022372"/>
                  </a:cubicBezTo>
                  <a:cubicBezTo>
                    <a:pt x="793554" y="4000747"/>
                    <a:pt x="800768" y="3979121"/>
                    <a:pt x="810387" y="3957495"/>
                  </a:cubicBezTo>
                  <a:cubicBezTo>
                    <a:pt x="711794" y="3916647"/>
                    <a:pt x="644462" y="3798907"/>
                    <a:pt x="644462" y="3652333"/>
                  </a:cubicBezTo>
                  <a:cubicBezTo>
                    <a:pt x="644462" y="3652333"/>
                    <a:pt x="644462" y="3652333"/>
                    <a:pt x="644462" y="3054024"/>
                  </a:cubicBezTo>
                  <a:cubicBezTo>
                    <a:pt x="644462" y="2919464"/>
                    <a:pt x="557892" y="2804127"/>
                    <a:pt x="437657" y="2640733"/>
                  </a:cubicBezTo>
                  <a:cubicBezTo>
                    <a:pt x="252495" y="2393240"/>
                    <a:pt x="0" y="2054438"/>
                    <a:pt x="0" y="1465739"/>
                  </a:cubicBezTo>
                  <a:cubicBezTo>
                    <a:pt x="0" y="658381"/>
                    <a:pt x="656485" y="0"/>
                    <a:pt x="1464467" y="0"/>
                  </a:cubicBezTo>
                  <a:close/>
                </a:path>
              </a:pathLst>
            </a:custGeom>
            <a:gradFill>
              <a:gsLst>
                <a:gs pos="0">
                  <a:srgbClr val="E8E8E8"/>
                </a:gs>
                <a:gs pos="100000">
                  <a:srgbClr val="F9F9F9"/>
                </a:gs>
              </a:gsLst>
              <a:lin ang="2700000" scaled="1"/>
            </a:gradFill>
            <a:ln>
              <a:noFill/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19050" h="6350" prst="angle"/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prstClr val="black"/>
                </a:solidFill>
                <a:latin typeface="+mn-ea"/>
                <a:sym typeface="微软雅黑 Light" panose="020B0502040204020203" pitchFamily="34" charset="-122"/>
              </a:endParaRPr>
            </a:p>
          </p:txBody>
        </p:sp>
        <p:sp>
          <p:nvSpPr>
            <p:cNvPr id="4" name="Circle 1">
              <a:extLst>
                <a:ext uri="{FF2B5EF4-FFF2-40B4-BE49-F238E27FC236}">
                  <a16:creationId xmlns:a16="http://schemas.microsoft.com/office/drawing/2014/main" id="{D294DC0A-8D66-1BAE-58AF-E1F612825F3C}"/>
                </a:ext>
              </a:extLst>
            </p:cNvPr>
            <p:cNvSpPr/>
            <p:nvPr/>
          </p:nvSpPr>
          <p:spPr>
            <a:xfrm flipV="1">
              <a:off x="1392294" y="4061373"/>
              <a:ext cx="1716945" cy="1560391"/>
            </a:xfrm>
            <a:custGeom>
              <a:avLst/>
              <a:gdLst>
                <a:gd name="connsiteX0" fmla="*/ 978551 w 1957102"/>
                <a:gd name="connsiteY0" fmla="*/ 0 h 1778651"/>
                <a:gd name="connsiteX1" fmla="*/ 1957102 w 1957102"/>
                <a:gd name="connsiteY1" fmla="*/ 978551 h 1778651"/>
                <a:gd name="connsiteX2" fmla="*/ 1670491 w 1957102"/>
                <a:gd name="connsiteY2" fmla="*/ 1670491 h 1778651"/>
                <a:gd name="connsiteX3" fmla="*/ 1539401 w 1957102"/>
                <a:gd name="connsiteY3" fmla="*/ 1778651 h 1778651"/>
                <a:gd name="connsiteX4" fmla="*/ 417702 w 1957102"/>
                <a:gd name="connsiteY4" fmla="*/ 1778651 h 1778651"/>
                <a:gd name="connsiteX5" fmla="*/ 286611 w 1957102"/>
                <a:gd name="connsiteY5" fmla="*/ 1670491 h 1778651"/>
                <a:gd name="connsiteX6" fmla="*/ 0 w 1957102"/>
                <a:gd name="connsiteY6" fmla="*/ 978551 h 1778651"/>
                <a:gd name="connsiteX7" fmla="*/ 978551 w 1957102"/>
                <a:gd name="connsiteY7" fmla="*/ 0 h 177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102" h="1778651">
                  <a:moveTo>
                    <a:pt x="978551" y="0"/>
                  </a:moveTo>
                  <a:cubicBezTo>
                    <a:pt x="1518990" y="0"/>
                    <a:pt x="1957102" y="438112"/>
                    <a:pt x="1957102" y="978551"/>
                  </a:cubicBezTo>
                  <a:cubicBezTo>
                    <a:pt x="1957102" y="1248771"/>
                    <a:pt x="1847574" y="1493408"/>
                    <a:pt x="1670491" y="1670491"/>
                  </a:cubicBezTo>
                  <a:lnTo>
                    <a:pt x="1539401" y="1778651"/>
                  </a:lnTo>
                  <a:lnTo>
                    <a:pt x="417702" y="1778651"/>
                  </a:lnTo>
                  <a:lnTo>
                    <a:pt x="286611" y="1670491"/>
                  </a:lnTo>
                  <a:cubicBezTo>
                    <a:pt x="109528" y="1493408"/>
                    <a:pt x="0" y="1248771"/>
                    <a:pt x="0" y="978551"/>
                  </a:cubicBezTo>
                  <a:cubicBezTo>
                    <a:pt x="0" y="438112"/>
                    <a:pt x="438112" y="0"/>
                    <a:pt x="978551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 algn="ctr"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18900000" scaled="0"/>
                <a:tileRect/>
              </a:gradFill>
              <a:prstDash val="solid"/>
            </a:ln>
            <a:effectLst>
              <a:innerShdw blurRad="101600" dist="50800" dir="81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sp>
          <p:nvSpPr>
            <p:cNvPr id="5" name="Square 1">
              <a:extLst>
                <a:ext uri="{FF2B5EF4-FFF2-40B4-BE49-F238E27FC236}">
                  <a16:creationId xmlns:a16="http://schemas.microsoft.com/office/drawing/2014/main" id="{A1080596-E5E3-8D9F-4282-8B00670BBDCD}"/>
                </a:ext>
              </a:extLst>
            </p:cNvPr>
            <p:cNvSpPr/>
            <p:nvPr/>
          </p:nvSpPr>
          <p:spPr>
            <a:xfrm flipV="1">
              <a:off x="1800877" y="3333556"/>
              <a:ext cx="888903" cy="650952"/>
            </a:xfrm>
            <a:prstGeom prst="roundRect">
              <a:avLst>
                <a:gd name="adj" fmla="val 13617"/>
              </a:avLst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cxnSp>
          <p:nvCxnSpPr>
            <p:cNvPr id="6" name="Line 1">
              <a:extLst>
                <a:ext uri="{FF2B5EF4-FFF2-40B4-BE49-F238E27FC236}">
                  <a16:creationId xmlns:a16="http://schemas.microsoft.com/office/drawing/2014/main" id="{4DA70541-740F-355D-BDE9-08BF58BC9ED7}"/>
                </a:ext>
              </a:extLst>
            </p:cNvPr>
            <p:cNvCxnSpPr/>
            <p:nvPr/>
          </p:nvCxnSpPr>
          <p:spPr>
            <a:xfrm>
              <a:off x="2239037" y="1754171"/>
              <a:ext cx="0" cy="850404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76200" dist="50800" dir="2700000" algn="tl" rotWithShape="0">
                <a:prstClr val="black">
                  <a:alpha val="30000"/>
                </a:prstClr>
              </a:outerShdw>
            </a:effectLst>
          </p:spPr>
        </p:cxnSp>
        <p:sp>
          <p:nvSpPr>
            <p:cNvPr id="7" name="Small Circle 1">
              <a:extLst>
                <a:ext uri="{FF2B5EF4-FFF2-40B4-BE49-F238E27FC236}">
                  <a16:creationId xmlns:a16="http://schemas.microsoft.com/office/drawing/2014/main" id="{B4A02019-55AC-6DA1-FC3E-2DB4D6D82AA1}"/>
                </a:ext>
              </a:extLst>
            </p:cNvPr>
            <p:cNvSpPr/>
            <p:nvPr/>
          </p:nvSpPr>
          <p:spPr>
            <a:xfrm>
              <a:off x="2185416" y="2571234"/>
              <a:ext cx="50095" cy="6667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sp>
          <p:nvSpPr>
            <p:cNvPr id="8" name="Small Circle 2">
              <a:extLst>
                <a:ext uri="{FF2B5EF4-FFF2-40B4-BE49-F238E27FC236}">
                  <a16:creationId xmlns:a16="http://schemas.microsoft.com/office/drawing/2014/main" id="{065B2C1C-FB70-EDD5-8C85-897376342A35}"/>
                </a:ext>
              </a:extLst>
            </p:cNvPr>
            <p:cNvSpPr/>
            <p:nvPr/>
          </p:nvSpPr>
          <p:spPr>
            <a:xfrm>
              <a:off x="2235511" y="2571234"/>
              <a:ext cx="50095" cy="6667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pic>
          <p:nvPicPr>
            <p:cNvPr id="9" name="Shadow 1">
              <a:extLst>
                <a:ext uri="{FF2B5EF4-FFF2-40B4-BE49-F238E27FC236}">
                  <a16:creationId xmlns:a16="http://schemas.microsoft.com/office/drawing/2014/main" id="{2CA30000-1438-7E43-DD7D-1BAEF29AAB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>
              <a:off x="1546968" y="1748894"/>
              <a:ext cx="1361845" cy="126694"/>
            </a:xfrm>
            <a:prstGeom prst="rect">
              <a:avLst/>
            </a:prstGeom>
          </p:spPr>
        </p:pic>
        <p:sp>
          <p:nvSpPr>
            <p:cNvPr id="10" name="2">
              <a:extLst>
                <a:ext uri="{FF2B5EF4-FFF2-40B4-BE49-F238E27FC236}">
                  <a16:creationId xmlns:a16="http://schemas.microsoft.com/office/drawing/2014/main" id="{4FBA3DC7-6E13-FB29-FCA5-B0989A4D946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879336" y="2590286"/>
              <a:ext cx="1930520" cy="3184957"/>
            </a:xfrm>
            <a:custGeom>
              <a:avLst/>
              <a:gdLst>
                <a:gd name="connsiteX0" fmla="*/ 1366777 w 2928934"/>
                <a:gd name="connsiteY0" fmla="*/ 4537615 h 4832133"/>
                <a:gd name="connsiteX1" fmla="*/ 1259319 w 2928934"/>
                <a:gd name="connsiteY1" fmla="*/ 4646282 h 4832133"/>
                <a:gd name="connsiteX2" fmla="*/ 1366777 w 2928934"/>
                <a:gd name="connsiteY2" fmla="*/ 4754949 h 4832133"/>
                <a:gd name="connsiteX3" fmla="*/ 1562155 w 2928934"/>
                <a:gd name="connsiteY3" fmla="*/ 4754949 h 4832133"/>
                <a:gd name="connsiteX4" fmla="*/ 1669613 w 2928934"/>
                <a:gd name="connsiteY4" fmla="*/ 4646282 h 4832133"/>
                <a:gd name="connsiteX5" fmla="*/ 1562155 w 2928934"/>
                <a:gd name="connsiteY5" fmla="*/ 4537615 h 4832133"/>
                <a:gd name="connsiteX6" fmla="*/ 1366777 w 2928934"/>
                <a:gd name="connsiteY6" fmla="*/ 4537615 h 4832133"/>
                <a:gd name="connsiteX7" fmla="*/ 1048793 w 2928934"/>
                <a:gd name="connsiteY7" fmla="*/ 4249190 h 4832133"/>
                <a:gd name="connsiteX8" fmla="*/ 942458 w 2928934"/>
                <a:gd name="connsiteY8" fmla="*/ 4357857 h 4832133"/>
                <a:gd name="connsiteX9" fmla="*/ 1048793 w 2928934"/>
                <a:gd name="connsiteY9" fmla="*/ 4466524 h 4832133"/>
                <a:gd name="connsiteX10" fmla="*/ 1880140 w 2928934"/>
                <a:gd name="connsiteY10" fmla="*/ 4466524 h 4832133"/>
                <a:gd name="connsiteX11" fmla="*/ 1986475 w 2928934"/>
                <a:gd name="connsiteY11" fmla="*/ 4357857 h 4832133"/>
                <a:gd name="connsiteX12" fmla="*/ 1880140 w 2928934"/>
                <a:gd name="connsiteY12" fmla="*/ 4249190 h 4832133"/>
                <a:gd name="connsiteX13" fmla="*/ 1048793 w 2928934"/>
                <a:gd name="connsiteY13" fmla="*/ 4249190 h 4832133"/>
                <a:gd name="connsiteX14" fmla="*/ 996745 w 2928934"/>
                <a:gd name="connsiteY14" fmla="*/ 3964827 h 4832133"/>
                <a:gd name="connsiteX15" fmla="*/ 890664 w 2928934"/>
                <a:gd name="connsiteY15" fmla="*/ 4074002 h 4832133"/>
                <a:gd name="connsiteX16" fmla="*/ 996745 w 2928934"/>
                <a:gd name="connsiteY16" fmla="*/ 4183177 h 4832133"/>
                <a:gd name="connsiteX17" fmla="*/ 1932189 w 2928934"/>
                <a:gd name="connsiteY17" fmla="*/ 4183177 h 4832133"/>
                <a:gd name="connsiteX18" fmla="*/ 2038270 w 2928934"/>
                <a:gd name="connsiteY18" fmla="*/ 4074002 h 4832133"/>
                <a:gd name="connsiteX19" fmla="*/ 1932189 w 2928934"/>
                <a:gd name="connsiteY19" fmla="*/ 3964827 h 4832133"/>
                <a:gd name="connsiteX20" fmla="*/ 996745 w 2928934"/>
                <a:gd name="connsiteY20" fmla="*/ 3964827 h 4832133"/>
                <a:gd name="connsiteX21" fmla="*/ 1464467 w 2928934"/>
                <a:gd name="connsiteY21" fmla="*/ 0 h 4832133"/>
                <a:gd name="connsiteX22" fmla="*/ 2928934 w 2928934"/>
                <a:gd name="connsiteY22" fmla="*/ 1465739 h 4832133"/>
                <a:gd name="connsiteX23" fmla="*/ 2491277 w 2928934"/>
                <a:gd name="connsiteY23" fmla="*/ 2640733 h 4832133"/>
                <a:gd name="connsiteX24" fmla="*/ 2284472 w 2928934"/>
                <a:gd name="connsiteY24" fmla="*/ 3054024 h 4832133"/>
                <a:gd name="connsiteX25" fmla="*/ 2284472 w 2928934"/>
                <a:gd name="connsiteY25" fmla="*/ 3652333 h 4832133"/>
                <a:gd name="connsiteX26" fmla="*/ 2118548 w 2928934"/>
                <a:gd name="connsiteY26" fmla="*/ 3957495 h 4832133"/>
                <a:gd name="connsiteX27" fmla="*/ 2137785 w 2928934"/>
                <a:gd name="connsiteY27" fmla="*/ 4022372 h 4832133"/>
                <a:gd name="connsiteX28" fmla="*/ 2140190 w 2928934"/>
                <a:gd name="connsiteY28" fmla="*/ 4056012 h 4832133"/>
                <a:gd name="connsiteX29" fmla="*/ 2056025 w 2928934"/>
                <a:gd name="connsiteY29" fmla="*/ 4224212 h 4832133"/>
                <a:gd name="connsiteX30" fmla="*/ 2084882 w 2928934"/>
                <a:gd name="connsiteY30" fmla="*/ 4313117 h 4832133"/>
                <a:gd name="connsiteX31" fmla="*/ 2087286 w 2928934"/>
                <a:gd name="connsiteY31" fmla="*/ 4339549 h 4832133"/>
                <a:gd name="connsiteX32" fmla="*/ 1878077 w 2928934"/>
                <a:gd name="connsiteY32" fmla="*/ 4548597 h 4832133"/>
                <a:gd name="connsiteX33" fmla="*/ 1757842 w 2928934"/>
                <a:gd name="connsiteY33" fmla="*/ 4548597 h 4832133"/>
                <a:gd name="connsiteX34" fmla="*/ 1769865 w 2928934"/>
                <a:gd name="connsiteY34" fmla="*/ 4623085 h 4832133"/>
                <a:gd name="connsiteX35" fmla="*/ 1560655 w 2928934"/>
                <a:gd name="connsiteY35" fmla="*/ 4832133 h 4832133"/>
                <a:gd name="connsiteX36" fmla="*/ 1368279 w 2928934"/>
                <a:gd name="connsiteY36" fmla="*/ 4832133 h 4832133"/>
                <a:gd name="connsiteX37" fmla="*/ 1159069 w 2928934"/>
                <a:gd name="connsiteY37" fmla="*/ 4623085 h 4832133"/>
                <a:gd name="connsiteX38" fmla="*/ 1171093 w 2928934"/>
                <a:gd name="connsiteY38" fmla="*/ 4548597 h 4832133"/>
                <a:gd name="connsiteX39" fmla="*/ 1050857 w 2928934"/>
                <a:gd name="connsiteY39" fmla="*/ 4548597 h 4832133"/>
                <a:gd name="connsiteX40" fmla="*/ 841648 w 2928934"/>
                <a:gd name="connsiteY40" fmla="*/ 4339549 h 4832133"/>
                <a:gd name="connsiteX41" fmla="*/ 844053 w 2928934"/>
                <a:gd name="connsiteY41" fmla="*/ 4313117 h 4832133"/>
                <a:gd name="connsiteX42" fmla="*/ 872909 w 2928934"/>
                <a:gd name="connsiteY42" fmla="*/ 4224212 h 4832133"/>
                <a:gd name="connsiteX43" fmla="*/ 788744 w 2928934"/>
                <a:gd name="connsiteY43" fmla="*/ 4056012 h 4832133"/>
                <a:gd name="connsiteX44" fmla="*/ 791149 w 2928934"/>
                <a:gd name="connsiteY44" fmla="*/ 4022372 h 4832133"/>
                <a:gd name="connsiteX45" fmla="*/ 810387 w 2928934"/>
                <a:gd name="connsiteY45" fmla="*/ 3957495 h 4832133"/>
                <a:gd name="connsiteX46" fmla="*/ 644462 w 2928934"/>
                <a:gd name="connsiteY46" fmla="*/ 3652333 h 4832133"/>
                <a:gd name="connsiteX47" fmla="*/ 644462 w 2928934"/>
                <a:gd name="connsiteY47" fmla="*/ 3054024 h 4832133"/>
                <a:gd name="connsiteX48" fmla="*/ 437657 w 2928934"/>
                <a:gd name="connsiteY48" fmla="*/ 2640733 h 4832133"/>
                <a:gd name="connsiteX49" fmla="*/ 0 w 2928934"/>
                <a:gd name="connsiteY49" fmla="*/ 1465739 h 4832133"/>
                <a:gd name="connsiteX50" fmla="*/ 1464467 w 2928934"/>
                <a:gd name="connsiteY50" fmla="*/ 0 h 483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928934" h="4832133">
                  <a:moveTo>
                    <a:pt x="1366777" y="4537615"/>
                  </a:moveTo>
                  <a:cubicBezTo>
                    <a:pt x="1308164" y="4537615"/>
                    <a:pt x="1259319" y="4587009"/>
                    <a:pt x="1259319" y="4646282"/>
                  </a:cubicBezTo>
                  <a:cubicBezTo>
                    <a:pt x="1259319" y="4705555"/>
                    <a:pt x="1308164" y="4754949"/>
                    <a:pt x="1366777" y="4754949"/>
                  </a:cubicBezTo>
                  <a:cubicBezTo>
                    <a:pt x="1562155" y="4754949"/>
                    <a:pt x="1562155" y="4754949"/>
                    <a:pt x="1562155" y="4754949"/>
                  </a:cubicBezTo>
                  <a:cubicBezTo>
                    <a:pt x="1620769" y="4754949"/>
                    <a:pt x="1669613" y="4705555"/>
                    <a:pt x="1669613" y="4646282"/>
                  </a:cubicBezTo>
                  <a:cubicBezTo>
                    <a:pt x="1669613" y="4587009"/>
                    <a:pt x="1620769" y="4537615"/>
                    <a:pt x="1562155" y="4537615"/>
                  </a:cubicBezTo>
                  <a:cubicBezTo>
                    <a:pt x="1366777" y="4537615"/>
                    <a:pt x="1366777" y="4537615"/>
                    <a:pt x="1366777" y="4537615"/>
                  </a:cubicBezTo>
                  <a:close/>
                  <a:moveTo>
                    <a:pt x="1048793" y="4249190"/>
                  </a:moveTo>
                  <a:cubicBezTo>
                    <a:pt x="990792" y="4249190"/>
                    <a:pt x="942458" y="4298584"/>
                    <a:pt x="942458" y="4357857"/>
                  </a:cubicBezTo>
                  <a:cubicBezTo>
                    <a:pt x="942458" y="4417130"/>
                    <a:pt x="990792" y="4466524"/>
                    <a:pt x="1048793" y="4466524"/>
                  </a:cubicBezTo>
                  <a:cubicBezTo>
                    <a:pt x="1880140" y="4466524"/>
                    <a:pt x="1880140" y="4466524"/>
                    <a:pt x="1880140" y="4466524"/>
                  </a:cubicBezTo>
                  <a:cubicBezTo>
                    <a:pt x="1938141" y="4466524"/>
                    <a:pt x="1986475" y="4417130"/>
                    <a:pt x="1986475" y="4357857"/>
                  </a:cubicBezTo>
                  <a:cubicBezTo>
                    <a:pt x="1986475" y="4298584"/>
                    <a:pt x="1938141" y="4249190"/>
                    <a:pt x="1880140" y="4249190"/>
                  </a:cubicBezTo>
                  <a:cubicBezTo>
                    <a:pt x="1048793" y="4249190"/>
                    <a:pt x="1048793" y="4249190"/>
                    <a:pt x="1048793" y="4249190"/>
                  </a:cubicBezTo>
                  <a:close/>
                  <a:moveTo>
                    <a:pt x="996745" y="3964827"/>
                  </a:moveTo>
                  <a:cubicBezTo>
                    <a:pt x="938883" y="3964827"/>
                    <a:pt x="890664" y="4014452"/>
                    <a:pt x="890664" y="4074002"/>
                  </a:cubicBezTo>
                  <a:cubicBezTo>
                    <a:pt x="890664" y="4133552"/>
                    <a:pt x="938883" y="4183177"/>
                    <a:pt x="996745" y="4183177"/>
                  </a:cubicBezTo>
                  <a:cubicBezTo>
                    <a:pt x="1932189" y="4183177"/>
                    <a:pt x="1932189" y="4183177"/>
                    <a:pt x="1932189" y="4183177"/>
                  </a:cubicBezTo>
                  <a:cubicBezTo>
                    <a:pt x="1990051" y="4183177"/>
                    <a:pt x="2038270" y="4133552"/>
                    <a:pt x="2038270" y="4074002"/>
                  </a:cubicBezTo>
                  <a:cubicBezTo>
                    <a:pt x="2038270" y="4014452"/>
                    <a:pt x="1990051" y="3964827"/>
                    <a:pt x="1932189" y="3964827"/>
                  </a:cubicBezTo>
                  <a:cubicBezTo>
                    <a:pt x="996745" y="3964827"/>
                    <a:pt x="996745" y="3964827"/>
                    <a:pt x="996745" y="3964827"/>
                  </a:cubicBezTo>
                  <a:close/>
                  <a:moveTo>
                    <a:pt x="1464467" y="0"/>
                  </a:moveTo>
                  <a:cubicBezTo>
                    <a:pt x="2272449" y="0"/>
                    <a:pt x="2928934" y="658381"/>
                    <a:pt x="2928934" y="1465739"/>
                  </a:cubicBezTo>
                  <a:cubicBezTo>
                    <a:pt x="2928934" y="2054438"/>
                    <a:pt x="2676440" y="2393240"/>
                    <a:pt x="2491277" y="2640733"/>
                  </a:cubicBezTo>
                  <a:cubicBezTo>
                    <a:pt x="2371042" y="2801724"/>
                    <a:pt x="2284472" y="2919464"/>
                    <a:pt x="2284472" y="3054024"/>
                  </a:cubicBezTo>
                  <a:cubicBezTo>
                    <a:pt x="2284472" y="3054024"/>
                    <a:pt x="2284472" y="3054024"/>
                    <a:pt x="2284472" y="3652333"/>
                  </a:cubicBezTo>
                  <a:cubicBezTo>
                    <a:pt x="2284472" y="3798907"/>
                    <a:pt x="2217141" y="3916647"/>
                    <a:pt x="2118548" y="3957495"/>
                  </a:cubicBezTo>
                  <a:cubicBezTo>
                    <a:pt x="2128166" y="3979121"/>
                    <a:pt x="2135381" y="4000747"/>
                    <a:pt x="2137785" y="4022372"/>
                  </a:cubicBezTo>
                  <a:cubicBezTo>
                    <a:pt x="2140190" y="4034387"/>
                    <a:pt x="2140190" y="4043998"/>
                    <a:pt x="2140190" y="4056012"/>
                  </a:cubicBezTo>
                  <a:cubicBezTo>
                    <a:pt x="2140190" y="4125695"/>
                    <a:pt x="2106524" y="4185766"/>
                    <a:pt x="2056025" y="4224212"/>
                  </a:cubicBezTo>
                  <a:cubicBezTo>
                    <a:pt x="2070454" y="4250643"/>
                    <a:pt x="2082477" y="4281880"/>
                    <a:pt x="2084882" y="4313117"/>
                  </a:cubicBezTo>
                  <a:cubicBezTo>
                    <a:pt x="2087286" y="4322729"/>
                    <a:pt x="2087286" y="4329937"/>
                    <a:pt x="2087286" y="4339549"/>
                  </a:cubicBezTo>
                  <a:cubicBezTo>
                    <a:pt x="2087286" y="4454886"/>
                    <a:pt x="1993503" y="4548597"/>
                    <a:pt x="1878077" y="4548597"/>
                  </a:cubicBezTo>
                  <a:cubicBezTo>
                    <a:pt x="1878077" y="4548597"/>
                    <a:pt x="1878077" y="4548597"/>
                    <a:pt x="1757842" y="4548597"/>
                  </a:cubicBezTo>
                  <a:cubicBezTo>
                    <a:pt x="1765056" y="4572625"/>
                    <a:pt x="1769865" y="4596654"/>
                    <a:pt x="1769865" y="4623085"/>
                  </a:cubicBezTo>
                  <a:cubicBezTo>
                    <a:pt x="1769865" y="4738422"/>
                    <a:pt x="1676081" y="4832133"/>
                    <a:pt x="1560655" y="4832133"/>
                  </a:cubicBezTo>
                  <a:cubicBezTo>
                    <a:pt x="1560655" y="4832133"/>
                    <a:pt x="1560655" y="4832133"/>
                    <a:pt x="1368279" y="4832133"/>
                  </a:cubicBezTo>
                  <a:cubicBezTo>
                    <a:pt x="1252853" y="4832133"/>
                    <a:pt x="1159069" y="4738422"/>
                    <a:pt x="1159069" y="4623085"/>
                  </a:cubicBezTo>
                  <a:cubicBezTo>
                    <a:pt x="1159069" y="4596654"/>
                    <a:pt x="1163879" y="4572625"/>
                    <a:pt x="1171093" y="4548597"/>
                  </a:cubicBezTo>
                  <a:cubicBezTo>
                    <a:pt x="1171093" y="4548597"/>
                    <a:pt x="1171093" y="4548597"/>
                    <a:pt x="1050857" y="4548597"/>
                  </a:cubicBezTo>
                  <a:cubicBezTo>
                    <a:pt x="935432" y="4548597"/>
                    <a:pt x="841648" y="4454886"/>
                    <a:pt x="841648" y="4339549"/>
                  </a:cubicBezTo>
                  <a:cubicBezTo>
                    <a:pt x="841648" y="4329937"/>
                    <a:pt x="841648" y="4322729"/>
                    <a:pt x="844053" y="4313117"/>
                  </a:cubicBezTo>
                  <a:cubicBezTo>
                    <a:pt x="846457" y="4281880"/>
                    <a:pt x="858481" y="4250643"/>
                    <a:pt x="872909" y="4224212"/>
                  </a:cubicBezTo>
                  <a:cubicBezTo>
                    <a:pt x="822410" y="4185766"/>
                    <a:pt x="788744" y="4125695"/>
                    <a:pt x="788744" y="4056012"/>
                  </a:cubicBezTo>
                  <a:cubicBezTo>
                    <a:pt x="788744" y="4043998"/>
                    <a:pt x="788744" y="4034387"/>
                    <a:pt x="791149" y="4022372"/>
                  </a:cubicBezTo>
                  <a:cubicBezTo>
                    <a:pt x="793554" y="4000747"/>
                    <a:pt x="800768" y="3979121"/>
                    <a:pt x="810387" y="3957495"/>
                  </a:cubicBezTo>
                  <a:cubicBezTo>
                    <a:pt x="711794" y="3916647"/>
                    <a:pt x="644462" y="3798907"/>
                    <a:pt x="644462" y="3652333"/>
                  </a:cubicBezTo>
                  <a:cubicBezTo>
                    <a:pt x="644462" y="3652333"/>
                    <a:pt x="644462" y="3652333"/>
                    <a:pt x="644462" y="3054024"/>
                  </a:cubicBezTo>
                  <a:cubicBezTo>
                    <a:pt x="644462" y="2919464"/>
                    <a:pt x="557892" y="2804127"/>
                    <a:pt x="437657" y="2640733"/>
                  </a:cubicBezTo>
                  <a:cubicBezTo>
                    <a:pt x="252495" y="2393240"/>
                    <a:pt x="0" y="2054438"/>
                    <a:pt x="0" y="1465739"/>
                  </a:cubicBezTo>
                  <a:cubicBezTo>
                    <a:pt x="0" y="658381"/>
                    <a:pt x="656485" y="0"/>
                    <a:pt x="1464467" y="0"/>
                  </a:cubicBezTo>
                  <a:close/>
                </a:path>
              </a:pathLst>
            </a:custGeom>
            <a:gradFill>
              <a:gsLst>
                <a:gs pos="0">
                  <a:srgbClr val="E8E8E8"/>
                </a:gs>
                <a:gs pos="100000">
                  <a:srgbClr val="F9F9F9"/>
                </a:gs>
              </a:gsLst>
              <a:lin ang="2700000" scaled="1"/>
            </a:gradFill>
            <a:ln>
              <a:noFill/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19050" h="6350" prst="angle"/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prstClr val="black"/>
                </a:solidFill>
                <a:latin typeface="+mn-ea"/>
                <a:sym typeface="微软雅黑 Light" panose="020B0502040204020203" pitchFamily="34" charset="-122"/>
              </a:endParaRPr>
            </a:p>
          </p:txBody>
        </p:sp>
        <p:sp>
          <p:nvSpPr>
            <p:cNvPr id="11" name="Circle 2">
              <a:extLst>
                <a:ext uri="{FF2B5EF4-FFF2-40B4-BE49-F238E27FC236}">
                  <a16:creationId xmlns:a16="http://schemas.microsoft.com/office/drawing/2014/main" id="{7847F6C4-A57F-FAF6-1FA8-9FAD5519EA4E}"/>
                </a:ext>
              </a:extLst>
            </p:cNvPr>
            <p:cNvSpPr/>
            <p:nvPr/>
          </p:nvSpPr>
          <p:spPr>
            <a:xfrm flipV="1">
              <a:off x="3986123" y="4099681"/>
              <a:ext cx="1716945" cy="1560391"/>
            </a:xfrm>
            <a:custGeom>
              <a:avLst/>
              <a:gdLst>
                <a:gd name="connsiteX0" fmla="*/ 978551 w 1957102"/>
                <a:gd name="connsiteY0" fmla="*/ 0 h 1778651"/>
                <a:gd name="connsiteX1" fmla="*/ 1957102 w 1957102"/>
                <a:gd name="connsiteY1" fmla="*/ 978551 h 1778651"/>
                <a:gd name="connsiteX2" fmla="*/ 1670491 w 1957102"/>
                <a:gd name="connsiteY2" fmla="*/ 1670491 h 1778651"/>
                <a:gd name="connsiteX3" fmla="*/ 1539401 w 1957102"/>
                <a:gd name="connsiteY3" fmla="*/ 1778651 h 1778651"/>
                <a:gd name="connsiteX4" fmla="*/ 417702 w 1957102"/>
                <a:gd name="connsiteY4" fmla="*/ 1778651 h 1778651"/>
                <a:gd name="connsiteX5" fmla="*/ 286611 w 1957102"/>
                <a:gd name="connsiteY5" fmla="*/ 1670491 h 1778651"/>
                <a:gd name="connsiteX6" fmla="*/ 0 w 1957102"/>
                <a:gd name="connsiteY6" fmla="*/ 978551 h 1778651"/>
                <a:gd name="connsiteX7" fmla="*/ 978551 w 1957102"/>
                <a:gd name="connsiteY7" fmla="*/ 0 h 177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102" h="1778651">
                  <a:moveTo>
                    <a:pt x="978551" y="0"/>
                  </a:moveTo>
                  <a:cubicBezTo>
                    <a:pt x="1518990" y="0"/>
                    <a:pt x="1957102" y="438112"/>
                    <a:pt x="1957102" y="978551"/>
                  </a:cubicBezTo>
                  <a:cubicBezTo>
                    <a:pt x="1957102" y="1248771"/>
                    <a:pt x="1847574" y="1493408"/>
                    <a:pt x="1670491" y="1670491"/>
                  </a:cubicBezTo>
                  <a:lnTo>
                    <a:pt x="1539401" y="1778651"/>
                  </a:lnTo>
                  <a:lnTo>
                    <a:pt x="417702" y="1778651"/>
                  </a:lnTo>
                  <a:lnTo>
                    <a:pt x="286611" y="1670491"/>
                  </a:lnTo>
                  <a:cubicBezTo>
                    <a:pt x="109528" y="1493408"/>
                    <a:pt x="0" y="1248771"/>
                    <a:pt x="0" y="978551"/>
                  </a:cubicBezTo>
                  <a:cubicBezTo>
                    <a:pt x="0" y="438112"/>
                    <a:pt x="438112" y="0"/>
                    <a:pt x="978551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18900000" scaled="0"/>
              </a:gradFill>
              <a:prstDash val="solid"/>
            </a:ln>
            <a:effectLst>
              <a:innerShdw blurRad="101600" dist="50800" dir="81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sp>
          <p:nvSpPr>
            <p:cNvPr id="12" name="Square 2">
              <a:extLst>
                <a:ext uri="{FF2B5EF4-FFF2-40B4-BE49-F238E27FC236}">
                  <a16:creationId xmlns:a16="http://schemas.microsoft.com/office/drawing/2014/main" id="{0229DF43-E27C-ED4F-F1DD-7EB25A4FED09}"/>
                </a:ext>
              </a:extLst>
            </p:cNvPr>
            <p:cNvSpPr/>
            <p:nvPr/>
          </p:nvSpPr>
          <p:spPr>
            <a:xfrm flipV="1">
              <a:off x="4400144" y="3333556"/>
              <a:ext cx="888903" cy="650952"/>
            </a:xfrm>
            <a:prstGeom prst="roundRect">
              <a:avLst>
                <a:gd name="adj" fmla="val 13617"/>
              </a:avLst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cxnSp>
          <p:nvCxnSpPr>
            <p:cNvPr id="13" name="Line 2">
              <a:extLst>
                <a:ext uri="{FF2B5EF4-FFF2-40B4-BE49-F238E27FC236}">
                  <a16:creationId xmlns:a16="http://schemas.microsoft.com/office/drawing/2014/main" id="{28A521E3-17C4-5395-4E3F-0CD2D5D64905}"/>
                </a:ext>
              </a:extLst>
            </p:cNvPr>
            <p:cNvCxnSpPr/>
            <p:nvPr/>
          </p:nvCxnSpPr>
          <p:spPr>
            <a:xfrm>
              <a:off x="4838304" y="1754171"/>
              <a:ext cx="0" cy="850404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76200" dist="50800" dir="2700000" algn="tl" rotWithShape="0">
                <a:prstClr val="black">
                  <a:alpha val="30000"/>
                </a:prstClr>
              </a:outerShdw>
            </a:effectLst>
          </p:spPr>
        </p:cxnSp>
        <p:sp>
          <p:nvSpPr>
            <p:cNvPr id="14" name="Small Circle 3">
              <a:extLst>
                <a:ext uri="{FF2B5EF4-FFF2-40B4-BE49-F238E27FC236}">
                  <a16:creationId xmlns:a16="http://schemas.microsoft.com/office/drawing/2014/main" id="{A35DBE19-D7A3-27EB-A86C-B30C1BEA0C12}"/>
                </a:ext>
              </a:extLst>
            </p:cNvPr>
            <p:cNvSpPr/>
            <p:nvPr/>
          </p:nvSpPr>
          <p:spPr>
            <a:xfrm>
              <a:off x="4784683" y="2571234"/>
              <a:ext cx="50095" cy="6667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sp>
          <p:nvSpPr>
            <p:cNvPr id="15" name="Small Circle 4">
              <a:extLst>
                <a:ext uri="{FF2B5EF4-FFF2-40B4-BE49-F238E27FC236}">
                  <a16:creationId xmlns:a16="http://schemas.microsoft.com/office/drawing/2014/main" id="{4779E14A-A917-A10B-F655-010D06F93D85}"/>
                </a:ext>
              </a:extLst>
            </p:cNvPr>
            <p:cNvSpPr/>
            <p:nvPr/>
          </p:nvSpPr>
          <p:spPr>
            <a:xfrm>
              <a:off x="4834778" y="2571234"/>
              <a:ext cx="50095" cy="6667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pic>
          <p:nvPicPr>
            <p:cNvPr id="16" name="Shadow 2">
              <a:extLst>
                <a:ext uri="{FF2B5EF4-FFF2-40B4-BE49-F238E27FC236}">
                  <a16:creationId xmlns:a16="http://schemas.microsoft.com/office/drawing/2014/main" id="{49A4AA2F-900F-2762-7B24-6A3027E41C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>
              <a:off x="4146235" y="1748894"/>
              <a:ext cx="1361845" cy="126694"/>
            </a:xfrm>
            <a:prstGeom prst="rect">
              <a:avLst/>
            </a:prstGeom>
          </p:spPr>
        </p:pic>
        <p:sp>
          <p:nvSpPr>
            <p:cNvPr id="17" name="3">
              <a:extLst>
                <a:ext uri="{FF2B5EF4-FFF2-40B4-BE49-F238E27FC236}">
                  <a16:creationId xmlns:a16="http://schemas.microsoft.com/office/drawing/2014/main" id="{3CCC7CA3-3808-769B-60E8-25C6C187BD7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78602" y="2590286"/>
              <a:ext cx="1930520" cy="3184957"/>
            </a:xfrm>
            <a:custGeom>
              <a:avLst/>
              <a:gdLst>
                <a:gd name="connsiteX0" fmla="*/ 1366777 w 2928934"/>
                <a:gd name="connsiteY0" fmla="*/ 4537615 h 4832133"/>
                <a:gd name="connsiteX1" fmla="*/ 1259319 w 2928934"/>
                <a:gd name="connsiteY1" fmla="*/ 4646282 h 4832133"/>
                <a:gd name="connsiteX2" fmla="*/ 1366777 w 2928934"/>
                <a:gd name="connsiteY2" fmla="*/ 4754949 h 4832133"/>
                <a:gd name="connsiteX3" fmla="*/ 1562155 w 2928934"/>
                <a:gd name="connsiteY3" fmla="*/ 4754949 h 4832133"/>
                <a:gd name="connsiteX4" fmla="*/ 1669613 w 2928934"/>
                <a:gd name="connsiteY4" fmla="*/ 4646282 h 4832133"/>
                <a:gd name="connsiteX5" fmla="*/ 1562155 w 2928934"/>
                <a:gd name="connsiteY5" fmla="*/ 4537615 h 4832133"/>
                <a:gd name="connsiteX6" fmla="*/ 1366777 w 2928934"/>
                <a:gd name="connsiteY6" fmla="*/ 4537615 h 4832133"/>
                <a:gd name="connsiteX7" fmla="*/ 1048793 w 2928934"/>
                <a:gd name="connsiteY7" fmla="*/ 4249190 h 4832133"/>
                <a:gd name="connsiteX8" fmla="*/ 942458 w 2928934"/>
                <a:gd name="connsiteY8" fmla="*/ 4357857 h 4832133"/>
                <a:gd name="connsiteX9" fmla="*/ 1048793 w 2928934"/>
                <a:gd name="connsiteY9" fmla="*/ 4466524 h 4832133"/>
                <a:gd name="connsiteX10" fmla="*/ 1880140 w 2928934"/>
                <a:gd name="connsiteY10" fmla="*/ 4466524 h 4832133"/>
                <a:gd name="connsiteX11" fmla="*/ 1986475 w 2928934"/>
                <a:gd name="connsiteY11" fmla="*/ 4357857 h 4832133"/>
                <a:gd name="connsiteX12" fmla="*/ 1880140 w 2928934"/>
                <a:gd name="connsiteY12" fmla="*/ 4249190 h 4832133"/>
                <a:gd name="connsiteX13" fmla="*/ 1048793 w 2928934"/>
                <a:gd name="connsiteY13" fmla="*/ 4249190 h 4832133"/>
                <a:gd name="connsiteX14" fmla="*/ 996745 w 2928934"/>
                <a:gd name="connsiteY14" fmla="*/ 3964827 h 4832133"/>
                <a:gd name="connsiteX15" fmla="*/ 890664 w 2928934"/>
                <a:gd name="connsiteY15" fmla="*/ 4074002 h 4832133"/>
                <a:gd name="connsiteX16" fmla="*/ 996745 w 2928934"/>
                <a:gd name="connsiteY16" fmla="*/ 4183177 h 4832133"/>
                <a:gd name="connsiteX17" fmla="*/ 1932189 w 2928934"/>
                <a:gd name="connsiteY17" fmla="*/ 4183177 h 4832133"/>
                <a:gd name="connsiteX18" fmla="*/ 2038270 w 2928934"/>
                <a:gd name="connsiteY18" fmla="*/ 4074002 h 4832133"/>
                <a:gd name="connsiteX19" fmla="*/ 1932189 w 2928934"/>
                <a:gd name="connsiteY19" fmla="*/ 3964827 h 4832133"/>
                <a:gd name="connsiteX20" fmla="*/ 996745 w 2928934"/>
                <a:gd name="connsiteY20" fmla="*/ 3964827 h 4832133"/>
                <a:gd name="connsiteX21" fmla="*/ 1464467 w 2928934"/>
                <a:gd name="connsiteY21" fmla="*/ 0 h 4832133"/>
                <a:gd name="connsiteX22" fmla="*/ 2928934 w 2928934"/>
                <a:gd name="connsiteY22" fmla="*/ 1465739 h 4832133"/>
                <a:gd name="connsiteX23" fmla="*/ 2491277 w 2928934"/>
                <a:gd name="connsiteY23" fmla="*/ 2640733 h 4832133"/>
                <a:gd name="connsiteX24" fmla="*/ 2284472 w 2928934"/>
                <a:gd name="connsiteY24" fmla="*/ 3054024 h 4832133"/>
                <a:gd name="connsiteX25" fmla="*/ 2284472 w 2928934"/>
                <a:gd name="connsiteY25" fmla="*/ 3652333 h 4832133"/>
                <a:gd name="connsiteX26" fmla="*/ 2118548 w 2928934"/>
                <a:gd name="connsiteY26" fmla="*/ 3957495 h 4832133"/>
                <a:gd name="connsiteX27" fmla="*/ 2137785 w 2928934"/>
                <a:gd name="connsiteY27" fmla="*/ 4022372 h 4832133"/>
                <a:gd name="connsiteX28" fmla="*/ 2140190 w 2928934"/>
                <a:gd name="connsiteY28" fmla="*/ 4056012 h 4832133"/>
                <a:gd name="connsiteX29" fmla="*/ 2056025 w 2928934"/>
                <a:gd name="connsiteY29" fmla="*/ 4224212 h 4832133"/>
                <a:gd name="connsiteX30" fmla="*/ 2084882 w 2928934"/>
                <a:gd name="connsiteY30" fmla="*/ 4313117 h 4832133"/>
                <a:gd name="connsiteX31" fmla="*/ 2087286 w 2928934"/>
                <a:gd name="connsiteY31" fmla="*/ 4339549 h 4832133"/>
                <a:gd name="connsiteX32" fmla="*/ 1878077 w 2928934"/>
                <a:gd name="connsiteY32" fmla="*/ 4548597 h 4832133"/>
                <a:gd name="connsiteX33" fmla="*/ 1757842 w 2928934"/>
                <a:gd name="connsiteY33" fmla="*/ 4548597 h 4832133"/>
                <a:gd name="connsiteX34" fmla="*/ 1769865 w 2928934"/>
                <a:gd name="connsiteY34" fmla="*/ 4623085 h 4832133"/>
                <a:gd name="connsiteX35" fmla="*/ 1560655 w 2928934"/>
                <a:gd name="connsiteY35" fmla="*/ 4832133 h 4832133"/>
                <a:gd name="connsiteX36" fmla="*/ 1368279 w 2928934"/>
                <a:gd name="connsiteY36" fmla="*/ 4832133 h 4832133"/>
                <a:gd name="connsiteX37" fmla="*/ 1159069 w 2928934"/>
                <a:gd name="connsiteY37" fmla="*/ 4623085 h 4832133"/>
                <a:gd name="connsiteX38" fmla="*/ 1171093 w 2928934"/>
                <a:gd name="connsiteY38" fmla="*/ 4548597 h 4832133"/>
                <a:gd name="connsiteX39" fmla="*/ 1050857 w 2928934"/>
                <a:gd name="connsiteY39" fmla="*/ 4548597 h 4832133"/>
                <a:gd name="connsiteX40" fmla="*/ 841648 w 2928934"/>
                <a:gd name="connsiteY40" fmla="*/ 4339549 h 4832133"/>
                <a:gd name="connsiteX41" fmla="*/ 844053 w 2928934"/>
                <a:gd name="connsiteY41" fmla="*/ 4313117 h 4832133"/>
                <a:gd name="connsiteX42" fmla="*/ 872909 w 2928934"/>
                <a:gd name="connsiteY42" fmla="*/ 4224212 h 4832133"/>
                <a:gd name="connsiteX43" fmla="*/ 788744 w 2928934"/>
                <a:gd name="connsiteY43" fmla="*/ 4056012 h 4832133"/>
                <a:gd name="connsiteX44" fmla="*/ 791149 w 2928934"/>
                <a:gd name="connsiteY44" fmla="*/ 4022372 h 4832133"/>
                <a:gd name="connsiteX45" fmla="*/ 810387 w 2928934"/>
                <a:gd name="connsiteY45" fmla="*/ 3957495 h 4832133"/>
                <a:gd name="connsiteX46" fmla="*/ 644462 w 2928934"/>
                <a:gd name="connsiteY46" fmla="*/ 3652333 h 4832133"/>
                <a:gd name="connsiteX47" fmla="*/ 644462 w 2928934"/>
                <a:gd name="connsiteY47" fmla="*/ 3054024 h 4832133"/>
                <a:gd name="connsiteX48" fmla="*/ 437657 w 2928934"/>
                <a:gd name="connsiteY48" fmla="*/ 2640733 h 4832133"/>
                <a:gd name="connsiteX49" fmla="*/ 0 w 2928934"/>
                <a:gd name="connsiteY49" fmla="*/ 1465739 h 4832133"/>
                <a:gd name="connsiteX50" fmla="*/ 1464467 w 2928934"/>
                <a:gd name="connsiteY50" fmla="*/ 0 h 483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928934" h="4832133">
                  <a:moveTo>
                    <a:pt x="1366777" y="4537615"/>
                  </a:moveTo>
                  <a:cubicBezTo>
                    <a:pt x="1308164" y="4537615"/>
                    <a:pt x="1259319" y="4587009"/>
                    <a:pt x="1259319" y="4646282"/>
                  </a:cubicBezTo>
                  <a:cubicBezTo>
                    <a:pt x="1259319" y="4705555"/>
                    <a:pt x="1308164" y="4754949"/>
                    <a:pt x="1366777" y="4754949"/>
                  </a:cubicBezTo>
                  <a:cubicBezTo>
                    <a:pt x="1562155" y="4754949"/>
                    <a:pt x="1562155" y="4754949"/>
                    <a:pt x="1562155" y="4754949"/>
                  </a:cubicBezTo>
                  <a:cubicBezTo>
                    <a:pt x="1620769" y="4754949"/>
                    <a:pt x="1669613" y="4705555"/>
                    <a:pt x="1669613" y="4646282"/>
                  </a:cubicBezTo>
                  <a:cubicBezTo>
                    <a:pt x="1669613" y="4587009"/>
                    <a:pt x="1620769" y="4537615"/>
                    <a:pt x="1562155" y="4537615"/>
                  </a:cubicBezTo>
                  <a:cubicBezTo>
                    <a:pt x="1366777" y="4537615"/>
                    <a:pt x="1366777" y="4537615"/>
                    <a:pt x="1366777" y="4537615"/>
                  </a:cubicBezTo>
                  <a:close/>
                  <a:moveTo>
                    <a:pt x="1048793" y="4249190"/>
                  </a:moveTo>
                  <a:cubicBezTo>
                    <a:pt x="990792" y="4249190"/>
                    <a:pt x="942458" y="4298584"/>
                    <a:pt x="942458" y="4357857"/>
                  </a:cubicBezTo>
                  <a:cubicBezTo>
                    <a:pt x="942458" y="4417130"/>
                    <a:pt x="990792" y="4466524"/>
                    <a:pt x="1048793" y="4466524"/>
                  </a:cubicBezTo>
                  <a:cubicBezTo>
                    <a:pt x="1880140" y="4466524"/>
                    <a:pt x="1880140" y="4466524"/>
                    <a:pt x="1880140" y="4466524"/>
                  </a:cubicBezTo>
                  <a:cubicBezTo>
                    <a:pt x="1938141" y="4466524"/>
                    <a:pt x="1986475" y="4417130"/>
                    <a:pt x="1986475" y="4357857"/>
                  </a:cubicBezTo>
                  <a:cubicBezTo>
                    <a:pt x="1986475" y="4298584"/>
                    <a:pt x="1938141" y="4249190"/>
                    <a:pt x="1880140" y="4249190"/>
                  </a:cubicBezTo>
                  <a:cubicBezTo>
                    <a:pt x="1048793" y="4249190"/>
                    <a:pt x="1048793" y="4249190"/>
                    <a:pt x="1048793" y="4249190"/>
                  </a:cubicBezTo>
                  <a:close/>
                  <a:moveTo>
                    <a:pt x="996745" y="3964827"/>
                  </a:moveTo>
                  <a:cubicBezTo>
                    <a:pt x="938883" y="3964827"/>
                    <a:pt x="890664" y="4014452"/>
                    <a:pt x="890664" y="4074002"/>
                  </a:cubicBezTo>
                  <a:cubicBezTo>
                    <a:pt x="890664" y="4133552"/>
                    <a:pt x="938883" y="4183177"/>
                    <a:pt x="996745" y="4183177"/>
                  </a:cubicBezTo>
                  <a:cubicBezTo>
                    <a:pt x="1932189" y="4183177"/>
                    <a:pt x="1932189" y="4183177"/>
                    <a:pt x="1932189" y="4183177"/>
                  </a:cubicBezTo>
                  <a:cubicBezTo>
                    <a:pt x="1990051" y="4183177"/>
                    <a:pt x="2038270" y="4133552"/>
                    <a:pt x="2038270" y="4074002"/>
                  </a:cubicBezTo>
                  <a:cubicBezTo>
                    <a:pt x="2038270" y="4014452"/>
                    <a:pt x="1990051" y="3964827"/>
                    <a:pt x="1932189" y="3964827"/>
                  </a:cubicBezTo>
                  <a:cubicBezTo>
                    <a:pt x="996745" y="3964827"/>
                    <a:pt x="996745" y="3964827"/>
                    <a:pt x="996745" y="3964827"/>
                  </a:cubicBezTo>
                  <a:close/>
                  <a:moveTo>
                    <a:pt x="1464467" y="0"/>
                  </a:moveTo>
                  <a:cubicBezTo>
                    <a:pt x="2272449" y="0"/>
                    <a:pt x="2928934" y="658381"/>
                    <a:pt x="2928934" y="1465739"/>
                  </a:cubicBezTo>
                  <a:cubicBezTo>
                    <a:pt x="2928934" y="2054438"/>
                    <a:pt x="2676440" y="2393240"/>
                    <a:pt x="2491277" y="2640733"/>
                  </a:cubicBezTo>
                  <a:cubicBezTo>
                    <a:pt x="2371042" y="2801724"/>
                    <a:pt x="2284472" y="2919464"/>
                    <a:pt x="2284472" y="3054024"/>
                  </a:cubicBezTo>
                  <a:cubicBezTo>
                    <a:pt x="2284472" y="3054024"/>
                    <a:pt x="2284472" y="3054024"/>
                    <a:pt x="2284472" y="3652333"/>
                  </a:cubicBezTo>
                  <a:cubicBezTo>
                    <a:pt x="2284472" y="3798907"/>
                    <a:pt x="2217141" y="3916647"/>
                    <a:pt x="2118548" y="3957495"/>
                  </a:cubicBezTo>
                  <a:cubicBezTo>
                    <a:pt x="2128166" y="3979121"/>
                    <a:pt x="2135381" y="4000747"/>
                    <a:pt x="2137785" y="4022372"/>
                  </a:cubicBezTo>
                  <a:cubicBezTo>
                    <a:pt x="2140190" y="4034387"/>
                    <a:pt x="2140190" y="4043998"/>
                    <a:pt x="2140190" y="4056012"/>
                  </a:cubicBezTo>
                  <a:cubicBezTo>
                    <a:pt x="2140190" y="4125695"/>
                    <a:pt x="2106524" y="4185766"/>
                    <a:pt x="2056025" y="4224212"/>
                  </a:cubicBezTo>
                  <a:cubicBezTo>
                    <a:pt x="2070454" y="4250643"/>
                    <a:pt x="2082477" y="4281880"/>
                    <a:pt x="2084882" y="4313117"/>
                  </a:cubicBezTo>
                  <a:cubicBezTo>
                    <a:pt x="2087286" y="4322729"/>
                    <a:pt x="2087286" y="4329937"/>
                    <a:pt x="2087286" y="4339549"/>
                  </a:cubicBezTo>
                  <a:cubicBezTo>
                    <a:pt x="2087286" y="4454886"/>
                    <a:pt x="1993503" y="4548597"/>
                    <a:pt x="1878077" y="4548597"/>
                  </a:cubicBezTo>
                  <a:cubicBezTo>
                    <a:pt x="1878077" y="4548597"/>
                    <a:pt x="1878077" y="4548597"/>
                    <a:pt x="1757842" y="4548597"/>
                  </a:cubicBezTo>
                  <a:cubicBezTo>
                    <a:pt x="1765056" y="4572625"/>
                    <a:pt x="1769865" y="4596654"/>
                    <a:pt x="1769865" y="4623085"/>
                  </a:cubicBezTo>
                  <a:cubicBezTo>
                    <a:pt x="1769865" y="4738422"/>
                    <a:pt x="1676081" y="4832133"/>
                    <a:pt x="1560655" y="4832133"/>
                  </a:cubicBezTo>
                  <a:cubicBezTo>
                    <a:pt x="1560655" y="4832133"/>
                    <a:pt x="1560655" y="4832133"/>
                    <a:pt x="1368279" y="4832133"/>
                  </a:cubicBezTo>
                  <a:cubicBezTo>
                    <a:pt x="1252853" y="4832133"/>
                    <a:pt x="1159069" y="4738422"/>
                    <a:pt x="1159069" y="4623085"/>
                  </a:cubicBezTo>
                  <a:cubicBezTo>
                    <a:pt x="1159069" y="4596654"/>
                    <a:pt x="1163879" y="4572625"/>
                    <a:pt x="1171093" y="4548597"/>
                  </a:cubicBezTo>
                  <a:cubicBezTo>
                    <a:pt x="1171093" y="4548597"/>
                    <a:pt x="1171093" y="4548597"/>
                    <a:pt x="1050857" y="4548597"/>
                  </a:cubicBezTo>
                  <a:cubicBezTo>
                    <a:pt x="935432" y="4548597"/>
                    <a:pt x="841648" y="4454886"/>
                    <a:pt x="841648" y="4339549"/>
                  </a:cubicBezTo>
                  <a:cubicBezTo>
                    <a:pt x="841648" y="4329937"/>
                    <a:pt x="841648" y="4322729"/>
                    <a:pt x="844053" y="4313117"/>
                  </a:cubicBezTo>
                  <a:cubicBezTo>
                    <a:pt x="846457" y="4281880"/>
                    <a:pt x="858481" y="4250643"/>
                    <a:pt x="872909" y="4224212"/>
                  </a:cubicBezTo>
                  <a:cubicBezTo>
                    <a:pt x="822410" y="4185766"/>
                    <a:pt x="788744" y="4125695"/>
                    <a:pt x="788744" y="4056012"/>
                  </a:cubicBezTo>
                  <a:cubicBezTo>
                    <a:pt x="788744" y="4043998"/>
                    <a:pt x="788744" y="4034387"/>
                    <a:pt x="791149" y="4022372"/>
                  </a:cubicBezTo>
                  <a:cubicBezTo>
                    <a:pt x="793554" y="4000747"/>
                    <a:pt x="800768" y="3979121"/>
                    <a:pt x="810387" y="3957495"/>
                  </a:cubicBezTo>
                  <a:cubicBezTo>
                    <a:pt x="711794" y="3916647"/>
                    <a:pt x="644462" y="3798907"/>
                    <a:pt x="644462" y="3652333"/>
                  </a:cubicBezTo>
                  <a:cubicBezTo>
                    <a:pt x="644462" y="3652333"/>
                    <a:pt x="644462" y="3652333"/>
                    <a:pt x="644462" y="3054024"/>
                  </a:cubicBezTo>
                  <a:cubicBezTo>
                    <a:pt x="644462" y="2919464"/>
                    <a:pt x="557892" y="2804127"/>
                    <a:pt x="437657" y="2640733"/>
                  </a:cubicBezTo>
                  <a:cubicBezTo>
                    <a:pt x="252495" y="2393240"/>
                    <a:pt x="0" y="2054438"/>
                    <a:pt x="0" y="1465739"/>
                  </a:cubicBezTo>
                  <a:cubicBezTo>
                    <a:pt x="0" y="658381"/>
                    <a:pt x="656485" y="0"/>
                    <a:pt x="1464467" y="0"/>
                  </a:cubicBezTo>
                  <a:close/>
                </a:path>
              </a:pathLst>
            </a:custGeom>
            <a:gradFill>
              <a:gsLst>
                <a:gs pos="0">
                  <a:srgbClr val="E8E8E8"/>
                </a:gs>
                <a:gs pos="100000">
                  <a:srgbClr val="F9F9F9"/>
                </a:gs>
              </a:gsLst>
              <a:lin ang="2700000" scaled="1"/>
            </a:gradFill>
            <a:ln>
              <a:noFill/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19050" h="6350" prst="angle"/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prstClr val="black"/>
                </a:solidFill>
                <a:latin typeface="+mn-ea"/>
                <a:sym typeface="微软雅黑 Light" panose="020B0502040204020203" pitchFamily="34" charset="-122"/>
              </a:endParaRPr>
            </a:p>
          </p:txBody>
        </p:sp>
        <p:sp>
          <p:nvSpPr>
            <p:cNvPr id="18" name="Circle 3">
              <a:extLst>
                <a:ext uri="{FF2B5EF4-FFF2-40B4-BE49-F238E27FC236}">
                  <a16:creationId xmlns:a16="http://schemas.microsoft.com/office/drawing/2014/main" id="{6F87797A-3174-0F54-B5FD-247E12EE80C0}"/>
                </a:ext>
              </a:extLst>
            </p:cNvPr>
            <p:cNvSpPr/>
            <p:nvPr/>
          </p:nvSpPr>
          <p:spPr>
            <a:xfrm flipV="1">
              <a:off x="6585389" y="4099681"/>
              <a:ext cx="1716945" cy="1560391"/>
            </a:xfrm>
            <a:custGeom>
              <a:avLst/>
              <a:gdLst>
                <a:gd name="connsiteX0" fmla="*/ 978551 w 1957102"/>
                <a:gd name="connsiteY0" fmla="*/ 0 h 1778651"/>
                <a:gd name="connsiteX1" fmla="*/ 1957102 w 1957102"/>
                <a:gd name="connsiteY1" fmla="*/ 978551 h 1778651"/>
                <a:gd name="connsiteX2" fmla="*/ 1670491 w 1957102"/>
                <a:gd name="connsiteY2" fmla="*/ 1670491 h 1778651"/>
                <a:gd name="connsiteX3" fmla="*/ 1539401 w 1957102"/>
                <a:gd name="connsiteY3" fmla="*/ 1778651 h 1778651"/>
                <a:gd name="connsiteX4" fmla="*/ 417702 w 1957102"/>
                <a:gd name="connsiteY4" fmla="*/ 1778651 h 1778651"/>
                <a:gd name="connsiteX5" fmla="*/ 286611 w 1957102"/>
                <a:gd name="connsiteY5" fmla="*/ 1670491 h 1778651"/>
                <a:gd name="connsiteX6" fmla="*/ 0 w 1957102"/>
                <a:gd name="connsiteY6" fmla="*/ 978551 h 1778651"/>
                <a:gd name="connsiteX7" fmla="*/ 978551 w 1957102"/>
                <a:gd name="connsiteY7" fmla="*/ 0 h 177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102" h="1778651">
                  <a:moveTo>
                    <a:pt x="978551" y="0"/>
                  </a:moveTo>
                  <a:cubicBezTo>
                    <a:pt x="1518990" y="0"/>
                    <a:pt x="1957102" y="438112"/>
                    <a:pt x="1957102" y="978551"/>
                  </a:cubicBezTo>
                  <a:cubicBezTo>
                    <a:pt x="1957102" y="1248771"/>
                    <a:pt x="1847574" y="1493408"/>
                    <a:pt x="1670491" y="1670491"/>
                  </a:cubicBezTo>
                  <a:lnTo>
                    <a:pt x="1539401" y="1778651"/>
                  </a:lnTo>
                  <a:lnTo>
                    <a:pt x="417702" y="1778651"/>
                  </a:lnTo>
                  <a:lnTo>
                    <a:pt x="286611" y="1670491"/>
                  </a:lnTo>
                  <a:cubicBezTo>
                    <a:pt x="109528" y="1493408"/>
                    <a:pt x="0" y="1248771"/>
                    <a:pt x="0" y="978551"/>
                  </a:cubicBezTo>
                  <a:cubicBezTo>
                    <a:pt x="0" y="438112"/>
                    <a:pt x="438112" y="0"/>
                    <a:pt x="978551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18900000" scaled="0"/>
              </a:gradFill>
              <a:prstDash val="solid"/>
            </a:ln>
            <a:effectLst>
              <a:innerShdw blurRad="101600" dist="50800" dir="81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sp>
          <p:nvSpPr>
            <p:cNvPr id="19" name="Square 3">
              <a:extLst>
                <a:ext uri="{FF2B5EF4-FFF2-40B4-BE49-F238E27FC236}">
                  <a16:creationId xmlns:a16="http://schemas.microsoft.com/office/drawing/2014/main" id="{5DD6644E-955C-9883-A0B6-3CE5A70AD9FD}"/>
                </a:ext>
              </a:extLst>
            </p:cNvPr>
            <p:cNvSpPr/>
            <p:nvPr/>
          </p:nvSpPr>
          <p:spPr>
            <a:xfrm flipV="1">
              <a:off x="6999410" y="3333556"/>
              <a:ext cx="888903" cy="650952"/>
            </a:xfrm>
            <a:prstGeom prst="roundRect">
              <a:avLst>
                <a:gd name="adj" fmla="val 13617"/>
              </a:avLst>
            </a:pr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cxnSp>
          <p:nvCxnSpPr>
            <p:cNvPr id="20" name="Line 3">
              <a:extLst>
                <a:ext uri="{FF2B5EF4-FFF2-40B4-BE49-F238E27FC236}">
                  <a16:creationId xmlns:a16="http://schemas.microsoft.com/office/drawing/2014/main" id="{14AAB9D5-0C00-18C6-3433-42E40E0BFD4E}"/>
                </a:ext>
              </a:extLst>
            </p:cNvPr>
            <p:cNvCxnSpPr/>
            <p:nvPr/>
          </p:nvCxnSpPr>
          <p:spPr>
            <a:xfrm>
              <a:off x="7437570" y="1754171"/>
              <a:ext cx="0" cy="850404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76200" dist="50800" dir="2700000" algn="tl" rotWithShape="0">
                <a:prstClr val="black">
                  <a:alpha val="30000"/>
                </a:prstClr>
              </a:outerShdw>
            </a:effectLst>
          </p:spPr>
        </p:cxnSp>
        <p:sp>
          <p:nvSpPr>
            <p:cNvPr id="21" name="Small Circle 5">
              <a:extLst>
                <a:ext uri="{FF2B5EF4-FFF2-40B4-BE49-F238E27FC236}">
                  <a16:creationId xmlns:a16="http://schemas.microsoft.com/office/drawing/2014/main" id="{7BFAAEE4-BB1B-2837-4BFF-0EF287BF4D2D}"/>
                </a:ext>
              </a:extLst>
            </p:cNvPr>
            <p:cNvSpPr/>
            <p:nvPr/>
          </p:nvSpPr>
          <p:spPr>
            <a:xfrm>
              <a:off x="7383949" y="2571234"/>
              <a:ext cx="50095" cy="6667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sp>
          <p:nvSpPr>
            <p:cNvPr id="22" name="Small Circle 6">
              <a:extLst>
                <a:ext uri="{FF2B5EF4-FFF2-40B4-BE49-F238E27FC236}">
                  <a16:creationId xmlns:a16="http://schemas.microsoft.com/office/drawing/2014/main" id="{B4424016-154D-E3F8-0B2A-F3A8BCF3B2C0}"/>
                </a:ext>
              </a:extLst>
            </p:cNvPr>
            <p:cNvSpPr/>
            <p:nvPr/>
          </p:nvSpPr>
          <p:spPr>
            <a:xfrm>
              <a:off x="7434044" y="2571234"/>
              <a:ext cx="50095" cy="6667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pic>
          <p:nvPicPr>
            <p:cNvPr id="23" name="Shadow 3">
              <a:extLst>
                <a:ext uri="{FF2B5EF4-FFF2-40B4-BE49-F238E27FC236}">
                  <a16:creationId xmlns:a16="http://schemas.microsoft.com/office/drawing/2014/main" id="{B017FA88-FC1D-A083-99A4-E344E0E934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>
              <a:off x="6745501" y="1748894"/>
              <a:ext cx="1361845" cy="126694"/>
            </a:xfrm>
            <a:prstGeom prst="rect">
              <a:avLst/>
            </a:prstGeom>
          </p:spPr>
        </p:pic>
        <p:sp>
          <p:nvSpPr>
            <p:cNvPr id="24" name="4">
              <a:extLst>
                <a:ext uri="{FF2B5EF4-FFF2-40B4-BE49-F238E27FC236}">
                  <a16:creationId xmlns:a16="http://schemas.microsoft.com/office/drawing/2014/main" id="{E314973C-B82D-8276-7829-D63772D8399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077869" y="2590286"/>
              <a:ext cx="1930520" cy="3184957"/>
            </a:xfrm>
            <a:custGeom>
              <a:avLst/>
              <a:gdLst>
                <a:gd name="connsiteX0" fmla="*/ 1366777 w 2928934"/>
                <a:gd name="connsiteY0" fmla="*/ 4537615 h 4832133"/>
                <a:gd name="connsiteX1" fmla="*/ 1259319 w 2928934"/>
                <a:gd name="connsiteY1" fmla="*/ 4646282 h 4832133"/>
                <a:gd name="connsiteX2" fmla="*/ 1366777 w 2928934"/>
                <a:gd name="connsiteY2" fmla="*/ 4754949 h 4832133"/>
                <a:gd name="connsiteX3" fmla="*/ 1562155 w 2928934"/>
                <a:gd name="connsiteY3" fmla="*/ 4754949 h 4832133"/>
                <a:gd name="connsiteX4" fmla="*/ 1669613 w 2928934"/>
                <a:gd name="connsiteY4" fmla="*/ 4646282 h 4832133"/>
                <a:gd name="connsiteX5" fmla="*/ 1562155 w 2928934"/>
                <a:gd name="connsiteY5" fmla="*/ 4537615 h 4832133"/>
                <a:gd name="connsiteX6" fmla="*/ 1366777 w 2928934"/>
                <a:gd name="connsiteY6" fmla="*/ 4537615 h 4832133"/>
                <a:gd name="connsiteX7" fmla="*/ 1048793 w 2928934"/>
                <a:gd name="connsiteY7" fmla="*/ 4249190 h 4832133"/>
                <a:gd name="connsiteX8" fmla="*/ 942458 w 2928934"/>
                <a:gd name="connsiteY8" fmla="*/ 4357857 h 4832133"/>
                <a:gd name="connsiteX9" fmla="*/ 1048793 w 2928934"/>
                <a:gd name="connsiteY9" fmla="*/ 4466524 h 4832133"/>
                <a:gd name="connsiteX10" fmla="*/ 1880140 w 2928934"/>
                <a:gd name="connsiteY10" fmla="*/ 4466524 h 4832133"/>
                <a:gd name="connsiteX11" fmla="*/ 1986475 w 2928934"/>
                <a:gd name="connsiteY11" fmla="*/ 4357857 h 4832133"/>
                <a:gd name="connsiteX12" fmla="*/ 1880140 w 2928934"/>
                <a:gd name="connsiteY12" fmla="*/ 4249190 h 4832133"/>
                <a:gd name="connsiteX13" fmla="*/ 1048793 w 2928934"/>
                <a:gd name="connsiteY13" fmla="*/ 4249190 h 4832133"/>
                <a:gd name="connsiteX14" fmla="*/ 996745 w 2928934"/>
                <a:gd name="connsiteY14" fmla="*/ 3964827 h 4832133"/>
                <a:gd name="connsiteX15" fmla="*/ 890664 w 2928934"/>
                <a:gd name="connsiteY15" fmla="*/ 4074002 h 4832133"/>
                <a:gd name="connsiteX16" fmla="*/ 996745 w 2928934"/>
                <a:gd name="connsiteY16" fmla="*/ 4183177 h 4832133"/>
                <a:gd name="connsiteX17" fmla="*/ 1932189 w 2928934"/>
                <a:gd name="connsiteY17" fmla="*/ 4183177 h 4832133"/>
                <a:gd name="connsiteX18" fmla="*/ 2038270 w 2928934"/>
                <a:gd name="connsiteY18" fmla="*/ 4074002 h 4832133"/>
                <a:gd name="connsiteX19" fmla="*/ 1932189 w 2928934"/>
                <a:gd name="connsiteY19" fmla="*/ 3964827 h 4832133"/>
                <a:gd name="connsiteX20" fmla="*/ 996745 w 2928934"/>
                <a:gd name="connsiteY20" fmla="*/ 3964827 h 4832133"/>
                <a:gd name="connsiteX21" fmla="*/ 1464467 w 2928934"/>
                <a:gd name="connsiteY21" fmla="*/ 0 h 4832133"/>
                <a:gd name="connsiteX22" fmla="*/ 2928934 w 2928934"/>
                <a:gd name="connsiteY22" fmla="*/ 1465739 h 4832133"/>
                <a:gd name="connsiteX23" fmla="*/ 2491277 w 2928934"/>
                <a:gd name="connsiteY23" fmla="*/ 2640733 h 4832133"/>
                <a:gd name="connsiteX24" fmla="*/ 2284472 w 2928934"/>
                <a:gd name="connsiteY24" fmla="*/ 3054024 h 4832133"/>
                <a:gd name="connsiteX25" fmla="*/ 2284472 w 2928934"/>
                <a:gd name="connsiteY25" fmla="*/ 3652333 h 4832133"/>
                <a:gd name="connsiteX26" fmla="*/ 2118548 w 2928934"/>
                <a:gd name="connsiteY26" fmla="*/ 3957495 h 4832133"/>
                <a:gd name="connsiteX27" fmla="*/ 2137785 w 2928934"/>
                <a:gd name="connsiteY27" fmla="*/ 4022372 h 4832133"/>
                <a:gd name="connsiteX28" fmla="*/ 2140190 w 2928934"/>
                <a:gd name="connsiteY28" fmla="*/ 4056012 h 4832133"/>
                <a:gd name="connsiteX29" fmla="*/ 2056025 w 2928934"/>
                <a:gd name="connsiteY29" fmla="*/ 4224212 h 4832133"/>
                <a:gd name="connsiteX30" fmla="*/ 2084882 w 2928934"/>
                <a:gd name="connsiteY30" fmla="*/ 4313117 h 4832133"/>
                <a:gd name="connsiteX31" fmla="*/ 2087286 w 2928934"/>
                <a:gd name="connsiteY31" fmla="*/ 4339549 h 4832133"/>
                <a:gd name="connsiteX32" fmla="*/ 1878077 w 2928934"/>
                <a:gd name="connsiteY32" fmla="*/ 4548597 h 4832133"/>
                <a:gd name="connsiteX33" fmla="*/ 1757842 w 2928934"/>
                <a:gd name="connsiteY33" fmla="*/ 4548597 h 4832133"/>
                <a:gd name="connsiteX34" fmla="*/ 1769865 w 2928934"/>
                <a:gd name="connsiteY34" fmla="*/ 4623085 h 4832133"/>
                <a:gd name="connsiteX35" fmla="*/ 1560655 w 2928934"/>
                <a:gd name="connsiteY35" fmla="*/ 4832133 h 4832133"/>
                <a:gd name="connsiteX36" fmla="*/ 1368279 w 2928934"/>
                <a:gd name="connsiteY36" fmla="*/ 4832133 h 4832133"/>
                <a:gd name="connsiteX37" fmla="*/ 1159069 w 2928934"/>
                <a:gd name="connsiteY37" fmla="*/ 4623085 h 4832133"/>
                <a:gd name="connsiteX38" fmla="*/ 1171093 w 2928934"/>
                <a:gd name="connsiteY38" fmla="*/ 4548597 h 4832133"/>
                <a:gd name="connsiteX39" fmla="*/ 1050857 w 2928934"/>
                <a:gd name="connsiteY39" fmla="*/ 4548597 h 4832133"/>
                <a:gd name="connsiteX40" fmla="*/ 841648 w 2928934"/>
                <a:gd name="connsiteY40" fmla="*/ 4339549 h 4832133"/>
                <a:gd name="connsiteX41" fmla="*/ 844053 w 2928934"/>
                <a:gd name="connsiteY41" fmla="*/ 4313117 h 4832133"/>
                <a:gd name="connsiteX42" fmla="*/ 872909 w 2928934"/>
                <a:gd name="connsiteY42" fmla="*/ 4224212 h 4832133"/>
                <a:gd name="connsiteX43" fmla="*/ 788744 w 2928934"/>
                <a:gd name="connsiteY43" fmla="*/ 4056012 h 4832133"/>
                <a:gd name="connsiteX44" fmla="*/ 791149 w 2928934"/>
                <a:gd name="connsiteY44" fmla="*/ 4022372 h 4832133"/>
                <a:gd name="connsiteX45" fmla="*/ 810387 w 2928934"/>
                <a:gd name="connsiteY45" fmla="*/ 3957495 h 4832133"/>
                <a:gd name="connsiteX46" fmla="*/ 644462 w 2928934"/>
                <a:gd name="connsiteY46" fmla="*/ 3652333 h 4832133"/>
                <a:gd name="connsiteX47" fmla="*/ 644462 w 2928934"/>
                <a:gd name="connsiteY47" fmla="*/ 3054024 h 4832133"/>
                <a:gd name="connsiteX48" fmla="*/ 437657 w 2928934"/>
                <a:gd name="connsiteY48" fmla="*/ 2640733 h 4832133"/>
                <a:gd name="connsiteX49" fmla="*/ 0 w 2928934"/>
                <a:gd name="connsiteY49" fmla="*/ 1465739 h 4832133"/>
                <a:gd name="connsiteX50" fmla="*/ 1464467 w 2928934"/>
                <a:gd name="connsiteY50" fmla="*/ 0 h 483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928934" h="4832133">
                  <a:moveTo>
                    <a:pt x="1366777" y="4537615"/>
                  </a:moveTo>
                  <a:cubicBezTo>
                    <a:pt x="1308164" y="4537615"/>
                    <a:pt x="1259319" y="4587009"/>
                    <a:pt x="1259319" y="4646282"/>
                  </a:cubicBezTo>
                  <a:cubicBezTo>
                    <a:pt x="1259319" y="4705555"/>
                    <a:pt x="1308164" y="4754949"/>
                    <a:pt x="1366777" y="4754949"/>
                  </a:cubicBezTo>
                  <a:cubicBezTo>
                    <a:pt x="1562155" y="4754949"/>
                    <a:pt x="1562155" y="4754949"/>
                    <a:pt x="1562155" y="4754949"/>
                  </a:cubicBezTo>
                  <a:cubicBezTo>
                    <a:pt x="1620769" y="4754949"/>
                    <a:pt x="1669613" y="4705555"/>
                    <a:pt x="1669613" y="4646282"/>
                  </a:cubicBezTo>
                  <a:cubicBezTo>
                    <a:pt x="1669613" y="4587009"/>
                    <a:pt x="1620769" y="4537615"/>
                    <a:pt x="1562155" y="4537615"/>
                  </a:cubicBezTo>
                  <a:cubicBezTo>
                    <a:pt x="1366777" y="4537615"/>
                    <a:pt x="1366777" y="4537615"/>
                    <a:pt x="1366777" y="4537615"/>
                  </a:cubicBezTo>
                  <a:close/>
                  <a:moveTo>
                    <a:pt x="1048793" y="4249190"/>
                  </a:moveTo>
                  <a:cubicBezTo>
                    <a:pt x="990792" y="4249190"/>
                    <a:pt x="942458" y="4298584"/>
                    <a:pt x="942458" y="4357857"/>
                  </a:cubicBezTo>
                  <a:cubicBezTo>
                    <a:pt x="942458" y="4417130"/>
                    <a:pt x="990792" y="4466524"/>
                    <a:pt x="1048793" y="4466524"/>
                  </a:cubicBezTo>
                  <a:cubicBezTo>
                    <a:pt x="1880140" y="4466524"/>
                    <a:pt x="1880140" y="4466524"/>
                    <a:pt x="1880140" y="4466524"/>
                  </a:cubicBezTo>
                  <a:cubicBezTo>
                    <a:pt x="1938141" y="4466524"/>
                    <a:pt x="1986475" y="4417130"/>
                    <a:pt x="1986475" y="4357857"/>
                  </a:cubicBezTo>
                  <a:cubicBezTo>
                    <a:pt x="1986475" y="4298584"/>
                    <a:pt x="1938141" y="4249190"/>
                    <a:pt x="1880140" y="4249190"/>
                  </a:cubicBezTo>
                  <a:cubicBezTo>
                    <a:pt x="1048793" y="4249190"/>
                    <a:pt x="1048793" y="4249190"/>
                    <a:pt x="1048793" y="4249190"/>
                  </a:cubicBezTo>
                  <a:close/>
                  <a:moveTo>
                    <a:pt x="996745" y="3964827"/>
                  </a:moveTo>
                  <a:cubicBezTo>
                    <a:pt x="938883" y="3964827"/>
                    <a:pt x="890664" y="4014452"/>
                    <a:pt x="890664" y="4074002"/>
                  </a:cubicBezTo>
                  <a:cubicBezTo>
                    <a:pt x="890664" y="4133552"/>
                    <a:pt x="938883" y="4183177"/>
                    <a:pt x="996745" y="4183177"/>
                  </a:cubicBezTo>
                  <a:cubicBezTo>
                    <a:pt x="1932189" y="4183177"/>
                    <a:pt x="1932189" y="4183177"/>
                    <a:pt x="1932189" y="4183177"/>
                  </a:cubicBezTo>
                  <a:cubicBezTo>
                    <a:pt x="1990051" y="4183177"/>
                    <a:pt x="2038270" y="4133552"/>
                    <a:pt x="2038270" y="4074002"/>
                  </a:cubicBezTo>
                  <a:cubicBezTo>
                    <a:pt x="2038270" y="4014452"/>
                    <a:pt x="1990051" y="3964827"/>
                    <a:pt x="1932189" y="3964827"/>
                  </a:cubicBezTo>
                  <a:cubicBezTo>
                    <a:pt x="996745" y="3964827"/>
                    <a:pt x="996745" y="3964827"/>
                    <a:pt x="996745" y="3964827"/>
                  </a:cubicBezTo>
                  <a:close/>
                  <a:moveTo>
                    <a:pt x="1464467" y="0"/>
                  </a:moveTo>
                  <a:cubicBezTo>
                    <a:pt x="2272449" y="0"/>
                    <a:pt x="2928934" y="658381"/>
                    <a:pt x="2928934" y="1465739"/>
                  </a:cubicBezTo>
                  <a:cubicBezTo>
                    <a:pt x="2928934" y="2054438"/>
                    <a:pt x="2676440" y="2393240"/>
                    <a:pt x="2491277" y="2640733"/>
                  </a:cubicBezTo>
                  <a:cubicBezTo>
                    <a:pt x="2371042" y="2801724"/>
                    <a:pt x="2284472" y="2919464"/>
                    <a:pt x="2284472" y="3054024"/>
                  </a:cubicBezTo>
                  <a:cubicBezTo>
                    <a:pt x="2284472" y="3054024"/>
                    <a:pt x="2284472" y="3054024"/>
                    <a:pt x="2284472" y="3652333"/>
                  </a:cubicBezTo>
                  <a:cubicBezTo>
                    <a:pt x="2284472" y="3798907"/>
                    <a:pt x="2217141" y="3916647"/>
                    <a:pt x="2118548" y="3957495"/>
                  </a:cubicBezTo>
                  <a:cubicBezTo>
                    <a:pt x="2128166" y="3979121"/>
                    <a:pt x="2135381" y="4000747"/>
                    <a:pt x="2137785" y="4022372"/>
                  </a:cubicBezTo>
                  <a:cubicBezTo>
                    <a:pt x="2140190" y="4034387"/>
                    <a:pt x="2140190" y="4043998"/>
                    <a:pt x="2140190" y="4056012"/>
                  </a:cubicBezTo>
                  <a:cubicBezTo>
                    <a:pt x="2140190" y="4125695"/>
                    <a:pt x="2106524" y="4185766"/>
                    <a:pt x="2056025" y="4224212"/>
                  </a:cubicBezTo>
                  <a:cubicBezTo>
                    <a:pt x="2070454" y="4250643"/>
                    <a:pt x="2082477" y="4281880"/>
                    <a:pt x="2084882" y="4313117"/>
                  </a:cubicBezTo>
                  <a:cubicBezTo>
                    <a:pt x="2087286" y="4322729"/>
                    <a:pt x="2087286" y="4329937"/>
                    <a:pt x="2087286" y="4339549"/>
                  </a:cubicBezTo>
                  <a:cubicBezTo>
                    <a:pt x="2087286" y="4454886"/>
                    <a:pt x="1993503" y="4548597"/>
                    <a:pt x="1878077" y="4548597"/>
                  </a:cubicBezTo>
                  <a:cubicBezTo>
                    <a:pt x="1878077" y="4548597"/>
                    <a:pt x="1878077" y="4548597"/>
                    <a:pt x="1757842" y="4548597"/>
                  </a:cubicBezTo>
                  <a:cubicBezTo>
                    <a:pt x="1765056" y="4572625"/>
                    <a:pt x="1769865" y="4596654"/>
                    <a:pt x="1769865" y="4623085"/>
                  </a:cubicBezTo>
                  <a:cubicBezTo>
                    <a:pt x="1769865" y="4738422"/>
                    <a:pt x="1676081" y="4832133"/>
                    <a:pt x="1560655" y="4832133"/>
                  </a:cubicBezTo>
                  <a:cubicBezTo>
                    <a:pt x="1560655" y="4832133"/>
                    <a:pt x="1560655" y="4832133"/>
                    <a:pt x="1368279" y="4832133"/>
                  </a:cubicBezTo>
                  <a:cubicBezTo>
                    <a:pt x="1252853" y="4832133"/>
                    <a:pt x="1159069" y="4738422"/>
                    <a:pt x="1159069" y="4623085"/>
                  </a:cubicBezTo>
                  <a:cubicBezTo>
                    <a:pt x="1159069" y="4596654"/>
                    <a:pt x="1163879" y="4572625"/>
                    <a:pt x="1171093" y="4548597"/>
                  </a:cubicBezTo>
                  <a:cubicBezTo>
                    <a:pt x="1171093" y="4548597"/>
                    <a:pt x="1171093" y="4548597"/>
                    <a:pt x="1050857" y="4548597"/>
                  </a:cubicBezTo>
                  <a:cubicBezTo>
                    <a:pt x="935432" y="4548597"/>
                    <a:pt x="841648" y="4454886"/>
                    <a:pt x="841648" y="4339549"/>
                  </a:cubicBezTo>
                  <a:cubicBezTo>
                    <a:pt x="841648" y="4329937"/>
                    <a:pt x="841648" y="4322729"/>
                    <a:pt x="844053" y="4313117"/>
                  </a:cubicBezTo>
                  <a:cubicBezTo>
                    <a:pt x="846457" y="4281880"/>
                    <a:pt x="858481" y="4250643"/>
                    <a:pt x="872909" y="4224212"/>
                  </a:cubicBezTo>
                  <a:cubicBezTo>
                    <a:pt x="822410" y="4185766"/>
                    <a:pt x="788744" y="4125695"/>
                    <a:pt x="788744" y="4056012"/>
                  </a:cubicBezTo>
                  <a:cubicBezTo>
                    <a:pt x="788744" y="4043998"/>
                    <a:pt x="788744" y="4034387"/>
                    <a:pt x="791149" y="4022372"/>
                  </a:cubicBezTo>
                  <a:cubicBezTo>
                    <a:pt x="793554" y="4000747"/>
                    <a:pt x="800768" y="3979121"/>
                    <a:pt x="810387" y="3957495"/>
                  </a:cubicBezTo>
                  <a:cubicBezTo>
                    <a:pt x="711794" y="3916647"/>
                    <a:pt x="644462" y="3798907"/>
                    <a:pt x="644462" y="3652333"/>
                  </a:cubicBezTo>
                  <a:cubicBezTo>
                    <a:pt x="644462" y="3652333"/>
                    <a:pt x="644462" y="3652333"/>
                    <a:pt x="644462" y="3054024"/>
                  </a:cubicBezTo>
                  <a:cubicBezTo>
                    <a:pt x="644462" y="2919464"/>
                    <a:pt x="557892" y="2804127"/>
                    <a:pt x="437657" y="2640733"/>
                  </a:cubicBezTo>
                  <a:cubicBezTo>
                    <a:pt x="252495" y="2393240"/>
                    <a:pt x="0" y="2054438"/>
                    <a:pt x="0" y="1465739"/>
                  </a:cubicBezTo>
                  <a:cubicBezTo>
                    <a:pt x="0" y="658381"/>
                    <a:pt x="656485" y="0"/>
                    <a:pt x="1464467" y="0"/>
                  </a:cubicBezTo>
                  <a:close/>
                </a:path>
              </a:pathLst>
            </a:custGeom>
            <a:gradFill>
              <a:gsLst>
                <a:gs pos="0">
                  <a:srgbClr val="E8E8E8"/>
                </a:gs>
                <a:gs pos="100000">
                  <a:srgbClr val="F9F9F9"/>
                </a:gs>
              </a:gsLst>
              <a:lin ang="2700000" scaled="1"/>
            </a:gradFill>
            <a:ln>
              <a:noFill/>
            </a:ln>
            <a:effectLst>
              <a:outerShdw blurRad="165100" dist="76200" dir="27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19050" h="6350" prst="angle"/>
            </a:sp3d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prstClr val="black"/>
                </a:solidFill>
                <a:latin typeface="+mn-ea"/>
                <a:sym typeface="微软雅黑 Light" panose="020B0502040204020203" pitchFamily="34" charset="-122"/>
              </a:endParaRPr>
            </a:p>
          </p:txBody>
        </p:sp>
        <p:sp>
          <p:nvSpPr>
            <p:cNvPr id="25" name="Circle 4">
              <a:extLst>
                <a:ext uri="{FF2B5EF4-FFF2-40B4-BE49-F238E27FC236}">
                  <a16:creationId xmlns:a16="http://schemas.microsoft.com/office/drawing/2014/main" id="{C8C32BA9-FEC6-DA22-2215-313A6B90DCC9}"/>
                </a:ext>
              </a:extLst>
            </p:cNvPr>
            <p:cNvSpPr/>
            <p:nvPr/>
          </p:nvSpPr>
          <p:spPr>
            <a:xfrm flipV="1">
              <a:off x="9184656" y="4099681"/>
              <a:ext cx="1716945" cy="1560391"/>
            </a:xfrm>
            <a:custGeom>
              <a:avLst/>
              <a:gdLst>
                <a:gd name="connsiteX0" fmla="*/ 978551 w 1957102"/>
                <a:gd name="connsiteY0" fmla="*/ 0 h 1778651"/>
                <a:gd name="connsiteX1" fmla="*/ 1957102 w 1957102"/>
                <a:gd name="connsiteY1" fmla="*/ 978551 h 1778651"/>
                <a:gd name="connsiteX2" fmla="*/ 1670491 w 1957102"/>
                <a:gd name="connsiteY2" fmla="*/ 1670491 h 1778651"/>
                <a:gd name="connsiteX3" fmla="*/ 1539401 w 1957102"/>
                <a:gd name="connsiteY3" fmla="*/ 1778651 h 1778651"/>
                <a:gd name="connsiteX4" fmla="*/ 417702 w 1957102"/>
                <a:gd name="connsiteY4" fmla="*/ 1778651 h 1778651"/>
                <a:gd name="connsiteX5" fmla="*/ 286611 w 1957102"/>
                <a:gd name="connsiteY5" fmla="*/ 1670491 h 1778651"/>
                <a:gd name="connsiteX6" fmla="*/ 0 w 1957102"/>
                <a:gd name="connsiteY6" fmla="*/ 978551 h 1778651"/>
                <a:gd name="connsiteX7" fmla="*/ 978551 w 1957102"/>
                <a:gd name="connsiteY7" fmla="*/ 0 h 177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57102" h="1778651">
                  <a:moveTo>
                    <a:pt x="978551" y="0"/>
                  </a:moveTo>
                  <a:cubicBezTo>
                    <a:pt x="1518990" y="0"/>
                    <a:pt x="1957102" y="438112"/>
                    <a:pt x="1957102" y="978551"/>
                  </a:cubicBezTo>
                  <a:cubicBezTo>
                    <a:pt x="1957102" y="1248771"/>
                    <a:pt x="1847574" y="1493408"/>
                    <a:pt x="1670491" y="1670491"/>
                  </a:cubicBezTo>
                  <a:lnTo>
                    <a:pt x="1539401" y="1778651"/>
                  </a:lnTo>
                  <a:lnTo>
                    <a:pt x="417702" y="1778651"/>
                  </a:lnTo>
                  <a:lnTo>
                    <a:pt x="286611" y="1670491"/>
                  </a:lnTo>
                  <a:cubicBezTo>
                    <a:pt x="109528" y="1493408"/>
                    <a:pt x="0" y="1248771"/>
                    <a:pt x="0" y="978551"/>
                  </a:cubicBezTo>
                  <a:cubicBezTo>
                    <a:pt x="0" y="438112"/>
                    <a:pt x="438112" y="0"/>
                    <a:pt x="978551" y="0"/>
                  </a:cubicBezTo>
                  <a:close/>
                </a:path>
              </a:pathLst>
            </a:custGeom>
            <a:solidFill>
              <a:schemeClr val="accent4"/>
            </a:solidFill>
            <a:ln w="19050" cap="flat" cmpd="sng" algn="ctr">
              <a:gradFill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18900000" scaled="0"/>
              </a:gradFill>
              <a:prstDash val="solid"/>
            </a:ln>
            <a:effectLst>
              <a:innerShdw blurRad="101600" dist="50800" dir="81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sp>
          <p:nvSpPr>
            <p:cNvPr id="26" name="Square 4">
              <a:extLst>
                <a:ext uri="{FF2B5EF4-FFF2-40B4-BE49-F238E27FC236}">
                  <a16:creationId xmlns:a16="http://schemas.microsoft.com/office/drawing/2014/main" id="{804B2FB1-AC45-0748-D445-1857F3245AD4}"/>
                </a:ext>
              </a:extLst>
            </p:cNvPr>
            <p:cNvSpPr/>
            <p:nvPr/>
          </p:nvSpPr>
          <p:spPr>
            <a:xfrm flipV="1">
              <a:off x="9598677" y="3333556"/>
              <a:ext cx="888903" cy="650952"/>
            </a:xfrm>
            <a:prstGeom prst="roundRect">
              <a:avLst>
                <a:gd name="adj" fmla="val 13617"/>
              </a:avLst>
            </a:prstGeom>
            <a:solidFill>
              <a:schemeClr val="accent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cxnSp>
          <p:nvCxnSpPr>
            <p:cNvPr id="27" name="Line 4">
              <a:extLst>
                <a:ext uri="{FF2B5EF4-FFF2-40B4-BE49-F238E27FC236}">
                  <a16:creationId xmlns:a16="http://schemas.microsoft.com/office/drawing/2014/main" id="{11F1278B-D217-A7C3-E92E-0B2D865C268E}"/>
                </a:ext>
              </a:extLst>
            </p:cNvPr>
            <p:cNvCxnSpPr/>
            <p:nvPr/>
          </p:nvCxnSpPr>
          <p:spPr>
            <a:xfrm>
              <a:off x="10036837" y="1754171"/>
              <a:ext cx="0" cy="850404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>
              <a:outerShdw blurRad="76200" dist="50800" dir="2700000" algn="tl" rotWithShape="0">
                <a:prstClr val="black">
                  <a:alpha val="30000"/>
                </a:prstClr>
              </a:outerShdw>
            </a:effectLst>
          </p:spPr>
        </p:cxnSp>
        <p:sp>
          <p:nvSpPr>
            <p:cNvPr id="28" name="Small Circle 7">
              <a:extLst>
                <a:ext uri="{FF2B5EF4-FFF2-40B4-BE49-F238E27FC236}">
                  <a16:creationId xmlns:a16="http://schemas.microsoft.com/office/drawing/2014/main" id="{973A7CCD-7FFF-173F-54B8-AA2A27B2CCE8}"/>
                </a:ext>
              </a:extLst>
            </p:cNvPr>
            <p:cNvSpPr/>
            <p:nvPr/>
          </p:nvSpPr>
          <p:spPr>
            <a:xfrm>
              <a:off x="9983216" y="2571234"/>
              <a:ext cx="50095" cy="6667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sp>
          <p:nvSpPr>
            <p:cNvPr id="29" name="Small Circle 8">
              <a:extLst>
                <a:ext uri="{FF2B5EF4-FFF2-40B4-BE49-F238E27FC236}">
                  <a16:creationId xmlns:a16="http://schemas.microsoft.com/office/drawing/2014/main" id="{71BB20B3-B7F0-4F22-D719-241E68E19012}"/>
                </a:ext>
              </a:extLst>
            </p:cNvPr>
            <p:cNvSpPr/>
            <p:nvPr/>
          </p:nvSpPr>
          <p:spPr>
            <a:xfrm>
              <a:off x="10033311" y="2571234"/>
              <a:ext cx="50095" cy="6667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>
                  <a:lumMod val="6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  <a:sym typeface="微软雅黑 Light" panose="020B0502040204020203" pitchFamily="34" charset="-122"/>
              </a:endParaRPr>
            </a:p>
          </p:txBody>
        </p:sp>
        <p:pic>
          <p:nvPicPr>
            <p:cNvPr id="30" name="Shadow4">
              <a:extLst>
                <a:ext uri="{FF2B5EF4-FFF2-40B4-BE49-F238E27FC236}">
                  <a16:creationId xmlns:a16="http://schemas.microsoft.com/office/drawing/2014/main" id="{E76B32E0-9137-F62E-70C5-A7570C997F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/>
          </p:blipFill>
          <p:spPr>
            <a:xfrm>
              <a:off x="9344768" y="1748894"/>
              <a:ext cx="1361845" cy="126694"/>
            </a:xfrm>
            <a:prstGeom prst="rect">
              <a:avLst/>
            </a:prstGeom>
          </p:spPr>
        </p:pic>
        <p:pic>
          <p:nvPicPr>
            <p:cNvPr id="55" name="Picture 2" descr="Summary Icon #427383 - Free Icons Library">
              <a:extLst>
                <a:ext uri="{FF2B5EF4-FFF2-40B4-BE49-F238E27FC236}">
                  <a16:creationId xmlns:a16="http://schemas.microsoft.com/office/drawing/2014/main" id="{278907B3-6F81-80B1-52C0-E69141399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3964" y="3461778"/>
              <a:ext cx="402728" cy="394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C5D5D3E5-CA44-0402-5A4C-9061591810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4760" y="3409197"/>
              <a:ext cx="499670" cy="4996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0DC04279-0D74-257C-CBA1-BB434E6DDA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9398" y="3474569"/>
              <a:ext cx="368926" cy="368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8" descr="Finance - Free business and finance icons">
              <a:extLst>
                <a:ext uri="{FF2B5EF4-FFF2-40B4-BE49-F238E27FC236}">
                  <a16:creationId xmlns:a16="http://schemas.microsoft.com/office/drawing/2014/main" id="{9477A171-BEF5-0828-D036-1AAE10FFB0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56043" y="3471947"/>
              <a:ext cx="374170" cy="374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775E8FA-1543-9071-22BB-C8168F6CEA25}"/>
                </a:ext>
              </a:extLst>
            </p:cNvPr>
            <p:cNvSpPr txBox="1"/>
            <p:nvPr/>
          </p:nvSpPr>
          <p:spPr>
            <a:xfrm>
              <a:off x="1503852" y="4369827"/>
              <a:ext cx="1482954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Executive Summary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bg1"/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E2D5BE0-631F-80AC-0B9D-D157E7CDD39C}"/>
                </a:ext>
              </a:extLst>
            </p:cNvPr>
            <p:cNvSpPr txBox="1"/>
            <p:nvPr/>
          </p:nvSpPr>
          <p:spPr>
            <a:xfrm>
              <a:off x="4103119" y="4369827"/>
              <a:ext cx="1482954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bg1"/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074C5B4-0599-35F1-D062-C61D48F47923}"/>
                </a:ext>
              </a:extLst>
            </p:cNvPr>
            <p:cNvSpPr txBox="1"/>
            <p:nvPr/>
          </p:nvSpPr>
          <p:spPr>
            <a:xfrm>
              <a:off x="6702384" y="4369827"/>
              <a:ext cx="1482954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bg1"/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10EE00A-FEF0-3E21-1706-65E4C3431949}"/>
                </a:ext>
              </a:extLst>
            </p:cNvPr>
            <p:cNvSpPr txBox="1"/>
            <p:nvPr/>
          </p:nvSpPr>
          <p:spPr>
            <a:xfrm>
              <a:off x="9301652" y="4369827"/>
              <a:ext cx="1482954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bg1"/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bg1"/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bg1"/>
                  </a:solidFill>
                  <a:latin typeface="Lora" pitchFamily="2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73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56CF10D8-00DD-CC01-D528-F8A08AD06AB5}"/>
              </a:ext>
            </a:extLst>
          </p:cNvPr>
          <p:cNvGrpSpPr/>
          <p:nvPr/>
        </p:nvGrpSpPr>
        <p:grpSpPr>
          <a:xfrm>
            <a:off x="1288770" y="2392052"/>
            <a:ext cx="9614459" cy="3044296"/>
            <a:chOff x="1288770" y="2392052"/>
            <a:chExt cx="9614459" cy="3044296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68F207-C780-3BA5-FDEF-99F125DFECAB}"/>
                </a:ext>
              </a:extLst>
            </p:cNvPr>
            <p:cNvGrpSpPr/>
            <p:nvPr/>
          </p:nvGrpSpPr>
          <p:grpSpPr>
            <a:xfrm>
              <a:off x="1288770" y="2392052"/>
              <a:ext cx="1841164" cy="3044296"/>
              <a:chOff x="1288770" y="2392052"/>
              <a:chExt cx="1841164" cy="3044296"/>
            </a:xfrm>
          </p:grpSpPr>
          <p:sp>
            <p:nvSpPr>
              <p:cNvPr id="66" name="1">
                <a:extLst>
                  <a:ext uri="{FF2B5EF4-FFF2-40B4-BE49-F238E27FC236}">
                    <a16:creationId xmlns:a16="http://schemas.microsoft.com/office/drawing/2014/main" id="{16FB4096-3E24-02B2-E57D-CC0A779EEEFB}"/>
                  </a:ext>
                </a:extLst>
              </p:cNvPr>
              <p:cNvSpPr/>
              <p:nvPr/>
            </p:nvSpPr>
            <p:spPr>
              <a:xfrm rot="5400000">
                <a:off x="1174989" y="2683913"/>
                <a:ext cx="2068728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6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7" name="2">
                <a:extLst>
                  <a:ext uri="{FF2B5EF4-FFF2-40B4-BE49-F238E27FC236}">
                    <a16:creationId xmlns:a16="http://schemas.microsoft.com/office/drawing/2014/main" id="{637C5A8E-0A55-3FCC-2704-47232256F260}"/>
                  </a:ext>
                </a:extLst>
              </p:cNvPr>
              <p:cNvSpPr/>
              <p:nvPr/>
            </p:nvSpPr>
            <p:spPr>
              <a:xfrm rot="5400000">
                <a:off x="1174989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4" name="3">
                <a:extLst>
                  <a:ext uri="{FF2B5EF4-FFF2-40B4-BE49-F238E27FC236}">
                    <a16:creationId xmlns:a16="http://schemas.microsoft.com/office/drawing/2014/main" id="{8AC9FA85-1608-E10D-A3DE-89409BAAE1D2}"/>
                  </a:ext>
                </a:extLst>
              </p:cNvPr>
              <p:cNvSpPr/>
              <p:nvPr/>
            </p:nvSpPr>
            <p:spPr>
              <a:xfrm>
                <a:off x="1844483" y="2600926"/>
                <a:ext cx="729738" cy="729738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68000"/>
                    </a:sys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72A4A2B-585D-DAE4-9AB8-2499AE172FE0}"/>
                  </a:ext>
                </a:extLst>
              </p:cNvPr>
              <p:cNvSpPr txBox="1"/>
              <p:nvPr/>
            </p:nvSpPr>
            <p:spPr>
              <a:xfrm>
                <a:off x="1288770" y="4697684"/>
                <a:ext cx="184116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76" name="Picture 2" descr="Summary Icon #427383 - Free Icons Library">
                <a:extLst>
                  <a:ext uri="{FF2B5EF4-FFF2-40B4-BE49-F238E27FC236}">
                    <a16:creationId xmlns:a16="http://schemas.microsoft.com/office/drawing/2014/main" id="{7AC754CE-BA28-A116-0FC5-F90E48A8E7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52569" y="2812212"/>
                <a:ext cx="313566" cy="30716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808C654-0BC2-9E60-96DA-1B994E8A3B3A}"/>
                  </a:ext>
                </a:extLst>
              </p:cNvPr>
              <p:cNvSpPr txBox="1"/>
              <p:nvPr/>
            </p:nvSpPr>
            <p:spPr>
              <a:xfrm>
                <a:off x="1448541" y="3434930"/>
                <a:ext cx="15216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EE9DD62-0051-2FC0-2886-463BEFE244CE}"/>
                </a:ext>
              </a:extLst>
            </p:cNvPr>
            <p:cNvGrpSpPr/>
            <p:nvPr/>
          </p:nvGrpSpPr>
          <p:grpSpPr>
            <a:xfrm>
              <a:off x="3232094" y="2392052"/>
              <a:ext cx="1841164" cy="3044296"/>
              <a:chOff x="3232094" y="2392052"/>
              <a:chExt cx="1841164" cy="3044296"/>
            </a:xfrm>
          </p:grpSpPr>
          <p:sp>
            <p:nvSpPr>
              <p:cNvPr id="61" name="4">
                <a:extLst>
                  <a:ext uri="{FF2B5EF4-FFF2-40B4-BE49-F238E27FC236}">
                    <a16:creationId xmlns:a16="http://schemas.microsoft.com/office/drawing/2014/main" id="{D84C5064-E3BD-7D60-A2C0-C948323F95D9}"/>
                  </a:ext>
                </a:extLst>
              </p:cNvPr>
              <p:cNvSpPr/>
              <p:nvPr/>
            </p:nvSpPr>
            <p:spPr>
              <a:xfrm rot="5400000">
                <a:off x="3118312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6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2" name="5">
                <a:extLst>
                  <a:ext uri="{FF2B5EF4-FFF2-40B4-BE49-F238E27FC236}">
                    <a16:creationId xmlns:a16="http://schemas.microsoft.com/office/drawing/2014/main" id="{660F5BAD-D4FE-899C-8208-1C5DB719497C}"/>
                  </a:ext>
                </a:extLst>
              </p:cNvPr>
              <p:cNvSpPr/>
              <p:nvPr/>
            </p:nvSpPr>
            <p:spPr>
              <a:xfrm rot="5400000">
                <a:off x="3118312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9" name="6">
                <a:extLst>
                  <a:ext uri="{FF2B5EF4-FFF2-40B4-BE49-F238E27FC236}">
                    <a16:creationId xmlns:a16="http://schemas.microsoft.com/office/drawing/2014/main" id="{05B54971-BDE3-275D-C9EC-038DC66FB6CC}"/>
                  </a:ext>
                </a:extLst>
              </p:cNvPr>
              <p:cNvSpPr/>
              <p:nvPr/>
            </p:nvSpPr>
            <p:spPr>
              <a:xfrm>
                <a:off x="3787806" y="2600926"/>
                <a:ext cx="729738" cy="729738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68000"/>
                    </a:sys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AD7FA48-8304-195F-AC17-9740929891F8}"/>
                  </a:ext>
                </a:extLst>
              </p:cNvPr>
              <p:cNvSpPr txBox="1"/>
              <p:nvPr/>
            </p:nvSpPr>
            <p:spPr>
              <a:xfrm>
                <a:off x="3232094" y="4697684"/>
                <a:ext cx="184116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77" name="Picture 4" descr="Product Service Icons - Free SVG &amp; PNG Product Service Images - Noun Project">
                <a:extLst>
                  <a:ext uri="{FF2B5EF4-FFF2-40B4-BE49-F238E27FC236}">
                    <a16:creationId xmlns:a16="http://schemas.microsoft.com/office/drawing/2014/main" id="{5ADF4D30-AA05-62E9-6926-C88609AD77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8152" y="2771272"/>
                <a:ext cx="389046" cy="3890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C28947A-025F-38FA-7569-A5AD4D4EDACD}"/>
                  </a:ext>
                </a:extLst>
              </p:cNvPr>
              <p:cNvSpPr txBox="1"/>
              <p:nvPr/>
            </p:nvSpPr>
            <p:spPr>
              <a:xfrm>
                <a:off x="3391865" y="3434930"/>
                <a:ext cx="15216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4971B14D-2FE8-3141-3D7B-A6CE020B77FE}"/>
                </a:ext>
              </a:extLst>
            </p:cNvPr>
            <p:cNvGrpSpPr/>
            <p:nvPr/>
          </p:nvGrpSpPr>
          <p:grpSpPr>
            <a:xfrm>
              <a:off x="5175418" y="2392052"/>
              <a:ext cx="1841164" cy="3044296"/>
              <a:chOff x="5175418" y="2392052"/>
              <a:chExt cx="1841164" cy="3044296"/>
            </a:xfrm>
          </p:grpSpPr>
          <p:sp>
            <p:nvSpPr>
              <p:cNvPr id="56" name="7">
                <a:extLst>
                  <a:ext uri="{FF2B5EF4-FFF2-40B4-BE49-F238E27FC236}">
                    <a16:creationId xmlns:a16="http://schemas.microsoft.com/office/drawing/2014/main" id="{0F02908D-1CC6-1B29-9EAC-CFEC8A47877E}"/>
                  </a:ext>
                </a:extLst>
              </p:cNvPr>
              <p:cNvSpPr/>
              <p:nvPr/>
            </p:nvSpPr>
            <p:spPr>
              <a:xfrm rot="5400000">
                <a:off x="5061636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6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7" name="8">
                <a:extLst>
                  <a:ext uri="{FF2B5EF4-FFF2-40B4-BE49-F238E27FC236}">
                    <a16:creationId xmlns:a16="http://schemas.microsoft.com/office/drawing/2014/main" id="{A04D1C2F-F144-D3EC-2836-DB62100902ED}"/>
                  </a:ext>
                </a:extLst>
              </p:cNvPr>
              <p:cNvSpPr/>
              <p:nvPr/>
            </p:nvSpPr>
            <p:spPr>
              <a:xfrm rot="5400000">
                <a:off x="5061636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4" name="9">
                <a:extLst>
                  <a:ext uri="{FF2B5EF4-FFF2-40B4-BE49-F238E27FC236}">
                    <a16:creationId xmlns:a16="http://schemas.microsoft.com/office/drawing/2014/main" id="{FA8EEA03-2DCF-46E3-71DD-6B19FBF9BF2A}"/>
                  </a:ext>
                </a:extLst>
              </p:cNvPr>
              <p:cNvSpPr/>
              <p:nvPr/>
            </p:nvSpPr>
            <p:spPr>
              <a:xfrm>
                <a:off x="5731130" y="2600926"/>
                <a:ext cx="729738" cy="729738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68000"/>
                    </a:sys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6893A78-BEDA-E034-110E-56883B4C420A}"/>
                  </a:ext>
                </a:extLst>
              </p:cNvPr>
              <p:cNvSpPr txBox="1"/>
              <p:nvPr/>
            </p:nvSpPr>
            <p:spPr>
              <a:xfrm>
                <a:off x="5175418" y="4697684"/>
                <a:ext cx="184116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78" name="Picture 6" descr="Marketing plan Icon - Free PNG &amp; SVG 1327077 - Noun Project">
                <a:extLst>
                  <a:ext uri="{FF2B5EF4-FFF2-40B4-BE49-F238E27FC236}">
                    <a16:creationId xmlns:a16="http://schemas.microsoft.com/office/drawing/2014/main" id="{862837A6-3F79-7BCE-370E-A194B847E5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2376" y="2822172"/>
                <a:ext cx="287246" cy="2872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7320EC6-2B66-1ACD-AA59-ABE639CE17C3}"/>
                  </a:ext>
                </a:extLst>
              </p:cNvPr>
              <p:cNvSpPr txBox="1"/>
              <p:nvPr/>
            </p:nvSpPr>
            <p:spPr>
              <a:xfrm>
                <a:off x="5335189" y="3434930"/>
                <a:ext cx="15216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1EBE7FCE-1288-E5F4-A856-ADBE1CD79B71}"/>
                </a:ext>
              </a:extLst>
            </p:cNvPr>
            <p:cNvGrpSpPr/>
            <p:nvPr/>
          </p:nvGrpSpPr>
          <p:grpSpPr>
            <a:xfrm>
              <a:off x="7118742" y="2392052"/>
              <a:ext cx="1841164" cy="3044296"/>
              <a:chOff x="7118742" y="2392052"/>
              <a:chExt cx="1841164" cy="3044296"/>
            </a:xfrm>
          </p:grpSpPr>
          <p:sp>
            <p:nvSpPr>
              <p:cNvPr id="51" name="10">
                <a:extLst>
                  <a:ext uri="{FF2B5EF4-FFF2-40B4-BE49-F238E27FC236}">
                    <a16:creationId xmlns:a16="http://schemas.microsoft.com/office/drawing/2014/main" id="{706AED09-538E-F5AE-EC8B-71021D9DB13F}"/>
                  </a:ext>
                </a:extLst>
              </p:cNvPr>
              <p:cNvSpPr/>
              <p:nvPr/>
            </p:nvSpPr>
            <p:spPr>
              <a:xfrm rot="5400000">
                <a:off x="7004961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6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2" name="11">
                <a:extLst>
                  <a:ext uri="{FF2B5EF4-FFF2-40B4-BE49-F238E27FC236}">
                    <a16:creationId xmlns:a16="http://schemas.microsoft.com/office/drawing/2014/main" id="{C3B90503-9F4D-5A08-EB95-F157A84A83D6}"/>
                  </a:ext>
                </a:extLst>
              </p:cNvPr>
              <p:cNvSpPr/>
              <p:nvPr/>
            </p:nvSpPr>
            <p:spPr>
              <a:xfrm rot="5400000">
                <a:off x="7004961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9" name="12">
                <a:extLst>
                  <a:ext uri="{FF2B5EF4-FFF2-40B4-BE49-F238E27FC236}">
                    <a16:creationId xmlns:a16="http://schemas.microsoft.com/office/drawing/2014/main" id="{A019CE8F-F593-6F82-C87E-9BD365109305}"/>
                  </a:ext>
                </a:extLst>
              </p:cNvPr>
              <p:cNvSpPr/>
              <p:nvPr/>
            </p:nvSpPr>
            <p:spPr>
              <a:xfrm>
                <a:off x="7674455" y="2600926"/>
                <a:ext cx="729738" cy="729738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68000"/>
                    </a:sys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AD26734-507A-0896-4798-6F3C66161D6A}"/>
                  </a:ext>
                </a:extLst>
              </p:cNvPr>
              <p:cNvSpPr txBox="1"/>
              <p:nvPr/>
            </p:nvSpPr>
            <p:spPr>
              <a:xfrm>
                <a:off x="7118742" y="4697684"/>
                <a:ext cx="184116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79" name="Picture 8" descr="Finance - Free business and finance icons">
                <a:extLst>
                  <a:ext uri="{FF2B5EF4-FFF2-40B4-BE49-F238E27FC236}">
                    <a16:creationId xmlns:a16="http://schemas.microsoft.com/office/drawing/2014/main" id="{98A6A3F6-3998-F639-8DB7-A3E46FD40A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2800" y="2799271"/>
                <a:ext cx="333048" cy="3330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022A7B3-5184-D1BF-5CCA-E86C3E93F05A}"/>
                  </a:ext>
                </a:extLst>
              </p:cNvPr>
              <p:cNvSpPr txBox="1"/>
              <p:nvPr/>
            </p:nvSpPr>
            <p:spPr>
              <a:xfrm>
                <a:off x="7278513" y="3434930"/>
                <a:ext cx="15216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7BF4C6D4-6D0E-120A-F98A-14BA00E6F611}"/>
                </a:ext>
              </a:extLst>
            </p:cNvPr>
            <p:cNvGrpSpPr/>
            <p:nvPr/>
          </p:nvGrpSpPr>
          <p:grpSpPr>
            <a:xfrm>
              <a:off x="9062065" y="2392052"/>
              <a:ext cx="1841164" cy="3044296"/>
              <a:chOff x="9062065" y="2392052"/>
              <a:chExt cx="1841164" cy="3044296"/>
            </a:xfrm>
          </p:grpSpPr>
          <p:sp>
            <p:nvSpPr>
              <p:cNvPr id="46" name="13">
                <a:extLst>
                  <a:ext uri="{FF2B5EF4-FFF2-40B4-BE49-F238E27FC236}">
                    <a16:creationId xmlns:a16="http://schemas.microsoft.com/office/drawing/2014/main" id="{01F99754-4DC2-1D24-A34E-BA172B06484E}"/>
                  </a:ext>
                </a:extLst>
              </p:cNvPr>
              <p:cNvSpPr/>
              <p:nvPr/>
            </p:nvSpPr>
            <p:spPr>
              <a:xfrm rot="5400000">
                <a:off x="8948283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6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351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rPr>
                  <a:t>13</a:t>
                </a:r>
                <a:endParaRPr kumimoji="0" lang="zh-CN" altLang="en-US" sz="135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7" name="14">
                <a:extLst>
                  <a:ext uri="{FF2B5EF4-FFF2-40B4-BE49-F238E27FC236}">
                    <a16:creationId xmlns:a16="http://schemas.microsoft.com/office/drawing/2014/main" id="{232A5C14-756F-F026-D47B-7CAC0862ECB6}"/>
                  </a:ext>
                </a:extLst>
              </p:cNvPr>
              <p:cNvSpPr/>
              <p:nvPr/>
            </p:nvSpPr>
            <p:spPr>
              <a:xfrm rot="5400000">
                <a:off x="8948283" y="2683913"/>
                <a:ext cx="2068727" cy="1485006"/>
              </a:xfrm>
              <a:custGeom>
                <a:avLst/>
                <a:gdLst>
                  <a:gd name="connsiteX0" fmla="*/ 287596 w 5488683"/>
                  <a:gd name="connsiteY0" fmla="*/ 0 h 3467100"/>
                  <a:gd name="connsiteX1" fmla="*/ 3904312 w 5488683"/>
                  <a:gd name="connsiteY1" fmla="*/ 0 h 3467100"/>
                  <a:gd name="connsiteX2" fmla="*/ 4107673 w 5488683"/>
                  <a:gd name="connsiteY2" fmla="*/ 84235 h 3467100"/>
                  <a:gd name="connsiteX3" fmla="*/ 4120504 w 5488683"/>
                  <a:gd name="connsiteY3" fmla="*/ 103266 h 3467100"/>
                  <a:gd name="connsiteX4" fmla="*/ 4132097 w 5488683"/>
                  <a:gd name="connsiteY4" fmla="*/ 114048 h 3467100"/>
                  <a:gd name="connsiteX5" fmla="*/ 5431942 w 5488683"/>
                  <a:gd name="connsiteY5" fmla="*/ 1592709 h 3467100"/>
                  <a:gd name="connsiteX6" fmla="*/ 5411241 w 5488683"/>
                  <a:gd name="connsiteY6" fmla="*/ 1914371 h 3467100"/>
                  <a:gd name="connsiteX7" fmla="*/ 5407389 w 5488683"/>
                  <a:gd name="connsiteY7" fmla="*/ 1917124 h 3467100"/>
                  <a:gd name="connsiteX8" fmla="*/ 5399001 w 5488683"/>
                  <a:gd name="connsiteY8" fmla="*/ 1931710 h 3467100"/>
                  <a:gd name="connsiteX9" fmla="*/ 4132097 w 5488683"/>
                  <a:gd name="connsiteY9" fmla="*/ 3372897 h 3467100"/>
                  <a:gd name="connsiteX10" fmla="*/ 4060071 w 5488683"/>
                  <a:gd name="connsiteY10" fmla="*/ 3427704 h 3467100"/>
                  <a:gd name="connsiteX11" fmla="*/ 4020167 w 5488683"/>
                  <a:gd name="connsiteY11" fmla="*/ 3442377 h 3467100"/>
                  <a:gd name="connsiteX12" fmla="*/ 4016258 w 5488683"/>
                  <a:gd name="connsiteY12" fmla="*/ 3444500 h 3467100"/>
                  <a:gd name="connsiteX13" fmla="*/ 3904312 w 5488683"/>
                  <a:gd name="connsiteY13" fmla="*/ 3467100 h 3467100"/>
                  <a:gd name="connsiteX14" fmla="*/ 287596 w 5488683"/>
                  <a:gd name="connsiteY14" fmla="*/ 3467100 h 3467100"/>
                  <a:gd name="connsiteX15" fmla="*/ 0 w 5488683"/>
                  <a:gd name="connsiteY15" fmla="*/ 3179504 h 3467100"/>
                  <a:gd name="connsiteX16" fmla="*/ 0 w 5488683"/>
                  <a:gd name="connsiteY16" fmla="*/ 287596 h 3467100"/>
                  <a:gd name="connsiteX17" fmla="*/ 287596 w 5488683"/>
                  <a:gd name="connsiteY17" fmla="*/ 0 h 346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8683" h="3467100">
                    <a:moveTo>
                      <a:pt x="287596" y="0"/>
                    </a:moveTo>
                    <a:lnTo>
                      <a:pt x="3904312" y="0"/>
                    </a:lnTo>
                    <a:cubicBezTo>
                      <a:pt x="3983730" y="0"/>
                      <a:pt x="4055629" y="32190"/>
                      <a:pt x="4107673" y="84235"/>
                    </a:cubicBezTo>
                    <a:lnTo>
                      <a:pt x="4120504" y="103266"/>
                    </a:lnTo>
                    <a:lnTo>
                      <a:pt x="4132097" y="114048"/>
                    </a:lnTo>
                    <a:lnTo>
                      <a:pt x="5431942" y="1592709"/>
                    </a:lnTo>
                    <a:cubicBezTo>
                      <a:pt x="5515051" y="1687251"/>
                      <a:pt x="5505782" y="1831263"/>
                      <a:pt x="5411241" y="1914371"/>
                    </a:cubicBezTo>
                    <a:lnTo>
                      <a:pt x="5407389" y="1917124"/>
                    </a:lnTo>
                    <a:lnTo>
                      <a:pt x="5399001" y="1931710"/>
                    </a:lnTo>
                    <a:lnTo>
                      <a:pt x="4132097" y="3372897"/>
                    </a:lnTo>
                    <a:cubicBezTo>
                      <a:pt x="4111320" y="3396533"/>
                      <a:pt x="4086737" y="3414838"/>
                      <a:pt x="4060071" y="3427704"/>
                    </a:cubicBezTo>
                    <a:lnTo>
                      <a:pt x="4020167" y="3442377"/>
                    </a:lnTo>
                    <a:lnTo>
                      <a:pt x="4016258" y="3444500"/>
                    </a:lnTo>
                    <a:cubicBezTo>
                      <a:pt x="3981850" y="3459053"/>
                      <a:pt x="3944021" y="3467100"/>
                      <a:pt x="3904312" y="3467100"/>
                    </a:cubicBezTo>
                    <a:lnTo>
                      <a:pt x="287596" y="3467100"/>
                    </a:lnTo>
                    <a:cubicBezTo>
                      <a:pt x="128761" y="3467100"/>
                      <a:pt x="0" y="3338339"/>
                      <a:pt x="0" y="3179504"/>
                    </a:cubicBezTo>
                    <a:lnTo>
                      <a:pt x="0" y="287596"/>
                    </a:lnTo>
                    <a:cubicBezTo>
                      <a:pt x="0" y="128761"/>
                      <a:pt x="128761" y="0"/>
                      <a:pt x="287596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4" name="15">
                <a:extLst>
                  <a:ext uri="{FF2B5EF4-FFF2-40B4-BE49-F238E27FC236}">
                    <a16:creationId xmlns:a16="http://schemas.microsoft.com/office/drawing/2014/main" id="{9506B636-1839-15BA-DDE7-0BF38067A685}"/>
                  </a:ext>
                </a:extLst>
              </p:cNvPr>
              <p:cNvSpPr/>
              <p:nvPr/>
            </p:nvSpPr>
            <p:spPr>
              <a:xfrm>
                <a:off x="9617777" y="2600926"/>
                <a:ext cx="729738" cy="729738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68000"/>
                    </a:sysClr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BD91D6D-9B84-D58F-6A0D-22A0BD66775C}"/>
                  </a:ext>
                </a:extLst>
              </p:cNvPr>
              <p:cNvSpPr txBox="1"/>
              <p:nvPr/>
            </p:nvSpPr>
            <p:spPr>
              <a:xfrm>
                <a:off x="9062065" y="4697684"/>
                <a:ext cx="184116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4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3074" name="Picture 2" descr="End Goal Icons - Free SVG &amp; PNG End Goal Images - Noun Project">
                <a:extLst>
                  <a:ext uri="{FF2B5EF4-FFF2-40B4-BE49-F238E27FC236}">
                    <a16:creationId xmlns:a16="http://schemas.microsoft.com/office/drawing/2014/main" id="{BF04E2F4-F6D5-ABFD-ADA7-64A6C0D826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24542" y="2807691"/>
                <a:ext cx="316209" cy="3162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BEF0345-F414-7F78-25BD-582EC10A105B}"/>
                  </a:ext>
                </a:extLst>
              </p:cNvPr>
              <p:cNvSpPr txBox="1"/>
              <p:nvPr/>
            </p:nvSpPr>
            <p:spPr>
              <a:xfrm>
                <a:off x="9221836" y="3434930"/>
                <a:ext cx="152162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Finish</a:t>
                </a:r>
              </a:p>
              <a:p>
                <a:pPr algn="ctr"/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Goal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396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29FFEDCB-6DC9-4991-3E22-C398B1C6AD2B}"/>
              </a:ext>
            </a:extLst>
          </p:cNvPr>
          <p:cNvGrpSpPr/>
          <p:nvPr/>
        </p:nvGrpSpPr>
        <p:grpSpPr>
          <a:xfrm>
            <a:off x="1083849" y="1701762"/>
            <a:ext cx="10063199" cy="4253268"/>
            <a:chOff x="1083849" y="1701762"/>
            <a:chExt cx="10063199" cy="425326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7C81ED8-D00C-4A3E-73A8-817955346E44}"/>
                </a:ext>
              </a:extLst>
            </p:cNvPr>
            <p:cNvGrpSpPr/>
            <p:nvPr/>
          </p:nvGrpSpPr>
          <p:grpSpPr>
            <a:xfrm>
              <a:off x="1083849" y="1701762"/>
              <a:ext cx="4714303" cy="1123545"/>
              <a:chOff x="1083849" y="1701762"/>
              <a:chExt cx="4714303" cy="1123545"/>
            </a:xfrm>
          </p:grpSpPr>
          <p:sp>
            <p:nvSpPr>
              <p:cNvPr id="3" name="任意多边形 6">
                <a:extLst>
                  <a:ext uri="{FF2B5EF4-FFF2-40B4-BE49-F238E27FC236}">
                    <a16:creationId xmlns:a16="http://schemas.microsoft.com/office/drawing/2014/main" id="{0B8A520F-1A73-3DCA-0739-F2727268B059}"/>
                  </a:ext>
                </a:extLst>
              </p:cNvPr>
              <p:cNvSpPr/>
              <p:nvPr/>
            </p:nvSpPr>
            <p:spPr bwMode="auto">
              <a:xfrm>
                <a:off x="1083849" y="1764469"/>
                <a:ext cx="4159119" cy="998130"/>
              </a:xfrm>
              <a:custGeom>
                <a:avLst/>
                <a:gdLst>
                  <a:gd name="connsiteX0" fmla="*/ 352810 w 4452260"/>
                  <a:gd name="connsiteY0" fmla="*/ 0 h 1068867"/>
                  <a:gd name="connsiteX1" fmla="*/ 636768 w 4452260"/>
                  <a:gd name="connsiteY1" fmla="*/ 0 h 1068867"/>
                  <a:gd name="connsiteX2" fmla="*/ 647700 w 4452260"/>
                  <a:gd name="connsiteY2" fmla="*/ 0 h 1068867"/>
                  <a:gd name="connsiteX3" fmla="*/ 724065 w 4452260"/>
                  <a:gd name="connsiteY3" fmla="*/ 0 h 1068867"/>
                  <a:gd name="connsiteX4" fmla="*/ 782584 w 4452260"/>
                  <a:gd name="connsiteY4" fmla="*/ 0 h 1068867"/>
                  <a:gd name="connsiteX5" fmla="*/ 799455 w 4452260"/>
                  <a:gd name="connsiteY5" fmla="*/ 0 h 1068867"/>
                  <a:gd name="connsiteX6" fmla="*/ 809825 w 4452260"/>
                  <a:gd name="connsiteY6" fmla="*/ 0 h 1068867"/>
                  <a:gd name="connsiteX7" fmla="*/ 818078 w 4452260"/>
                  <a:gd name="connsiteY7" fmla="*/ 0 h 1068867"/>
                  <a:gd name="connsiteX8" fmla="*/ 843980 w 4452260"/>
                  <a:gd name="connsiteY8" fmla="*/ 0 h 1068867"/>
                  <a:gd name="connsiteX9" fmla="*/ 931658 w 4452260"/>
                  <a:gd name="connsiteY9" fmla="*/ 0 h 1068867"/>
                  <a:gd name="connsiteX10" fmla="*/ 961580 w 4452260"/>
                  <a:gd name="connsiteY10" fmla="*/ 0 h 1068867"/>
                  <a:gd name="connsiteX11" fmla="*/ 1000055 w 4452260"/>
                  <a:gd name="connsiteY11" fmla="*/ 0 h 1068867"/>
                  <a:gd name="connsiteX12" fmla="*/ 1040537 w 4452260"/>
                  <a:gd name="connsiteY12" fmla="*/ 0 h 1068867"/>
                  <a:gd name="connsiteX13" fmla="*/ 1051453 w 4452260"/>
                  <a:gd name="connsiteY13" fmla="*/ 0 h 1068867"/>
                  <a:gd name="connsiteX14" fmla="*/ 1083414 w 4452260"/>
                  <a:gd name="connsiteY14" fmla="*/ 0 h 1068867"/>
                  <a:gd name="connsiteX15" fmla="*/ 1112969 w 4452260"/>
                  <a:gd name="connsiteY15" fmla="*/ 0 h 1068867"/>
                  <a:gd name="connsiteX16" fmla="*/ 1138871 w 4452260"/>
                  <a:gd name="connsiteY16" fmla="*/ 0 h 1068867"/>
                  <a:gd name="connsiteX17" fmla="*/ 1170224 w 4452260"/>
                  <a:gd name="connsiteY17" fmla="*/ 0 h 1068867"/>
                  <a:gd name="connsiteX18" fmla="*/ 1170711 w 4452260"/>
                  <a:gd name="connsiteY18" fmla="*/ 0 h 1068867"/>
                  <a:gd name="connsiteX19" fmla="*/ 1202662 w 4452260"/>
                  <a:gd name="connsiteY19" fmla="*/ 0 h 1068867"/>
                  <a:gd name="connsiteX20" fmla="*/ 1240037 w 4452260"/>
                  <a:gd name="connsiteY20" fmla="*/ 0 h 1068867"/>
                  <a:gd name="connsiteX21" fmla="*/ 1290626 w 4452260"/>
                  <a:gd name="connsiteY21" fmla="*/ 0 h 1068867"/>
                  <a:gd name="connsiteX22" fmla="*/ 1324496 w 4452260"/>
                  <a:gd name="connsiteY22" fmla="*/ 0 h 1068867"/>
                  <a:gd name="connsiteX23" fmla="*/ 1332348 w 4452260"/>
                  <a:gd name="connsiteY23" fmla="*/ 0 h 1068867"/>
                  <a:gd name="connsiteX24" fmla="*/ 1335428 w 4452260"/>
                  <a:gd name="connsiteY24" fmla="*/ 0 h 1068867"/>
                  <a:gd name="connsiteX25" fmla="*/ 1411793 w 4452260"/>
                  <a:gd name="connsiteY25" fmla="*/ 0 h 1068867"/>
                  <a:gd name="connsiteX26" fmla="*/ 1454182 w 4452260"/>
                  <a:gd name="connsiteY26" fmla="*/ 0 h 1068867"/>
                  <a:gd name="connsiteX27" fmla="*/ 1470312 w 4452260"/>
                  <a:gd name="connsiteY27" fmla="*/ 0 h 1068867"/>
                  <a:gd name="connsiteX28" fmla="*/ 1487183 w 4452260"/>
                  <a:gd name="connsiteY28" fmla="*/ 0 h 1068867"/>
                  <a:gd name="connsiteX29" fmla="*/ 1497552 w 4452260"/>
                  <a:gd name="connsiteY29" fmla="*/ 0 h 1068867"/>
                  <a:gd name="connsiteX30" fmla="*/ 1505806 w 4452260"/>
                  <a:gd name="connsiteY30" fmla="*/ 0 h 1068867"/>
                  <a:gd name="connsiteX31" fmla="*/ 1528471 w 4452260"/>
                  <a:gd name="connsiteY31" fmla="*/ 0 h 1068867"/>
                  <a:gd name="connsiteX32" fmla="*/ 1531708 w 4452260"/>
                  <a:gd name="connsiteY32" fmla="*/ 0 h 1068867"/>
                  <a:gd name="connsiteX33" fmla="*/ 1540992 w 4452260"/>
                  <a:gd name="connsiteY33" fmla="*/ 0 h 1068867"/>
                  <a:gd name="connsiteX34" fmla="*/ 1541479 w 4452260"/>
                  <a:gd name="connsiteY34" fmla="*/ 0 h 1068867"/>
                  <a:gd name="connsiteX35" fmla="*/ 1599998 w 4452260"/>
                  <a:gd name="connsiteY35" fmla="*/ 0 h 1068867"/>
                  <a:gd name="connsiteX36" fmla="*/ 1619386 w 4452260"/>
                  <a:gd name="connsiteY36" fmla="*/ 0 h 1068867"/>
                  <a:gd name="connsiteX37" fmla="*/ 1635492 w 4452260"/>
                  <a:gd name="connsiteY37" fmla="*/ 0 h 1068867"/>
                  <a:gd name="connsiteX38" fmla="*/ 1649308 w 4452260"/>
                  <a:gd name="connsiteY38" fmla="*/ 0 h 1068867"/>
                  <a:gd name="connsiteX39" fmla="*/ 1653720 w 4452260"/>
                  <a:gd name="connsiteY39" fmla="*/ 0 h 1068867"/>
                  <a:gd name="connsiteX40" fmla="*/ 1661394 w 4452260"/>
                  <a:gd name="connsiteY40" fmla="*/ 0 h 1068867"/>
                  <a:gd name="connsiteX41" fmla="*/ 1687782 w 4452260"/>
                  <a:gd name="connsiteY41" fmla="*/ 0 h 1068867"/>
                  <a:gd name="connsiteX42" fmla="*/ 1703116 w 4452260"/>
                  <a:gd name="connsiteY42" fmla="*/ 0 h 1068867"/>
                  <a:gd name="connsiteX43" fmla="*/ 1739181 w 4452260"/>
                  <a:gd name="connsiteY43" fmla="*/ 0 h 1068867"/>
                  <a:gd name="connsiteX44" fmla="*/ 1771141 w 4452260"/>
                  <a:gd name="connsiteY44" fmla="*/ 0 h 1068867"/>
                  <a:gd name="connsiteX45" fmla="*/ 1800697 w 4452260"/>
                  <a:gd name="connsiteY45" fmla="*/ 0 h 1068867"/>
                  <a:gd name="connsiteX46" fmla="*/ 1811727 w 4452260"/>
                  <a:gd name="connsiteY46" fmla="*/ 0 h 1068867"/>
                  <a:gd name="connsiteX47" fmla="*/ 1823361 w 4452260"/>
                  <a:gd name="connsiteY47" fmla="*/ 0 h 1068867"/>
                  <a:gd name="connsiteX48" fmla="*/ 1826599 w 4452260"/>
                  <a:gd name="connsiteY48" fmla="*/ 0 h 1068867"/>
                  <a:gd name="connsiteX49" fmla="*/ 1857951 w 4452260"/>
                  <a:gd name="connsiteY49" fmla="*/ 0 h 1068867"/>
                  <a:gd name="connsiteX50" fmla="*/ 1858439 w 4452260"/>
                  <a:gd name="connsiteY50" fmla="*/ 0 h 1068867"/>
                  <a:gd name="connsiteX51" fmla="*/ 1859676 w 4452260"/>
                  <a:gd name="connsiteY51" fmla="*/ 0 h 1068867"/>
                  <a:gd name="connsiteX52" fmla="*/ 1893346 w 4452260"/>
                  <a:gd name="connsiteY52" fmla="*/ 0 h 1068867"/>
                  <a:gd name="connsiteX53" fmla="*/ 1927765 w 4452260"/>
                  <a:gd name="connsiteY53" fmla="*/ 0 h 1068867"/>
                  <a:gd name="connsiteX54" fmla="*/ 1963365 w 4452260"/>
                  <a:gd name="connsiteY54" fmla="*/ 0 h 1068867"/>
                  <a:gd name="connsiteX55" fmla="*/ 1978354 w 4452260"/>
                  <a:gd name="connsiteY55" fmla="*/ 0 h 1068867"/>
                  <a:gd name="connsiteX56" fmla="*/ 1991032 w 4452260"/>
                  <a:gd name="connsiteY56" fmla="*/ 0 h 1068867"/>
                  <a:gd name="connsiteX57" fmla="*/ 2020076 w 4452260"/>
                  <a:gd name="connsiteY57" fmla="*/ 0 h 1068867"/>
                  <a:gd name="connsiteX58" fmla="*/ 2021800 w 4452260"/>
                  <a:gd name="connsiteY58" fmla="*/ 0 h 1068867"/>
                  <a:gd name="connsiteX59" fmla="*/ 2027021 w 4452260"/>
                  <a:gd name="connsiteY59" fmla="*/ 0 h 1068867"/>
                  <a:gd name="connsiteX60" fmla="*/ 2032162 w 4452260"/>
                  <a:gd name="connsiteY60" fmla="*/ 0 h 1068867"/>
                  <a:gd name="connsiteX61" fmla="*/ 2141909 w 4452260"/>
                  <a:gd name="connsiteY61" fmla="*/ 0 h 1068867"/>
                  <a:gd name="connsiteX62" fmla="*/ 2143633 w 4452260"/>
                  <a:gd name="connsiteY62" fmla="*/ 0 h 1068867"/>
                  <a:gd name="connsiteX63" fmla="*/ 2178359 w 4452260"/>
                  <a:gd name="connsiteY63" fmla="*/ 0 h 1068867"/>
                  <a:gd name="connsiteX64" fmla="*/ 2228719 w 4452260"/>
                  <a:gd name="connsiteY64" fmla="*/ 0 h 1068867"/>
                  <a:gd name="connsiteX65" fmla="*/ 2229207 w 4452260"/>
                  <a:gd name="connsiteY65" fmla="*/ 0 h 1068867"/>
                  <a:gd name="connsiteX66" fmla="*/ 2230931 w 4452260"/>
                  <a:gd name="connsiteY66" fmla="*/ 0 h 1068867"/>
                  <a:gd name="connsiteX67" fmla="*/ 2287725 w 4452260"/>
                  <a:gd name="connsiteY67" fmla="*/ 0 h 1068867"/>
                  <a:gd name="connsiteX68" fmla="*/ 2289450 w 4452260"/>
                  <a:gd name="connsiteY68" fmla="*/ 0 h 1068867"/>
                  <a:gd name="connsiteX69" fmla="*/ 2323220 w 4452260"/>
                  <a:gd name="connsiteY69" fmla="*/ 0 h 1068867"/>
                  <a:gd name="connsiteX70" fmla="*/ 2324944 w 4452260"/>
                  <a:gd name="connsiteY70" fmla="*/ 0 h 1068867"/>
                  <a:gd name="connsiteX71" fmla="*/ 2340483 w 4452260"/>
                  <a:gd name="connsiteY71" fmla="*/ 0 h 1068867"/>
                  <a:gd name="connsiteX72" fmla="*/ 2341447 w 4452260"/>
                  <a:gd name="connsiteY72" fmla="*/ 0 h 1068867"/>
                  <a:gd name="connsiteX73" fmla="*/ 2343172 w 4452260"/>
                  <a:gd name="connsiteY73" fmla="*/ 0 h 1068867"/>
                  <a:gd name="connsiteX74" fmla="*/ 2349122 w 4452260"/>
                  <a:gd name="connsiteY74" fmla="*/ 0 h 1068867"/>
                  <a:gd name="connsiteX75" fmla="*/ 2350846 w 4452260"/>
                  <a:gd name="connsiteY75" fmla="*/ 0 h 1068867"/>
                  <a:gd name="connsiteX76" fmla="*/ 2390844 w 4452260"/>
                  <a:gd name="connsiteY76" fmla="*/ 0 h 1068867"/>
                  <a:gd name="connsiteX77" fmla="*/ 2462317 w 4452260"/>
                  <a:gd name="connsiteY77" fmla="*/ 0 h 1068867"/>
                  <a:gd name="connsiteX78" fmla="*/ 2499455 w 4452260"/>
                  <a:gd name="connsiteY78" fmla="*/ 0 h 1068867"/>
                  <a:gd name="connsiteX79" fmla="*/ 2530713 w 4452260"/>
                  <a:gd name="connsiteY79" fmla="*/ 0 h 1068867"/>
                  <a:gd name="connsiteX80" fmla="*/ 2547403 w 4452260"/>
                  <a:gd name="connsiteY80" fmla="*/ 0 h 1068867"/>
                  <a:gd name="connsiteX81" fmla="*/ 2549127 w 4452260"/>
                  <a:gd name="connsiteY81" fmla="*/ 0 h 1068867"/>
                  <a:gd name="connsiteX82" fmla="*/ 2581074 w 4452260"/>
                  <a:gd name="connsiteY82" fmla="*/ 0 h 1068867"/>
                  <a:gd name="connsiteX83" fmla="*/ 2582112 w 4452260"/>
                  <a:gd name="connsiteY83" fmla="*/ 0 h 1068867"/>
                  <a:gd name="connsiteX84" fmla="*/ 2669530 w 4452260"/>
                  <a:gd name="connsiteY84" fmla="*/ 0 h 1068867"/>
                  <a:gd name="connsiteX85" fmla="*/ 2678759 w 4452260"/>
                  <a:gd name="connsiteY85" fmla="*/ 0 h 1068867"/>
                  <a:gd name="connsiteX86" fmla="*/ 2709527 w 4452260"/>
                  <a:gd name="connsiteY86" fmla="*/ 0 h 1068867"/>
                  <a:gd name="connsiteX87" fmla="*/ 2711252 w 4452260"/>
                  <a:gd name="connsiteY87" fmla="*/ 0 h 1068867"/>
                  <a:gd name="connsiteX88" fmla="*/ 2714748 w 4452260"/>
                  <a:gd name="connsiteY88" fmla="*/ 0 h 1068867"/>
                  <a:gd name="connsiteX89" fmla="*/ 2719890 w 4452260"/>
                  <a:gd name="connsiteY89" fmla="*/ 0 h 1068867"/>
                  <a:gd name="connsiteX90" fmla="*/ 2831360 w 4452260"/>
                  <a:gd name="connsiteY90" fmla="*/ 0 h 1068867"/>
                  <a:gd name="connsiteX91" fmla="*/ 2833086 w 4452260"/>
                  <a:gd name="connsiteY91" fmla="*/ 0 h 1068867"/>
                  <a:gd name="connsiteX92" fmla="*/ 2866087 w 4452260"/>
                  <a:gd name="connsiteY92" fmla="*/ 0 h 1068867"/>
                  <a:gd name="connsiteX93" fmla="*/ 2918659 w 4452260"/>
                  <a:gd name="connsiteY93" fmla="*/ 0 h 1068867"/>
                  <a:gd name="connsiteX94" fmla="*/ 2919896 w 4452260"/>
                  <a:gd name="connsiteY94" fmla="*/ 0 h 1068867"/>
                  <a:gd name="connsiteX95" fmla="*/ 2920383 w 4452260"/>
                  <a:gd name="connsiteY95" fmla="*/ 0 h 1068867"/>
                  <a:gd name="connsiteX96" fmla="*/ 2977177 w 4452260"/>
                  <a:gd name="connsiteY96" fmla="*/ 0 h 1068867"/>
                  <a:gd name="connsiteX97" fmla="*/ 2978902 w 4452260"/>
                  <a:gd name="connsiteY97" fmla="*/ 0 h 1068867"/>
                  <a:gd name="connsiteX98" fmla="*/ 3012671 w 4452260"/>
                  <a:gd name="connsiteY98" fmla="*/ 0 h 1068867"/>
                  <a:gd name="connsiteX99" fmla="*/ 3014397 w 4452260"/>
                  <a:gd name="connsiteY99" fmla="*/ 0 h 1068867"/>
                  <a:gd name="connsiteX100" fmla="*/ 3028211 w 4452260"/>
                  <a:gd name="connsiteY100" fmla="*/ 0 h 1068867"/>
                  <a:gd name="connsiteX101" fmla="*/ 3030899 w 4452260"/>
                  <a:gd name="connsiteY101" fmla="*/ 0 h 1068867"/>
                  <a:gd name="connsiteX102" fmla="*/ 3032624 w 4452260"/>
                  <a:gd name="connsiteY102" fmla="*/ 0 h 1068867"/>
                  <a:gd name="connsiteX103" fmla="*/ 3038573 w 4452260"/>
                  <a:gd name="connsiteY103" fmla="*/ 0 h 1068867"/>
                  <a:gd name="connsiteX104" fmla="*/ 3040298 w 4452260"/>
                  <a:gd name="connsiteY104" fmla="*/ 0 h 1068867"/>
                  <a:gd name="connsiteX105" fmla="*/ 3082021 w 4452260"/>
                  <a:gd name="connsiteY105" fmla="*/ 0 h 1068867"/>
                  <a:gd name="connsiteX106" fmla="*/ 3150044 w 4452260"/>
                  <a:gd name="connsiteY106" fmla="*/ 0 h 1068867"/>
                  <a:gd name="connsiteX107" fmla="*/ 3218441 w 4452260"/>
                  <a:gd name="connsiteY107" fmla="*/ 0 h 1068867"/>
                  <a:gd name="connsiteX108" fmla="*/ 3236855 w 4452260"/>
                  <a:gd name="connsiteY108" fmla="*/ 0 h 1068867"/>
                  <a:gd name="connsiteX109" fmla="*/ 3269839 w 4452260"/>
                  <a:gd name="connsiteY109" fmla="*/ 0 h 1068867"/>
                  <a:gd name="connsiteX110" fmla="*/ 3272250 w 4452260"/>
                  <a:gd name="connsiteY110" fmla="*/ 0 h 1068867"/>
                  <a:gd name="connsiteX111" fmla="*/ 3320378 w 4452260"/>
                  <a:gd name="connsiteY111" fmla="*/ 0 h 1068867"/>
                  <a:gd name="connsiteX112" fmla="*/ 3346330 w 4452260"/>
                  <a:gd name="connsiteY112" fmla="*/ 0 h 1068867"/>
                  <a:gd name="connsiteX113" fmla="*/ 3357257 w 4452260"/>
                  <a:gd name="connsiteY113" fmla="*/ 0 h 1068867"/>
                  <a:gd name="connsiteX114" fmla="*/ 3369936 w 4452260"/>
                  <a:gd name="connsiteY114" fmla="*/ 0 h 1068867"/>
                  <a:gd name="connsiteX115" fmla="*/ 3398980 w 4452260"/>
                  <a:gd name="connsiteY115" fmla="*/ 0 h 1068867"/>
                  <a:gd name="connsiteX116" fmla="*/ 3405925 w 4452260"/>
                  <a:gd name="connsiteY116" fmla="*/ 0 h 1068867"/>
                  <a:gd name="connsiteX117" fmla="*/ 3411066 w 4452260"/>
                  <a:gd name="connsiteY117" fmla="*/ 0 h 1068867"/>
                  <a:gd name="connsiteX118" fmla="*/ 3520813 w 4452260"/>
                  <a:gd name="connsiteY118" fmla="*/ 0 h 1068867"/>
                  <a:gd name="connsiteX119" fmla="*/ 3607623 w 4452260"/>
                  <a:gd name="connsiteY119" fmla="*/ 0 h 1068867"/>
                  <a:gd name="connsiteX120" fmla="*/ 3608111 w 4452260"/>
                  <a:gd name="connsiteY120" fmla="*/ 0 h 1068867"/>
                  <a:gd name="connsiteX121" fmla="*/ 3666629 w 4452260"/>
                  <a:gd name="connsiteY121" fmla="*/ 0 h 1068867"/>
                  <a:gd name="connsiteX122" fmla="*/ 3702124 w 4452260"/>
                  <a:gd name="connsiteY122" fmla="*/ 0 h 1068867"/>
                  <a:gd name="connsiteX123" fmla="*/ 3720351 w 4452260"/>
                  <a:gd name="connsiteY123" fmla="*/ 0 h 1068867"/>
                  <a:gd name="connsiteX124" fmla="*/ 3728025 w 4452260"/>
                  <a:gd name="connsiteY124" fmla="*/ 0 h 1068867"/>
                  <a:gd name="connsiteX125" fmla="*/ 3769748 w 4452260"/>
                  <a:gd name="connsiteY125" fmla="*/ 0 h 1068867"/>
                  <a:gd name="connsiteX126" fmla="*/ 4098793 w 4452260"/>
                  <a:gd name="connsiteY126" fmla="*/ 0 h 1068867"/>
                  <a:gd name="connsiteX127" fmla="*/ 4193519 w 4452260"/>
                  <a:gd name="connsiteY127" fmla="*/ 54408 h 1068867"/>
                  <a:gd name="connsiteX128" fmla="*/ 4439104 w 4452260"/>
                  <a:gd name="connsiteY128" fmla="*/ 480025 h 1068867"/>
                  <a:gd name="connsiteX129" fmla="*/ 4439104 w 4452260"/>
                  <a:gd name="connsiteY129" fmla="*/ 588843 h 1068867"/>
                  <a:gd name="connsiteX130" fmla="*/ 4193519 w 4452260"/>
                  <a:gd name="connsiteY130" fmla="*/ 1014459 h 1068867"/>
                  <a:gd name="connsiteX131" fmla="*/ 4098793 w 4452260"/>
                  <a:gd name="connsiteY131" fmla="*/ 1068867 h 1068867"/>
                  <a:gd name="connsiteX132" fmla="*/ 3728025 w 4452260"/>
                  <a:gd name="connsiteY132" fmla="*/ 1068867 h 1068867"/>
                  <a:gd name="connsiteX133" fmla="*/ 3607623 w 4452260"/>
                  <a:gd name="connsiteY133" fmla="*/ 1068867 h 1068867"/>
                  <a:gd name="connsiteX134" fmla="*/ 3411066 w 4452260"/>
                  <a:gd name="connsiteY134" fmla="*/ 1068867 h 1068867"/>
                  <a:gd name="connsiteX135" fmla="*/ 3357257 w 4452260"/>
                  <a:gd name="connsiteY135" fmla="*/ 1068867 h 1068867"/>
                  <a:gd name="connsiteX136" fmla="*/ 3236855 w 4452260"/>
                  <a:gd name="connsiteY136" fmla="*/ 1068867 h 1068867"/>
                  <a:gd name="connsiteX137" fmla="*/ 3040298 w 4452260"/>
                  <a:gd name="connsiteY137" fmla="*/ 1068867 h 1068867"/>
                  <a:gd name="connsiteX138" fmla="*/ 3038573 w 4452260"/>
                  <a:gd name="connsiteY138" fmla="*/ 1068867 h 1068867"/>
                  <a:gd name="connsiteX139" fmla="*/ 2919896 w 4452260"/>
                  <a:gd name="connsiteY139" fmla="*/ 1068867 h 1068867"/>
                  <a:gd name="connsiteX140" fmla="*/ 2866087 w 4452260"/>
                  <a:gd name="connsiteY140" fmla="*/ 1068867 h 1068867"/>
                  <a:gd name="connsiteX141" fmla="*/ 2719890 w 4452260"/>
                  <a:gd name="connsiteY141" fmla="*/ 1068867 h 1068867"/>
                  <a:gd name="connsiteX142" fmla="*/ 2669530 w 4452260"/>
                  <a:gd name="connsiteY142" fmla="*/ 1068867 h 1068867"/>
                  <a:gd name="connsiteX143" fmla="*/ 2549127 w 4452260"/>
                  <a:gd name="connsiteY143" fmla="*/ 1068867 h 1068867"/>
                  <a:gd name="connsiteX144" fmla="*/ 2547403 w 4452260"/>
                  <a:gd name="connsiteY144" fmla="*/ 1068867 h 1068867"/>
                  <a:gd name="connsiteX145" fmla="*/ 2350846 w 4452260"/>
                  <a:gd name="connsiteY145" fmla="*/ 1068867 h 1068867"/>
                  <a:gd name="connsiteX146" fmla="*/ 2349122 w 4452260"/>
                  <a:gd name="connsiteY146" fmla="*/ 1068867 h 1068867"/>
                  <a:gd name="connsiteX147" fmla="*/ 2228719 w 4452260"/>
                  <a:gd name="connsiteY147" fmla="*/ 1068867 h 1068867"/>
                  <a:gd name="connsiteX148" fmla="*/ 2178359 w 4452260"/>
                  <a:gd name="connsiteY148" fmla="*/ 1068867 h 1068867"/>
                  <a:gd name="connsiteX149" fmla="*/ 2032162 w 4452260"/>
                  <a:gd name="connsiteY149" fmla="*/ 1068867 h 1068867"/>
                  <a:gd name="connsiteX150" fmla="*/ 1978354 w 4452260"/>
                  <a:gd name="connsiteY150" fmla="*/ 1068867 h 1068867"/>
                  <a:gd name="connsiteX151" fmla="*/ 1859676 w 4452260"/>
                  <a:gd name="connsiteY151" fmla="*/ 1068867 h 1068867"/>
                  <a:gd name="connsiteX152" fmla="*/ 1857951 w 4452260"/>
                  <a:gd name="connsiteY152" fmla="*/ 1068867 h 1068867"/>
                  <a:gd name="connsiteX153" fmla="*/ 1826599 w 4452260"/>
                  <a:gd name="connsiteY153" fmla="*/ 1068867 h 1068867"/>
                  <a:gd name="connsiteX154" fmla="*/ 1661394 w 4452260"/>
                  <a:gd name="connsiteY154" fmla="*/ 1068867 h 1068867"/>
                  <a:gd name="connsiteX155" fmla="*/ 1540992 w 4452260"/>
                  <a:gd name="connsiteY155" fmla="*/ 1068867 h 1068867"/>
                  <a:gd name="connsiteX156" fmla="*/ 1531708 w 4452260"/>
                  <a:gd name="connsiteY156" fmla="*/ 1068867 h 1068867"/>
                  <a:gd name="connsiteX157" fmla="*/ 1487183 w 4452260"/>
                  <a:gd name="connsiteY157" fmla="*/ 1068867 h 1068867"/>
                  <a:gd name="connsiteX158" fmla="*/ 1335428 w 4452260"/>
                  <a:gd name="connsiteY158" fmla="*/ 1068867 h 1068867"/>
                  <a:gd name="connsiteX159" fmla="*/ 1290626 w 4452260"/>
                  <a:gd name="connsiteY159" fmla="*/ 1068867 h 1068867"/>
                  <a:gd name="connsiteX160" fmla="*/ 1170224 w 4452260"/>
                  <a:gd name="connsiteY160" fmla="*/ 1068867 h 1068867"/>
                  <a:gd name="connsiteX161" fmla="*/ 1138871 w 4452260"/>
                  <a:gd name="connsiteY161" fmla="*/ 1068867 h 1068867"/>
                  <a:gd name="connsiteX162" fmla="*/ 1040537 w 4452260"/>
                  <a:gd name="connsiteY162" fmla="*/ 1068867 h 1068867"/>
                  <a:gd name="connsiteX163" fmla="*/ 843980 w 4452260"/>
                  <a:gd name="connsiteY163" fmla="*/ 1068867 h 1068867"/>
                  <a:gd name="connsiteX164" fmla="*/ 799455 w 4452260"/>
                  <a:gd name="connsiteY164" fmla="*/ 1068867 h 1068867"/>
                  <a:gd name="connsiteX165" fmla="*/ 647700 w 4452260"/>
                  <a:gd name="connsiteY165" fmla="*/ 1068867 h 1068867"/>
                  <a:gd name="connsiteX166" fmla="*/ 352810 w 4452260"/>
                  <a:gd name="connsiteY166" fmla="*/ 1068867 h 1068867"/>
                  <a:gd name="connsiteX167" fmla="*/ 258084 w 4452260"/>
                  <a:gd name="connsiteY167" fmla="*/ 1014459 h 1068867"/>
                  <a:gd name="connsiteX168" fmla="*/ 12498 w 4452260"/>
                  <a:gd name="connsiteY168" fmla="*/ 588843 h 1068867"/>
                  <a:gd name="connsiteX169" fmla="*/ 12498 w 4452260"/>
                  <a:gd name="connsiteY169" fmla="*/ 480025 h 1068867"/>
                  <a:gd name="connsiteX170" fmla="*/ 258084 w 4452260"/>
                  <a:gd name="connsiteY170" fmla="*/ 54408 h 1068867"/>
                  <a:gd name="connsiteX171" fmla="*/ 352810 w 4452260"/>
                  <a:gd name="connsiteY171" fmla="*/ 0 h 1068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</a:cxnLst>
                <a:rect l="l" t="t" r="r" b="b"/>
                <a:pathLst>
                  <a:path w="4452260" h="1068867">
                    <a:moveTo>
                      <a:pt x="352810" y="0"/>
                    </a:moveTo>
                    <a:cubicBezTo>
                      <a:pt x="475602" y="0"/>
                      <a:pt x="567696" y="0"/>
                      <a:pt x="636768" y="0"/>
                    </a:cubicBezTo>
                    <a:lnTo>
                      <a:pt x="647700" y="0"/>
                    </a:lnTo>
                    <a:lnTo>
                      <a:pt x="724065" y="0"/>
                    </a:lnTo>
                    <a:cubicBezTo>
                      <a:pt x="748048" y="0"/>
                      <a:pt x="767235" y="0"/>
                      <a:pt x="782584" y="0"/>
                    </a:cubicBezTo>
                    <a:lnTo>
                      <a:pt x="799455" y="0"/>
                    </a:lnTo>
                    <a:lnTo>
                      <a:pt x="809825" y="0"/>
                    </a:lnTo>
                    <a:lnTo>
                      <a:pt x="818078" y="0"/>
                    </a:lnTo>
                    <a:cubicBezTo>
                      <a:pt x="843980" y="0"/>
                      <a:pt x="843980" y="0"/>
                      <a:pt x="843980" y="0"/>
                    </a:cubicBezTo>
                    <a:lnTo>
                      <a:pt x="931658" y="0"/>
                    </a:lnTo>
                    <a:lnTo>
                      <a:pt x="961580" y="0"/>
                    </a:lnTo>
                    <a:lnTo>
                      <a:pt x="1000055" y="0"/>
                    </a:lnTo>
                    <a:lnTo>
                      <a:pt x="1040537" y="0"/>
                    </a:lnTo>
                    <a:lnTo>
                      <a:pt x="1051453" y="0"/>
                    </a:lnTo>
                    <a:lnTo>
                      <a:pt x="1083414" y="0"/>
                    </a:lnTo>
                    <a:lnTo>
                      <a:pt x="1112969" y="0"/>
                    </a:lnTo>
                    <a:cubicBezTo>
                      <a:pt x="1138871" y="0"/>
                      <a:pt x="1138871" y="0"/>
                      <a:pt x="1138871" y="0"/>
                    </a:cubicBezTo>
                    <a:lnTo>
                      <a:pt x="1170224" y="0"/>
                    </a:lnTo>
                    <a:lnTo>
                      <a:pt x="1170711" y="0"/>
                    </a:lnTo>
                    <a:lnTo>
                      <a:pt x="1202662" y="0"/>
                    </a:lnTo>
                    <a:lnTo>
                      <a:pt x="1240037" y="0"/>
                    </a:lnTo>
                    <a:cubicBezTo>
                      <a:pt x="1290626" y="0"/>
                      <a:pt x="1290626" y="0"/>
                      <a:pt x="1290626" y="0"/>
                    </a:cubicBezTo>
                    <a:lnTo>
                      <a:pt x="1324496" y="0"/>
                    </a:lnTo>
                    <a:lnTo>
                      <a:pt x="1332348" y="0"/>
                    </a:lnTo>
                    <a:lnTo>
                      <a:pt x="1335428" y="0"/>
                    </a:lnTo>
                    <a:lnTo>
                      <a:pt x="1411793" y="0"/>
                    </a:lnTo>
                    <a:lnTo>
                      <a:pt x="1454182" y="0"/>
                    </a:lnTo>
                    <a:lnTo>
                      <a:pt x="1470312" y="0"/>
                    </a:lnTo>
                    <a:lnTo>
                      <a:pt x="1487183" y="0"/>
                    </a:lnTo>
                    <a:lnTo>
                      <a:pt x="1497552" y="0"/>
                    </a:lnTo>
                    <a:lnTo>
                      <a:pt x="1505806" y="0"/>
                    </a:lnTo>
                    <a:lnTo>
                      <a:pt x="1528471" y="0"/>
                    </a:lnTo>
                    <a:lnTo>
                      <a:pt x="1531708" y="0"/>
                    </a:lnTo>
                    <a:lnTo>
                      <a:pt x="1540992" y="0"/>
                    </a:lnTo>
                    <a:lnTo>
                      <a:pt x="1541479" y="0"/>
                    </a:lnTo>
                    <a:lnTo>
                      <a:pt x="1599998" y="0"/>
                    </a:lnTo>
                    <a:lnTo>
                      <a:pt x="1619386" y="0"/>
                    </a:lnTo>
                    <a:lnTo>
                      <a:pt x="1635492" y="0"/>
                    </a:lnTo>
                    <a:lnTo>
                      <a:pt x="1649308" y="0"/>
                    </a:lnTo>
                    <a:lnTo>
                      <a:pt x="1653720" y="0"/>
                    </a:lnTo>
                    <a:lnTo>
                      <a:pt x="1661394" y="0"/>
                    </a:lnTo>
                    <a:lnTo>
                      <a:pt x="1687782" y="0"/>
                    </a:lnTo>
                    <a:lnTo>
                      <a:pt x="1703116" y="0"/>
                    </a:lnTo>
                    <a:lnTo>
                      <a:pt x="1739181" y="0"/>
                    </a:lnTo>
                    <a:lnTo>
                      <a:pt x="1771141" y="0"/>
                    </a:lnTo>
                    <a:lnTo>
                      <a:pt x="1800697" y="0"/>
                    </a:lnTo>
                    <a:lnTo>
                      <a:pt x="1811727" y="0"/>
                    </a:lnTo>
                    <a:lnTo>
                      <a:pt x="1823361" y="0"/>
                    </a:lnTo>
                    <a:lnTo>
                      <a:pt x="1826599" y="0"/>
                    </a:lnTo>
                    <a:lnTo>
                      <a:pt x="1857951" y="0"/>
                    </a:lnTo>
                    <a:lnTo>
                      <a:pt x="1858439" y="0"/>
                    </a:lnTo>
                    <a:lnTo>
                      <a:pt x="1859676" y="0"/>
                    </a:lnTo>
                    <a:lnTo>
                      <a:pt x="1893346" y="0"/>
                    </a:lnTo>
                    <a:lnTo>
                      <a:pt x="1927765" y="0"/>
                    </a:lnTo>
                    <a:lnTo>
                      <a:pt x="1963365" y="0"/>
                    </a:lnTo>
                    <a:lnTo>
                      <a:pt x="1978354" y="0"/>
                    </a:lnTo>
                    <a:lnTo>
                      <a:pt x="1991032" y="0"/>
                    </a:lnTo>
                    <a:lnTo>
                      <a:pt x="2020076" y="0"/>
                    </a:lnTo>
                    <a:lnTo>
                      <a:pt x="2021800" y="0"/>
                    </a:lnTo>
                    <a:lnTo>
                      <a:pt x="2027021" y="0"/>
                    </a:lnTo>
                    <a:cubicBezTo>
                      <a:pt x="2032162" y="0"/>
                      <a:pt x="2032162" y="0"/>
                      <a:pt x="2032162" y="0"/>
                    </a:cubicBezTo>
                    <a:lnTo>
                      <a:pt x="2141909" y="0"/>
                    </a:lnTo>
                    <a:lnTo>
                      <a:pt x="2143633" y="0"/>
                    </a:lnTo>
                    <a:lnTo>
                      <a:pt x="2178359" y="0"/>
                    </a:lnTo>
                    <a:lnTo>
                      <a:pt x="2228719" y="0"/>
                    </a:lnTo>
                    <a:lnTo>
                      <a:pt x="2229207" y="0"/>
                    </a:lnTo>
                    <a:lnTo>
                      <a:pt x="2230931" y="0"/>
                    </a:lnTo>
                    <a:lnTo>
                      <a:pt x="2287725" y="0"/>
                    </a:lnTo>
                    <a:lnTo>
                      <a:pt x="2289450" y="0"/>
                    </a:lnTo>
                    <a:lnTo>
                      <a:pt x="2323220" y="0"/>
                    </a:lnTo>
                    <a:lnTo>
                      <a:pt x="2324944" y="0"/>
                    </a:lnTo>
                    <a:lnTo>
                      <a:pt x="2340483" y="0"/>
                    </a:lnTo>
                    <a:lnTo>
                      <a:pt x="2341447" y="0"/>
                    </a:lnTo>
                    <a:lnTo>
                      <a:pt x="2343172" y="0"/>
                    </a:lnTo>
                    <a:lnTo>
                      <a:pt x="2349122" y="0"/>
                    </a:lnTo>
                    <a:lnTo>
                      <a:pt x="2350846" y="0"/>
                    </a:lnTo>
                    <a:lnTo>
                      <a:pt x="2390844" y="0"/>
                    </a:lnTo>
                    <a:lnTo>
                      <a:pt x="2462317" y="0"/>
                    </a:lnTo>
                    <a:lnTo>
                      <a:pt x="2499455" y="0"/>
                    </a:lnTo>
                    <a:lnTo>
                      <a:pt x="2530713" y="0"/>
                    </a:lnTo>
                    <a:lnTo>
                      <a:pt x="2547403" y="0"/>
                    </a:lnTo>
                    <a:lnTo>
                      <a:pt x="2549127" y="0"/>
                    </a:lnTo>
                    <a:lnTo>
                      <a:pt x="2581074" y="0"/>
                    </a:lnTo>
                    <a:lnTo>
                      <a:pt x="2582112" y="0"/>
                    </a:lnTo>
                    <a:cubicBezTo>
                      <a:pt x="2669530" y="0"/>
                      <a:pt x="2669530" y="0"/>
                      <a:pt x="2669530" y="0"/>
                    </a:cubicBezTo>
                    <a:lnTo>
                      <a:pt x="2678759" y="0"/>
                    </a:lnTo>
                    <a:lnTo>
                      <a:pt x="2709527" y="0"/>
                    </a:lnTo>
                    <a:lnTo>
                      <a:pt x="2711252" y="0"/>
                    </a:lnTo>
                    <a:lnTo>
                      <a:pt x="2714748" y="0"/>
                    </a:lnTo>
                    <a:lnTo>
                      <a:pt x="2719890" y="0"/>
                    </a:lnTo>
                    <a:lnTo>
                      <a:pt x="2831360" y="0"/>
                    </a:lnTo>
                    <a:lnTo>
                      <a:pt x="2833086" y="0"/>
                    </a:lnTo>
                    <a:lnTo>
                      <a:pt x="2866087" y="0"/>
                    </a:lnTo>
                    <a:lnTo>
                      <a:pt x="2918659" y="0"/>
                    </a:lnTo>
                    <a:lnTo>
                      <a:pt x="2919896" y="0"/>
                    </a:lnTo>
                    <a:lnTo>
                      <a:pt x="2920383" y="0"/>
                    </a:lnTo>
                    <a:lnTo>
                      <a:pt x="2977177" y="0"/>
                    </a:lnTo>
                    <a:lnTo>
                      <a:pt x="2978902" y="0"/>
                    </a:lnTo>
                    <a:lnTo>
                      <a:pt x="3012671" y="0"/>
                    </a:lnTo>
                    <a:lnTo>
                      <a:pt x="3014397" y="0"/>
                    </a:lnTo>
                    <a:lnTo>
                      <a:pt x="3028211" y="0"/>
                    </a:lnTo>
                    <a:lnTo>
                      <a:pt x="3030899" y="0"/>
                    </a:lnTo>
                    <a:lnTo>
                      <a:pt x="3032624" y="0"/>
                    </a:lnTo>
                    <a:lnTo>
                      <a:pt x="3038573" y="0"/>
                    </a:lnTo>
                    <a:lnTo>
                      <a:pt x="3040298" y="0"/>
                    </a:lnTo>
                    <a:lnTo>
                      <a:pt x="3082021" y="0"/>
                    </a:lnTo>
                    <a:lnTo>
                      <a:pt x="3150044" y="0"/>
                    </a:lnTo>
                    <a:lnTo>
                      <a:pt x="3218441" y="0"/>
                    </a:lnTo>
                    <a:lnTo>
                      <a:pt x="3236855" y="0"/>
                    </a:lnTo>
                    <a:lnTo>
                      <a:pt x="3269839" y="0"/>
                    </a:lnTo>
                    <a:lnTo>
                      <a:pt x="3272250" y="0"/>
                    </a:lnTo>
                    <a:lnTo>
                      <a:pt x="3320378" y="0"/>
                    </a:lnTo>
                    <a:lnTo>
                      <a:pt x="3346330" y="0"/>
                    </a:lnTo>
                    <a:lnTo>
                      <a:pt x="3357257" y="0"/>
                    </a:lnTo>
                    <a:lnTo>
                      <a:pt x="3369936" y="0"/>
                    </a:lnTo>
                    <a:lnTo>
                      <a:pt x="3398980" y="0"/>
                    </a:lnTo>
                    <a:lnTo>
                      <a:pt x="3405925" y="0"/>
                    </a:lnTo>
                    <a:cubicBezTo>
                      <a:pt x="3411066" y="0"/>
                      <a:pt x="3411066" y="0"/>
                      <a:pt x="3411066" y="0"/>
                    </a:cubicBezTo>
                    <a:lnTo>
                      <a:pt x="3520813" y="0"/>
                    </a:lnTo>
                    <a:lnTo>
                      <a:pt x="3607623" y="0"/>
                    </a:lnTo>
                    <a:lnTo>
                      <a:pt x="3608111" y="0"/>
                    </a:lnTo>
                    <a:lnTo>
                      <a:pt x="3666629" y="0"/>
                    </a:lnTo>
                    <a:lnTo>
                      <a:pt x="3702124" y="0"/>
                    </a:lnTo>
                    <a:lnTo>
                      <a:pt x="3720351" y="0"/>
                    </a:lnTo>
                    <a:lnTo>
                      <a:pt x="3728025" y="0"/>
                    </a:lnTo>
                    <a:lnTo>
                      <a:pt x="3769748" y="0"/>
                    </a:lnTo>
                    <a:cubicBezTo>
                      <a:pt x="4098793" y="0"/>
                      <a:pt x="4098793" y="0"/>
                      <a:pt x="4098793" y="0"/>
                    </a:cubicBezTo>
                    <a:cubicBezTo>
                      <a:pt x="4133877" y="0"/>
                      <a:pt x="4175977" y="24572"/>
                      <a:pt x="4193519" y="54408"/>
                    </a:cubicBezTo>
                    <a:cubicBezTo>
                      <a:pt x="4439104" y="480025"/>
                      <a:pt x="4439104" y="480025"/>
                      <a:pt x="4439104" y="480025"/>
                    </a:cubicBezTo>
                    <a:cubicBezTo>
                      <a:pt x="4456646" y="509862"/>
                      <a:pt x="4456646" y="559005"/>
                      <a:pt x="4439104" y="588843"/>
                    </a:cubicBezTo>
                    <a:cubicBezTo>
                      <a:pt x="4193519" y="1014459"/>
                      <a:pt x="4193519" y="1014459"/>
                      <a:pt x="4193519" y="1014459"/>
                    </a:cubicBezTo>
                    <a:cubicBezTo>
                      <a:pt x="4175977" y="1044295"/>
                      <a:pt x="4133877" y="1068867"/>
                      <a:pt x="4098793" y="1068867"/>
                    </a:cubicBezTo>
                    <a:lnTo>
                      <a:pt x="3728025" y="1068867"/>
                    </a:lnTo>
                    <a:lnTo>
                      <a:pt x="3607623" y="1068867"/>
                    </a:lnTo>
                    <a:lnTo>
                      <a:pt x="3411066" y="1068867"/>
                    </a:lnTo>
                    <a:lnTo>
                      <a:pt x="3357257" y="1068867"/>
                    </a:lnTo>
                    <a:lnTo>
                      <a:pt x="3236855" y="1068867"/>
                    </a:lnTo>
                    <a:lnTo>
                      <a:pt x="3040298" y="1068867"/>
                    </a:lnTo>
                    <a:lnTo>
                      <a:pt x="3038573" y="1068867"/>
                    </a:lnTo>
                    <a:lnTo>
                      <a:pt x="2919896" y="1068867"/>
                    </a:lnTo>
                    <a:lnTo>
                      <a:pt x="2866087" y="1068867"/>
                    </a:lnTo>
                    <a:lnTo>
                      <a:pt x="2719890" y="1068867"/>
                    </a:lnTo>
                    <a:lnTo>
                      <a:pt x="2669530" y="1068867"/>
                    </a:lnTo>
                    <a:lnTo>
                      <a:pt x="2549127" y="1068867"/>
                    </a:lnTo>
                    <a:lnTo>
                      <a:pt x="2547403" y="1068867"/>
                    </a:lnTo>
                    <a:lnTo>
                      <a:pt x="2350846" y="1068867"/>
                    </a:lnTo>
                    <a:lnTo>
                      <a:pt x="2349122" y="1068867"/>
                    </a:lnTo>
                    <a:lnTo>
                      <a:pt x="2228719" y="1068867"/>
                    </a:lnTo>
                    <a:lnTo>
                      <a:pt x="2178359" y="1068867"/>
                    </a:lnTo>
                    <a:lnTo>
                      <a:pt x="2032162" y="1068867"/>
                    </a:lnTo>
                    <a:lnTo>
                      <a:pt x="1978354" y="1068867"/>
                    </a:lnTo>
                    <a:lnTo>
                      <a:pt x="1859676" y="1068867"/>
                    </a:lnTo>
                    <a:lnTo>
                      <a:pt x="1857951" y="1068867"/>
                    </a:lnTo>
                    <a:lnTo>
                      <a:pt x="1826599" y="1068867"/>
                    </a:lnTo>
                    <a:lnTo>
                      <a:pt x="1661394" y="1068867"/>
                    </a:lnTo>
                    <a:lnTo>
                      <a:pt x="1540992" y="1068867"/>
                    </a:lnTo>
                    <a:lnTo>
                      <a:pt x="1531708" y="1068867"/>
                    </a:lnTo>
                    <a:lnTo>
                      <a:pt x="1487183" y="1068867"/>
                    </a:lnTo>
                    <a:lnTo>
                      <a:pt x="1335428" y="1068867"/>
                    </a:lnTo>
                    <a:lnTo>
                      <a:pt x="1290626" y="1068867"/>
                    </a:lnTo>
                    <a:lnTo>
                      <a:pt x="1170224" y="1068867"/>
                    </a:lnTo>
                    <a:lnTo>
                      <a:pt x="1138871" y="1068867"/>
                    </a:lnTo>
                    <a:lnTo>
                      <a:pt x="1040537" y="1068867"/>
                    </a:lnTo>
                    <a:lnTo>
                      <a:pt x="843980" y="1068867"/>
                    </a:lnTo>
                    <a:lnTo>
                      <a:pt x="799455" y="1068867"/>
                    </a:lnTo>
                    <a:lnTo>
                      <a:pt x="647700" y="1068867"/>
                    </a:lnTo>
                    <a:lnTo>
                      <a:pt x="352810" y="1068867"/>
                    </a:lnTo>
                    <a:cubicBezTo>
                      <a:pt x="318603" y="1068867"/>
                      <a:pt x="275626" y="1044295"/>
                      <a:pt x="258084" y="1014459"/>
                    </a:cubicBezTo>
                    <a:cubicBezTo>
                      <a:pt x="12498" y="588843"/>
                      <a:pt x="12498" y="588843"/>
                      <a:pt x="12498" y="588843"/>
                    </a:cubicBezTo>
                    <a:cubicBezTo>
                      <a:pt x="-4166" y="559005"/>
                      <a:pt x="-4166" y="509862"/>
                      <a:pt x="12498" y="480025"/>
                    </a:cubicBezTo>
                    <a:cubicBezTo>
                      <a:pt x="258084" y="54408"/>
                      <a:pt x="258084" y="54408"/>
                      <a:pt x="258084" y="54408"/>
                    </a:cubicBezTo>
                    <a:cubicBezTo>
                      <a:pt x="275626" y="24572"/>
                      <a:pt x="318603" y="0"/>
                      <a:pt x="35281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5000"/>
                    </a:sysClr>
                  </a:gs>
                  <a:gs pos="0">
                    <a:srgbClr val="D3D3D3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" name="12">
                <a:extLst>
                  <a:ext uri="{FF2B5EF4-FFF2-40B4-BE49-F238E27FC236}">
                    <a16:creationId xmlns:a16="http://schemas.microsoft.com/office/drawing/2014/main" id="{4962C35A-0E55-5C1B-4CC8-5D98632D30B0}"/>
                  </a:ext>
                </a:extLst>
              </p:cNvPr>
              <p:cNvSpPr/>
              <p:nvPr/>
            </p:nvSpPr>
            <p:spPr bwMode="auto">
              <a:xfrm>
                <a:off x="1223943" y="1875965"/>
                <a:ext cx="3861240" cy="775139"/>
              </a:xfrm>
              <a:custGeom>
                <a:avLst/>
                <a:gdLst>
                  <a:gd name="connsiteX0" fmla="*/ 305125 w 4603109"/>
                  <a:gd name="connsiteY0" fmla="*/ 0 h 924402"/>
                  <a:gd name="connsiteX1" fmla="*/ 432894 w 4603109"/>
                  <a:gd name="connsiteY1" fmla="*/ 0 h 924402"/>
                  <a:gd name="connsiteX2" fmla="*/ 445336 w 4603109"/>
                  <a:gd name="connsiteY2" fmla="*/ 0 h 924402"/>
                  <a:gd name="connsiteX3" fmla="*/ 550703 w 4603109"/>
                  <a:gd name="connsiteY3" fmla="*/ 0 h 924402"/>
                  <a:gd name="connsiteX4" fmla="*/ 560158 w 4603109"/>
                  <a:gd name="connsiteY4" fmla="*/ 0 h 924402"/>
                  <a:gd name="connsiteX5" fmla="*/ 573105 w 4603109"/>
                  <a:gd name="connsiteY5" fmla="*/ 0 h 924402"/>
                  <a:gd name="connsiteX6" fmla="*/ 626202 w 4603109"/>
                  <a:gd name="connsiteY6" fmla="*/ 0 h 924402"/>
                  <a:gd name="connsiteX7" fmla="*/ 676811 w 4603109"/>
                  <a:gd name="connsiteY7" fmla="*/ 0 h 924402"/>
                  <a:gd name="connsiteX8" fmla="*/ 678472 w 4603109"/>
                  <a:gd name="connsiteY8" fmla="*/ 0 h 924402"/>
                  <a:gd name="connsiteX9" fmla="*/ 687927 w 4603109"/>
                  <a:gd name="connsiteY9" fmla="*/ 0 h 924402"/>
                  <a:gd name="connsiteX10" fmla="*/ 691402 w 4603109"/>
                  <a:gd name="connsiteY10" fmla="*/ 0 h 924402"/>
                  <a:gd name="connsiteX11" fmla="*/ 700371 w 4603109"/>
                  <a:gd name="connsiteY11" fmla="*/ 0 h 924402"/>
                  <a:gd name="connsiteX12" fmla="*/ 707508 w 4603109"/>
                  <a:gd name="connsiteY12" fmla="*/ 0 h 924402"/>
                  <a:gd name="connsiteX13" fmla="*/ 729909 w 4603109"/>
                  <a:gd name="connsiteY13" fmla="*/ 0 h 924402"/>
                  <a:gd name="connsiteX14" fmla="*/ 753971 w 4603109"/>
                  <a:gd name="connsiteY14" fmla="*/ 0 h 924402"/>
                  <a:gd name="connsiteX15" fmla="*/ 804580 w 4603109"/>
                  <a:gd name="connsiteY15" fmla="*/ 0 h 924402"/>
                  <a:gd name="connsiteX16" fmla="*/ 805737 w 4603109"/>
                  <a:gd name="connsiteY16" fmla="*/ 0 h 924402"/>
                  <a:gd name="connsiteX17" fmla="*/ 819171 w 4603109"/>
                  <a:gd name="connsiteY17" fmla="*/ 0 h 924402"/>
                  <a:gd name="connsiteX18" fmla="*/ 828140 w 4603109"/>
                  <a:gd name="connsiteY18" fmla="*/ 0 h 924402"/>
                  <a:gd name="connsiteX19" fmla="*/ 831615 w 4603109"/>
                  <a:gd name="connsiteY19" fmla="*/ 0 h 924402"/>
                  <a:gd name="connsiteX20" fmla="*/ 835277 w 4603109"/>
                  <a:gd name="connsiteY20" fmla="*/ 0 h 924402"/>
                  <a:gd name="connsiteX21" fmla="*/ 857678 w 4603109"/>
                  <a:gd name="connsiteY21" fmla="*/ 0 h 924402"/>
                  <a:gd name="connsiteX22" fmla="*/ 864889 w 4603109"/>
                  <a:gd name="connsiteY22" fmla="*/ 0 h 924402"/>
                  <a:gd name="connsiteX23" fmla="*/ 899900 w 4603109"/>
                  <a:gd name="connsiteY23" fmla="*/ 0 h 924402"/>
                  <a:gd name="connsiteX24" fmla="*/ 909341 w 4603109"/>
                  <a:gd name="connsiteY24" fmla="*/ 0 h 924402"/>
                  <a:gd name="connsiteX25" fmla="*/ 929965 w 4603109"/>
                  <a:gd name="connsiteY25" fmla="*/ 0 h 924402"/>
                  <a:gd name="connsiteX26" fmla="*/ 933506 w 4603109"/>
                  <a:gd name="connsiteY26" fmla="*/ 0 h 924402"/>
                  <a:gd name="connsiteX27" fmla="*/ 936982 w 4603109"/>
                  <a:gd name="connsiteY27" fmla="*/ 0 h 924402"/>
                  <a:gd name="connsiteX28" fmla="*/ 959384 w 4603109"/>
                  <a:gd name="connsiteY28" fmla="*/ 0 h 924402"/>
                  <a:gd name="connsiteX29" fmla="*/ 962542 w 4603109"/>
                  <a:gd name="connsiteY29" fmla="*/ 0 h 924402"/>
                  <a:gd name="connsiteX30" fmla="*/ 984943 w 4603109"/>
                  <a:gd name="connsiteY30" fmla="*/ 0 h 924402"/>
                  <a:gd name="connsiteX31" fmla="*/ 992658 w 4603109"/>
                  <a:gd name="connsiteY31" fmla="*/ 0 h 924402"/>
                  <a:gd name="connsiteX32" fmla="*/ 1012059 w 4603109"/>
                  <a:gd name="connsiteY32" fmla="*/ 0 h 924402"/>
                  <a:gd name="connsiteX33" fmla="*/ 1012480 w 4603109"/>
                  <a:gd name="connsiteY33" fmla="*/ 0 h 924402"/>
                  <a:gd name="connsiteX34" fmla="*/ 1027669 w 4603109"/>
                  <a:gd name="connsiteY34" fmla="*/ 0 h 924402"/>
                  <a:gd name="connsiteX35" fmla="*/ 1037110 w 4603109"/>
                  <a:gd name="connsiteY35" fmla="*/ 0 h 924402"/>
                  <a:gd name="connsiteX36" fmla="*/ 1040112 w 4603109"/>
                  <a:gd name="connsiteY36" fmla="*/ 0 h 924402"/>
                  <a:gd name="connsiteX37" fmla="*/ 1057734 w 4603109"/>
                  <a:gd name="connsiteY37" fmla="*/ 0 h 924402"/>
                  <a:gd name="connsiteX38" fmla="*/ 1064751 w 4603109"/>
                  <a:gd name="connsiteY38" fmla="*/ 0 h 924402"/>
                  <a:gd name="connsiteX39" fmla="*/ 1070177 w 4603109"/>
                  <a:gd name="connsiteY39" fmla="*/ 0 h 924402"/>
                  <a:gd name="connsiteX40" fmla="*/ 1072436 w 4603109"/>
                  <a:gd name="connsiteY40" fmla="*/ 0 h 924402"/>
                  <a:gd name="connsiteX41" fmla="*/ 1090311 w 4603109"/>
                  <a:gd name="connsiteY41" fmla="*/ 0 h 924402"/>
                  <a:gd name="connsiteX42" fmla="*/ 1110718 w 4603109"/>
                  <a:gd name="connsiteY42" fmla="*/ 0 h 924402"/>
                  <a:gd name="connsiteX43" fmla="*/ 1112712 w 4603109"/>
                  <a:gd name="connsiteY43" fmla="*/ 0 h 924402"/>
                  <a:gd name="connsiteX44" fmla="*/ 1116187 w 4603109"/>
                  <a:gd name="connsiteY44" fmla="*/ 0 h 924402"/>
                  <a:gd name="connsiteX45" fmla="*/ 1139828 w 4603109"/>
                  <a:gd name="connsiteY45" fmla="*/ 0 h 924402"/>
                  <a:gd name="connsiteX46" fmla="*/ 1140249 w 4603109"/>
                  <a:gd name="connsiteY46" fmla="*/ 0 h 924402"/>
                  <a:gd name="connsiteX47" fmla="*/ 1145480 w 4603109"/>
                  <a:gd name="connsiteY47" fmla="*/ 0 h 924402"/>
                  <a:gd name="connsiteX48" fmla="*/ 1152270 w 4603109"/>
                  <a:gd name="connsiteY48" fmla="*/ 0 h 924402"/>
                  <a:gd name="connsiteX49" fmla="*/ 1154934 w 4603109"/>
                  <a:gd name="connsiteY49" fmla="*/ 0 h 924402"/>
                  <a:gd name="connsiteX50" fmla="*/ 1167881 w 4603109"/>
                  <a:gd name="connsiteY50" fmla="*/ 0 h 924402"/>
                  <a:gd name="connsiteX51" fmla="*/ 1175544 w 4603109"/>
                  <a:gd name="connsiteY51" fmla="*/ 0 h 924402"/>
                  <a:gd name="connsiteX52" fmla="*/ 1184998 w 4603109"/>
                  <a:gd name="connsiteY52" fmla="*/ 0 h 924402"/>
                  <a:gd name="connsiteX53" fmla="*/ 1197946 w 4603109"/>
                  <a:gd name="connsiteY53" fmla="*/ 0 h 924402"/>
                  <a:gd name="connsiteX54" fmla="*/ 1200205 w 4603109"/>
                  <a:gd name="connsiteY54" fmla="*/ 0 h 924402"/>
                  <a:gd name="connsiteX55" fmla="*/ 1220978 w 4603109"/>
                  <a:gd name="connsiteY55" fmla="*/ 0 h 924402"/>
                  <a:gd name="connsiteX56" fmla="*/ 1238487 w 4603109"/>
                  <a:gd name="connsiteY56" fmla="*/ 0 h 924402"/>
                  <a:gd name="connsiteX57" fmla="*/ 1243956 w 4603109"/>
                  <a:gd name="connsiteY57" fmla="*/ 0 h 924402"/>
                  <a:gd name="connsiteX58" fmla="*/ 1251042 w 4603109"/>
                  <a:gd name="connsiteY58" fmla="*/ 0 h 924402"/>
                  <a:gd name="connsiteX59" fmla="*/ 1257637 w 4603109"/>
                  <a:gd name="connsiteY59" fmla="*/ 0 h 924402"/>
                  <a:gd name="connsiteX60" fmla="*/ 1271587 w 4603109"/>
                  <a:gd name="connsiteY60" fmla="*/ 0 h 924402"/>
                  <a:gd name="connsiteX61" fmla="*/ 1273249 w 4603109"/>
                  <a:gd name="connsiteY61" fmla="*/ 0 h 924402"/>
                  <a:gd name="connsiteX62" fmla="*/ 1280039 w 4603109"/>
                  <a:gd name="connsiteY62" fmla="*/ 0 h 924402"/>
                  <a:gd name="connsiteX63" fmla="*/ 1282703 w 4603109"/>
                  <a:gd name="connsiteY63" fmla="*/ 0 h 924402"/>
                  <a:gd name="connsiteX64" fmla="*/ 1286178 w 4603109"/>
                  <a:gd name="connsiteY64" fmla="*/ 0 h 924402"/>
                  <a:gd name="connsiteX65" fmla="*/ 1295146 w 4603109"/>
                  <a:gd name="connsiteY65" fmla="*/ 0 h 924402"/>
                  <a:gd name="connsiteX66" fmla="*/ 1301651 w 4603109"/>
                  <a:gd name="connsiteY66" fmla="*/ 0 h 924402"/>
                  <a:gd name="connsiteX67" fmla="*/ 1302284 w 4603109"/>
                  <a:gd name="connsiteY67" fmla="*/ 0 h 924402"/>
                  <a:gd name="connsiteX68" fmla="*/ 1303313 w 4603109"/>
                  <a:gd name="connsiteY68" fmla="*/ 0 h 924402"/>
                  <a:gd name="connsiteX69" fmla="*/ 1312767 w 4603109"/>
                  <a:gd name="connsiteY69" fmla="*/ 0 h 924402"/>
                  <a:gd name="connsiteX70" fmla="*/ 1316242 w 4603109"/>
                  <a:gd name="connsiteY70" fmla="*/ 0 h 924402"/>
                  <a:gd name="connsiteX71" fmla="*/ 1321886 w 4603109"/>
                  <a:gd name="connsiteY71" fmla="*/ 0 h 924402"/>
                  <a:gd name="connsiteX72" fmla="*/ 1324685 w 4603109"/>
                  <a:gd name="connsiteY72" fmla="*/ 0 h 924402"/>
                  <a:gd name="connsiteX73" fmla="*/ 1325211 w 4603109"/>
                  <a:gd name="connsiteY73" fmla="*/ 0 h 924402"/>
                  <a:gd name="connsiteX74" fmla="*/ 1332348 w 4603109"/>
                  <a:gd name="connsiteY74" fmla="*/ 0 h 924402"/>
                  <a:gd name="connsiteX75" fmla="*/ 1332714 w 4603109"/>
                  <a:gd name="connsiteY75" fmla="*/ 0 h 924402"/>
                  <a:gd name="connsiteX76" fmla="*/ 1333135 w 4603109"/>
                  <a:gd name="connsiteY76" fmla="*/ 0 h 924402"/>
                  <a:gd name="connsiteX77" fmla="*/ 1348747 w 4603109"/>
                  <a:gd name="connsiteY77" fmla="*/ 0 h 924402"/>
                  <a:gd name="connsiteX78" fmla="*/ 1354749 w 4603109"/>
                  <a:gd name="connsiteY78" fmla="*/ 0 h 924402"/>
                  <a:gd name="connsiteX79" fmla="*/ 1378811 w 4603109"/>
                  <a:gd name="connsiteY79" fmla="*/ 0 h 924402"/>
                  <a:gd name="connsiteX80" fmla="*/ 1383745 w 4603109"/>
                  <a:gd name="connsiteY80" fmla="*/ 0 h 924402"/>
                  <a:gd name="connsiteX81" fmla="*/ 1385406 w 4603109"/>
                  <a:gd name="connsiteY81" fmla="*/ 0 h 924402"/>
                  <a:gd name="connsiteX82" fmla="*/ 1399356 w 4603109"/>
                  <a:gd name="connsiteY82" fmla="*/ 0 h 924402"/>
                  <a:gd name="connsiteX83" fmla="*/ 1400513 w 4603109"/>
                  <a:gd name="connsiteY83" fmla="*/ 0 h 924402"/>
                  <a:gd name="connsiteX84" fmla="*/ 1413947 w 4603109"/>
                  <a:gd name="connsiteY84" fmla="*/ 0 h 924402"/>
                  <a:gd name="connsiteX85" fmla="*/ 1414442 w 4603109"/>
                  <a:gd name="connsiteY85" fmla="*/ 0 h 924402"/>
                  <a:gd name="connsiteX86" fmla="*/ 1422915 w 4603109"/>
                  <a:gd name="connsiteY86" fmla="*/ 0 h 924402"/>
                  <a:gd name="connsiteX87" fmla="*/ 1426390 w 4603109"/>
                  <a:gd name="connsiteY87" fmla="*/ 0 h 924402"/>
                  <a:gd name="connsiteX88" fmla="*/ 1429420 w 4603109"/>
                  <a:gd name="connsiteY88" fmla="*/ 0 h 924402"/>
                  <a:gd name="connsiteX89" fmla="*/ 1430053 w 4603109"/>
                  <a:gd name="connsiteY89" fmla="*/ 0 h 924402"/>
                  <a:gd name="connsiteX90" fmla="*/ 1430206 w 4603109"/>
                  <a:gd name="connsiteY90" fmla="*/ 0 h 924402"/>
                  <a:gd name="connsiteX91" fmla="*/ 1430577 w 4603109"/>
                  <a:gd name="connsiteY91" fmla="*/ 0 h 924402"/>
                  <a:gd name="connsiteX92" fmla="*/ 1436843 w 4603109"/>
                  <a:gd name="connsiteY92" fmla="*/ 0 h 924402"/>
                  <a:gd name="connsiteX93" fmla="*/ 1444011 w 4603109"/>
                  <a:gd name="connsiteY93" fmla="*/ 0 h 924402"/>
                  <a:gd name="connsiteX94" fmla="*/ 1449655 w 4603109"/>
                  <a:gd name="connsiteY94" fmla="*/ 0 h 924402"/>
                  <a:gd name="connsiteX95" fmla="*/ 1452454 w 4603109"/>
                  <a:gd name="connsiteY95" fmla="*/ 0 h 924402"/>
                  <a:gd name="connsiteX96" fmla="*/ 1452980 w 4603109"/>
                  <a:gd name="connsiteY96" fmla="*/ 0 h 924402"/>
                  <a:gd name="connsiteX97" fmla="*/ 1456455 w 4603109"/>
                  <a:gd name="connsiteY97" fmla="*/ 0 h 924402"/>
                  <a:gd name="connsiteX98" fmla="*/ 1459664 w 4603109"/>
                  <a:gd name="connsiteY98" fmla="*/ 0 h 924402"/>
                  <a:gd name="connsiteX99" fmla="*/ 1460117 w 4603109"/>
                  <a:gd name="connsiteY99" fmla="*/ 0 h 924402"/>
                  <a:gd name="connsiteX100" fmla="*/ 1460483 w 4603109"/>
                  <a:gd name="connsiteY100" fmla="*/ 0 h 924402"/>
                  <a:gd name="connsiteX101" fmla="*/ 1460904 w 4603109"/>
                  <a:gd name="connsiteY101" fmla="*/ 0 h 924402"/>
                  <a:gd name="connsiteX102" fmla="*/ 1472926 w 4603109"/>
                  <a:gd name="connsiteY102" fmla="*/ 0 h 924402"/>
                  <a:gd name="connsiteX103" fmla="*/ 1482518 w 4603109"/>
                  <a:gd name="connsiteY103" fmla="*/ 0 h 924402"/>
                  <a:gd name="connsiteX104" fmla="*/ 1489729 w 4603109"/>
                  <a:gd name="connsiteY104" fmla="*/ 0 h 924402"/>
                  <a:gd name="connsiteX105" fmla="*/ 1504116 w 4603109"/>
                  <a:gd name="connsiteY105" fmla="*/ 0 h 924402"/>
                  <a:gd name="connsiteX106" fmla="*/ 1511514 w 4603109"/>
                  <a:gd name="connsiteY106" fmla="*/ 0 h 924402"/>
                  <a:gd name="connsiteX107" fmla="*/ 1524740 w 4603109"/>
                  <a:gd name="connsiteY107" fmla="*/ 0 h 924402"/>
                  <a:gd name="connsiteX108" fmla="*/ 1528282 w 4603109"/>
                  <a:gd name="connsiteY108" fmla="*/ 0 h 924402"/>
                  <a:gd name="connsiteX109" fmla="*/ 1531757 w 4603109"/>
                  <a:gd name="connsiteY109" fmla="*/ 0 h 924402"/>
                  <a:gd name="connsiteX110" fmla="*/ 1534181 w 4603109"/>
                  <a:gd name="connsiteY110" fmla="*/ 0 h 924402"/>
                  <a:gd name="connsiteX111" fmla="*/ 1542211 w 4603109"/>
                  <a:gd name="connsiteY111" fmla="*/ 0 h 924402"/>
                  <a:gd name="connsiteX112" fmla="*/ 1554159 w 4603109"/>
                  <a:gd name="connsiteY112" fmla="*/ 0 h 924402"/>
                  <a:gd name="connsiteX113" fmla="*/ 1557318 w 4603109"/>
                  <a:gd name="connsiteY113" fmla="*/ 0 h 924402"/>
                  <a:gd name="connsiteX114" fmla="*/ 1557975 w 4603109"/>
                  <a:gd name="connsiteY114" fmla="*/ 0 h 924402"/>
                  <a:gd name="connsiteX115" fmla="*/ 1558346 w 4603109"/>
                  <a:gd name="connsiteY115" fmla="*/ 0 h 924402"/>
                  <a:gd name="connsiteX116" fmla="*/ 1561822 w 4603109"/>
                  <a:gd name="connsiteY116" fmla="*/ 0 h 924402"/>
                  <a:gd name="connsiteX117" fmla="*/ 1564612 w 4603109"/>
                  <a:gd name="connsiteY117" fmla="*/ 0 h 924402"/>
                  <a:gd name="connsiteX118" fmla="*/ 1566857 w 4603109"/>
                  <a:gd name="connsiteY118" fmla="*/ 0 h 924402"/>
                  <a:gd name="connsiteX119" fmla="*/ 1576919 w 4603109"/>
                  <a:gd name="connsiteY119" fmla="*/ 0 h 924402"/>
                  <a:gd name="connsiteX120" fmla="*/ 1579719 w 4603109"/>
                  <a:gd name="connsiteY120" fmla="*/ 0 h 924402"/>
                  <a:gd name="connsiteX121" fmla="*/ 1584224 w 4603109"/>
                  <a:gd name="connsiteY121" fmla="*/ 0 h 924402"/>
                  <a:gd name="connsiteX122" fmla="*/ 1587382 w 4603109"/>
                  <a:gd name="connsiteY122" fmla="*/ 0 h 924402"/>
                  <a:gd name="connsiteX123" fmla="*/ 1587433 w 4603109"/>
                  <a:gd name="connsiteY123" fmla="*/ 0 h 924402"/>
                  <a:gd name="connsiteX124" fmla="*/ 1600695 w 4603109"/>
                  <a:gd name="connsiteY124" fmla="*/ 0 h 924402"/>
                  <a:gd name="connsiteX125" fmla="*/ 1606834 w 4603109"/>
                  <a:gd name="connsiteY125" fmla="*/ 0 h 924402"/>
                  <a:gd name="connsiteX126" fmla="*/ 1607256 w 4603109"/>
                  <a:gd name="connsiteY126" fmla="*/ 0 h 924402"/>
                  <a:gd name="connsiteX127" fmla="*/ 1608325 w 4603109"/>
                  <a:gd name="connsiteY127" fmla="*/ 0 h 924402"/>
                  <a:gd name="connsiteX128" fmla="*/ 1609783 w 4603109"/>
                  <a:gd name="connsiteY128" fmla="*/ 0 h 924402"/>
                  <a:gd name="connsiteX129" fmla="*/ 1617498 w 4603109"/>
                  <a:gd name="connsiteY129" fmla="*/ 0 h 924402"/>
                  <a:gd name="connsiteX130" fmla="*/ 1631885 w 4603109"/>
                  <a:gd name="connsiteY130" fmla="*/ 0 h 924402"/>
                  <a:gd name="connsiteX131" fmla="*/ 1636899 w 4603109"/>
                  <a:gd name="connsiteY131" fmla="*/ 0 h 924402"/>
                  <a:gd name="connsiteX132" fmla="*/ 1637320 w 4603109"/>
                  <a:gd name="connsiteY132" fmla="*/ 0 h 924402"/>
                  <a:gd name="connsiteX133" fmla="*/ 1637445 w 4603109"/>
                  <a:gd name="connsiteY133" fmla="*/ 0 h 924402"/>
                  <a:gd name="connsiteX134" fmla="*/ 1652509 w 4603109"/>
                  <a:gd name="connsiteY134" fmla="*/ 0 h 924402"/>
                  <a:gd name="connsiteX135" fmla="*/ 1659526 w 4603109"/>
                  <a:gd name="connsiteY135" fmla="*/ 0 h 924402"/>
                  <a:gd name="connsiteX136" fmla="*/ 1661950 w 4603109"/>
                  <a:gd name="connsiteY136" fmla="*/ 0 h 924402"/>
                  <a:gd name="connsiteX137" fmla="*/ 1664952 w 4603109"/>
                  <a:gd name="connsiteY137" fmla="*/ 0 h 924402"/>
                  <a:gd name="connsiteX138" fmla="*/ 1667212 w 4603109"/>
                  <a:gd name="connsiteY138" fmla="*/ 0 h 924402"/>
                  <a:gd name="connsiteX139" fmla="*/ 1685087 w 4603109"/>
                  <a:gd name="connsiteY139" fmla="*/ 0 h 924402"/>
                  <a:gd name="connsiteX140" fmla="*/ 1689591 w 4603109"/>
                  <a:gd name="connsiteY140" fmla="*/ 0 h 924402"/>
                  <a:gd name="connsiteX141" fmla="*/ 1694626 w 4603109"/>
                  <a:gd name="connsiteY141" fmla="*/ 0 h 924402"/>
                  <a:gd name="connsiteX142" fmla="*/ 1697276 w 4603109"/>
                  <a:gd name="connsiteY142" fmla="*/ 0 h 924402"/>
                  <a:gd name="connsiteX143" fmla="*/ 1698000 w 4603109"/>
                  <a:gd name="connsiteY143" fmla="*/ 0 h 924402"/>
                  <a:gd name="connsiteX144" fmla="*/ 1704688 w 4603109"/>
                  <a:gd name="connsiteY144" fmla="*/ 0 h 924402"/>
                  <a:gd name="connsiteX145" fmla="*/ 1707488 w 4603109"/>
                  <a:gd name="connsiteY145" fmla="*/ 0 h 924402"/>
                  <a:gd name="connsiteX146" fmla="*/ 1710963 w 4603109"/>
                  <a:gd name="connsiteY146" fmla="*/ 0 h 924402"/>
                  <a:gd name="connsiteX147" fmla="*/ 1715151 w 4603109"/>
                  <a:gd name="connsiteY147" fmla="*/ 0 h 924402"/>
                  <a:gd name="connsiteX148" fmla="*/ 1721928 w 4603109"/>
                  <a:gd name="connsiteY148" fmla="*/ 0 h 924402"/>
                  <a:gd name="connsiteX149" fmla="*/ 1734603 w 4603109"/>
                  <a:gd name="connsiteY149" fmla="*/ 0 h 924402"/>
                  <a:gd name="connsiteX150" fmla="*/ 1735025 w 4603109"/>
                  <a:gd name="connsiteY150" fmla="*/ 0 h 924402"/>
                  <a:gd name="connsiteX151" fmla="*/ 1735558 w 4603109"/>
                  <a:gd name="connsiteY151" fmla="*/ 0 h 924402"/>
                  <a:gd name="connsiteX152" fmla="*/ 1736094 w 4603109"/>
                  <a:gd name="connsiteY152" fmla="*/ 0 h 924402"/>
                  <a:gd name="connsiteX153" fmla="*/ 1737552 w 4603109"/>
                  <a:gd name="connsiteY153" fmla="*/ 0 h 924402"/>
                  <a:gd name="connsiteX154" fmla="*/ 1741027 w 4603109"/>
                  <a:gd name="connsiteY154" fmla="*/ 0 h 924402"/>
                  <a:gd name="connsiteX155" fmla="*/ 1747046 w 4603109"/>
                  <a:gd name="connsiteY155" fmla="*/ 0 h 924402"/>
                  <a:gd name="connsiteX156" fmla="*/ 1748537 w 4603109"/>
                  <a:gd name="connsiteY156" fmla="*/ 0 h 924402"/>
                  <a:gd name="connsiteX157" fmla="*/ 1753052 w 4603109"/>
                  <a:gd name="connsiteY157" fmla="*/ 0 h 924402"/>
                  <a:gd name="connsiteX158" fmla="*/ 1757499 w 4603109"/>
                  <a:gd name="connsiteY158" fmla="*/ 0 h 924402"/>
                  <a:gd name="connsiteX159" fmla="*/ 1764668 w 4603109"/>
                  <a:gd name="connsiteY159" fmla="*/ 0 h 924402"/>
                  <a:gd name="connsiteX160" fmla="*/ 1765089 w 4603109"/>
                  <a:gd name="connsiteY160" fmla="*/ 0 h 924402"/>
                  <a:gd name="connsiteX161" fmla="*/ 1765214 w 4603109"/>
                  <a:gd name="connsiteY161" fmla="*/ 0 h 924402"/>
                  <a:gd name="connsiteX162" fmla="*/ 1770320 w 4603109"/>
                  <a:gd name="connsiteY162" fmla="*/ 0 h 924402"/>
                  <a:gd name="connsiteX163" fmla="*/ 1777110 w 4603109"/>
                  <a:gd name="connsiteY163" fmla="*/ 0 h 924402"/>
                  <a:gd name="connsiteX164" fmla="*/ 1779774 w 4603109"/>
                  <a:gd name="connsiteY164" fmla="*/ 0 h 924402"/>
                  <a:gd name="connsiteX165" fmla="*/ 1792721 w 4603109"/>
                  <a:gd name="connsiteY165" fmla="*/ 0 h 924402"/>
                  <a:gd name="connsiteX166" fmla="*/ 1794981 w 4603109"/>
                  <a:gd name="connsiteY166" fmla="*/ 0 h 924402"/>
                  <a:gd name="connsiteX167" fmla="*/ 1825045 w 4603109"/>
                  <a:gd name="connsiteY167" fmla="*/ 0 h 924402"/>
                  <a:gd name="connsiteX168" fmla="*/ 1825769 w 4603109"/>
                  <a:gd name="connsiteY168" fmla="*/ 0 h 924402"/>
                  <a:gd name="connsiteX169" fmla="*/ 1838732 w 4603109"/>
                  <a:gd name="connsiteY169" fmla="*/ 0 h 924402"/>
                  <a:gd name="connsiteX170" fmla="*/ 1845818 w 4603109"/>
                  <a:gd name="connsiteY170" fmla="*/ 0 h 924402"/>
                  <a:gd name="connsiteX171" fmla="*/ 1849697 w 4603109"/>
                  <a:gd name="connsiteY171" fmla="*/ 0 h 924402"/>
                  <a:gd name="connsiteX172" fmla="*/ 1852412 w 4603109"/>
                  <a:gd name="connsiteY172" fmla="*/ 0 h 924402"/>
                  <a:gd name="connsiteX173" fmla="*/ 1853903 w 4603109"/>
                  <a:gd name="connsiteY173" fmla="*/ 0 h 924402"/>
                  <a:gd name="connsiteX174" fmla="*/ 1863327 w 4603109"/>
                  <a:gd name="connsiteY174" fmla="*/ 0 h 924402"/>
                  <a:gd name="connsiteX175" fmla="*/ 1868796 w 4603109"/>
                  <a:gd name="connsiteY175" fmla="*/ 0 h 924402"/>
                  <a:gd name="connsiteX176" fmla="*/ 1874815 w 4603109"/>
                  <a:gd name="connsiteY176" fmla="*/ 0 h 924402"/>
                  <a:gd name="connsiteX177" fmla="*/ 1876306 w 4603109"/>
                  <a:gd name="connsiteY177" fmla="*/ 0 h 924402"/>
                  <a:gd name="connsiteX178" fmla="*/ 1880821 w 4603109"/>
                  <a:gd name="connsiteY178" fmla="*/ 0 h 924402"/>
                  <a:gd name="connsiteX179" fmla="*/ 1882477 w 4603109"/>
                  <a:gd name="connsiteY179" fmla="*/ 0 h 924402"/>
                  <a:gd name="connsiteX180" fmla="*/ 1883936 w 4603109"/>
                  <a:gd name="connsiteY180" fmla="*/ 0 h 924402"/>
                  <a:gd name="connsiteX181" fmla="*/ 1885268 w 4603109"/>
                  <a:gd name="connsiteY181" fmla="*/ 0 h 924402"/>
                  <a:gd name="connsiteX182" fmla="*/ 1896427 w 4603109"/>
                  <a:gd name="connsiteY182" fmla="*/ 0 h 924402"/>
                  <a:gd name="connsiteX183" fmla="*/ 1898089 w 4603109"/>
                  <a:gd name="connsiteY183" fmla="*/ 0 h 924402"/>
                  <a:gd name="connsiteX184" fmla="*/ 1904879 w 4603109"/>
                  <a:gd name="connsiteY184" fmla="*/ 0 h 924402"/>
                  <a:gd name="connsiteX185" fmla="*/ 1907543 w 4603109"/>
                  <a:gd name="connsiteY185" fmla="*/ 0 h 924402"/>
                  <a:gd name="connsiteX186" fmla="*/ 1911018 w 4603109"/>
                  <a:gd name="connsiteY186" fmla="*/ 0 h 924402"/>
                  <a:gd name="connsiteX187" fmla="*/ 1919986 w 4603109"/>
                  <a:gd name="connsiteY187" fmla="*/ 0 h 924402"/>
                  <a:gd name="connsiteX188" fmla="*/ 1927124 w 4603109"/>
                  <a:gd name="connsiteY188" fmla="*/ 0 h 924402"/>
                  <a:gd name="connsiteX189" fmla="*/ 1927489 w 4603109"/>
                  <a:gd name="connsiteY189" fmla="*/ 0 h 924402"/>
                  <a:gd name="connsiteX190" fmla="*/ 1927911 w 4603109"/>
                  <a:gd name="connsiteY190" fmla="*/ 0 h 924402"/>
                  <a:gd name="connsiteX191" fmla="*/ 1929402 w 4603109"/>
                  <a:gd name="connsiteY191" fmla="*/ 0 h 924402"/>
                  <a:gd name="connsiteX192" fmla="*/ 1946726 w 4603109"/>
                  <a:gd name="connsiteY192" fmla="*/ 0 h 924402"/>
                  <a:gd name="connsiteX193" fmla="*/ 1949525 w 4603109"/>
                  <a:gd name="connsiteY193" fmla="*/ 0 h 924402"/>
                  <a:gd name="connsiteX194" fmla="*/ 1957554 w 4603109"/>
                  <a:gd name="connsiteY194" fmla="*/ 0 h 924402"/>
                  <a:gd name="connsiteX195" fmla="*/ 1957975 w 4603109"/>
                  <a:gd name="connsiteY195" fmla="*/ 0 h 924402"/>
                  <a:gd name="connsiteX196" fmla="*/ 1973587 w 4603109"/>
                  <a:gd name="connsiteY196" fmla="*/ 0 h 924402"/>
                  <a:gd name="connsiteX197" fmla="*/ 1978520 w 4603109"/>
                  <a:gd name="connsiteY197" fmla="*/ 0 h 924402"/>
                  <a:gd name="connsiteX198" fmla="*/ 1980012 w 4603109"/>
                  <a:gd name="connsiteY198" fmla="*/ 0 h 924402"/>
                  <a:gd name="connsiteX199" fmla="*/ 1980181 w 4603109"/>
                  <a:gd name="connsiteY199" fmla="*/ 0 h 924402"/>
                  <a:gd name="connsiteX200" fmla="*/ 1981672 w 4603109"/>
                  <a:gd name="connsiteY200" fmla="*/ 0 h 924402"/>
                  <a:gd name="connsiteX201" fmla="*/ 2008585 w 4603109"/>
                  <a:gd name="connsiteY201" fmla="*/ 0 h 924402"/>
                  <a:gd name="connsiteX202" fmla="*/ 2009218 w 4603109"/>
                  <a:gd name="connsiteY202" fmla="*/ 0 h 924402"/>
                  <a:gd name="connsiteX203" fmla="*/ 2010246 w 4603109"/>
                  <a:gd name="connsiteY203" fmla="*/ 0 h 924402"/>
                  <a:gd name="connsiteX204" fmla="*/ 2010709 w 4603109"/>
                  <a:gd name="connsiteY204" fmla="*/ 0 h 924402"/>
                  <a:gd name="connsiteX205" fmla="*/ 2011705 w 4603109"/>
                  <a:gd name="connsiteY205" fmla="*/ 0 h 924402"/>
                  <a:gd name="connsiteX206" fmla="*/ 2024147 w 4603109"/>
                  <a:gd name="connsiteY206" fmla="*/ 0 h 924402"/>
                  <a:gd name="connsiteX207" fmla="*/ 2024196 w 4603109"/>
                  <a:gd name="connsiteY207" fmla="*/ 0 h 924402"/>
                  <a:gd name="connsiteX208" fmla="*/ 2024981 w 4603109"/>
                  <a:gd name="connsiteY208" fmla="*/ 0 h 924402"/>
                  <a:gd name="connsiteX209" fmla="*/ 2025353 w 4603109"/>
                  <a:gd name="connsiteY209" fmla="*/ 0 h 924402"/>
                  <a:gd name="connsiteX210" fmla="*/ 2026473 w 4603109"/>
                  <a:gd name="connsiteY210" fmla="*/ 0 h 924402"/>
                  <a:gd name="connsiteX211" fmla="*/ 2031619 w 4603109"/>
                  <a:gd name="connsiteY211" fmla="*/ 0 h 924402"/>
                  <a:gd name="connsiteX212" fmla="*/ 2033110 w 4603109"/>
                  <a:gd name="connsiteY212" fmla="*/ 0 h 924402"/>
                  <a:gd name="connsiteX213" fmla="*/ 2038787 w 4603109"/>
                  <a:gd name="connsiteY213" fmla="*/ 0 h 924402"/>
                  <a:gd name="connsiteX214" fmla="*/ 2039282 w 4603109"/>
                  <a:gd name="connsiteY214" fmla="*/ 0 h 924402"/>
                  <a:gd name="connsiteX215" fmla="*/ 2047755 w 4603109"/>
                  <a:gd name="connsiteY215" fmla="*/ 0 h 924402"/>
                  <a:gd name="connsiteX216" fmla="*/ 2051230 w 4603109"/>
                  <a:gd name="connsiteY216" fmla="*/ 0 h 924402"/>
                  <a:gd name="connsiteX217" fmla="*/ 2054893 w 4603109"/>
                  <a:gd name="connsiteY217" fmla="*/ 0 h 924402"/>
                  <a:gd name="connsiteX218" fmla="*/ 2055046 w 4603109"/>
                  <a:gd name="connsiteY218" fmla="*/ 0 h 924402"/>
                  <a:gd name="connsiteX219" fmla="*/ 2055258 w 4603109"/>
                  <a:gd name="connsiteY219" fmla="*/ 0 h 924402"/>
                  <a:gd name="connsiteX220" fmla="*/ 2055680 w 4603109"/>
                  <a:gd name="connsiteY220" fmla="*/ 0 h 924402"/>
                  <a:gd name="connsiteX221" fmla="*/ 2057171 w 4603109"/>
                  <a:gd name="connsiteY221" fmla="*/ 0 h 924402"/>
                  <a:gd name="connsiteX222" fmla="*/ 2061683 w 4603109"/>
                  <a:gd name="connsiteY222" fmla="*/ 0 h 924402"/>
                  <a:gd name="connsiteX223" fmla="*/ 2067702 w 4603109"/>
                  <a:gd name="connsiteY223" fmla="*/ 0 h 924402"/>
                  <a:gd name="connsiteX224" fmla="*/ 2074495 w 4603109"/>
                  <a:gd name="connsiteY224" fmla="*/ 0 h 924402"/>
                  <a:gd name="connsiteX225" fmla="*/ 2077294 w 4603109"/>
                  <a:gd name="connsiteY225" fmla="*/ 0 h 924402"/>
                  <a:gd name="connsiteX226" fmla="*/ 2084504 w 4603109"/>
                  <a:gd name="connsiteY226" fmla="*/ 0 h 924402"/>
                  <a:gd name="connsiteX227" fmla="*/ 2085323 w 4603109"/>
                  <a:gd name="connsiteY227" fmla="*/ 0 h 924402"/>
                  <a:gd name="connsiteX228" fmla="*/ 2085744 w 4603109"/>
                  <a:gd name="connsiteY228" fmla="*/ 0 h 924402"/>
                  <a:gd name="connsiteX229" fmla="*/ 2097766 w 4603109"/>
                  <a:gd name="connsiteY229" fmla="*/ 0 h 924402"/>
                  <a:gd name="connsiteX230" fmla="*/ 2106289 w 4603109"/>
                  <a:gd name="connsiteY230" fmla="*/ 0 h 924402"/>
                  <a:gd name="connsiteX231" fmla="*/ 2107781 w 4603109"/>
                  <a:gd name="connsiteY231" fmla="*/ 0 h 924402"/>
                  <a:gd name="connsiteX232" fmla="*/ 2128956 w 4603109"/>
                  <a:gd name="connsiteY232" fmla="*/ 0 h 924402"/>
                  <a:gd name="connsiteX233" fmla="*/ 2129514 w 4603109"/>
                  <a:gd name="connsiteY233" fmla="*/ 0 h 924402"/>
                  <a:gd name="connsiteX234" fmla="*/ 2136354 w 4603109"/>
                  <a:gd name="connsiteY234" fmla="*/ 0 h 924402"/>
                  <a:gd name="connsiteX235" fmla="*/ 2136987 w 4603109"/>
                  <a:gd name="connsiteY235" fmla="*/ 0 h 924402"/>
                  <a:gd name="connsiteX236" fmla="*/ 2138478 w 4603109"/>
                  <a:gd name="connsiteY236" fmla="*/ 0 h 924402"/>
                  <a:gd name="connsiteX237" fmla="*/ 2151916 w 4603109"/>
                  <a:gd name="connsiteY237" fmla="*/ 0 h 924402"/>
                  <a:gd name="connsiteX238" fmla="*/ 2152750 w 4603109"/>
                  <a:gd name="connsiteY238" fmla="*/ 0 h 924402"/>
                  <a:gd name="connsiteX239" fmla="*/ 2153122 w 4603109"/>
                  <a:gd name="connsiteY239" fmla="*/ 0 h 924402"/>
                  <a:gd name="connsiteX240" fmla="*/ 2154242 w 4603109"/>
                  <a:gd name="connsiteY240" fmla="*/ 0 h 924402"/>
                  <a:gd name="connsiteX241" fmla="*/ 2156597 w 4603109"/>
                  <a:gd name="connsiteY241" fmla="*/ 0 h 924402"/>
                  <a:gd name="connsiteX242" fmla="*/ 2159388 w 4603109"/>
                  <a:gd name="connsiteY242" fmla="*/ 0 h 924402"/>
                  <a:gd name="connsiteX243" fmla="*/ 2160879 w 4603109"/>
                  <a:gd name="connsiteY243" fmla="*/ 0 h 924402"/>
                  <a:gd name="connsiteX244" fmla="*/ 2161633 w 4603109"/>
                  <a:gd name="connsiteY244" fmla="*/ 0 h 924402"/>
                  <a:gd name="connsiteX245" fmla="*/ 2167051 w 4603109"/>
                  <a:gd name="connsiteY245" fmla="*/ 0 h 924402"/>
                  <a:gd name="connsiteX246" fmla="*/ 2178999 w 4603109"/>
                  <a:gd name="connsiteY246" fmla="*/ 0 h 924402"/>
                  <a:gd name="connsiteX247" fmla="*/ 2182158 w 4603109"/>
                  <a:gd name="connsiteY247" fmla="*/ 0 h 924402"/>
                  <a:gd name="connsiteX248" fmla="*/ 2182815 w 4603109"/>
                  <a:gd name="connsiteY248" fmla="*/ 0 h 924402"/>
                  <a:gd name="connsiteX249" fmla="*/ 2188666 w 4603109"/>
                  <a:gd name="connsiteY249" fmla="*/ 0 h 924402"/>
                  <a:gd name="connsiteX250" fmla="*/ 2189452 w 4603109"/>
                  <a:gd name="connsiteY250" fmla="*/ 0 h 924402"/>
                  <a:gd name="connsiteX251" fmla="*/ 2191697 w 4603109"/>
                  <a:gd name="connsiteY251" fmla="*/ 0 h 924402"/>
                  <a:gd name="connsiteX252" fmla="*/ 2195471 w 4603109"/>
                  <a:gd name="connsiteY252" fmla="*/ 0 h 924402"/>
                  <a:gd name="connsiteX253" fmla="*/ 2201759 w 4603109"/>
                  <a:gd name="connsiteY253" fmla="*/ 0 h 924402"/>
                  <a:gd name="connsiteX254" fmla="*/ 2203100 w 4603109"/>
                  <a:gd name="connsiteY254" fmla="*/ 0 h 924402"/>
                  <a:gd name="connsiteX255" fmla="*/ 2204559 w 4603109"/>
                  <a:gd name="connsiteY255" fmla="*/ 0 h 924402"/>
                  <a:gd name="connsiteX256" fmla="*/ 2204591 w 4603109"/>
                  <a:gd name="connsiteY256" fmla="*/ 0 h 924402"/>
                  <a:gd name="connsiteX257" fmla="*/ 2212273 w 4603109"/>
                  <a:gd name="connsiteY257" fmla="*/ 0 h 924402"/>
                  <a:gd name="connsiteX258" fmla="*/ 2225535 w 4603109"/>
                  <a:gd name="connsiteY258" fmla="*/ 0 h 924402"/>
                  <a:gd name="connsiteX259" fmla="*/ 2231674 w 4603109"/>
                  <a:gd name="connsiteY259" fmla="*/ 0 h 924402"/>
                  <a:gd name="connsiteX260" fmla="*/ 2232096 w 4603109"/>
                  <a:gd name="connsiteY260" fmla="*/ 0 h 924402"/>
                  <a:gd name="connsiteX261" fmla="*/ 2232220 w 4603109"/>
                  <a:gd name="connsiteY261" fmla="*/ 0 h 924402"/>
                  <a:gd name="connsiteX262" fmla="*/ 2233118 w 4603109"/>
                  <a:gd name="connsiteY262" fmla="*/ 0 h 924402"/>
                  <a:gd name="connsiteX263" fmla="*/ 2233165 w 4603109"/>
                  <a:gd name="connsiteY263" fmla="*/ 0 h 924402"/>
                  <a:gd name="connsiteX264" fmla="*/ 2256725 w 4603109"/>
                  <a:gd name="connsiteY264" fmla="*/ 0 h 924402"/>
                  <a:gd name="connsiteX265" fmla="*/ 2257283 w 4603109"/>
                  <a:gd name="connsiteY265" fmla="*/ 0 h 924402"/>
                  <a:gd name="connsiteX266" fmla="*/ 2262285 w 4603109"/>
                  <a:gd name="connsiteY266" fmla="*/ 0 h 924402"/>
                  <a:gd name="connsiteX267" fmla="*/ 2284366 w 4603109"/>
                  <a:gd name="connsiteY267" fmla="*/ 0 h 924402"/>
                  <a:gd name="connsiteX268" fmla="*/ 2289402 w 4603109"/>
                  <a:gd name="connsiteY268" fmla="*/ 0 h 924402"/>
                  <a:gd name="connsiteX269" fmla="*/ 2292052 w 4603109"/>
                  <a:gd name="connsiteY269" fmla="*/ 0 h 924402"/>
                  <a:gd name="connsiteX270" fmla="*/ 2299271 w 4603109"/>
                  <a:gd name="connsiteY270" fmla="*/ 0 h 924402"/>
                  <a:gd name="connsiteX271" fmla="*/ 2308721 w 4603109"/>
                  <a:gd name="connsiteY271" fmla="*/ 0 h 924402"/>
                  <a:gd name="connsiteX272" fmla="*/ 2309927 w 4603109"/>
                  <a:gd name="connsiteY272" fmla="*/ 0 h 924402"/>
                  <a:gd name="connsiteX273" fmla="*/ 2316435 w 4603109"/>
                  <a:gd name="connsiteY273" fmla="*/ 0 h 924402"/>
                  <a:gd name="connsiteX274" fmla="*/ 2316703 w 4603109"/>
                  <a:gd name="connsiteY274" fmla="*/ 0 h 924402"/>
                  <a:gd name="connsiteX275" fmla="*/ 2319466 w 4603109"/>
                  <a:gd name="connsiteY275" fmla="*/ 0 h 924402"/>
                  <a:gd name="connsiteX276" fmla="*/ 2322840 w 4603109"/>
                  <a:gd name="connsiteY276" fmla="*/ 0 h 924402"/>
                  <a:gd name="connsiteX277" fmla="*/ 2329528 w 4603109"/>
                  <a:gd name="connsiteY277" fmla="*/ 0 h 924402"/>
                  <a:gd name="connsiteX278" fmla="*/ 2330869 w 4603109"/>
                  <a:gd name="connsiteY278" fmla="*/ 0 h 924402"/>
                  <a:gd name="connsiteX279" fmla="*/ 2332328 w 4603109"/>
                  <a:gd name="connsiteY279" fmla="*/ 0 h 924402"/>
                  <a:gd name="connsiteX280" fmla="*/ 2332360 w 4603109"/>
                  <a:gd name="connsiteY280" fmla="*/ 0 h 924402"/>
                  <a:gd name="connsiteX281" fmla="*/ 2335803 w 4603109"/>
                  <a:gd name="connsiteY281" fmla="*/ 0 h 924402"/>
                  <a:gd name="connsiteX282" fmla="*/ 2343312 w 4603109"/>
                  <a:gd name="connsiteY282" fmla="*/ 0 h 924402"/>
                  <a:gd name="connsiteX283" fmla="*/ 2344804 w 4603109"/>
                  <a:gd name="connsiteY283" fmla="*/ 0 h 924402"/>
                  <a:gd name="connsiteX284" fmla="*/ 2346768 w 4603109"/>
                  <a:gd name="connsiteY284" fmla="*/ 0 h 924402"/>
                  <a:gd name="connsiteX285" fmla="*/ 2347827 w 4603109"/>
                  <a:gd name="connsiteY285" fmla="*/ 0 h 924402"/>
                  <a:gd name="connsiteX286" fmla="*/ 2352274 w 4603109"/>
                  <a:gd name="connsiteY286" fmla="*/ 0 h 924402"/>
                  <a:gd name="connsiteX287" fmla="*/ 2359443 w 4603109"/>
                  <a:gd name="connsiteY287" fmla="*/ 0 h 924402"/>
                  <a:gd name="connsiteX288" fmla="*/ 2359865 w 4603109"/>
                  <a:gd name="connsiteY288" fmla="*/ 0 h 924402"/>
                  <a:gd name="connsiteX289" fmla="*/ 2359989 w 4603109"/>
                  <a:gd name="connsiteY289" fmla="*/ 0 h 924402"/>
                  <a:gd name="connsiteX290" fmla="*/ 2360887 w 4603109"/>
                  <a:gd name="connsiteY290" fmla="*/ 0 h 924402"/>
                  <a:gd name="connsiteX291" fmla="*/ 2360934 w 4603109"/>
                  <a:gd name="connsiteY291" fmla="*/ 0 h 924402"/>
                  <a:gd name="connsiteX292" fmla="*/ 2371886 w 4603109"/>
                  <a:gd name="connsiteY292" fmla="*/ 0 h 924402"/>
                  <a:gd name="connsiteX293" fmla="*/ 2373377 w 4603109"/>
                  <a:gd name="connsiteY293" fmla="*/ 0 h 924402"/>
                  <a:gd name="connsiteX294" fmla="*/ 2377892 w 4603109"/>
                  <a:gd name="connsiteY294" fmla="*/ 0 h 924402"/>
                  <a:gd name="connsiteX295" fmla="*/ 2382339 w 4603109"/>
                  <a:gd name="connsiteY295" fmla="*/ 0 h 924402"/>
                  <a:gd name="connsiteX296" fmla="*/ 2390054 w 4603109"/>
                  <a:gd name="connsiteY296" fmla="*/ 0 h 924402"/>
                  <a:gd name="connsiteX297" fmla="*/ 2419821 w 4603109"/>
                  <a:gd name="connsiteY297" fmla="*/ 0 h 924402"/>
                  <a:gd name="connsiteX298" fmla="*/ 2427040 w 4603109"/>
                  <a:gd name="connsiteY298" fmla="*/ 0 h 924402"/>
                  <a:gd name="connsiteX299" fmla="*/ 2436490 w 4603109"/>
                  <a:gd name="connsiteY299" fmla="*/ 0 h 924402"/>
                  <a:gd name="connsiteX300" fmla="*/ 2444472 w 4603109"/>
                  <a:gd name="connsiteY300" fmla="*/ 0 h 924402"/>
                  <a:gd name="connsiteX301" fmla="*/ 2448678 w 4603109"/>
                  <a:gd name="connsiteY301" fmla="*/ 0 h 924402"/>
                  <a:gd name="connsiteX302" fmla="*/ 2450171 w 4603109"/>
                  <a:gd name="connsiteY302" fmla="*/ 0 h 924402"/>
                  <a:gd name="connsiteX303" fmla="*/ 2450609 w 4603109"/>
                  <a:gd name="connsiteY303" fmla="*/ 0 h 924402"/>
                  <a:gd name="connsiteX304" fmla="*/ 2463572 w 4603109"/>
                  <a:gd name="connsiteY304" fmla="*/ 0 h 924402"/>
                  <a:gd name="connsiteX305" fmla="*/ 2471081 w 4603109"/>
                  <a:gd name="connsiteY305" fmla="*/ 0 h 924402"/>
                  <a:gd name="connsiteX306" fmla="*/ 2472573 w 4603109"/>
                  <a:gd name="connsiteY306" fmla="*/ 0 h 924402"/>
                  <a:gd name="connsiteX307" fmla="*/ 2474537 w 4603109"/>
                  <a:gd name="connsiteY307" fmla="*/ 0 h 924402"/>
                  <a:gd name="connsiteX308" fmla="*/ 2475596 w 4603109"/>
                  <a:gd name="connsiteY308" fmla="*/ 0 h 924402"/>
                  <a:gd name="connsiteX309" fmla="*/ 2477252 w 4603109"/>
                  <a:gd name="connsiteY309" fmla="*/ 0 h 924402"/>
                  <a:gd name="connsiteX310" fmla="*/ 2478712 w 4603109"/>
                  <a:gd name="connsiteY310" fmla="*/ 0 h 924402"/>
                  <a:gd name="connsiteX311" fmla="*/ 2478743 w 4603109"/>
                  <a:gd name="connsiteY311" fmla="*/ 0 h 924402"/>
                  <a:gd name="connsiteX312" fmla="*/ 2480043 w 4603109"/>
                  <a:gd name="connsiteY312" fmla="*/ 0 h 924402"/>
                  <a:gd name="connsiteX313" fmla="*/ 2499655 w 4603109"/>
                  <a:gd name="connsiteY313" fmla="*/ 0 h 924402"/>
                  <a:gd name="connsiteX314" fmla="*/ 2501146 w 4603109"/>
                  <a:gd name="connsiteY314" fmla="*/ 0 h 924402"/>
                  <a:gd name="connsiteX315" fmla="*/ 2505661 w 4603109"/>
                  <a:gd name="connsiteY315" fmla="*/ 0 h 924402"/>
                  <a:gd name="connsiteX316" fmla="*/ 2508776 w 4603109"/>
                  <a:gd name="connsiteY316" fmla="*/ 0 h 924402"/>
                  <a:gd name="connsiteX317" fmla="*/ 2510108 w 4603109"/>
                  <a:gd name="connsiteY317" fmla="*/ 0 h 924402"/>
                  <a:gd name="connsiteX318" fmla="*/ 2524178 w 4603109"/>
                  <a:gd name="connsiteY318" fmla="*/ 0 h 924402"/>
                  <a:gd name="connsiteX319" fmla="*/ 2525248 w 4603109"/>
                  <a:gd name="connsiteY319" fmla="*/ 0 h 924402"/>
                  <a:gd name="connsiteX320" fmla="*/ 2525669 w 4603109"/>
                  <a:gd name="connsiteY320" fmla="*/ 0 h 924402"/>
                  <a:gd name="connsiteX321" fmla="*/ 2552329 w 4603109"/>
                  <a:gd name="connsiteY321" fmla="*/ 0 h 924402"/>
                  <a:gd name="connsiteX322" fmla="*/ 2552751 w 4603109"/>
                  <a:gd name="connsiteY322" fmla="*/ 0 h 924402"/>
                  <a:gd name="connsiteX323" fmla="*/ 2554242 w 4603109"/>
                  <a:gd name="connsiteY323" fmla="*/ 0 h 924402"/>
                  <a:gd name="connsiteX324" fmla="*/ 2574787 w 4603109"/>
                  <a:gd name="connsiteY324" fmla="*/ 0 h 924402"/>
                  <a:gd name="connsiteX325" fmla="*/ 2576279 w 4603109"/>
                  <a:gd name="connsiteY325" fmla="*/ 0 h 924402"/>
                  <a:gd name="connsiteX326" fmla="*/ 2576447 w 4603109"/>
                  <a:gd name="connsiteY326" fmla="*/ 0 h 924402"/>
                  <a:gd name="connsiteX327" fmla="*/ 2577940 w 4603109"/>
                  <a:gd name="connsiteY327" fmla="*/ 0 h 924402"/>
                  <a:gd name="connsiteX328" fmla="*/ 2603360 w 4603109"/>
                  <a:gd name="connsiteY328" fmla="*/ 0 h 924402"/>
                  <a:gd name="connsiteX329" fmla="*/ 2604852 w 4603109"/>
                  <a:gd name="connsiteY329" fmla="*/ 0 h 924402"/>
                  <a:gd name="connsiteX330" fmla="*/ 2605021 w 4603109"/>
                  <a:gd name="connsiteY330" fmla="*/ 0 h 924402"/>
                  <a:gd name="connsiteX331" fmla="*/ 2605484 w 4603109"/>
                  <a:gd name="connsiteY331" fmla="*/ 0 h 924402"/>
                  <a:gd name="connsiteX332" fmla="*/ 2606481 w 4603109"/>
                  <a:gd name="connsiteY332" fmla="*/ 0 h 924402"/>
                  <a:gd name="connsiteX333" fmla="*/ 2606512 w 4603109"/>
                  <a:gd name="connsiteY333" fmla="*/ 0 h 924402"/>
                  <a:gd name="connsiteX334" fmla="*/ 2606976 w 4603109"/>
                  <a:gd name="connsiteY334" fmla="*/ 0 h 924402"/>
                  <a:gd name="connsiteX335" fmla="*/ 2618923 w 4603109"/>
                  <a:gd name="connsiteY335" fmla="*/ 0 h 924402"/>
                  <a:gd name="connsiteX336" fmla="*/ 2621248 w 4603109"/>
                  <a:gd name="connsiteY336" fmla="*/ 0 h 924402"/>
                  <a:gd name="connsiteX337" fmla="*/ 2622740 w 4603109"/>
                  <a:gd name="connsiteY337" fmla="*/ 0 h 924402"/>
                  <a:gd name="connsiteX338" fmla="*/ 2627885 w 4603109"/>
                  <a:gd name="connsiteY338" fmla="*/ 0 h 924402"/>
                  <a:gd name="connsiteX339" fmla="*/ 2629377 w 4603109"/>
                  <a:gd name="connsiteY339" fmla="*/ 0 h 924402"/>
                  <a:gd name="connsiteX340" fmla="*/ 2634058 w 4603109"/>
                  <a:gd name="connsiteY340" fmla="*/ 0 h 924402"/>
                  <a:gd name="connsiteX341" fmla="*/ 2635549 w 4603109"/>
                  <a:gd name="connsiteY341" fmla="*/ 0 h 924402"/>
                  <a:gd name="connsiteX342" fmla="*/ 2636545 w 4603109"/>
                  <a:gd name="connsiteY342" fmla="*/ 0 h 924402"/>
                  <a:gd name="connsiteX343" fmla="*/ 2648987 w 4603109"/>
                  <a:gd name="connsiteY343" fmla="*/ 0 h 924402"/>
                  <a:gd name="connsiteX344" fmla="*/ 2649821 w 4603109"/>
                  <a:gd name="connsiteY344" fmla="*/ 0 h 924402"/>
                  <a:gd name="connsiteX345" fmla="*/ 2651313 w 4603109"/>
                  <a:gd name="connsiteY345" fmla="*/ 0 h 924402"/>
                  <a:gd name="connsiteX346" fmla="*/ 2651947 w 4603109"/>
                  <a:gd name="connsiteY346" fmla="*/ 0 h 924402"/>
                  <a:gd name="connsiteX347" fmla="*/ 2653017 w 4603109"/>
                  <a:gd name="connsiteY347" fmla="*/ 0 h 924402"/>
                  <a:gd name="connsiteX348" fmla="*/ 2653438 w 4603109"/>
                  <a:gd name="connsiteY348" fmla="*/ 0 h 924402"/>
                  <a:gd name="connsiteX349" fmla="*/ 2656459 w 4603109"/>
                  <a:gd name="connsiteY349" fmla="*/ 0 h 924402"/>
                  <a:gd name="connsiteX350" fmla="*/ 2657950 w 4603109"/>
                  <a:gd name="connsiteY350" fmla="*/ 0 h 924402"/>
                  <a:gd name="connsiteX351" fmla="*/ 2665460 w 4603109"/>
                  <a:gd name="connsiteY351" fmla="*/ 0 h 924402"/>
                  <a:gd name="connsiteX352" fmla="*/ 2680098 w 4603109"/>
                  <a:gd name="connsiteY352" fmla="*/ 0 h 924402"/>
                  <a:gd name="connsiteX353" fmla="*/ 2680520 w 4603109"/>
                  <a:gd name="connsiteY353" fmla="*/ 0 h 924402"/>
                  <a:gd name="connsiteX354" fmla="*/ 2682011 w 4603109"/>
                  <a:gd name="connsiteY354" fmla="*/ 0 h 924402"/>
                  <a:gd name="connsiteX355" fmla="*/ 2692542 w 4603109"/>
                  <a:gd name="connsiteY355" fmla="*/ 0 h 924402"/>
                  <a:gd name="connsiteX356" fmla="*/ 2702556 w 4603109"/>
                  <a:gd name="connsiteY356" fmla="*/ 0 h 924402"/>
                  <a:gd name="connsiteX357" fmla="*/ 2704048 w 4603109"/>
                  <a:gd name="connsiteY357" fmla="*/ 0 h 924402"/>
                  <a:gd name="connsiteX358" fmla="*/ 2724289 w 4603109"/>
                  <a:gd name="connsiteY358" fmla="*/ 0 h 924402"/>
                  <a:gd name="connsiteX359" fmla="*/ 2731129 w 4603109"/>
                  <a:gd name="connsiteY359" fmla="*/ 0 h 924402"/>
                  <a:gd name="connsiteX360" fmla="*/ 2732621 w 4603109"/>
                  <a:gd name="connsiteY360" fmla="*/ 0 h 924402"/>
                  <a:gd name="connsiteX361" fmla="*/ 2733253 w 4603109"/>
                  <a:gd name="connsiteY361" fmla="*/ 0 h 924402"/>
                  <a:gd name="connsiteX362" fmla="*/ 2734745 w 4603109"/>
                  <a:gd name="connsiteY362" fmla="*/ 0 h 924402"/>
                  <a:gd name="connsiteX363" fmla="*/ 2746692 w 4603109"/>
                  <a:gd name="connsiteY363" fmla="*/ 0 h 924402"/>
                  <a:gd name="connsiteX364" fmla="*/ 2749017 w 4603109"/>
                  <a:gd name="connsiteY364" fmla="*/ 0 h 924402"/>
                  <a:gd name="connsiteX365" fmla="*/ 2750509 w 4603109"/>
                  <a:gd name="connsiteY365" fmla="*/ 0 h 924402"/>
                  <a:gd name="connsiteX366" fmla="*/ 2754354 w 4603109"/>
                  <a:gd name="connsiteY366" fmla="*/ 0 h 924402"/>
                  <a:gd name="connsiteX367" fmla="*/ 2755654 w 4603109"/>
                  <a:gd name="connsiteY367" fmla="*/ 0 h 924402"/>
                  <a:gd name="connsiteX368" fmla="*/ 2757146 w 4603109"/>
                  <a:gd name="connsiteY368" fmla="*/ 0 h 924402"/>
                  <a:gd name="connsiteX369" fmla="*/ 2761827 w 4603109"/>
                  <a:gd name="connsiteY369" fmla="*/ 0 h 924402"/>
                  <a:gd name="connsiteX370" fmla="*/ 2763318 w 4603109"/>
                  <a:gd name="connsiteY370" fmla="*/ 0 h 924402"/>
                  <a:gd name="connsiteX371" fmla="*/ 2776756 w 4603109"/>
                  <a:gd name="connsiteY371" fmla="*/ 0 h 924402"/>
                  <a:gd name="connsiteX372" fmla="*/ 2777590 w 4603109"/>
                  <a:gd name="connsiteY372" fmla="*/ 0 h 924402"/>
                  <a:gd name="connsiteX373" fmla="*/ 2779082 w 4603109"/>
                  <a:gd name="connsiteY373" fmla="*/ 0 h 924402"/>
                  <a:gd name="connsiteX374" fmla="*/ 2783442 w 4603109"/>
                  <a:gd name="connsiteY374" fmla="*/ 0 h 924402"/>
                  <a:gd name="connsiteX375" fmla="*/ 2784228 w 4603109"/>
                  <a:gd name="connsiteY375" fmla="*/ 0 h 924402"/>
                  <a:gd name="connsiteX376" fmla="*/ 2785719 w 4603109"/>
                  <a:gd name="connsiteY376" fmla="*/ 0 h 924402"/>
                  <a:gd name="connsiteX377" fmla="*/ 2786473 w 4603109"/>
                  <a:gd name="connsiteY377" fmla="*/ 0 h 924402"/>
                  <a:gd name="connsiteX378" fmla="*/ 2793229 w 4603109"/>
                  <a:gd name="connsiteY378" fmla="*/ 0 h 924402"/>
                  <a:gd name="connsiteX379" fmla="*/ 2799367 w 4603109"/>
                  <a:gd name="connsiteY379" fmla="*/ 0 h 924402"/>
                  <a:gd name="connsiteX380" fmla="*/ 2813506 w 4603109"/>
                  <a:gd name="connsiteY380" fmla="*/ 0 h 924402"/>
                  <a:gd name="connsiteX381" fmla="*/ 2820311 w 4603109"/>
                  <a:gd name="connsiteY381" fmla="*/ 0 h 924402"/>
                  <a:gd name="connsiteX382" fmla="*/ 2827893 w 4603109"/>
                  <a:gd name="connsiteY382" fmla="*/ 0 h 924402"/>
                  <a:gd name="connsiteX383" fmla="*/ 2827940 w 4603109"/>
                  <a:gd name="connsiteY383" fmla="*/ 0 h 924402"/>
                  <a:gd name="connsiteX384" fmla="*/ 2829431 w 4603109"/>
                  <a:gd name="connsiteY384" fmla="*/ 0 h 924402"/>
                  <a:gd name="connsiteX385" fmla="*/ 2829978 w 4603109"/>
                  <a:gd name="connsiteY385" fmla="*/ 0 h 924402"/>
                  <a:gd name="connsiteX386" fmla="*/ 2852058 w 4603109"/>
                  <a:gd name="connsiteY386" fmla="*/ 0 h 924402"/>
                  <a:gd name="connsiteX387" fmla="*/ 2857060 w 4603109"/>
                  <a:gd name="connsiteY387" fmla="*/ 0 h 924402"/>
                  <a:gd name="connsiteX388" fmla="*/ 2857958 w 4603109"/>
                  <a:gd name="connsiteY388" fmla="*/ 0 h 924402"/>
                  <a:gd name="connsiteX389" fmla="*/ 2871601 w 4603109"/>
                  <a:gd name="connsiteY389" fmla="*/ 0 h 924402"/>
                  <a:gd name="connsiteX390" fmla="*/ 2882123 w 4603109"/>
                  <a:gd name="connsiteY390" fmla="*/ 0 h 924402"/>
                  <a:gd name="connsiteX391" fmla="*/ 2894046 w 4603109"/>
                  <a:gd name="connsiteY391" fmla="*/ 0 h 924402"/>
                  <a:gd name="connsiteX392" fmla="*/ 2903496 w 4603109"/>
                  <a:gd name="connsiteY392" fmla="*/ 0 h 924402"/>
                  <a:gd name="connsiteX393" fmla="*/ 2911211 w 4603109"/>
                  <a:gd name="connsiteY393" fmla="*/ 0 h 924402"/>
                  <a:gd name="connsiteX394" fmla="*/ 2914242 w 4603109"/>
                  <a:gd name="connsiteY394" fmla="*/ 0 h 924402"/>
                  <a:gd name="connsiteX395" fmla="*/ 2914461 w 4603109"/>
                  <a:gd name="connsiteY395" fmla="*/ 0 h 924402"/>
                  <a:gd name="connsiteX396" fmla="*/ 2924111 w 4603109"/>
                  <a:gd name="connsiteY396" fmla="*/ 0 h 924402"/>
                  <a:gd name="connsiteX397" fmla="*/ 2927136 w 4603109"/>
                  <a:gd name="connsiteY397" fmla="*/ 0 h 924402"/>
                  <a:gd name="connsiteX398" fmla="*/ 2933561 w 4603109"/>
                  <a:gd name="connsiteY398" fmla="*/ 0 h 924402"/>
                  <a:gd name="connsiteX399" fmla="*/ 2939580 w 4603109"/>
                  <a:gd name="connsiteY399" fmla="*/ 0 h 924402"/>
                  <a:gd name="connsiteX400" fmla="*/ 2941275 w 4603109"/>
                  <a:gd name="connsiteY400" fmla="*/ 0 h 924402"/>
                  <a:gd name="connsiteX401" fmla="*/ 2941543 w 4603109"/>
                  <a:gd name="connsiteY401" fmla="*/ 0 h 924402"/>
                  <a:gd name="connsiteX402" fmla="*/ 2945586 w 4603109"/>
                  <a:gd name="connsiteY402" fmla="*/ 0 h 924402"/>
                  <a:gd name="connsiteX403" fmla="*/ 2950032 w 4603109"/>
                  <a:gd name="connsiteY403" fmla="*/ 0 h 924402"/>
                  <a:gd name="connsiteX404" fmla="*/ 2955662 w 4603109"/>
                  <a:gd name="connsiteY404" fmla="*/ 0 h 924402"/>
                  <a:gd name="connsiteX405" fmla="*/ 2955709 w 4603109"/>
                  <a:gd name="connsiteY405" fmla="*/ 0 h 924402"/>
                  <a:gd name="connsiteX406" fmla="*/ 2957200 w 4603109"/>
                  <a:gd name="connsiteY406" fmla="*/ 0 h 924402"/>
                  <a:gd name="connsiteX407" fmla="*/ 2957747 w 4603109"/>
                  <a:gd name="connsiteY407" fmla="*/ 0 h 924402"/>
                  <a:gd name="connsiteX408" fmla="*/ 2968152 w 4603109"/>
                  <a:gd name="connsiteY408" fmla="*/ 0 h 924402"/>
                  <a:gd name="connsiteX409" fmla="*/ 2969644 w 4603109"/>
                  <a:gd name="connsiteY409" fmla="*/ 0 h 924402"/>
                  <a:gd name="connsiteX410" fmla="*/ 2972667 w 4603109"/>
                  <a:gd name="connsiteY410" fmla="*/ 0 h 924402"/>
                  <a:gd name="connsiteX411" fmla="*/ 2977114 w 4603109"/>
                  <a:gd name="connsiteY411" fmla="*/ 0 h 924402"/>
                  <a:gd name="connsiteX412" fmla="*/ 2984829 w 4603109"/>
                  <a:gd name="connsiteY412" fmla="*/ 0 h 924402"/>
                  <a:gd name="connsiteX413" fmla="*/ 2985727 w 4603109"/>
                  <a:gd name="connsiteY413" fmla="*/ 0 h 924402"/>
                  <a:gd name="connsiteX414" fmla="*/ 2999370 w 4603109"/>
                  <a:gd name="connsiteY414" fmla="*/ 0 h 924402"/>
                  <a:gd name="connsiteX415" fmla="*/ 3021815 w 4603109"/>
                  <a:gd name="connsiteY415" fmla="*/ 0 h 924402"/>
                  <a:gd name="connsiteX416" fmla="*/ 3031265 w 4603109"/>
                  <a:gd name="connsiteY416" fmla="*/ 0 h 924402"/>
                  <a:gd name="connsiteX417" fmla="*/ 3042230 w 4603109"/>
                  <a:gd name="connsiteY417" fmla="*/ 0 h 924402"/>
                  <a:gd name="connsiteX418" fmla="*/ 3044946 w 4603109"/>
                  <a:gd name="connsiteY418" fmla="*/ 0 h 924402"/>
                  <a:gd name="connsiteX419" fmla="*/ 3051880 w 4603109"/>
                  <a:gd name="connsiteY419" fmla="*/ 0 h 924402"/>
                  <a:gd name="connsiteX420" fmla="*/ 3061330 w 4603109"/>
                  <a:gd name="connsiteY420" fmla="*/ 0 h 924402"/>
                  <a:gd name="connsiteX421" fmla="*/ 3067349 w 4603109"/>
                  <a:gd name="connsiteY421" fmla="*/ 0 h 924402"/>
                  <a:gd name="connsiteX422" fmla="*/ 3069312 w 4603109"/>
                  <a:gd name="connsiteY422" fmla="*/ 0 h 924402"/>
                  <a:gd name="connsiteX423" fmla="*/ 3073355 w 4603109"/>
                  <a:gd name="connsiteY423" fmla="*/ 0 h 924402"/>
                  <a:gd name="connsiteX424" fmla="*/ 3073518 w 4603109"/>
                  <a:gd name="connsiteY424" fmla="*/ 0 h 924402"/>
                  <a:gd name="connsiteX425" fmla="*/ 3075011 w 4603109"/>
                  <a:gd name="connsiteY425" fmla="*/ 0 h 924402"/>
                  <a:gd name="connsiteX426" fmla="*/ 3077801 w 4603109"/>
                  <a:gd name="connsiteY426" fmla="*/ 0 h 924402"/>
                  <a:gd name="connsiteX427" fmla="*/ 3095921 w 4603109"/>
                  <a:gd name="connsiteY427" fmla="*/ 0 h 924402"/>
                  <a:gd name="connsiteX428" fmla="*/ 3097413 w 4603109"/>
                  <a:gd name="connsiteY428" fmla="*/ 0 h 924402"/>
                  <a:gd name="connsiteX429" fmla="*/ 3100436 w 4603109"/>
                  <a:gd name="connsiteY429" fmla="*/ 0 h 924402"/>
                  <a:gd name="connsiteX430" fmla="*/ 3103552 w 4603109"/>
                  <a:gd name="connsiteY430" fmla="*/ 0 h 924402"/>
                  <a:gd name="connsiteX431" fmla="*/ 3104883 w 4603109"/>
                  <a:gd name="connsiteY431" fmla="*/ 0 h 924402"/>
                  <a:gd name="connsiteX432" fmla="*/ 3120023 w 4603109"/>
                  <a:gd name="connsiteY432" fmla="*/ 0 h 924402"/>
                  <a:gd name="connsiteX433" fmla="*/ 3120445 w 4603109"/>
                  <a:gd name="connsiteY433" fmla="*/ 0 h 924402"/>
                  <a:gd name="connsiteX434" fmla="*/ 3149018 w 4603109"/>
                  <a:gd name="connsiteY434" fmla="*/ 0 h 924402"/>
                  <a:gd name="connsiteX435" fmla="*/ 3150088 w 4603109"/>
                  <a:gd name="connsiteY435" fmla="*/ 0 h 924402"/>
                  <a:gd name="connsiteX436" fmla="*/ 3150509 w 4603109"/>
                  <a:gd name="connsiteY436" fmla="*/ 0 h 924402"/>
                  <a:gd name="connsiteX437" fmla="*/ 3171054 w 4603109"/>
                  <a:gd name="connsiteY437" fmla="*/ 0 h 924402"/>
                  <a:gd name="connsiteX438" fmla="*/ 3172715 w 4603109"/>
                  <a:gd name="connsiteY438" fmla="*/ 0 h 924402"/>
                  <a:gd name="connsiteX439" fmla="*/ 3199627 w 4603109"/>
                  <a:gd name="connsiteY439" fmla="*/ 0 h 924402"/>
                  <a:gd name="connsiteX440" fmla="*/ 3201119 w 4603109"/>
                  <a:gd name="connsiteY440" fmla="*/ 0 h 924402"/>
                  <a:gd name="connsiteX441" fmla="*/ 3201287 w 4603109"/>
                  <a:gd name="connsiteY441" fmla="*/ 0 h 924402"/>
                  <a:gd name="connsiteX442" fmla="*/ 3201751 w 4603109"/>
                  <a:gd name="connsiteY442" fmla="*/ 0 h 924402"/>
                  <a:gd name="connsiteX443" fmla="*/ 3202780 w 4603109"/>
                  <a:gd name="connsiteY443" fmla="*/ 0 h 924402"/>
                  <a:gd name="connsiteX444" fmla="*/ 3217515 w 4603109"/>
                  <a:gd name="connsiteY444" fmla="*/ 0 h 924402"/>
                  <a:gd name="connsiteX445" fmla="*/ 3224152 w 4603109"/>
                  <a:gd name="connsiteY445" fmla="*/ 0 h 924402"/>
                  <a:gd name="connsiteX446" fmla="*/ 3230324 w 4603109"/>
                  <a:gd name="connsiteY446" fmla="*/ 0 h 924402"/>
                  <a:gd name="connsiteX447" fmla="*/ 3231321 w 4603109"/>
                  <a:gd name="connsiteY447" fmla="*/ 0 h 924402"/>
                  <a:gd name="connsiteX448" fmla="*/ 3231816 w 4603109"/>
                  <a:gd name="connsiteY448" fmla="*/ 0 h 924402"/>
                  <a:gd name="connsiteX449" fmla="*/ 3243763 w 4603109"/>
                  <a:gd name="connsiteY449" fmla="*/ 0 h 924402"/>
                  <a:gd name="connsiteX450" fmla="*/ 3246088 w 4603109"/>
                  <a:gd name="connsiteY450" fmla="*/ 0 h 924402"/>
                  <a:gd name="connsiteX451" fmla="*/ 3247580 w 4603109"/>
                  <a:gd name="connsiteY451" fmla="*/ 0 h 924402"/>
                  <a:gd name="connsiteX452" fmla="*/ 3247792 w 4603109"/>
                  <a:gd name="connsiteY452" fmla="*/ 0 h 924402"/>
                  <a:gd name="connsiteX453" fmla="*/ 3248214 w 4603109"/>
                  <a:gd name="connsiteY453" fmla="*/ 0 h 924402"/>
                  <a:gd name="connsiteX454" fmla="*/ 3252725 w 4603109"/>
                  <a:gd name="connsiteY454" fmla="*/ 0 h 924402"/>
                  <a:gd name="connsiteX455" fmla="*/ 3254217 w 4603109"/>
                  <a:gd name="connsiteY455" fmla="*/ 0 h 924402"/>
                  <a:gd name="connsiteX456" fmla="*/ 3260235 w 4603109"/>
                  <a:gd name="connsiteY456" fmla="*/ 0 h 924402"/>
                  <a:gd name="connsiteX457" fmla="*/ 3276787 w 4603109"/>
                  <a:gd name="connsiteY457" fmla="*/ 0 h 924402"/>
                  <a:gd name="connsiteX458" fmla="*/ 3277857 w 4603109"/>
                  <a:gd name="connsiteY458" fmla="*/ 0 h 924402"/>
                  <a:gd name="connsiteX459" fmla="*/ 3278278 w 4603109"/>
                  <a:gd name="connsiteY459" fmla="*/ 0 h 924402"/>
                  <a:gd name="connsiteX460" fmla="*/ 3290300 w 4603109"/>
                  <a:gd name="connsiteY460" fmla="*/ 0 h 924402"/>
                  <a:gd name="connsiteX461" fmla="*/ 3298823 w 4603109"/>
                  <a:gd name="connsiteY461" fmla="*/ 0 h 924402"/>
                  <a:gd name="connsiteX462" fmla="*/ 3327396 w 4603109"/>
                  <a:gd name="connsiteY462" fmla="*/ 0 h 924402"/>
                  <a:gd name="connsiteX463" fmla="*/ 3328888 w 4603109"/>
                  <a:gd name="connsiteY463" fmla="*/ 0 h 924402"/>
                  <a:gd name="connsiteX464" fmla="*/ 3329520 w 4603109"/>
                  <a:gd name="connsiteY464" fmla="*/ 0 h 924402"/>
                  <a:gd name="connsiteX465" fmla="*/ 3345284 w 4603109"/>
                  <a:gd name="connsiteY465" fmla="*/ 0 h 924402"/>
                  <a:gd name="connsiteX466" fmla="*/ 3349129 w 4603109"/>
                  <a:gd name="connsiteY466" fmla="*/ 0 h 924402"/>
                  <a:gd name="connsiteX467" fmla="*/ 3351921 w 4603109"/>
                  <a:gd name="connsiteY467" fmla="*/ 0 h 924402"/>
                  <a:gd name="connsiteX468" fmla="*/ 3358093 w 4603109"/>
                  <a:gd name="connsiteY468" fmla="*/ 0 h 924402"/>
                  <a:gd name="connsiteX469" fmla="*/ 3359585 w 4603109"/>
                  <a:gd name="connsiteY469" fmla="*/ 0 h 924402"/>
                  <a:gd name="connsiteX470" fmla="*/ 3371532 w 4603109"/>
                  <a:gd name="connsiteY470" fmla="*/ 0 h 924402"/>
                  <a:gd name="connsiteX471" fmla="*/ 3373857 w 4603109"/>
                  <a:gd name="connsiteY471" fmla="*/ 0 h 924402"/>
                  <a:gd name="connsiteX472" fmla="*/ 3375349 w 4603109"/>
                  <a:gd name="connsiteY472" fmla="*/ 0 h 924402"/>
                  <a:gd name="connsiteX473" fmla="*/ 3380494 w 4603109"/>
                  <a:gd name="connsiteY473" fmla="*/ 0 h 924402"/>
                  <a:gd name="connsiteX474" fmla="*/ 3381986 w 4603109"/>
                  <a:gd name="connsiteY474" fmla="*/ 0 h 924402"/>
                  <a:gd name="connsiteX475" fmla="*/ 3388004 w 4603109"/>
                  <a:gd name="connsiteY475" fmla="*/ 0 h 924402"/>
                  <a:gd name="connsiteX476" fmla="*/ 3408282 w 4603109"/>
                  <a:gd name="connsiteY476" fmla="*/ 0 h 924402"/>
                  <a:gd name="connsiteX477" fmla="*/ 3418069 w 4603109"/>
                  <a:gd name="connsiteY477" fmla="*/ 0 h 924402"/>
                  <a:gd name="connsiteX478" fmla="*/ 3424207 w 4603109"/>
                  <a:gd name="connsiteY478" fmla="*/ 0 h 924402"/>
                  <a:gd name="connsiteX479" fmla="*/ 3424753 w 4603109"/>
                  <a:gd name="connsiteY479" fmla="*/ 0 h 924402"/>
                  <a:gd name="connsiteX480" fmla="*/ 3452733 w 4603109"/>
                  <a:gd name="connsiteY480" fmla="*/ 0 h 924402"/>
                  <a:gd name="connsiteX481" fmla="*/ 3454818 w 4603109"/>
                  <a:gd name="connsiteY481" fmla="*/ 0 h 924402"/>
                  <a:gd name="connsiteX482" fmla="*/ 3476898 w 4603109"/>
                  <a:gd name="connsiteY482" fmla="*/ 0 h 924402"/>
                  <a:gd name="connsiteX483" fmla="*/ 3496441 w 4603109"/>
                  <a:gd name="connsiteY483" fmla="*/ 0 h 924402"/>
                  <a:gd name="connsiteX484" fmla="*/ 3509236 w 4603109"/>
                  <a:gd name="connsiteY484" fmla="*/ 0 h 924402"/>
                  <a:gd name="connsiteX485" fmla="*/ 3518886 w 4603109"/>
                  <a:gd name="connsiteY485" fmla="*/ 0 h 924402"/>
                  <a:gd name="connsiteX486" fmla="*/ 3528336 w 4603109"/>
                  <a:gd name="connsiteY486" fmla="*/ 0 h 924402"/>
                  <a:gd name="connsiteX487" fmla="*/ 3536051 w 4603109"/>
                  <a:gd name="connsiteY487" fmla="*/ 0 h 924402"/>
                  <a:gd name="connsiteX488" fmla="*/ 3539301 w 4603109"/>
                  <a:gd name="connsiteY488" fmla="*/ 0 h 924402"/>
                  <a:gd name="connsiteX489" fmla="*/ 3540361 w 4603109"/>
                  <a:gd name="connsiteY489" fmla="*/ 0 h 924402"/>
                  <a:gd name="connsiteX490" fmla="*/ 3544807 w 4603109"/>
                  <a:gd name="connsiteY490" fmla="*/ 0 h 924402"/>
                  <a:gd name="connsiteX491" fmla="*/ 3551976 w 4603109"/>
                  <a:gd name="connsiteY491" fmla="*/ 0 h 924402"/>
                  <a:gd name="connsiteX492" fmla="*/ 3552522 w 4603109"/>
                  <a:gd name="connsiteY492" fmla="*/ 0 h 924402"/>
                  <a:gd name="connsiteX493" fmla="*/ 3564420 w 4603109"/>
                  <a:gd name="connsiteY493" fmla="*/ 0 h 924402"/>
                  <a:gd name="connsiteX494" fmla="*/ 3570426 w 4603109"/>
                  <a:gd name="connsiteY494" fmla="*/ 0 h 924402"/>
                  <a:gd name="connsiteX495" fmla="*/ 3574872 w 4603109"/>
                  <a:gd name="connsiteY495" fmla="*/ 0 h 924402"/>
                  <a:gd name="connsiteX496" fmla="*/ 3580502 w 4603109"/>
                  <a:gd name="connsiteY496" fmla="*/ 0 h 924402"/>
                  <a:gd name="connsiteX497" fmla="*/ 3582587 w 4603109"/>
                  <a:gd name="connsiteY497" fmla="*/ 0 h 924402"/>
                  <a:gd name="connsiteX498" fmla="*/ 3624210 w 4603109"/>
                  <a:gd name="connsiteY498" fmla="*/ 0 h 924402"/>
                  <a:gd name="connsiteX499" fmla="*/ 3637005 w 4603109"/>
                  <a:gd name="connsiteY499" fmla="*/ 0 h 924402"/>
                  <a:gd name="connsiteX500" fmla="*/ 3646655 w 4603109"/>
                  <a:gd name="connsiteY500" fmla="*/ 0 h 924402"/>
                  <a:gd name="connsiteX501" fmla="*/ 3656105 w 4603109"/>
                  <a:gd name="connsiteY501" fmla="*/ 0 h 924402"/>
                  <a:gd name="connsiteX502" fmla="*/ 3667070 w 4603109"/>
                  <a:gd name="connsiteY502" fmla="*/ 0 h 924402"/>
                  <a:gd name="connsiteX503" fmla="*/ 3668130 w 4603109"/>
                  <a:gd name="connsiteY503" fmla="*/ 0 h 924402"/>
                  <a:gd name="connsiteX504" fmla="*/ 3669786 w 4603109"/>
                  <a:gd name="connsiteY504" fmla="*/ 0 h 924402"/>
                  <a:gd name="connsiteX505" fmla="*/ 3672576 w 4603109"/>
                  <a:gd name="connsiteY505" fmla="*/ 0 h 924402"/>
                  <a:gd name="connsiteX506" fmla="*/ 3692189 w 4603109"/>
                  <a:gd name="connsiteY506" fmla="*/ 0 h 924402"/>
                  <a:gd name="connsiteX507" fmla="*/ 3698195 w 4603109"/>
                  <a:gd name="connsiteY507" fmla="*/ 0 h 924402"/>
                  <a:gd name="connsiteX508" fmla="*/ 3702641 w 4603109"/>
                  <a:gd name="connsiteY508" fmla="*/ 0 h 924402"/>
                  <a:gd name="connsiteX509" fmla="*/ 3744863 w 4603109"/>
                  <a:gd name="connsiteY509" fmla="*/ 0 h 924402"/>
                  <a:gd name="connsiteX510" fmla="*/ 3745285 w 4603109"/>
                  <a:gd name="connsiteY510" fmla="*/ 0 h 924402"/>
                  <a:gd name="connsiteX511" fmla="*/ 3795894 w 4603109"/>
                  <a:gd name="connsiteY511" fmla="*/ 0 h 924402"/>
                  <a:gd name="connsiteX512" fmla="*/ 3797555 w 4603109"/>
                  <a:gd name="connsiteY512" fmla="*/ 0 h 924402"/>
                  <a:gd name="connsiteX513" fmla="*/ 3826591 w 4603109"/>
                  <a:gd name="connsiteY513" fmla="*/ 0 h 924402"/>
                  <a:gd name="connsiteX514" fmla="*/ 3842355 w 4603109"/>
                  <a:gd name="connsiteY514" fmla="*/ 0 h 924402"/>
                  <a:gd name="connsiteX515" fmla="*/ 3848992 w 4603109"/>
                  <a:gd name="connsiteY515" fmla="*/ 0 h 924402"/>
                  <a:gd name="connsiteX516" fmla="*/ 3872632 w 4603109"/>
                  <a:gd name="connsiteY516" fmla="*/ 0 h 924402"/>
                  <a:gd name="connsiteX517" fmla="*/ 3873054 w 4603109"/>
                  <a:gd name="connsiteY517" fmla="*/ 0 h 924402"/>
                  <a:gd name="connsiteX518" fmla="*/ 3885075 w 4603109"/>
                  <a:gd name="connsiteY518" fmla="*/ 0 h 924402"/>
                  <a:gd name="connsiteX519" fmla="*/ 3923663 w 4603109"/>
                  <a:gd name="connsiteY519" fmla="*/ 0 h 924402"/>
                  <a:gd name="connsiteX520" fmla="*/ 3954360 w 4603109"/>
                  <a:gd name="connsiteY520" fmla="*/ 0 h 924402"/>
                  <a:gd name="connsiteX521" fmla="*/ 3970124 w 4603109"/>
                  <a:gd name="connsiteY521" fmla="*/ 0 h 924402"/>
                  <a:gd name="connsiteX522" fmla="*/ 3976761 w 4603109"/>
                  <a:gd name="connsiteY522" fmla="*/ 0 h 924402"/>
                  <a:gd name="connsiteX523" fmla="*/ 4012844 w 4603109"/>
                  <a:gd name="connsiteY523" fmla="*/ 0 h 924402"/>
                  <a:gd name="connsiteX524" fmla="*/ 4049593 w 4603109"/>
                  <a:gd name="connsiteY524" fmla="*/ 0 h 924402"/>
                  <a:gd name="connsiteX525" fmla="*/ 4169647 w 4603109"/>
                  <a:gd name="connsiteY525" fmla="*/ 0 h 924402"/>
                  <a:gd name="connsiteX526" fmla="*/ 4177362 w 4603109"/>
                  <a:gd name="connsiteY526" fmla="*/ 0 h 924402"/>
                  <a:gd name="connsiteX527" fmla="*/ 4297416 w 4603109"/>
                  <a:gd name="connsiteY527" fmla="*/ 0 h 924402"/>
                  <a:gd name="connsiteX528" fmla="*/ 4379339 w 4603109"/>
                  <a:gd name="connsiteY528" fmla="*/ 47054 h 924402"/>
                  <a:gd name="connsiteX529" fmla="*/ 4591731 w 4603109"/>
                  <a:gd name="connsiteY529" fmla="*/ 415146 h 924402"/>
                  <a:gd name="connsiteX530" fmla="*/ 4591731 w 4603109"/>
                  <a:gd name="connsiteY530" fmla="*/ 509257 h 924402"/>
                  <a:gd name="connsiteX531" fmla="*/ 4379339 w 4603109"/>
                  <a:gd name="connsiteY531" fmla="*/ 877348 h 924402"/>
                  <a:gd name="connsiteX532" fmla="*/ 4297416 w 4603109"/>
                  <a:gd name="connsiteY532" fmla="*/ 924402 h 924402"/>
                  <a:gd name="connsiteX533" fmla="*/ 4169647 w 4603109"/>
                  <a:gd name="connsiteY533" fmla="*/ 924402 h 924402"/>
                  <a:gd name="connsiteX534" fmla="*/ 3976761 w 4603109"/>
                  <a:gd name="connsiteY534" fmla="*/ 924402 h 924402"/>
                  <a:gd name="connsiteX535" fmla="*/ 3872632 w 4603109"/>
                  <a:gd name="connsiteY535" fmla="*/ 924402 h 924402"/>
                  <a:gd name="connsiteX536" fmla="*/ 3848992 w 4603109"/>
                  <a:gd name="connsiteY536" fmla="*/ 924402 h 924402"/>
                  <a:gd name="connsiteX537" fmla="*/ 3744863 w 4603109"/>
                  <a:gd name="connsiteY537" fmla="*/ 924402 h 924402"/>
                  <a:gd name="connsiteX538" fmla="*/ 3702641 w 4603109"/>
                  <a:gd name="connsiteY538" fmla="*/ 924402 h 924402"/>
                  <a:gd name="connsiteX539" fmla="*/ 3672576 w 4603109"/>
                  <a:gd name="connsiteY539" fmla="*/ 924402 h 924402"/>
                  <a:gd name="connsiteX540" fmla="*/ 3656105 w 4603109"/>
                  <a:gd name="connsiteY540" fmla="*/ 924402 h 924402"/>
                  <a:gd name="connsiteX541" fmla="*/ 3574872 w 4603109"/>
                  <a:gd name="connsiteY541" fmla="*/ 924402 h 924402"/>
                  <a:gd name="connsiteX542" fmla="*/ 3551976 w 4603109"/>
                  <a:gd name="connsiteY542" fmla="*/ 924402 h 924402"/>
                  <a:gd name="connsiteX543" fmla="*/ 3544807 w 4603109"/>
                  <a:gd name="connsiteY543" fmla="*/ 924402 h 924402"/>
                  <a:gd name="connsiteX544" fmla="*/ 3528336 w 4603109"/>
                  <a:gd name="connsiteY544" fmla="*/ 924402 h 924402"/>
                  <a:gd name="connsiteX545" fmla="*/ 3424207 w 4603109"/>
                  <a:gd name="connsiteY545" fmla="*/ 924402 h 924402"/>
                  <a:gd name="connsiteX546" fmla="*/ 3381986 w 4603109"/>
                  <a:gd name="connsiteY546" fmla="*/ 924402 h 924402"/>
                  <a:gd name="connsiteX547" fmla="*/ 3380494 w 4603109"/>
                  <a:gd name="connsiteY547" fmla="*/ 924402 h 924402"/>
                  <a:gd name="connsiteX548" fmla="*/ 3351921 w 4603109"/>
                  <a:gd name="connsiteY548" fmla="*/ 924402 h 924402"/>
                  <a:gd name="connsiteX549" fmla="*/ 3277857 w 4603109"/>
                  <a:gd name="connsiteY549" fmla="*/ 924402 h 924402"/>
                  <a:gd name="connsiteX550" fmla="*/ 3254217 w 4603109"/>
                  <a:gd name="connsiteY550" fmla="*/ 924402 h 924402"/>
                  <a:gd name="connsiteX551" fmla="*/ 3252725 w 4603109"/>
                  <a:gd name="connsiteY551" fmla="*/ 924402 h 924402"/>
                  <a:gd name="connsiteX552" fmla="*/ 3247792 w 4603109"/>
                  <a:gd name="connsiteY552" fmla="*/ 924402 h 924402"/>
                  <a:gd name="connsiteX553" fmla="*/ 3231321 w 4603109"/>
                  <a:gd name="connsiteY553" fmla="*/ 924402 h 924402"/>
                  <a:gd name="connsiteX554" fmla="*/ 3224152 w 4603109"/>
                  <a:gd name="connsiteY554" fmla="*/ 924402 h 924402"/>
                  <a:gd name="connsiteX555" fmla="*/ 3150088 w 4603109"/>
                  <a:gd name="connsiteY555" fmla="*/ 924402 h 924402"/>
                  <a:gd name="connsiteX556" fmla="*/ 3120023 w 4603109"/>
                  <a:gd name="connsiteY556" fmla="*/ 924402 h 924402"/>
                  <a:gd name="connsiteX557" fmla="*/ 3104883 w 4603109"/>
                  <a:gd name="connsiteY557" fmla="*/ 924402 h 924402"/>
                  <a:gd name="connsiteX558" fmla="*/ 3103552 w 4603109"/>
                  <a:gd name="connsiteY558" fmla="*/ 924402 h 924402"/>
                  <a:gd name="connsiteX559" fmla="*/ 3077801 w 4603109"/>
                  <a:gd name="connsiteY559" fmla="*/ 924402 h 924402"/>
                  <a:gd name="connsiteX560" fmla="*/ 3061330 w 4603109"/>
                  <a:gd name="connsiteY560" fmla="*/ 924402 h 924402"/>
                  <a:gd name="connsiteX561" fmla="*/ 3031265 w 4603109"/>
                  <a:gd name="connsiteY561" fmla="*/ 924402 h 924402"/>
                  <a:gd name="connsiteX562" fmla="*/ 2977114 w 4603109"/>
                  <a:gd name="connsiteY562" fmla="*/ 924402 h 924402"/>
                  <a:gd name="connsiteX563" fmla="*/ 2957200 w 4603109"/>
                  <a:gd name="connsiteY563" fmla="*/ 924402 h 924402"/>
                  <a:gd name="connsiteX564" fmla="*/ 2955709 w 4603109"/>
                  <a:gd name="connsiteY564" fmla="*/ 924402 h 924402"/>
                  <a:gd name="connsiteX565" fmla="*/ 2950032 w 4603109"/>
                  <a:gd name="connsiteY565" fmla="*/ 924402 h 924402"/>
                  <a:gd name="connsiteX566" fmla="*/ 2933561 w 4603109"/>
                  <a:gd name="connsiteY566" fmla="*/ 924402 h 924402"/>
                  <a:gd name="connsiteX567" fmla="*/ 2927136 w 4603109"/>
                  <a:gd name="connsiteY567" fmla="*/ 924402 h 924402"/>
                  <a:gd name="connsiteX568" fmla="*/ 2903496 w 4603109"/>
                  <a:gd name="connsiteY568" fmla="*/ 924402 h 924402"/>
                  <a:gd name="connsiteX569" fmla="*/ 2829431 w 4603109"/>
                  <a:gd name="connsiteY569" fmla="*/ 924402 h 924402"/>
                  <a:gd name="connsiteX570" fmla="*/ 2827940 w 4603109"/>
                  <a:gd name="connsiteY570" fmla="*/ 924402 h 924402"/>
                  <a:gd name="connsiteX571" fmla="*/ 2799367 w 4603109"/>
                  <a:gd name="connsiteY571" fmla="*/ 924402 h 924402"/>
                  <a:gd name="connsiteX572" fmla="*/ 2785719 w 4603109"/>
                  <a:gd name="connsiteY572" fmla="*/ 924402 h 924402"/>
                  <a:gd name="connsiteX573" fmla="*/ 2784228 w 4603109"/>
                  <a:gd name="connsiteY573" fmla="*/ 924402 h 924402"/>
                  <a:gd name="connsiteX574" fmla="*/ 2757146 w 4603109"/>
                  <a:gd name="connsiteY574" fmla="*/ 924402 h 924402"/>
                  <a:gd name="connsiteX575" fmla="*/ 2755654 w 4603109"/>
                  <a:gd name="connsiteY575" fmla="*/ 924402 h 924402"/>
                  <a:gd name="connsiteX576" fmla="*/ 2680098 w 4603109"/>
                  <a:gd name="connsiteY576" fmla="*/ 924402 h 924402"/>
                  <a:gd name="connsiteX577" fmla="*/ 2657950 w 4603109"/>
                  <a:gd name="connsiteY577" fmla="*/ 924402 h 924402"/>
                  <a:gd name="connsiteX578" fmla="*/ 2656459 w 4603109"/>
                  <a:gd name="connsiteY578" fmla="*/ 924402 h 924402"/>
                  <a:gd name="connsiteX579" fmla="*/ 2653017 w 4603109"/>
                  <a:gd name="connsiteY579" fmla="*/ 924402 h 924402"/>
                  <a:gd name="connsiteX580" fmla="*/ 2636545 w 4603109"/>
                  <a:gd name="connsiteY580" fmla="*/ 924402 h 924402"/>
                  <a:gd name="connsiteX581" fmla="*/ 2629377 w 4603109"/>
                  <a:gd name="connsiteY581" fmla="*/ 924402 h 924402"/>
                  <a:gd name="connsiteX582" fmla="*/ 2627885 w 4603109"/>
                  <a:gd name="connsiteY582" fmla="*/ 924402 h 924402"/>
                  <a:gd name="connsiteX583" fmla="*/ 2606481 w 4603109"/>
                  <a:gd name="connsiteY583" fmla="*/ 924402 h 924402"/>
                  <a:gd name="connsiteX584" fmla="*/ 2552329 w 4603109"/>
                  <a:gd name="connsiteY584" fmla="*/ 924402 h 924402"/>
                  <a:gd name="connsiteX585" fmla="*/ 2525248 w 4603109"/>
                  <a:gd name="connsiteY585" fmla="*/ 924402 h 924402"/>
                  <a:gd name="connsiteX586" fmla="*/ 2510108 w 4603109"/>
                  <a:gd name="connsiteY586" fmla="*/ 924402 h 924402"/>
                  <a:gd name="connsiteX587" fmla="*/ 2508776 w 4603109"/>
                  <a:gd name="connsiteY587" fmla="*/ 924402 h 924402"/>
                  <a:gd name="connsiteX588" fmla="*/ 2480043 w 4603109"/>
                  <a:gd name="connsiteY588" fmla="*/ 924402 h 924402"/>
                  <a:gd name="connsiteX589" fmla="*/ 2478712 w 4603109"/>
                  <a:gd name="connsiteY589" fmla="*/ 924402 h 924402"/>
                  <a:gd name="connsiteX590" fmla="*/ 2463572 w 4603109"/>
                  <a:gd name="connsiteY590" fmla="*/ 924402 h 924402"/>
                  <a:gd name="connsiteX591" fmla="*/ 2436490 w 4603109"/>
                  <a:gd name="connsiteY591" fmla="*/ 924402 h 924402"/>
                  <a:gd name="connsiteX592" fmla="*/ 2382339 w 4603109"/>
                  <a:gd name="connsiteY592" fmla="*/ 924402 h 924402"/>
                  <a:gd name="connsiteX593" fmla="*/ 2360934 w 4603109"/>
                  <a:gd name="connsiteY593" fmla="*/ 924402 h 924402"/>
                  <a:gd name="connsiteX594" fmla="*/ 2359443 w 4603109"/>
                  <a:gd name="connsiteY594" fmla="*/ 924402 h 924402"/>
                  <a:gd name="connsiteX595" fmla="*/ 2352274 w 4603109"/>
                  <a:gd name="connsiteY595" fmla="*/ 924402 h 924402"/>
                  <a:gd name="connsiteX596" fmla="*/ 2335803 w 4603109"/>
                  <a:gd name="connsiteY596" fmla="*/ 924402 h 924402"/>
                  <a:gd name="connsiteX597" fmla="*/ 2332360 w 4603109"/>
                  <a:gd name="connsiteY597" fmla="*/ 924402 h 924402"/>
                  <a:gd name="connsiteX598" fmla="*/ 2332328 w 4603109"/>
                  <a:gd name="connsiteY598" fmla="*/ 924402 h 924402"/>
                  <a:gd name="connsiteX599" fmla="*/ 2330869 w 4603109"/>
                  <a:gd name="connsiteY599" fmla="*/ 924402 h 924402"/>
                  <a:gd name="connsiteX600" fmla="*/ 2308721 w 4603109"/>
                  <a:gd name="connsiteY600" fmla="*/ 924402 h 924402"/>
                  <a:gd name="connsiteX601" fmla="*/ 2233165 w 4603109"/>
                  <a:gd name="connsiteY601" fmla="*/ 924402 h 924402"/>
                  <a:gd name="connsiteX602" fmla="*/ 2231674 w 4603109"/>
                  <a:gd name="connsiteY602" fmla="*/ 924402 h 924402"/>
                  <a:gd name="connsiteX603" fmla="*/ 2204591 w 4603109"/>
                  <a:gd name="connsiteY603" fmla="*/ 924402 h 924402"/>
                  <a:gd name="connsiteX604" fmla="*/ 2204559 w 4603109"/>
                  <a:gd name="connsiteY604" fmla="*/ 924402 h 924402"/>
                  <a:gd name="connsiteX605" fmla="*/ 2203100 w 4603109"/>
                  <a:gd name="connsiteY605" fmla="*/ 924402 h 924402"/>
                  <a:gd name="connsiteX606" fmla="*/ 2189452 w 4603109"/>
                  <a:gd name="connsiteY606" fmla="*/ 924402 h 924402"/>
                  <a:gd name="connsiteX607" fmla="*/ 2160879 w 4603109"/>
                  <a:gd name="connsiteY607" fmla="*/ 924402 h 924402"/>
                  <a:gd name="connsiteX608" fmla="*/ 2159388 w 4603109"/>
                  <a:gd name="connsiteY608" fmla="*/ 924402 h 924402"/>
                  <a:gd name="connsiteX609" fmla="*/ 2085323 w 4603109"/>
                  <a:gd name="connsiteY609" fmla="*/ 924402 h 924402"/>
                  <a:gd name="connsiteX610" fmla="*/ 2077294 w 4603109"/>
                  <a:gd name="connsiteY610" fmla="*/ 924402 h 924402"/>
                  <a:gd name="connsiteX611" fmla="*/ 2061683 w 4603109"/>
                  <a:gd name="connsiteY611" fmla="*/ 924402 h 924402"/>
                  <a:gd name="connsiteX612" fmla="*/ 2055258 w 4603109"/>
                  <a:gd name="connsiteY612" fmla="*/ 924402 h 924402"/>
                  <a:gd name="connsiteX613" fmla="*/ 2038787 w 4603109"/>
                  <a:gd name="connsiteY613" fmla="*/ 924402 h 924402"/>
                  <a:gd name="connsiteX614" fmla="*/ 2033110 w 4603109"/>
                  <a:gd name="connsiteY614" fmla="*/ 924402 h 924402"/>
                  <a:gd name="connsiteX615" fmla="*/ 2031619 w 4603109"/>
                  <a:gd name="connsiteY615" fmla="*/ 924402 h 924402"/>
                  <a:gd name="connsiteX616" fmla="*/ 2011705 w 4603109"/>
                  <a:gd name="connsiteY616" fmla="*/ 924402 h 924402"/>
                  <a:gd name="connsiteX617" fmla="*/ 1957554 w 4603109"/>
                  <a:gd name="connsiteY617" fmla="*/ 924402 h 924402"/>
                  <a:gd name="connsiteX618" fmla="*/ 1949525 w 4603109"/>
                  <a:gd name="connsiteY618" fmla="*/ 924402 h 924402"/>
                  <a:gd name="connsiteX619" fmla="*/ 1927489 w 4603109"/>
                  <a:gd name="connsiteY619" fmla="*/ 924402 h 924402"/>
                  <a:gd name="connsiteX620" fmla="*/ 1911018 w 4603109"/>
                  <a:gd name="connsiteY620" fmla="*/ 924402 h 924402"/>
                  <a:gd name="connsiteX621" fmla="*/ 1907543 w 4603109"/>
                  <a:gd name="connsiteY621" fmla="*/ 924402 h 924402"/>
                  <a:gd name="connsiteX622" fmla="*/ 1885268 w 4603109"/>
                  <a:gd name="connsiteY622" fmla="*/ 924402 h 924402"/>
                  <a:gd name="connsiteX623" fmla="*/ 1883936 w 4603109"/>
                  <a:gd name="connsiteY623" fmla="*/ 924402 h 924402"/>
                  <a:gd name="connsiteX624" fmla="*/ 1868796 w 4603109"/>
                  <a:gd name="connsiteY624" fmla="*/ 924402 h 924402"/>
                  <a:gd name="connsiteX625" fmla="*/ 1838732 w 4603109"/>
                  <a:gd name="connsiteY625" fmla="*/ 924402 h 924402"/>
                  <a:gd name="connsiteX626" fmla="*/ 1779774 w 4603109"/>
                  <a:gd name="connsiteY626" fmla="*/ 924402 h 924402"/>
                  <a:gd name="connsiteX627" fmla="*/ 1764668 w 4603109"/>
                  <a:gd name="connsiteY627" fmla="*/ 924402 h 924402"/>
                  <a:gd name="connsiteX628" fmla="*/ 1757499 w 4603109"/>
                  <a:gd name="connsiteY628" fmla="*/ 924402 h 924402"/>
                  <a:gd name="connsiteX629" fmla="*/ 1741027 w 4603109"/>
                  <a:gd name="connsiteY629" fmla="*/ 924402 h 924402"/>
                  <a:gd name="connsiteX630" fmla="*/ 1737552 w 4603109"/>
                  <a:gd name="connsiteY630" fmla="*/ 924402 h 924402"/>
                  <a:gd name="connsiteX631" fmla="*/ 1736094 w 4603109"/>
                  <a:gd name="connsiteY631" fmla="*/ 924402 h 924402"/>
                  <a:gd name="connsiteX632" fmla="*/ 1734603 w 4603109"/>
                  <a:gd name="connsiteY632" fmla="*/ 924402 h 924402"/>
                  <a:gd name="connsiteX633" fmla="*/ 1710963 w 4603109"/>
                  <a:gd name="connsiteY633" fmla="*/ 924402 h 924402"/>
                  <a:gd name="connsiteX634" fmla="*/ 1707488 w 4603109"/>
                  <a:gd name="connsiteY634" fmla="*/ 924402 h 924402"/>
                  <a:gd name="connsiteX635" fmla="*/ 1652509 w 4603109"/>
                  <a:gd name="connsiteY635" fmla="*/ 924402 h 924402"/>
                  <a:gd name="connsiteX636" fmla="*/ 1636899 w 4603109"/>
                  <a:gd name="connsiteY636" fmla="*/ 924402 h 924402"/>
                  <a:gd name="connsiteX637" fmla="*/ 1609783 w 4603109"/>
                  <a:gd name="connsiteY637" fmla="*/ 924402 h 924402"/>
                  <a:gd name="connsiteX638" fmla="*/ 1608325 w 4603109"/>
                  <a:gd name="connsiteY638" fmla="*/ 924402 h 924402"/>
                  <a:gd name="connsiteX639" fmla="*/ 1606834 w 4603109"/>
                  <a:gd name="connsiteY639" fmla="*/ 924402 h 924402"/>
                  <a:gd name="connsiteX640" fmla="*/ 1579719 w 4603109"/>
                  <a:gd name="connsiteY640" fmla="*/ 924402 h 924402"/>
                  <a:gd name="connsiteX641" fmla="*/ 1564612 w 4603109"/>
                  <a:gd name="connsiteY641" fmla="*/ 924402 h 924402"/>
                  <a:gd name="connsiteX642" fmla="*/ 1524740 w 4603109"/>
                  <a:gd name="connsiteY642" fmla="*/ 924402 h 924402"/>
                  <a:gd name="connsiteX643" fmla="*/ 1482518 w 4603109"/>
                  <a:gd name="connsiteY643" fmla="*/ 924402 h 924402"/>
                  <a:gd name="connsiteX644" fmla="*/ 1460483 w 4603109"/>
                  <a:gd name="connsiteY644" fmla="*/ 924402 h 924402"/>
                  <a:gd name="connsiteX645" fmla="*/ 1452454 w 4603109"/>
                  <a:gd name="connsiteY645" fmla="*/ 924402 h 924402"/>
                  <a:gd name="connsiteX646" fmla="*/ 1444011 w 4603109"/>
                  <a:gd name="connsiteY646" fmla="*/ 924402 h 924402"/>
                  <a:gd name="connsiteX647" fmla="*/ 1436843 w 4603109"/>
                  <a:gd name="connsiteY647" fmla="*/ 924402 h 924402"/>
                  <a:gd name="connsiteX648" fmla="*/ 1413947 w 4603109"/>
                  <a:gd name="connsiteY648" fmla="*/ 924402 h 924402"/>
                  <a:gd name="connsiteX649" fmla="*/ 1354749 w 4603109"/>
                  <a:gd name="connsiteY649" fmla="*/ 924402 h 924402"/>
                  <a:gd name="connsiteX650" fmla="*/ 1332714 w 4603109"/>
                  <a:gd name="connsiteY650" fmla="*/ 924402 h 924402"/>
                  <a:gd name="connsiteX651" fmla="*/ 1324685 w 4603109"/>
                  <a:gd name="connsiteY651" fmla="*/ 924402 h 924402"/>
                  <a:gd name="connsiteX652" fmla="*/ 1316242 w 4603109"/>
                  <a:gd name="connsiteY652" fmla="*/ 924402 h 924402"/>
                  <a:gd name="connsiteX653" fmla="*/ 1312767 w 4603109"/>
                  <a:gd name="connsiteY653" fmla="*/ 924402 h 924402"/>
                  <a:gd name="connsiteX654" fmla="*/ 1286178 w 4603109"/>
                  <a:gd name="connsiteY654" fmla="*/ 924402 h 924402"/>
                  <a:gd name="connsiteX655" fmla="*/ 1282703 w 4603109"/>
                  <a:gd name="connsiteY655" fmla="*/ 924402 h 924402"/>
                  <a:gd name="connsiteX656" fmla="*/ 1243956 w 4603109"/>
                  <a:gd name="connsiteY656" fmla="*/ 924402 h 924402"/>
                  <a:gd name="connsiteX657" fmla="*/ 1184998 w 4603109"/>
                  <a:gd name="connsiteY657" fmla="*/ 924402 h 924402"/>
                  <a:gd name="connsiteX658" fmla="*/ 1154934 w 4603109"/>
                  <a:gd name="connsiteY658" fmla="*/ 924402 h 924402"/>
                  <a:gd name="connsiteX659" fmla="*/ 1139828 w 4603109"/>
                  <a:gd name="connsiteY659" fmla="*/ 924402 h 924402"/>
                  <a:gd name="connsiteX660" fmla="*/ 1116187 w 4603109"/>
                  <a:gd name="connsiteY660" fmla="*/ 924402 h 924402"/>
                  <a:gd name="connsiteX661" fmla="*/ 1112712 w 4603109"/>
                  <a:gd name="connsiteY661" fmla="*/ 924402 h 924402"/>
                  <a:gd name="connsiteX662" fmla="*/ 1057734 w 4603109"/>
                  <a:gd name="connsiteY662" fmla="*/ 924402 h 924402"/>
                  <a:gd name="connsiteX663" fmla="*/ 1027669 w 4603109"/>
                  <a:gd name="connsiteY663" fmla="*/ 924402 h 924402"/>
                  <a:gd name="connsiteX664" fmla="*/ 1012059 w 4603109"/>
                  <a:gd name="connsiteY664" fmla="*/ 924402 h 924402"/>
                  <a:gd name="connsiteX665" fmla="*/ 984943 w 4603109"/>
                  <a:gd name="connsiteY665" fmla="*/ 924402 h 924402"/>
                  <a:gd name="connsiteX666" fmla="*/ 929965 w 4603109"/>
                  <a:gd name="connsiteY666" fmla="*/ 924402 h 924402"/>
                  <a:gd name="connsiteX667" fmla="*/ 899900 w 4603109"/>
                  <a:gd name="connsiteY667" fmla="*/ 924402 h 924402"/>
                  <a:gd name="connsiteX668" fmla="*/ 857678 w 4603109"/>
                  <a:gd name="connsiteY668" fmla="*/ 924402 h 924402"/>
                  <a:gd name="connsiteX669" fmla="*/ 819171 w 4603109"/>
                  <a:gd name="connsiteY669" fmla="*/ 924402 h 924402"/>
                  <a:gd name="connsiteX670" fmla="*/ 729909 w 4603109"/>
                  <a:gd name="connsiteY670" fmla="*/ 924402 h 924402"/>
                  <a:gd name="connsiteX671" fmla="*/ 691402 w 4603109"/>
                  <a:gd name="connsiteY671" fmla="*/ 924402 h 924402"/>
                  <a:gd name="connsiteX672" fmla="*/ 687927 w 4603109"/>
                  <a:gd name="connsiteY672" fmla="*/ 924402 h 924402"/>
                  <a:gd name="connsiteX673" fmla="*/ 560158 w 4603109"/>
                  <a:gd name="connsiteY673" fmla="*/ 924402 h 924402"/>
                  <a:gd name="connsiteX674" fmla="*/ 432894 w 4603109"/>
                  <a:gd name="connsiteY674" fmla="*/ 924402 h 924402"/>
                  <a:gd name="connsiteX675" fmla="*/ 305125 w 4603109"/>
                  <a:gd name="connsiteY675" fmla="*/ 924402 h 924402"/>
                  <a:gd name="connsiteX676" fmla="*/ 223202 w 4603109"/>
                  <a:gd name="connsiteY676" fmla="*/ 877348 h 924402"/>
                  <a:gd name="connsiteX677" fmla="*/ 10809 w 4603109"/>
                  <a:gd name="connsiteY677" fmla="*/ 509257 h 924402"/>
                  <a:gd name="connsiteX678" fmla="*/ 10809 w 4603109"/>
                  <a:gd name="connsiteY678" fmla="*/ 415146 h 924402"/>
                  <a:gd name="connsiteX679" fmla="*/ 223202 w 4603109"/>
                  <a:gd name="connsiteY679" fmla="*/ 47054 h 924402"/>
                  <a:gd name="connsiteX680" fmla="*/ 305125 w 4603109"/>
                  <a:gd name="connsiteY680" fmla="*/ 0 h 924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</a:cxnLst>
                <a:rect l="l" t="t" r="r" b="b"/>
                <a:pathLst>
                  <a:path w="4603109" h="924402">
                    <a:moveTo>
                      <a:pt x="305125" y="0"/>
                    </a:moveTo>
                    <a:lnTo>
                      <a:pt x="432894" y="0"/>
                    </a:lnTo>
                    <a:lnTo>
                      <a:pt x="445336" y="0"/>
                    </a:lnTo>
                    <a:cubicBezTo>
                      <a:pt x="485989" y="0"/>
                      <a:pt x="520835" y="0"/>
                      <a:pt x="550703" y="0"/>
                    </a:cubicBezTo>
                    <a:lnTo>
                      <a:pt x="560158" y="0"/>
                    </a:lnTo>
                    <a:lnTo>
                      <a:pt x="573105" y="0"/>
                    </a:lnTo>
                    <a:lnTo>
                      <a:pt x="626202" y="0"/>
                    </a:lnTo>
                    <a:cubicBezTo>
                      <a:pt x="646943" y="0"/>
                      <a:pt x="663537" y="0"/>
                      <a:pt x="676811" y="0"/>
                    </a:cubicBezTo>
                    <a:lnTo>
                      <a:pt x="678472" y="0"/>
                    </a:lnTo>
                    <a:lnTo>
                      <a:pt x="687927" y="0"/>
                    </a:lnTo>
                    <a:lnTo>
                      <a:pt x="691402" y="0"/>
                    </a:lnTo>
                    <a:lnTo>
                      <a:pt x="700371" y="0"/>
                    </a:lnTo>
                    <a:lnTo>
                      <a:pt x="707508" y="0"/>
                    </a:lnTo>
                    <a:cubicBezTo>
                      <a:pt x="729909" y="0"/>
                      <a:pt x="729909" y="0"/>
                      <a:pt x="729909" y="0"/>
                    </a:cubicBezTo>
                    <a:lnTo>
                      <a:pt x="753971" y="0"/>
                    </a:lnTo>
                    <a:lnTo>
                      <a:pt x="804580" y="0"/>
                    </a:lnTo>
                    <a:lnTo>
                      <a:pt x="805737" y="0"/>
                    </a:lnTo>
                    <a:lnTo>
                      <a:pt x="819171" y="0"/>
                    </a:lnTo>
                    <a:lnTo>
                      <a:pt x="828140" y="0"/>
                    </a:lnTo>
                    <a:lnTo>
                      <a:pt x="831615" y="0"/>
                    </a:lnTo>
                    <a:lnTo>
                      <a:pt x="835277" y="0"/>
                    </a:lnTo>
                    <a:lnTo>
                      <a:pt x="857678" y="0"/>
                    </a:lnTo>
                    <a:lnTo>
                      <a:pt x="864889" y="0"/>
                    </a:lnTo>
                    <a:lnTo>
                      <a:pt x="899900" y="0"/>
                    </a:lnTo>
                    <a:lnTo>
                      <a:pt x="909341" y="0"/>
                    </a:lnTo>
                    <a:lnTo>
                      <a:pt x="929965" y="0"/>
                    </a:lnTo>
                    <a:lnTo>
                      <a:pt x="933506" y="0"/>
                    </a:lnTo>
                    <a:lnTo>
                      <a:pt x="936982" y="0"/>
                    </a:lnTo>
                    <a:lnTo>
                      <a:pt x="959384" y="0"/>
                    </a:lnTo>
                    <a:lnTo>
                      <a:pt x="962542" y="0"/>
                    </a:lnTo>
                    <a:lnTo>
                      <a:pt x="984943" y="0"/>
                    </a:lnTo>
                    <a:lnTo>
                      <a:pt x="992658" y="0"/>
                    </a:lnTo>
                    <a:lnTo>
                      <a:pt x="1012059" y="0"/>
                    </a:lnTo>
                    <a:lnTo>
                      <a:pt x="1012480" y="0"/>
                    </a:lnTo>
                    <a:lnTo>
                      <a:pt x="1027669" y="0"/>
                    </a:lnTo>
                    <a:lnTo>
                      <a:pt x="1037110" y="0"/>
                    </a:lnTo>
                    <a:lnTo>
                      <a:pt x="1040112" y="0"/>
                    </a:lnTo>
                    <a:lnTo>
                      <a:pt x="1057734" y="0"/>
                    </a:lnTo>
                    <a:lnTo>
                      <a:pt x="1064751" y="0"/>
                    </a:lnTo>
                    <a:lnTo>
                      <a:pt x="1070177" y="0"/>
                    </a:lnTo>
                    <a:lnTo>
                      <a:pt x="1072436" y="0"/>
                    </a:lnTo>
                    <a:lnTo>
                      <a:pt x="1090311" y="0"/>
                    </a:lnTo>
                    <a:lnTo>
                      <a:pt x="1110718" y="0"/>
                    </a:lnTo>
                    <a:lnTo>
                      <a:pt x="1112712" y="0"/>
                    </a:lnTo>
                    <a:lnTo>
                      <a:pt x="1116187" y="0"/>
                    </a:lnTo>
                    <a:lnTo>
                      <a:pt x="1139828" y="0"/>
                    </a:lnTo>
                    <a:lnTo>
                      <a:pt x="1140249" y="0"/>
                    </a:lnTo>
                    <a:lnTo>
                      <a:pt x="1145480" y="0"/>
                    </a:lnTo>
                    <a:lnTo>
                      <a:pt x="1152270" y="0"/>
                    </a:lnTo>
                    <a:lnTo>
                      <a:pt x="1154934" y="0"/>
                    </a:lnTo>
                    <a:lnTo>
                      <a:pt x="1167881" y="0"/>
                    </a:lnTo>
                    <a:lnTo>
                      <a:pt x="1175544" y="0"/>
                    </a:lnTo>
                    <a:lnTo>
                      <a:pt x="1184998" y="0"/>
                    </a:lnTo>
                    <a:lnTo>
                      <a:pt x="1197946" y="0"/>
                    </a:lnTo>
                    <a:lnTo>
                      <a:pt x="1200205" y="0"/>
                    </a:lnTo>
                    <a:lnTo>
                      <a:pt x="1220978" y="0"/>
                    </a:lnTo>
                    <a:lnTo>
                      <a:pt x="1238487" y="0"/>
                    </a:lnTo>
                    <a:lnTo>
                      <a:pt x="1243956" y="0"/>
                    </a:lnTo>
                    <a:lnTo>
                      <a:pt x="1251042" y="0"/>
                    </a:lnTo>
                    <a:lnTo>
                      <a:pt x="1257637" y="0"/>
                    </a:lnTo>
                    <a:lnTo>
                      <a:pt x="1271587" y="0"/>
                    </a:lnTo>
                    <a:lnTo>
                      <a:pt x="1273249" y="0"/>
                    </a:lnTo>
                    <a:lnTo>
                      <a:pt x="1280039" y="0"/>
                    </a:lnTo>
                    <a:lnTo>
                      <a:pt x="1282703" y="0"/>
                    </a:lnTo>
                    <a:lnTo>
                      <a:pt x="1286178" y="0"/>
                    </a:lnTo>
                    <a:lnTo>
                      <a:pt x="1295146" y="0"/>
                    </a:lnTo>
                    <a:lnTo>
                      <a:pt x="1301651" y="0"/>
                    </a:lnTo>
                    <a:lnTo>
                      <a:pt x="1302284" y="0"/>
                    </a:lnTo>
                    <a:lnTo>
                      <a:pt x="1303313" y="0"/>
                    </a:lnTo>
                    <a:lnTo>
                      <a:pt x="1312767" y="0"/>
                    </a:lnTo>
                    <a:lnTo>
                      <a:pt x="1316242" y="0"/>
                    </a:lnTo>
                    <a:lnTo>
                      <a:pt x="1321886" y="0"/>
                    </a:lnTo>
                    <a:lnTo>
                      <a:pt x="1324685" y="0"/>
                    </a:lnTo>
                    <a:lnTo>
                      <a:pt x="1325211" y="0"/>
                    </a:lnTo>
                    <a:lnTo>
                      <a:pt x="1332348" y="0"/>
                    </a:lnTo>
                    <a:lnTo>
                      <a:pt x="1332714" y="0"/>
                    </a:lnTo>
                    <a:lnTo>
                      <a:pt x="1333135" y="0"/>
                    </a:lnTo>
                    <a:lnTo>
                      <a:pt x="1348747" y="0"/>
                    </a:lnTo>
                    <a:lnTo>
                      <a:pt x="1354749" y="0"/>
                    </a:lnTo>
                    <a:lnTo>
                      <a:pt x="1378811" y="0"/>
                    </a:lnTo>
                    <a:lnTo>
                      <a:pt x="1383745" y="0"/>
                    </a:lnTo>
                    <a:lnTo>
                      <a:pt x="1385406" y="0"/>
                    </a:lnTo>
                    <a:lnTo>
                      <a:pt x="1399356" y="0"/>
                    </a:lnTo>
                    <a:lnTo>
                      <a:pt x="1400513" y="0"/>
                    </a:lnTo>
                    <a:lnTo>
                      <a:pt x="1413947" y="0"/>
                    </a:lnTo>
                    <a:lnTo>
                      <a:pt x="1414442" y="0"/>
                    </a:lnTo>
                    <a:lnTo>
                      <a:pt x="1422915" y="0"/>
                    </a:lnTo>
                    <a:lnTo>
                      <a:pt x="1426390" y="0"/>
                    </a:lnTo>
                    <a:lnTo>
                      <a:pt x="1429420" y="0"/>
                    </a:lnTo>
                    <a:lnTo>
                      <a:pt x="1430053" y="0"/>
                    </a:lnTo>
                    <a:lnTo>
                      <a:pt x="1430206" y="0"/>
                    </a:lnTo>
                    <a:lnTo>
                      <a:pt x="1430577" y="0"/>
                    </a:lnTo>
                    <a:lnTo>
                      <a:pt x="1436843" y="0"/>
                    </a:lnTo>
                    <a:lnTo>
                      <a:pt x="1444011" y="0"/>
                    </a:lnTo>
                    <a:lnTo>
                      <a:pt x="1449655" y="0"/>
                    </a:lnTo>
                    <a:lnTo>
                      <a:pt x="1452454" y="0"/>
                    </a:lnTo>
                    <a:lnTo>
                      <a:pt x="1452980" y="0"/>
                    </a:lnTo>
                    <a:lnTo>
                      <a:pt x="1456455" y="0"/>
                    </a:lnTo>
                    <a:lnTo>
                      <a:pt x="1459664" y="0"/>
                    </a:lnTo>
                    <a:lnTo>
                      <a:pt x="1460117" y="0"/>
                    </a:lnTo>
                    <a:lnTo>
                      <a:pt x="1460483" y="0"/>
                    </a:lnTo>
                    <a:lnTo>
                      <a:pt x="1460904" y="0"/>
                    </a:lnTo>
                    <a:lnTo>
                      <a:pt x="1472926" y="0"/>
                    </a:lnTo>
                    <a:lnTo>
                      <a:pt x="1482518" y="0"/>
                    </a:lnTo>
                    <a:lnTo>
                      <a:pt x="1489729" y="0"/>
                    </a:lnTo>
                    <a:lnTo>
                      <a:pt x="1504116" y="0"/>
                    </a:lnTo>
                    <a:lnTo>
                      <a:pt x="1511514" y="0"/>
                    </a:lnTo>
                    <a:lnTo>
                      <a:pt x="1524740" y="0"/>
                    </a:lnTo>
                    <a:lnTo>
                      <a:pt x="1528282" y="0"/>
                    </a:lnTo>
                    <a:lnTo>
                      <a:pt x="1531757" y="0"/>
                    </a:lnTo>
                    <a:lnTo>
                      <a:pt x="1534181" y="0"/>
                    </a:lnTo>
                    <a:lnTo>
                      <a:pt x="1542211" y="0"/>
                    </a:lnTo>
                    <a:lnTo>
                      <a:pt x="1554159" y="0"/>
                    </a:lnTo>
                    <a:lnTo>
                      <a:pt x="1557318" y="0"/>
                    </a:lnTo>
                    <a:lnTo>
                      <a:pt x="1557975" y="0"/>
                    </a:lnTo>
                    <a:lnTo>
                      <a:pt x="1558346" y="0"/>
                    </a:lnTo>
                    <a:lnTo>
                      <a:pt x="1561822" y="0"/>
                    </a:lnTo>
                    <a:lnTo>
                      <a:pt x="1564612" y="0"/>
                    </a:lnTo>
                    <a:lnTo>
                      <a:pt x="1566857" y="0"/>
                    </a:lnTo>
                    <a:lnTo>
                      <a:pt x="1576919" y="0"/>
                    </a:lnTo>
                    <a:lnTo>
                      <a:pt x="1579719" y="0"/>
                    </a:lnTo>
                    <a:lnTo>
                      <a:pt x="1584224" y="0"/>
                    </a:lnTo>
                    <a:lnTo>
                      <a:pt x="1587382" y="0"/>
                    </a:lnTo>
                    <a:lnTo>
                      <a:pt x="1587433" y="0"/>
                    </a:lnTo>
                    <a:lnTo>
                      <a:pt x="1600695" y="0"/>
                    </a:lnTo>
                    <a:lnTo>
                      <a:pt x="1606834" y="0"/>
                    </a:lnTo>
                    <a:lnTo>
                      <a:pt x="1607256" y="0"/>
                    </a:lnTo>
                    <a:lnTo>
                      <a:pt x="1608325" y="0"/>
                    </a:lnTo>
                    <a:lnTo>
                      <a:pt x="1609783" y="0"/>
                    </a:lnTo>
                    <a:lnTo>
                      <a:pt x="1617498" y="0"/>
                    </a:lnTo>
                    <a:lnTo>
                      <a:pt x="1631885" y="0"/>
                    </a:lnTo>
                    <a:lnTo>
                      <a:pt x="1636899" y="0"/>
                    </a:lnTo>
                    <a:lnTo>
                      <a:pt x="1637320" y="0"/>
                    </a:lnTo>
                    <a:lnTo>
                      <a:pt x="1637445" y="0"/>
                    </a:lnTo>
                    <a:lnTo>
                      <a:pt x="1652509" y="0"/>
                    </a:lnTo>
                    <a:lnTo>
                      <a:pt x="1659526" y="0"/>
                    </a:lnTo>
                    <a:lnTo>
                      <a:pt x="1661950" y="0"/>
                    </a:lnTo>
                    <a:lnTo>
                      <a:pt x="1664952" y="0"/>
                    </a:lnTo>
                    <a:lnTo>
                      <a:pt x="1667212" y="0"/>
                    </a:lnTo>
                    <a:lnTo>
                      <a:pt x="1685087" y="0"/>
                    </a:lnTo>
                    <a:lnTo>
                      <a:pt x="1689591" y="0"/>
                    </a:lnTo>
                    <a:lnTo>
                      <a:pt x="1694626" y="0"/>
                    </a:lnTo>
                    <a:lnTo>
                      <a:pt x="1697276" y="0"/>
                    </a:lnTo>
                    <a:lnTo>
                      <a:pt x="1698000" y="0"/>
                    </a:lnTo>
                    <a:lnTo>
                      <a:pt x="1704688" y="0"/>
                    </a:lnTo>
                    <a:lnTo>
                      <a:pt x="1707488" y="0"/>
                    </a:lnTo>
                    <a:lnTo>
                      <a:pt x="1710963" y="0"/>
                    </a:lnTo>
                    <a:lnTo>
                      <a:pt x="1715151" y="0"/>
                    </a:lnTo>
                    <a:lnTo>
                      <a:pt x="1721928" y="0"/>
                    </a:lnTo>
                    <a:lnTo>
                      <a:pt x="1734603" y="0"/>
                    </a:lnTo>
                    <a:lnTo>
                      <a:pt x="1735025" y="0"/>
                    </a:lnTo>
                    <a:lnTo>
                      <a:pt x="1735558" y="0"/>
                    </a:lnTo>
                    <a:lnTo>
                      <a:pt x="1736094" y="0"/>
                    </a:lnTo>
                    <a:lnTo>
                      <a:pt x="1737552" y="0"/>
                    </a:lnTo>
                    <a:lnTo>
                      <a:pt x="1741027" y="0"/>
                    </a:lnTo>
                    <a:lnTo>
                      <a:pt x="1747046" y="0"/>
                    </a:lnTo>
                    <a:lnTo>
                      <a:pt x="1748537" y="0"/>
                    </a:lnTo>
                    <a:lnTo>
                      <a:pt x="1753052" y="0"/>
                    </a:lnTo>
                    <a:lnTo>
                      <a:pt x="1757499" y="0"/>
                    </a:lnTo>
                    <a:lnTo>
                      <a:pt x="1764668" y="0"/>
                    </a:lnTo>
                    <a:lnTo>
                      <a:pt x="1765089" y="0"/>
                    </a:lnTo>
                    <a:lnTo>
                      <a:pt x="1765214" y="0"/>
                    </a:lnTo>
                    <a:lnTo>
                      <a:pt x="1770320" y="0"/>
                    </a:lnTo>
                    <a:lnTo>
                      <a:pt x="1777110" y="0"/>
                    </a:lnTo>
                    <a:lnTo>
                      <a:pt x="1779774" y="0"/>
                    </a:lnTo>
                    <a:lnTo>
                      <a:pt x="1792721" y="0"/>
                    </a:lnTo>
                    <a:lnTo>
                      <a:pt x="1794981" y="0"/>
                    </a:lnTo>
                    <a:lnTo>
                      <a:pt x="1825045" y="0"/>
                    </a:lnTo>
                    <a:lnTo>
                      <a:pt x="1825769" y="0"/>
                    </a:lnTo>
                    <a:lnTo>
                      <a:pt x="1838732" y="0"/>
                    </a:lnTo>
                    <a:lnTo>
                      <a:pt x="1845818" y="0"/>
                    </a:lnTo>
                    <a:lnTo>
                      <a:pt x="1849697" y="0"/>
                    </a:lnTo>
                    <a:lnTo>
                      <a:pt x="1852412" y="0"/>
                    </a:lnTo>
                    <a:lnTo>
                      <a:pt x="1853903" y="0"/>
                    </a:lnTo>
                    <a:lnTo>
                      <a:pt x="1863327" y="0"/>
                    </a:lnTo>
                    <a:lnTo>
                      <a:pt x="1868796" y="0"/>
                    </a:lnTo>
                    <a:lnTo>
                      <a:pt x="1874815" y="0"/>
                    </a:lnTo>
                    <a:lnTo>
                      <a:pt x="1876306" y="0"/>
                    </a:lnTo>
                    <a:lnTo>
                      <a:pt x="1880821" y="0"/>
                    </a:lnTo>
                    <a:lnTo>
                      <a:pt x="1882477" y="0"/>
                    </a:lnTo>
                    <a:lnTo>
                      <a:pt x="1883936" y="0"/>
                    </a:lnTo>
                    <a:lnTo>
                      <a:pt x="1885268" y="0"/>
                    </a:lnTo>
                    <a:lnTo>
                      <a:pt x="1896427" y="0"/>
                    </a:lnTo>
                    <a:lnTo>
                      <a:pt x="1898089" y="0"/>
                    </a:lnTo>
                    <a:lnTo>
                      <a:pt x="1904879" y="0"/>
                    </a:lnTo>
                    <a:lnTo>
                      <a:pt x="1907543" y="0"/>
                    </a:lnTo>
                    <a:lnTo>
                      <a:pt x="1911018" y="0"/>
                    </a:lnTo>
                    <a:lnTo>
                      <a:pt x="1919986" y="0"/>
                    </a:lnTo>
                    <a:lnTo>
                      <a:pt x="1927124" y="0"/>
                    </a:lnTo>
                    <a:lnTo>
                      <a:pt x="1927489" y="0"/>
                    </a:lnTo>
                    <a:lnTo>
                      <a:pt x="1927911" y="0"/>
                    </a:lnTo>
                    <a:lnTo>
                      <a:pt x="1929402" y="0"/>
                    </a:lnTo>
                    <a:lnTo>
                      <a:pt x="1946726" y="0"/>
                    </a:lnTo>
                    <a:lnTo>
                      <a:pt x="1949525" y="0"/>
                    </a:lnTo>
                    <a:lnTo>
                      <a:pt x="1957554" y="0"/>
                    </a:lnTo>
                    <a:lnTo>
                      <a:pt x="1957975" y="0"/>
                    </a:lnTo>
                    <a:lnTo>
                      <a:pt x="1973587" y="0"/>
                    </a:lnTo>
                    <a:lnTo>
                      <a:pt x="1978520" y="0"/>
                    </a:lnTo>
                    <a:lnTo>
                      <a:pt x="1980012" y="0"/>
                    </a:lnTo>
                    <a:lnTo>
                      <a:pt x="1980181" y="0"/>
                    </a:lnTo>
                    <a:lnTo>
                      <a:pt x="1981672" y="0"/>
                    </a:lnTo>
                    <a:lnTo>
                      <a:pt x="2008585" y="0"/>
                    </a:lnTo>
                    <a:lnTo>
                      <a:pt x="2009218" y="0"/>
                    </a:lnTo>
                    <a:lnTo>
                      <a:pt x="2010246" y="0"/>
                    </a:lnTo>
                    <a:lnTo>
                      <a:pt x="2010709" y="0"/>
                    </a:lnTo>
                    <a:lnTo>
                      <a:pt x="2011705" y="0"/>
                    </a:lnTo>
                    <a:lnTo>
                      <a:pt x="2024147" y="0"/>
                    </a:lnTo>
                    <a:lnTo>
                      <a:pt x="2024196" y="0"/>
                    </a:lnTo>
                    <a:lnTo>
                      <a:pt x="2024981" y="0"/>
                    </a:lnTo>
                    <a:lnTo>
                      <a:pt x="2025353" y="0"/>
                    </a:lnTo>
                    <a:lnTo>
                      <a:pt x="2026473" y="0"/>
                    </a:lnTo>
                    <a:lnTo>
                      <a:pt x="2031619" y="0"/>
                    </a:lnTo>
                    <a:lnTo>
                      <a:pt x="2033110" y="0"/>
                    </a:lnTo>
                    <a:lnTo>
                      <a:pt x="2038787" y="0"/>
                    </a:lnTo>
                    <a:lnTo>
                      <a:pt x="2039282" y="0"/>
                    </a:lnTo>
                    <a:lnTo>
                      <a:pt x="2047755" y="0"/>
                    </a:lnTo>
                    <a:lnTo>
                      <a:pt x="2051230" y="0"/>
                    </a:lnTo>
                    <a:lnTo>
                      <a:pt x="2054893" y="0"/>
                    </a:lnTo>
                    <a:lnTo>
                      <a:pt x="2055046" y="0"/>
                    </a:lnTo>
                    <a:lnTo>
                      <a:pt x="2055258" y="0"/>
                    </a:lnTo>
                    <a:lnTo>
                      <a:pt x="2055680" y="0"/>
                    </a:lnTo>
                    <a:lnTo>
                      <a:pt x="2057171" y="0"/>
                    </a:lnTo>
                    <a:lnTo>
                      <a:pt x="2061683" y="0"/>
                    </a:lnTo>
                    <a:lnTo>
                      <a:pt x="2067702" y="0"/>
                    </a:lnTo>
                    <a:lnTo>
                      <a:pt x="2074495" y="0"/>
                    </a:lnTo>
                    <a:lnTo>
                      <a:pt x="2077294" y="0"/>
                    </a:lnTo>
                    <a:lnTo>
                      <a:pt x="2084504" y="0"/>
                    </a:lnTo>
                    <a:lnTo>
                      <a:pt x="2085323" y="0"/>
                    </a:lnTo>
                    <a:lnTo>
                      <a:pt x="2085744" y="0"/>
                    </a:lnTo>
                    <a:lnTo>
                      <a:pt x="2097766" y="0"/>
                    </a:lnTo>
                    <a:lnTo>
                      <a:pt x="2106289" y="0"/>
                    </a:lnTo>
                    <a:lnTo>
                      <a:pt x="2107781" y="0"/>
                    </a:lnTo>
                    <a:lnTo>
                      <a:pt x="2128956" y="0"/>
                    </a:lnTo>
                    <a:lnTo>
                      <a:pt x="2129514" y="0"/>
                    </a:lnTo>
                    <a:lnTo>
                      <a:pt x="2136354" y="0"/>
                    </a:lnTo>
                    <a:lnTo>
                      <a:pt x="2136987" y="0"/>
                    </a:lnTo>
                    <a:lnTo>
                      <a:pt x="2138478" y="0"/>
                    </a:lnTo>
                    <a:lnTo>
                      <a:pt x="2151916" y="0"/>
                    </a:lnTo>
                    <a:lnTo>
                      <a:pt x="2152750" y="0"/>
                    </a:lnTo>
                    <a:lnTo>
                      <a:pt x="2153122" y="0"/>
                    </a:lnTo>
                    <a:lnTo>
                      <a:pt x="2154242" y="0"/>
                    </a:lnTo>
                    <a:lnTo>
                      <a:pt x="2156597" y="0"/>
                    </a:lnTo>
                    <a:lnTo>
                      <a:pt x="2159388" y="0"/>
                    </a:lnTo>
                    <a:lnTo>
                      <a:pt x="2160879" y="0"/>
                    </a:lnTo>
                    <a:lnTo>
                      <a:pt x="2161633" y="0"/>
                    </a:lnTo>
                    <a:lnTo>
                      <a:pt x="2167051" y="0"/>
                    </a:lnTo>
                    <a:lnTo>
                      <a:pt x="2178999" y="0"/>
                    </a:lnTo>
                    <a:lnTo>
                      <a:pt x="2182158" y="0"/>
                    </a:lnTo>
                    <a:lnTo>
                      <a:pt x="2182815" y="0"/>
                    </a:lnTo>
                    <a:lnTo>
                      <a:pt x="2188666" y="0"/>
                    </a:lnTo>
                    <a:lnTo>
                      <a:pt x="2189452" y="0"/>
                    </a:lnTo>
                    <a:lnTo>
                      <a:pt x="2191697" y="0"/>
                    </a:lnTo>
                    <a:lnTo>
                      <a:pt x="2195471" y="0"/>
                    </a:lnTo>
                    <a:lnTo>
                      <a:pt x="2201759" y="0"/>
                    </a:lnTo>
                    <a:lnTo>
                      <a:pt x="2203100" y="0"/>
                    </a:lnTo>
                    <a:lnTo>
                      <a:pt x="2204559" y="0"/>
                    </a:lnTo>
                    <a:lnTo>
                      <a:pt x="2204591" y="0"/>
                    </a:lnTo>
                    <a:lnTo>
                      <a:pt x="2212273" y="0"/>
                    </a:lnTo>
                    <a:lnTo>
                      <a:pt x="2225535" y="0"/>
                    </a:lnTo>
                    <a:lnTo>
                      <a:pt x="2231674" y="0"/>
                    </a:lnTo>
                    <a:lnTo>
                      <a:pt x="2232096" y="0"/>
                    </a:lnTo>
                    <a:lnTo>
                      <a:pt x="2232220" y="0"/>
                    </a:lnTo>
                    <a:lnTo>
                      <a:pt x="2233118" y="0"/>
                    </a:lnTo>
                    <a:lnTo>
                      <a:pt x="2233165" y="0"/>
                    </a:lnTo>
                    <a:lnTo>
                      <a:pt x="2256725" y="0"/>
                    </a:lnTo>
                    <a:lnTo>
                      <a:pt x="2257283" y="0"/>
                    </a:lnTo>
                    <a:lnTo>
                      <a:pt x="2262285" y="0"/>
                    </a:lnTo>
                    <a:lnTo>
                      <a:pt x="2284366" y="0"/>
                    </a:lnTo>
                    <a:lnTo>
                      <a:pt x="2289402" y="0"/>
                    </a:lnTo>
                    <a:lnTo>
                      <a:pt x="2292052" y="0"/>
                    </a:lnTo>
                    <a:lnTo>
                      <a:pt x="2299271" y="0"/>
                    </a:lnTo>
                    <a:lnTo>
                      <a:pt x="2308721" y="0"/>
                    </a:lnTo>
                    <a:lnTo>
                      <a:pt x="2309927" y="0"/>
                    </a:lnTo>
                    <a:lnTo>
                      <a:pt x="2316435" y="0"/>
                    </a:lnTo>
                    <a:lnTo>
                      <a:pt x="2316703" y="0"/>
                    </a:lnTo>
                    <a:lnTo>
                      <a:pt x="2319466" y="0"/>
                    </a:lnTo>
                    <a:lnTo>
                      <a:pt x="2322840" y="0"/>
                    </a:lnTo>
                    <a:lnTo>
                      <a:pt x="2329528" y="0"/>
                    </a:lnTo>
                    <a:lnTo>
                      <a:pt x="2330869" y="0"/>
                    </a:lnTo>
                    <a:lnTo>
                      <a:pt x="2332328" y="0"/>
                    </a:lnTo>
                    <a:lnTo>
                      <a:pt x="2332360" y="0"/>
                    </a:lnTo>
                    <a:lnTo>
                      <a:pt x="2335803" y="0"/>
                    </a:lnTo>
                    <a:lnTo>
                      <a:pt x="2343312" y="0"/>
                    </a:lnTo>
                    <a:lnTo>
                      <a:pt x="2344804" y="0"/>
                    </a:lnTo>
                    <a:lnTo>
                      <a:pt x="2346768" y="0"/>
                    </a:lnTo>
                    <a:lnTo>
                      <a:pt x="2347827" y="0"/>
                    </a:lnTo>
                    <a:lnTo>
                      <a:pt x="2352274" y="0"/>
                    </a:lnTo>
                    <a:lnTo>
                      <a:pt x="2359443" y="0"/>
                    </a:lnTo>
                    <a:lnTo>
                      <a:pt x="2359865" y="0"/>
                    </a:lnTo>
                    <a:lnTo>
                      <a:pt x="2359989" y="0"/>
                    </a:lnTo>
                    <a:lnTo>
                      <a:pt x="2360887" y="0"/>
                    </a:lnTo>
                    <a:lnTo>
                      <a:pt x="2360934" y="0"/>
                    </a:lnTo>
                    <a:lnTo>
                      <a:pt x="2371886" y="0"/>
                    </a:lnTo>
                    <a:lnTo>
                      <a:pt x="2373377" y="0"/>
                    </a:lnTo>
                    <a:lnTo>
                      <a:pt x="2377892" y="0"/>
                    </a:lnTo>
                    <a:cubicBezTo>
                      <a:pt x="2382339" y="0"/>
                      <a:pt x="2382339" y="0"/>
                      <a:pt x="2382339" y="0"/>
                    </a:cubicBezTo>
                    <a:lnTo>
                      <a:pt x="2390054" y="0"/>
                    </a:lnTo>
                    <a:lnTo>
                      <a:pt x="2419821" y="0"/>
                    </a:lnTo>
                    <a:lnTo>
                      <a:pt x="2427040" y="0"/>
                    </a:lnTo>
                    <a:lnTo>
                      <a:pt x="2436490" y="0"/>
                    </a:lnTo>
                    <a:lnTo>
                      <a:pt x="2444472" y="0"/>
                    </a:lnTo>
                    <a:lnTo>
                      <a:pt x="2448678" y="0"/>
                    </a:lnTo>
                    <a:lnTo>
                      <a:pt x="2450171" y="0"/>
                    </a:lnTo>
                    <a:lnTo>
                      <a:pt x="2450609" y="0"/>
                    </a:lnTo>
                    <a:lnTo>
                      <a:pt x="2463572" y="0"/>
                    </a:lnTo>
                    <a:lnTo>
                      <a:pt x="2471081" y="0"/>
                    </a:lnTo>
                    <a:lnTo>
                      <a:pt x="2472573" y="0"/>
                    </a:lnTo>
                    <a:lnTo>
                      <a:pt x="2474537" y="0"/>
                    </a:lnTo>
                    <a:lnTo>
                      <a:pt x="2475596" y="0"/>
                    </a:lnTo>
                    <a:lnTo>
                      <a:pt x="2477252" y="0"/>
                    </a:lnTo>
                    <a:lnTo>
                      <a:pt x="2478712" y="0"/>
                    </a:lnTo>
                    <a:lnTo>
                      <a:pt x="2478743" y="0"/>
                    </a:lnTo>
                    <a:lnTo>
                      <a:pt x="2480043" y="0"/>
                    </a:lnTo>
                    <a:lnTo>
                      <a:pt x="2499655" y="0"/>
                    </a:lnTo>
                    <a:lnTo>
                      <a:pt x="2501146" y="0"/>
                    </a:lnTo>
                    <a:lnTo>
                      <a:pt x="2505661" y="0"/>
                    </a:lnTo>
                    <a:lnTo>
                      <a:pt x="2508776" y="0"/>
                    </a:lnTo>
                    <a:lnTo>
                      <a:pt x="2510108" y="0"/>
                    </a:lnTo>
                    <a:lnTo>
                      <a:pt x="2524178" y="0"/>
                    </a:lnTo>
                    <a:lnTo>
                      <a:pt x="2525248" y="0"/>
                    </a:lnTo>
                    <a:lnTo>
                      <a:pt x="2525669" y="0"/>
                    </a:lnTo>
                    <a:lnTo>
                      <a:pt x="2552329" y="0"/>
                    </a:lnTo>
                    <a:lnTo>
                      <a:pt x="2552751" y="0"/>
                    </a:lnTo>
                    <a:lnTo>
                      <a:pt x="2554242" y="0"/>
                    </a:lnTo>
                    <a:lnTo>
                      <a:pt x="2574787" y="0"/>
                    </a:lnTo>
                    <a:lnTo>
                      <a:pt x="2576279" y="0"/>
                    </a:lnTo>
                    <a:lnTo>
                      <a:pt x="2576447" y="0"/>
                    </a:lnTo>
                    <a:lnTo>
                      <a:pt x="2577940" y="0"/>
                    </a:lnTo>
                    <a:lnTo>
                      <a:pt x="2603360" y="0"/>
                    </a:lnTo>
                    <a:lnTo>
                      <a:pt x="2604852" y="0"/>
                    </a:lnTo>
                    <a:lnTo>
                      <a:pt x="2605021" y="0"/>
                    </a:lnTo>
                    <a:lnTo>
                      <a:pt x="2605484" y="0"/>
                    </a:lnTo>
                    <a:lnTo>
                      <a:pt x="2606481" y="0"/>
                    </a:lnTo>
                    <a:lnTo>
                      <a:pt x="2606512" y="0"/>
                    </a:lnTo>
                    <a:lnTo>
                      <a:pt x="2606976" y="0"/>
                    </a:lnTo>
                    <a:lnTo>
                      <a:pt x="2618923" y="0"/>
                    </a:lnTo>
                    <a:lnTo>
                      <a:pt x="2621248" y="0"/>
                    </a:lnTo>
                    <a:lnTo>
                      <a:pt x="2622740" y="0"/>
                    </a:lnTo>
                    <a:lnTo>
                      <a:pt x="2627885" y="0"/>
                    </a:lnTo>
                    <a:lnTo>
                      <a:pt x="2629377" y="0"/>
                    </a:lnTo>
                    <a:lnTo>
                      <a:pt x="2634058" y="0"/>
                    </a:lnTo>
                    <a:lnTo>
                      <a:pt x="2635549" y="0"/>
                    </a:lnTo>
                    <a:lnTo>
                      <a:pt x="2636545" y="0"/>
                    </a:lnTo>
                    <a:lnTo>
                      <a:pt x="2648987" y="0"/>
                    </a:lnTo>
                    <a:lnTo>
                      <a:pt x="2649821" y="0"/>
                    </a:lnTo>
                    <a:lnTo>
                      <a:pt x="2651313" y="0"/>
                    </a:lnTo>
                    <a:lnTo>
                      <a:pt x="2651947" y="0"/>
                    </a:lnTo>
                    <a:lnTo>
                      <a:pt x="2653017" y="0"/>
                    </a:lnTo>
                    <a:lnTo>
                      <a:pt x="2653438" y="0"/>
                    </a:lnTo>
                    <a:lnTo>
                      <a:pt x="2656459" y="0"/>
                    </a:lnTo>
                    <a:lnTo>
                      <a:pt x="2657950" y="0"/>
                    </a:lnTo>
                    <a:lnTo>
                      <a:pt x="2665460" y="0"/>
                    </a:lnTo>
                    <a:lnTo>
                      <a:pt x="2680098" y="0"/>
                    </a:lnTo>
                    <a:lnTo>
                      <a:pt x="2680520" y="0"/>
                    </a:lnTo>
                    <a:lnTo>
                      <a:pt x="2682011" y="0"/>
                    </a:lnTo>
                    <a:lnTo>
                      <a:pt x="2692542" y="0"/>
                    </a:lnTo>
                    <a:lnTo>
                      <a:pt x="2702556" y="0"/>
                    </a:lnTo>
                    <a:lnTo>
                      <a:pt x="2704048" y="0"/>
                    </a:lnTo>
                    <a:lnTo>
                      <a:pt x="2724289" y="0"/>
                    </a:lnTo>
                    <a:lnTo>
                      <a:pt x="2731129" y="0"/>
                    </a:lnTo>
                    <a:lnTo>
                      <a:pt x="2732621" y="0"/>
                    </a:lnTo>
                    <a:lnTo>
                      <a:pt x="2733253" y="0"/>
                    </a:lnTo>
                    <a:lnTo>
                      <a:pt x="2734745" y="0"/>
                    </a:lnTo>
                    <a:lnTo>
                      <a:pt x="2746692" y="0"/>
                    </a:lnTo>
                    <a:lnTo>
                      <a:pt x="2749017" y="0"/>
                    </a:lnTo>
                    <a:lnTo>
                      <a:pt x="2750509" y="0"/>
                    </a:lnTo>
                    <a:lnTo>
                      <a:pt x="2754354" y="0"/>
                    </a:lnTo>
                    <a:lnTo>
                      <a:pt x="2755654" y="0"/>
                    </a:lnTo>
                    <a:lnTo>
                      <a:pt x="2757146" y="0"/>
                    </a:lnTo>
                    <a:lnTo>
                      <a:pt x="2761827" y="0"/>
                    </a:lnTo>
                    <a:lnTo>
                      <a:pt x="2763318" y="0"/>
                    </a:lnTo>
                    <a:lnTo>
                      <a:pt x="2776756" y="0"/>
                    </a:lnTo>
                    <a:lnTo>
                      <a:pt x="2777590" y="0"/>
                    </a:lnTo>
                    <a:lnTo>
                      <a:pt x="2779082" y="0"/>
                    </a:lnTo>
                    <a:lnTo>
                      <a:pt x="2783442" y="0"/>
                    </a:lnTo>
                    <a:lnTo>
                      <a:pt x="2784228" y="0"/>
                    </a:lnTo>
                    <a:lnTo>
                      <a:pt x="2785719" y="0"/>
                    </a:lnTo>
                    <a:lnTo>
                      <a:pt x="2786473" y="0"/>
                    </a:lnTo>
                    <a:lnTo>
                      <a:pt x="2793229" y="0"/>
                    </a:lnTo>
                    <a:lnTo>
                      <a:pt x="2799367" y="0"/>
                    </a:lnTo>
                    <a:lnTo>
                      <a:pt x="2813506" y="0"/>
                    </a:lnTo>
                    <a:lnTo>
                      <a:pt x="2820311" y="0"/>
                    </a:lnTo>
                    <a:lnTo>
                      <a:pt x="2827893" y="0"/>
                    </a:lnTo>
                    <a:lnTo>
                      <a:pt x="2827940" y="0"/>
                    </a:lnTo>
                    <a:lnTo>
                      <a:pt x="2829431" y="0"/>
                    </a:lnTo>
                    <a:lnTo>
                      <a:pt x="2829978" y="0"/>
                    </a:lnTo>
                    <a:lnTo>
                      <a:pt x="2852058" y="0"/>
                    </a:lnTo>
                    <a:lnTo>
                      <a:pt x="2857060" y="0"/>
                    </a:lnTo>
                    <a:lnTo>
                      <a:pt x="2857958" y="0"/>
                    </a:lnTo>
                    <a:lnTo>
                      <a:pt x="2871601" y="0"/>
                    </a:lnTo>
                    <a:lnTo>
                      <a:pt x="2882123" y="0"/>
                    </a:lnTo>
                    <a:lnTo>
                      <a:pt x="2894046" y="0"/>
                    </a:lnTo>
                    <a:lnTo>
                      <a:pt x="2903496" y="0"/>
                    </a:lnTo>
                    <a:lnTo>
                      <a:pt x="2911211" y="0"/>
                    </a:lnTo>
                    <a:lnTo>
                      <a:pt x="2914242" y="0"/>
                    </a:lnTo>
                    <a:lnTo>
                      <a:pt x="2914461" y="0"/>
                    </a:lnTo>
                    <a:lnTo>
                      <a:pt x="2924111" y="0"/>
                    </a:lnTo>
                    <a:lnTo>
                      <a:pt x="2927136" y="0"/>
                    </a:lnTo>
                    <a:lnTo>
                      <a:pt x="2933561" y="0"/>
                    </a:lnTo>
                    <a:lnTo>
                      <a:pt x="2939580" y="0"/>
                    </a:lnTo>
                    <a:lnTo>
                      <a:pt x="2941275" y="0"/>
                    </a:lnTo>
                    <a:lnTo>
                      <a:pt x="2941543" y="0"/>
                    </a:lnTo>
                    <a:lnTo>
                      <a:pt x="2945586" y="0"/>
                    </a:lnTo>
                    <a:lnTo>
                      <a:pt x="2950032" y="0"/>
                    </a:lnTo>
                    <a:lnTo>
                      <a:pt x="2955662" y="0"/>
                    </a:lnTo>
                    <a:lnTo>
                      <a:pt x="2955709" y="0"/>
                    </a:lnTo>
                    <a:lnTo>
                      <a:pt x="2957200" y="0"/>
                    </a:lnTo>
                    <a:lnTo>
                      <a:pt x="2957747" y="0"/>
                    </a:lnTo>
                    <a:lnTo>
                      <a:pt x="2968152" y="0"/>
                    </a:lnTo>
                    <a:lnTo>
                      <a:pt x="2969644" y="0"/>
                    </a:lnTo>
                    <a:lnTo>
                      <a:pt x="2972667" y="0"/>
                    </a:lnTo>
                    <a:lnTo>
                      <a:pt x="2977114" y="0"/>
                    </a:lnTo>
                    <a:lnTo>
                      <a:pt x="2984829" y="0"/>
                    </a:lnTo>
                    <a:lnTo>
                      <a:pt x="2985727" y="0"/>
                    </a:lnTo>
                    <a:lnTo>
                      <a:pt x="2999370" y="0"/>
                    </a:lnTo>
                    <a:lnTo>
                      <a:pt x="3021815" y="0"/>
                    </a:lnTo>
                    <a:lnTo>
                      <a:pt x="3031265" y="0"/>
                    </a:lnTo>
                    <a:lnTo>
                      <a:pt x="3042230" y="0"/>
                    </a:lnTo>
                    <a:lnTo>
                      <a:pt x="3044946" y="0"/>
                    </a:lnTo>
                    <a:lnTo>
                      <a:pt x="3051880" y="0"/>
                    </a:lnTo>
                    <a:lnTo>
                      <a:pt x="3061330" y="0"/>
                    </a:lnTo>
                    <a:lnTo>
                      <a:pt x="3067349" y="0"/>
                    </a:lnTo>
                    <a:lnTo>
                      <a:pt x="3069312" y="0"/>
                    </a:lnTo>
                    <a:lnTo>
                      <a:pt x="3073355" y="0"/>
                    </a:lnTo>
                    <a:lnTo>
                      <a:pt x="3073518" y="0"/>
                    </a:lnTo>
                    <a:lnTo>
                      <a:pt x="3075011" y="0"/>
                    </a:lnTo>
                    <a:lnTo>
                      <a:pt x="3077801" y="0"/>
                    </a:lnTo>
                    <a:lnTo>
                      <a:pt x="3095921" y="0"/>
                    </a:lnTo>
                    <a:lnTo>
                      <a:pt x="3097413" y="0"/>
                    </a:lnTo>
                    <a:lnTo>
                      <a:pt x="3100436" y="0"/>
                    </a:lnTo>
                    <a:lnTo>
                      <a:pt x="3103552" y="0"/>
                    </a:lnTo>
                    <a:lnTo>
                      <a:pt x="3104883" y="0"/>
                    </a:lnTo>
                    <a:lnTo>
                      <a:pt x="3120023" y="0"/>
                    </a:lnTo>
                    <a:lnTo>
                      <a:pt x="3120445" y="0"/>
                    </a:lnTo>
                    <a:lnTo>
                      <a:pt x="3149018" y="0"/>
                    </a:lnTo>
                    <a:lnTo>
                      <a:pt x="3150088" y="0"/>
                    </a:lnTo>
                    <a:lnTo>
                      <a:pt x="3150509" y="0"/>
                    </a:lnTo>
                    <a:lnTo>
                      <a:pt x="3171054" y="0"/>
                    </a:lnTo>
                    <a:lnTo>
                      <a:pt x="3172715" y="0"/>
                    </a:lnTo>
                    <a:lnTo>
                      <a:pt x="3199627" y="0"/>
                    </a:lnTo>
                    <a:lnTo>
                      <a:pt x="3201119" y="0"/>
                    </a:lnTo>
                    <a:lnTo>
                      <a:pt x="3201287" y="0"/>
                    </a:lnTo>
                    <a:lnTo>
                      <a:pt x="3201751" y="0"/>
                    </a:lnTo>
                    <a:lnTo>
                      <a:pt x="3202780" y="0"/>
                    </a:lnTo>
                    <a:lnTo>
                      <a:pt x="3217515" y="0"/>
                    </a:lnTo>
                    <a:lnTo>
                      <a:pt x="3224152" y="0"/>
                    </a:lnTo>
                    <a:lnTo>
                      <a:pt x="3230324" y="0"/>
                    </a:lnTo>
                    <a:lnTo>
                      <a:pt x="3231321" y="0"/>
                    </a:lnTo>
                    <a:lnTo>
                      <a:pt x="3231816" y="0"/>
                    </a:lnTo>
                    <a:lnTo>
                      <a:pt x="3243763" y="0"/>
                    </a:lnTo>
                    <a:lnTo>
                      <a:pt x="3246088" y="0"/>
                    </a:lnTo>
                    <a:lnTo>
                      <a:pt x="3247580" y="0"/>
                    </a:lnTo>
                    <a:lnTo>
                      <a:pt x="3247792" y="0"/>
                    </a:lnTo>
                    <a:lnTo>
                      <a:pt x="3248214" y="0"/>
                    </a:lnTo>
                    <a:lnTo>
                      <a:pt x="3252725" y="0"/>
                    </a:lnTo>
                    <a:lnTo>
                      <a:pt x="3254217" y="0"/>
                    </a:lnTo>
                    <a:lnTo>
                      <a:pt x="3260235" y="0"/>
                    </a:lnTo>
                    <a:lnTo>
                      <a:pt x="3276787" y="0"/>
                    </a:lnTo>
                    <a:lnTo>
                      <a:pt x="3277857" y="0"/>
                    </a:lnTo>
                    <a:lnTo>
                      <a:pt x="3278278" y="0"/>
                    </a:lnTo>
                    <a:lnTo>
                      <a:pt x="3290300" y="0"/>
                    </a:lnTo>
                    <a:lnTo>
                      <a:pt x="3298823" y="0"/>
                    </a:lnTo>
                    <a:lnTo>
                      <a:pt x="3327396" y="0"/>
                    </a:lnTo>
                    <a:lnTo>
                      <a:pt x="3328888" y="0"/>
                    </a:lnTo>
                    <a:lnTo>
                      <a:pt x="3329520" y="0"/>
                    </a:lnTo>
                    <a:lnTo>
                      <a:pt x="3345284" y="0"/>
                    </a:lnTo>
                    <a:lnTo>
                      <a:pt x="3349129" y="0"/>
                    </a:lnTo>
                    <a:lnTo>
                      <a:pt x="3351921" y="0"/>
                    </a:lnTo>
                    <a:lnTo>
                      <a:pt x="3358093" y="0"/>
                    </a:lnTo>
                    <a:lnTo>
                      <a:pt x="3359585" y="0"/>
                    </a:lnTo>
                    <a:lnTo>
                      <a:pt x="3371532" y="0"/>
                    </a:lnTo>
                    <a:lnTo>
                      <a:pt x="3373857" y="0"/>
                    </a:lnTo>
                    <a:lnTo>
                      <a:pt x="3375349" y="0"/>
                    </a:lnTo>
                    <a:lnTo>
                      <a:pt x="3380494" y="0"/>
                    </a:lnTo>
                    <a:lnTo>
                      <a:pt x="3381986" y="0"/>
                    </a:lnTo>
                    <a:lnTo>
                      <a:pt x="3388004" y="0"/>
                    </a:lnTo>
                    <a:lnTo>
                      <a:pt x="3408282" y="0"/>
                    </a:lnTo>
                    <a:lnTo>
                      <a:pt x="3418069" y="0"/>
                    </a:lnTo>
                    <a:lnTo>
                      <a:pt x="3424207" y="0"/>
                    </a:lnTo>
                    <a:lnTo>
                      <a:pt x="3424753" y="0"/>
                    </a:lnTo>
                    <a:lnTo>
                      <a:pt x="3452733" y="0"/>
                    </a:lnTo>
                    <a:lnTo>
                      <a:pt x="3454818" y="0"/>
                    </a:lnTo>
                    <a:lnTo>
                      <a:pt x="3476898" y="0"/>
                    </a:lnTo>
                    <a:lnTo>
                      <a:pt x="3496441" y="0"/>
                    </a:lnTo>
                    <a:lnTo>
                      <a:pt x="3509236" y="0"/>
                    </a:lnTo>
                    <a:lnTo>
                      <a:pt x="3518886" y="0"/>
                    </a:lnTo>
                    <a:lnTo>
                      <a:pt x="3528336" y="0"/>
                    </a:lnTo>
                    <a:lnTo>
                      <a:pt x="3536051" y="0"/>
                    </a:lnTo>
                    <a:lnTo>
                      <a:pt x="3539301" y="0"/>
                    </a:lnTo>
                    <a:lnTo>
                      <a:pt x="3540361" y="0"/>
                    </a:lnTo>
                    <a:lnTo>
                      <a:pt x="3544807" y="0"/>
                    </a:lnTo>
                    <a:lnTo>
                      <a:pt x="3551976" y="0"/>
                    </a:lnTo>
                    <a:lnTo>
                      <a:pt x="3552522" y="0"/>
                    </a:lnTo>
                    <a:lnTo>
                      <a:pt x="3564420" y="0"/>
                    </a:lnTo>
                    <a:lnTo>
                      <a:pt x="3570426" y="0"/>
                    </a:lnTo>
                    <a:cubicBezTo>
                      <a:pt x="3574872" y="0"/>
                      <a:pt x="3574872" y="0"/>
                      <a:pt x="3574872" y="0"/>
                    </a:cubicBezTo>
                    <a:lnTo>
                      <a:pt x="3580502" y="0"/>
                    </a:lnTo>
                    <a:lnTo>
                      <a:pt x="3582587" y="0"/>
                    </a:lnTo>
                    <a:lnTo>
                      <a:pt x="3624210" y="0"/>
                    </a:lnTo>
                    <a:lnTo>
                      <a:pt x="3637005" y="0"/>
                    </a:lnTo>
                    <a:lnTo>
                      <a:pt x="3646655" y="0"/>
                    </a:lnTo>
                    <a:lnTo>
                      <a:pt x="3656105" y="0"/>
                    </a:lnTo>
                    <a:lnTo>
                      <a:pt x="3667070" y="0"/>
                    </a:lnTo>
                    <a:lnTo>
                      <a:pt x="3668130" y="0"/>
                    </a:lnTo>
                    <a:lnTo>
                      <a:pt x="3669786" y="0"/>
                    </a:lnTo>
                    <a:lnTo>
                      <a:pt x="3672576" y="0"/>
                    </a:lnTo>
                    <a:lnTo>
                      <a:pt x="3692189" y="0"/>
                    </a:lnTo>
                    <a:lnTo>
                      <a:pt x="3698195" y="0"/>
                    </a:lnTo>
                    <a:lnTo>
                      <a:pt x="3702641" y="0"/>
                    </a:lnTo>
                    <a:lnTo>
                      <a:pt x="3744863" y="0"/>
                    </a:lnTo>
                    <a:lnTo>
                      <a:pt x="3745285" y="0"/>
                    </a:lnTo>
                    <a:lnTo>
                      <a:pt x="3795894" y="0"/>
                    </a:lnTo>
                    <a:lnTo>
                      <a:pt x="3797555" y="0"/>
                    </a:lnTo>
                    <a:lnTo>
                      <a:pt x="3826591" y="0"/>
                    </a:lnTo>
                    <a:lnTo>
                      <a:pt x="3842355" y="0"/>
                    </a:lnTo>
                    <a:lnTo>
                      <a:pt x="3848992" y="0"/>
                    </a:lnTo>
                    <a:lnTo>
                      <a:pt x="3872632" y="0"/>
                    </a:lnTo>
                    <a:lnTo>
                      <a:pt x="3873054" y="0"/>
                    </a:lnTo>
                    <a:lnTo>
                      <a:pt x="3885075" y="0"/>
                    </a:lnTo>
                    <a:lnTo>
                      <a:pt x="3923663" y="0"/>
                    </a:lnTo>
                    <a:lnTo>
                      <a:pt x="3954360" y="0"/>
                    </a:lnTo>
                    <a:lnTo>
                      <a:pt x="3970124" y="0"/>
                    </a:lnTo>
                    <a:lnTo>
                      <a:pt x="3976761" y="0"/>
                    </a:lnTo>
                    <a:lnTo>
                      <a:pt x="4012844" y="0"/>
                    </a:lnTo>
                    <a:lnTo>
                      <a:pt x="4049593" y="0"/>
                    </a:lnTo>
                    <a:cubicBezTo>
                      <a:pt x="4169647" y="0"/>
                      <a:pt x="4169647" y="0"/>
                      <a:pt x="4169647" y="0"/>
                    </a:cubicBezTo>
                    <a:lnTo>
                      <a:pt x="4177362" y="0"/>
                    </a:lnTo>
                    <a:cubicBezTo>
                      <a:pt x="4297416" y="0"/>
                      <a:pt x="4297416" y="0"/>
                      <a:pt x="4297416" y="0"/>
                    </a:cubicBezTo>
                    <a:cubicBezTo>
                      <a:pt x="4327758" y="0"/>
                      <a:pt x="4364168" y="21251"/>
                      <a:pt x="4379339" y="47054"/>
                    </a:cubicBezTo>
                    <a:cubicBezTo>
                      <a:pt x="4591731" y="415146"/>
                      <a:pt x="4591731" y="415146"/>
                      <a:pt x="4591731" y="415146"/>
                    </a:cubicBezTo>
                    <a:cubicBezTo>
                      <a:pt x="4606902" y="440951"/>
                      <a:pt x="4606902" y="483452"/>
                      <a:pt x="4591731" y="509257"/>
                    </a:cubicBezTo>
                    <a:cubicBezTo>
                      <a:pt x="4379339" y="877348"/>
                      <a:pt x="4379339" y="877348"/>
                      <a:pt x="4379339" y="877348"/>
                    </a:cubicBezTo>
                    <a:cubicBezTo>
                      <a:pt x="4364168" y="903151"/>
                      <a:pt x="4327758" y="924402"/>
                      <a:pt x="4297416" y="924402"/>
                    </a:cubicBezTo>
                    <a:lnTo>
                      <a:pt x="4169647" y="924402"/>
                    </a:lnTo>
                    <a:lnTo>
                      <a:pt x="3976761" y="924402"/>
                    </a:lnTo>
                    <a:lnTo>
                      <a:pt x="3872632" y="924402"/>
                    </a:lnTo>
                    <a:lnTo>
                      <a:pt x="3848992" y="924402"/>
                    </a:lnTo>
                    <a:lnTo>
                      <a:pt x="3744863" y="924402"/>
                    </a:lnTo>
                    <a:lnTo>
                      <a:pt x="3702641" y="924402"/>
                    </a:lnTo>
                    <a:lnTo>
                      <a:pt x="3672576" y="924402"/>
                    </a:lnTo>
                    <a:lnTo>
                      <a:pt x="3656105" y="924402"/>
                    </a:lnTo>
                    <a:lnTo>
                      <a:pt x="3574872" y="924402"/>
                    </a:lnTo>
                    <a:lnTo>
                      <a:pt x="3551976" y="924402"/>
                    </a:lnTo>
                    <a:lnTo>
                      <a:pt x="3544807" y="924402"/>
                    </a:lnTo>
                    <a:lnTo>
                      <a:pt x="3528336" y="924402"/>
                    </a:lnTo>
                    <a:lnTo>
                      <a:pt x="3424207" y="924402"/>
                    </a:lnTo>
                    <a:lnTo>
                      <a:pt x="3381986" y="924402"/>
                    </a:lnTo>
                    <a:lnTo>
                      <a:pt x="3380494" y="924402"/>
                    </a:lnTo>
                    <a:lnTo>
                      <a:pt x="3351921" y="924402"/>
                    </a:lnTo>
                    <a:lnTo>
                      <a:pt x="3277857" y="924402"/>
                    </a:lnTo>
                    <a:lnTo>
                      <a:pt x="3254217" y="924402"/>
                    </a:lnTo>
                    <a:lnTo>
                      <a:pt x="3252725" y="924402"/>
                    </a:lnTo>
                    <a:lnTo>
                      <a:pt x="3247792" y="924402"/>
                    </a:lnTo>
                    <a:lnTo>
                      <a:pt x="3231321" y="924402"/>
                    </a:lnTo>
                    <a:lnTo>
                      <a:pt x="3224152" y="924402"/>
                    </a:lnTo>
                    <a:lnTo>
                      <a:pt x="3150088" y="924402"/>
                    </a:lnTo>
                    <a:lnTo>
                      <a:pt x="3120023" y="924402"/>
                    </a:lnTo>
                    <a:lnTo>
                      <a:pt x="3104883" y="924402"/>
                    </a:lnTo>
                    <a:lnTo>
                      <a:pt x="3103552" y="924402"/>
                    </a:lnTo>
                    <a:lnTo>
                      <a:pt x="3077801" y="924402"/>
                    </a:lnTo>
                    <a:lnTo>
                      <a:pt x="3061330" y="924402"/>
                    </a:lnTo>
                    <a:lnTo>
                      <a:pt x="3031265" y="924402"/>
                    </a:lnTo>
                    <a:lnTo>
                      <a:pt x="2977114" y="924402"/>
                    </a:lnTo>
                    <a:lnTo>
                      <a:pt x="2957200" y="924402"/>
                    </a:lnTo>
                    <a:lnTo>
                      <a:pt x="2955709" y="924402"/>
                    </a:lnTo>
                    <a:lnTo>
                      <a:pt x="2950032" y="924402"/>
                    </a:lnTo>
                    <a:lnTo>
                      <a:pt x="2933561" y="924402"/>
                    </a:lnTo>
                    <a:lnTo>
                      <a:pt x="2927136" y="924402"/>
                    </a:lnTo>
                    <a:lnTo>
                      <a:pt x="2903496" y="924402"/>
                    </a:lnTo>
                    <a:lnTo>
                      <a:pt x="2829431" y="924402"/>
                    </a:lnTo>
                    <a:lnTo>
                      <a:pt x="2827940" y="924402"/>
                    </a:lnTo>
                    <a:lnTo>
                      <a:pt x="2799367" y="924402"/>
                    </a:lnTo>
                    <a:lnTo>
                      <a:pt x="2785719" y="924402"/>
                    </a:lnTo>
                    <a:lnTo>
                      <a:pt x="2784228" y="924402"/>
                    </a:lnTo>
                    <a:lnTo>
                      <a:pt x="2757146" y="924402"/>
                    </a:lnTo>
                    <a:lnTo>
                      <a:pt x="2755654" y="924402"/>
                    </a:lnTo>
                    <a:lnTo>
                      <a:pt x="2680098" y="924402"/>
                    </a:lnTo>
                    <a:lnTo>
                      <a:pt x="2657950" y="924402"/>
                    </a:lnTo>
                    <a:lnTo>
                      <a:pt x="2656459" y="924402"/>
                    </a:lnTo>
                    <a:lnTo>
                      <a:pt x="2653017" y="924402"/>
                    </a:lnTo>
                    <a:lnTo>
                      <a:pt x="2636545" y="924402"/>
                    </a:lnTo>
                    <a:lnTo>
                      <a:pt x="2629377" y="924402"/>
                    </a:lnTo>
                    <a:lnTo>
                      <a:pt x="2627885" y="924402"/>
                    </a:lnTo>
                    <a:lnTo>
                      <a:pt x="2606481" y="924402"/>
                    </a:lnTo>
                    <a:lnTo>
                      <a:pt x="2552329" y="924402"/>
                    </a:lnTo>
                    <a:lnTo>
                      <a:pt x="2525248" y="924402"/>
                    </a:lnTo>
                    <a:lnTo>
                      <a:pt x="2510108" y="924402"/>
                    </a:lnTo>
                    <a:lnTo>
                      <a:pt x="2508776" y="924402"/>
                    </a:lnTo>
                    <a:lnTo>
                      <a:pt x="2480043" y="924402"/>
                    </a:lnTo>
                    <a:lnTo>
                      <a:pt x="2478712" y="924402"/>
                    </a:lnTo>
                    <a:lnTo>
                      <a:pt x="2463572" y="924402"/>
                    </a:lnTo>
                    <a:lnTo>
                      <a:pt x="2436490" y="924402"/>
                    </a:lnTo>
                    <a:lnTo>
                      <a:pt x="2382339" y="924402"/>
                    </a:lnTo>
                    <a:lnTo>
                      <a:pt x="2360934" y="924402"/>
                    </a:lnTo>
                    <a:lnTo>
                      <a:pt x="2359443" y="924402"/>
                    </a:lnTo>
                    <a:lnTo>
                      <a:pt x="2352274" y="924402"/>
                    </a:lnTo>
                    <a:lnTo>
                      <a:pt x="2335803" y="924402"/>
                    </a:lnTo>
                    <a:lnTo>
                      <a:pt x="2332360" y="924402"/>
                    </a:lnTo>
                    <a:lnTo>
                      <a:pt x="2332328" y="924402"/>
                    </a:lnTo>
                    <a:lnTo>
                      <a:pt x="2330869" y="924402"/>
                    </a:lnTo>
                    <a:lnTo>
                      <a:pt x="2308721" y="924402"/>
                    </a:lnTo>
                    <a:lnTo>
                      <a:pt x="2233165" y="924402"/>
                    </a:lnTo>
                    <a:lnTo>
                      <a:pt x="2231674" y="924402"/>
                    </a:lnTo>
                    <a:lnTo>
                      <a:pt x="2204591" y="924402"/>
                    </a:lnTo>
                    <a:lnTo>
                      <a:pt x="2204559" y="924402"/>
                    </a:lnTo>
                    <a:lnTo>
                      <a:pt x="2203100" y="924402"/>
                    </a:lnTo>
                    <a:lnTo>
                      <a:pt x="2189452" y="924402"/>
                    </a:lnTo>
                    <a:lnTo>
                      <a:pt x="2160879" y="924402"/>
                    </a:lnTo>
                    <a:lnTo>
                      <a:pt x="2159388" y="924402"/>
                    </a:lnTo>
                    <a:lnTo>
                      <a:pt x="2085323" y="924402"/>
                    </a:lnTo>
                    <a:lnTo>
                      <a:pt x="2077294" y="924402"/>
                    </a:lnTo>
                    <a:lnTo>
                      <a:pt x="2061683" y="924402"/>
                    </a:lnTo>
                    <a:lnTo>
                      <a:pt x="2055258" y="924402"/>
                    </a:lnTo>
                    <a:lnTo>
                      <a:pt x="2038787" y="924402"/>
                    </a:lnTo>
                    <a:lnTo>
                      <a:pt x="2033110" y="924402"/>
                    </a:lnTo>
                    <a:lnTo>
                      <a:pt x="2031619" y="924402"/>
                    </a:lnTo>
                    <a:lnTo>
                      <a:pt x="2011705" y="924402"/>
                    </a:lnTo>
                    <a:lnTo>
                      <a:pt x="1957554" y="924402"/>
                    </a:lnTo>
                    <a:lnTo>
                      <a:pt x="1949525" y="924402"/>
                    </a:lnTo>
                    <a:lnTo>
                      <a:pt x="1927489" y="924402"/>
                    </a:lnTo>
                    <a:lnTo>
                      <a:pt x="1911018" y="924402"/>
                    </a:lnTo>
                    <a:lnTo>
                      <a:pt x="1907543" y="924402"/>
                    </a:lnTo>
                    <a:lnTo>
                      <a:pt x="1885268" y="924402"/>
                    </a:lnTo>
                    <a:lnTo>
                      <a:pt x="1883936" y="924402"/>
                    </a:lnTo>
                    <a:lnTo>
                      <a:pt x="1868796" y="924402"/>
                    </a:lnTo>
                    <a:lnTo>
                      <a:pt x="1838732" y="924402"/>
                    </a:lnTo>
                    <a:lnTo>
                      <a:pt x="1779774" y="924402"/>
                    </a:lnTo>
                    <a:lnTo>
                      <a:pt x="1764668" y="924402"/>
                    </a:lnTo>
                    <a:lnTo>
                      <a:pt x="1757499" y="924402"/>
                    </a:lnTo>
                    <a:lnTo>
                      <a:pt x="1741027" y="924402"/>
                    </a:lnTo>
                    <a:lnTo>
                      <a:pt x="1737552" y="924402"/>
                    </a:lnTo>
                    <a:lnTo>
                      <a:pt x="1736094" y="924402"/>
                    </a:lnTo>
                    <a:lnTo>
                      <a:pt x="1734603" y="924402"/>
                    </a:lnTo>
                    <a:lnTo>
                      <a:pt x="1710963" y="924402"/>
                    </a:lnTo>
                    <a:lnTo>
                      <a:pt x="1707488" y="924402"/>
                    </a:lnTo>
                    <a:lnTo>
                      <a:pt x="1652509" y="924402"/>
                    </a:lnTo>
                    <a:lnTo>
                      <a:pt x="1636899" y="924402"/>
                    </a:lnTo>
                    <a:lnTo>
                      <a:pt x="1609783" y="924402"/>
                    </a:lnTo>
                    <a:lnTo>
                      <a:pt x="1608325" y="924402"/>
                    </a:lnTo>
                    <a:lnTo>
                      <a:pt x="1606834" y="924402"/>
                    </a:lnTo>
                    <a:lnTo>
                      <a:pt x="1579719" y="924402"/>
                    </a:lnTo>
                    <a:lnTo>
                      <a:pt x="1564612" y="924402"/>
                    </a:lnTo>
                    <a:lnTo>
                      <a:pt x="1524740" y="924402"/>
                    </a:lnTo>
                    <a:lnTo>
                      <a:pt x="1482518" y="924402"/>
                    </a:lnTo>
                    <a:lnTo>
                      <a:pt x="1460483" y="924402"/>
                    </a:lnTo>
                    <a:lnTo>
                      <a:pt x="1452454" y="924402"/>
                    </a:lnTo>
                    <a:lnTo>
                      <a:pt x="1444011" y="924402"/>
                    </a:lnTo>
                    <a:lnTo>
                      <a:pt x="1436843" y="924402"/>
                    </a:lnTo>
                    <a:lnTo>
                      <a:pt x="1413947" y="924402"/>
                    </a:lnTo>
                    <a:lnTo>
                      <a:pt x="1354749" y="924402"/>
                    </a:lnTo>
                    <a:lnTo>
                      <a:pt x="1332714" y="924402"/>
                    </a:lnTo>
                    <a:lnTo>
                      <a:pt x="1324685" y="924402"/>
                    </a:lnTo>
                    <a:lnTo>
                      <a:pt x="1316242" y="924402"/>
                    </a:lnTo>
                    <a:lnTo>
                      <a:pt x="1312767" y="924402"/>
                    </a:lnTo>
                    <a:lnTo>
                      <a:pt x="1286178" y="924402"/>
                    </a:lnTo>
                    <a:lnTo>
                      <a:pt x="1282703" y="924402"/>
                    </a:lnTo>
                    <a:lnTo>
                      <a:pt x="1243956" y="924402"/>
                    </a:lnTo>
                    <a:lnTo>
                      <a:pt x="1184998" y="924402"/>
                    </a:lnTo>
                    <a:lnTo>
                      <a:pt x="1154934" y="924402"/>
                    </a:lnTo>
                    <a:lnTo>
                      <a:pt x="1139828" y="924402"/>
                    </a:lnTo>
                    <a:lnTo>
                      <a:pt x="1116187" y="924402"/>
                    </a:lnTo>
                    <a:lnTo>
                      <a:pt x="1112712" y="924402"/>
                    </a:lnTo>
                    <a:lnTo>
                      <a:pt x="1057734" y="924402"/>
                    </a:lnTo>
                    <a:lnTo>
                      <a:pt x="1027669" y="924402"/>
                    </a:lnTo>
                    <a:lnTo>
                      <a:pt x="1012059" y="924402"/>
                    </a:lnTo>
                    <a:lnTo>
                      <a:pt x="984943" y="924402"/>
                    </a:lnTo>
                    <a:lnTo>
                      <a:pt x="929965" y="924402"/>
                    </a:lnTo>
                    <a:lnTo>
                      <a:pt x="899900" y="924402"/>
                    </a:lnTo>
                    <a:lnTo>
                      <a:pt x="857678" y="924402"/>
                    </a:lnTo>
                    <a:lnTo>
                      <a:pt x="819171" y="924402"/>
                    </a:lnTo>
                    <a:lnTo>
                      <a:pt x="729909" y="924402"/>
                    </a:lnTo>
                    <a:lnTo>
                      <a:pt x="691402" y="924402"/>
                    </a:lnTo>
                    <a:lnTo>
                      <a:pt x="687927" y="924402"/>
                    </a:lnTo>
                    <a:lnTo>
                      <a:pt x="560158" y="924402"/>
                    </a:lnTo>
                    <a:lnTo>
                      <a:pt x="432894" y="924402"/>
                    </a:lnTo>
                    <a:lnTo>
                      <a:pt x="305125" y="924402"/>
                    </a:lnTo>
                    <a:cubicBezTo>
                      <a:pt x="275541" y="924402"/>
                      <a:pt x="238373" y="903151"/>
                      <a:pt x="223202" y="877348"/>
                    </a:cubicBezTo>
                    <a:cubicBezTo>
                      <a:pt x="10809" y="509257"/>
                      <a:pt x="10809" y="509257"/>
                      <a:pt x="10809" y="509257"/>
                    </a:cubicBezTo>
                    <a:cubicBezTo>
                      <a:pt x="-3603" y="483452"/>
                      <a:pt x="-3603" y="440951"/>
                      <a:pt x="10809" y="415146"/>
                    </a:cubicBezTo>
                    <a:cubicBezTo>
                      <a:pt x="223202" y="47054"/>
                      <a:pt x="223202" y="47054"/>
                      <a:pt x="223202" y="47054"/>
                    </a:cubicBezTo>
                    <a:cubicBezTo>
                      <a:pt x="238373" y="21251"/>
                      <a:pt x="275541" y="0"/>
                      <a:pt x="305125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9050">
                <a:gradFill flip="none" rotWithShape="1">
                  <a:gsLst>
                    <a:gs pos="0">
                      <a:sysClr val="window" lastClr="FFFFFF">
                        <a:lumMod val="7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3" name="Hexagen 5">
                <a:extLst>
                  <a:ext uri="{FF2B5EF4-FFF2-40B4-BE49-F238E27FC236}">
                    <a16:creationId xmlns:a16="http://schemas.microsoft.com/office/drawing/2014/main" id="{3604D72D-9CA4-44E1-6897-8627F82F09F8}"/>
                  </a:ext>
                </a:extLst>
              </p:cNvPr>
              <p:cNvSpPr/>
              <p:nvPr/>
            </p:nvSpPr>
            <p:spPr bwMode="auto">
              <a:xfrm>
                <a:off x="4530004" y="1701762"/>
                <a:ext cx="1268148" cy="1123545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>
                      <a:lumMod val="97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4" name="Hexagen 5">
                <a:extLst>
                  <a:ext uri="{FF2B5EF4-FFF2-40B4-BE49-F238E27FC236}">
                    <a16:creationId xmlns:a16="http://schemas.microsoft.com/office/drawing/2014/main" id="{365B4BFE-50EB-4378-6023-E35AEEE7FDC3}"/>
                  </a:ext>
                </a:extLst>
              </p:cNvPr>
              <p:cNvSpPr/>
              <p:nvPr/>
            </p:nvSpPr>
            <p:spPr bwMode="auto">
              <a:xfrm>
                <a:off x="4702000" y="1854146"/>
                <a:ext cx="924153" cy="81877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E87071"/>
              </a:solidFill>
              <a:ln w="15875">
                <a:gradFill flip="none" rotWithShape="1"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2" name="Text Box 1">
                <a:extLst>
                  <a:ext uri="{FF2B5EF4-FFF2-40B4-BE49-F238E27FC236}">
                    <a16:creationId xmlns:a16="http://schemas.microsoft.com/office/drawing/2014/main" id="{8017E242-7489-738E-A8F8-F8662D2A14D4}"/>
                  </a:ext>
                </a:extLst>
              </p:cNvPr>
              <p:cNvSpPr txBox="1"/>
              <p:nvPr/>
            </p:nvSpPr>
            <p:spPr>
              <a:xfrm>
                <a:off x="4828554" y="2001924"/>
                <a:ext cx="6710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</a:rPr>
                  <a:t>01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E8B3F4-73AC-9383-92A5-6704EE78E357}"/>
                  </a:ext>
                </a:extLst>
              </p:cNvPr>
              <p:cNvSpPr txBox="1"/>
              <p:nvPr/>
            </p:nvSpPr>
            <p:spPr>
              <a:xfrm>
                <a:off x="1336354" y="1886508"/>
                <a:ext cx="311806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E6F3FFE-4FC9-9926-2EB9-10F891226EA9}"/>
                </a:ext>
              </a:extLst>
            </p:cNvPr>
            <p:cNvGrpSpPr/>
            <p:nvPr/>
          </p:nvGrpSpPr>
          <p:grpSpPr>
            <a:xfrm>
              <a:off x="1083849" y="3266623"/>
              <a:ext cx="4714303" cy="1123545"/>
              <a:chOff x="1083849" y="3266624"/>
              <a:chExt cx="4714303" cy="1123545"/>
            </a:xfrm>
          </p:grpSpPr>
          <p:sp>
            <p:nvSpPr>
              <p:cNvPr id="6" name="11">
                <a:extLst>
                  <a:ext uri="{FF2B5EF4-FFF2-40B4-BE49-F238E27FC236}">
                    <a16:creationId xmlns:a16="http://schemas.microsoft.com/office/drawing/2014/main" id="{51A94C23-A3C3-B45C-D98A-AE5F9BC80C3D}"/>
                  </a:ext>
                </a:extLst>
              </p:cNvPr>
              <p:cNvSpPr/>
              <p:nvPr/>
            </p:nvSpPr>
            <p:spPr bwMode="auto">
              <a:xfrm>
                <a:off x="1083849" y="3329331"/>
                <a:ext cx="4159119" cy="998130"/>
              </a:xfrm>
              <a:custGeom>
                <a:avLst/>
                <a:gdLst>
                  <a:gd name="connsiteX0" fmla="*/ 352810 w 4452260"/>
                  <a:gd name="connsiteY0" fmla="*/ 0 h 1068867"/>
                  <a:gd name="connsiteX1" fmla="*/ 636768 w 4452260"/>
                  <a:gd name="connsiteY1" fmla="*/ 0 h 1068867"/>
                  <a:gd name="connsiteX2" fmla="*/ 647700 w 4452260"/>
                  <a:gd name="connsiteY2" fmla="*/ 0 h 1068867"/>
                  <a:gd name="connsiteX3" fmla="*/ 724065 w 4452260"/>
                  <a:gd name="connsiteY3" fmla="*/ 0 h 1068867"/>
                  <a:gd name="connsiteX4" fmla="*/ 782584 w 4452260"/>
                  <a:gd name="connsiteY4" fmla="*/ 0 h 1068867"/>
                  <a:gd name="connsiteX5" fmla="*/ 799455 w 4452260"/>
                  <a:gd name="connsiteY5" fmla="*/ 0 h 1068867"/>
                  <a:gd name="connsiteX6" fmla="*/ 809825 w 4452260"/>
                  <a:gd name="connsiteY6" fmla="*/ 0 h 1068867"/>
                  <a:gd name="connsiteX7" fmla="*/ 818078 w 4452260"/>
                  <a:gd name="connsiteY7" fmla="*/ 0 h 1068867"/>
                  <a:gd name="connsiteX8" fmla="*/ 843980 w 4452260"/>
                  <a:gd name="connsiteY8" fmla="*/ 0 h 1068867"/>
                  <a:gd name="connsiteX9" fmla="*/ 931658 w 4452260"/>
                  <a:gd name="connsiteY9" fmla="*/ 0 h 1068867"/>
                  <a:gd name="connsiteX10" fmla="*/ 961580 w 4452260"/>
                  <a:gd name="connsiteY10" fmla="*/ 0 h 1068867"/>
                  <a:gd name="connsiteX11" fmla="*/ 1000055 w 4452260"/>
                  <a:gd name="connsiteY11" fmla="*/ 0 h 1068867"/>
                  <a:gd name="connsiteX12" fmla="*/ 1040537 w 4452260"/>
                  <a:gd name="connsiteY12" fmla="*/ 0 h 1068867"/>
                  <a:gd name="connsiteX13" fmla="*/ 1051453 w 4452260"/>
                  <a:gd name="connsiteY13" fmla="*/ 0 h 1068867"/>
                  <a:gd name="connsiteX14" fmla="*/ 1083414 w 4452260"/>
                  <a:gd name="connsiteY14" fmla="*/ 0 h 1068867"/>
                  <a:gd name="connsiteX15" fmla="*/ 1112969 w 4452260"/>
                  <a:gd name="connsiteY15" fmla="*/ 0 h 1068867"/>
                  <a:gd name="connsiteX16" fmla="*/ 1138871 w 4452260"/>
                  <a:gd name="connsiteY16" fmla="*/ 0 h 1068867"/>
                  <a:gd name="connsiteX17" fmla="*/ 1170224 w 4452260"/>
                  <a:gd name="connsiteY17" fmla="*/ 0 h 1068867"/>
                  <a:gd name="connsiteX18" fmla="*/ 1170711 w 4452260"/>
                  <a:gd name="connsiteY18" fmla="*/ 0 h 1068867"/>
                  <a:gd name="connsiteX19" fmla="*/ 1202662 w 4452260"/>
                  <a:gd name="connsiteY19" fmla="*/ 0 h 1068867"/>
                  <a:gd name="connsiteX20" fmla="*/ 1240037 w 4452260"/>
                  <a:gd name="connsiteY20" fmla="*/ 0 h 1068867"/>
                  <a:gd name="connsiteX21" fmla="*/ 1290626 w 4452260"/>
                  <a:gd name="connsiteY21" fmla="*/ 0 h 1068867"/>
                  <a:gd name="connsiteX22" fmla="*/ 1324496 w 4452260"/>
                  <a:gd name="connsiteY22" fmla="*/ 0 h 1068867"/>
                  <a:gd name="connsiteX23" fmla="*/ 1332348 w 4452260"/>
                  <a:gd name="connsiteY23" fmla="*/ 0 h 1068867"/>
                  <a:gd name="connsiteX24" fmla="*/ 1335428 w 4452260"/>
                  <a:gd name="connsiteY24" fmla="*/ 0 h 1068867"/>
                  <a:gd name="connsiteX25" fmla="*/ 1411793 w 4452260"/>
                  <a:gd name="connsiteY25" fmla="*/ 0 h 1068867"/>
                  <a:gd name="connsiteX26" fmla="*/ 1454182 w 4452260"/>
                  <a:gd name="connsiteY26" fmla="*/ 0 h 1068867"/>
                  <a:gd name="connsiteX27" fmla="*/ 1470312 w 4452260"/>
                  <a:gd name="connsiteY27" fmla="*/ 0 h 1068867"/>
                  <a:gd name="connsiteX28" fmla="*/ 1487183 w 4452260"/>
                  <a:gd name="connsiteY28" fmla="*/ 0 h 1068867"/>
                  <a:gd name="connsiteX29" fmla="*/ 1497552 w 4452260"/>
                  <a:gd name="connsiteY29" fmla="*/ 0 h 1068867"/>
                  <a:gd name="connsiteX30" fmla="*/ 1505806 w 4452260"/>
                  <a:gd name="connsiteY30" fmla="*/ 0 h 1068867"/>
                  <a:gd name="connsiteX31" fmla="*/ 1528471 w 4452260"/>
                  <a:gd name="connsiteY31" fmla="*/ 0 h 1068867"/>
                  <a:gd name="connsiteX32" fmla="*/ 1531708 w 4452260"/>
                  <a:gd name="connsiteY32" fmla="*/ 0 h 1068867"/>
                  <a:gd name="connsiteX33" fmla="*/ 1540992 w 4452260"/>
                  <a:gd name="connsiteY33" fmla="*/ 0 h 1068867"/>
                  <a:gd name="connsiteX34" fmla="*/ 1541479 w 4452260"/>
                  <a:gd name="connsiteY34" fmla="*/ 0 h 1068867"/>
                  <a:gd name="connsiteX35" fmla="*/ 1599998 w 4452260"/>
                  <a:gd name="connsiteY35" fmla="*/ 0 h 1068867"/>
                  <a:gd name="connsiteX36" fmla="*/ 1619386 w 4452260"/>
                  <a:gd name="connsiteY36" fmla="*/ 0 h 1068867"/>
                  <a:gd name="connsiteX37" fmla="*/ 1635492 w 4452260"/>
                  <a:gd name="connsiteY37" fmla="*/ 0 h 1068867"/>
                  <a:gd name="connsiteX38" fmla="*/ 1649308 w 4452260"/>
                  <a:gd name="connsiteY38" fmla="*/ 0 h 1068867"/>
                  <a:gd name="connsiteX39" fmla="*/ 1653720 w 4452260"/>
                  <a:gd name="connsiteY39" fmla="*/ 0 h 1068867"/>
                  <a:gd name="connsiteX40" fmla="*/ 1661394 w 4452260"/>
                  <a:gd name="connsiteY40" fmla="*/ 0 h 1068867"/>
                  <a:gd name="connsiteX41" fmla="*/ 1687782 w 4452260"/>
                  <a:gd name="connsiteY41" fmla="*/ 0 h 1068867"/>
                  <a:gd name="connsiteX42" fmla="*/ 1703116 w 4452260"/>
                  <a:gd name="connsiteY42" fmla="*/ 0 h 1068867"/>
                  <a:gd name="connsiteX43" fmla="*/ 1739181 w 4452260"/>
                  <a:gd name="connsiteY43" fmla="*/ 0 h 1068867"/>
                  <a:gd name="connsiteX44" fmla="*/ 1771141 w 4452260"/>
                  <a:gd name="connsiteY44" fmla="*/ 0 h 1068867"/>
                  <a:gd name="connsiteX45" fmla="*/ 1800697 w 4452260"/>
                  <a:gd name="connsiteY45" fmla="*/ 0 h 1068867"/>
                  <a:gd name="connsiteX46" fmla="*/ 1811727 w 4452260"/>
                  <a:gd name="connsiteY46" fmla="*/ 0 h 1068867"/>
                  <a:gd name="connsiteX47" fmla="*/ 1823361 w 4452260"/>
                  <a:gd name="connsiteY47" fmla="*/ 0 h 1068867"/>
                  <a:gd name="connsiteX48" fmla="*/ 1826599 w 4452260"/>
                  <a:gd name="connsiteY48" fmla="*/ 0 h 1068867"/>
                  <a:gd name="connsiteX49" fmla="*/ 1857951 w 4452260"/>
                  <a:gd name="connsiteY49" fmla="*/ 0 h 1068867"/>
                  <a:gd name="connsiteX50" fmla="*/ 1858439 w 4452260"/>
                  <a:gd name="connsiteY50" fmla="*/ 0 h 1068867"/>
                  <a:gd name="connsiteX51" fmla="*/ 1859676 w 4452260"/>
                  <a:gd name="connsiteY51" fmla="*/ 0 h 1068867"/>
                  <a:gd name="connsiteX52" fmla="*/ 1893346 w 4452260"/>
                  <a:gd name="connsiteY52" fmla="*/ 0 h 1068867"/>
                  <a:gd name="connsiteX53" fmla="*/ 1927765 w 4452260"/>
                  <a:gd name="connsiteY53" fmla="*/ 0 h 1068867"/>
                  <a:gd name="connsiteX54" fmla="*/ 1963365 w 4452260"/>
                  <a:gd name="connsiteY54" fmla="*/ 0 h 1068867"/>
                  <a:gd name="connsiteX55" fmla="*/ 1978354 w 4452260"/>
                  <a:gd name="connsiteY55" fmla="*/ 0 h 1068867"/>
                  <a:gd name="connsiteX56" fmla="*/ 1991032 w 4452260"/>
                  <a:gd name="connsiteY56" fmla="*/ 0 h 1068867"/>
                  <a:gd name="connsiteX57" fmla="*/ 2020076 w 4452260"/>
                  <a:gd name="connsiteY57" fmla="*/ 0 h 1068867"/>
                  <a:gd name="connsiteX58" fmla="*/ 2021800 w 4452260"/>
                  <a:gd name="connsiteY58" fmla="*/ 0 h 1068867"/>
                  <a:gd name="connsiteX59" fmla="*/ 2027021 w 4452260"/>
                  <a:gd name="connsiteY59" fmla="*/ 0 h 1068867"/>
                  <a:gd name="connsiteX60" fmla="*/ 2032162 w 4452260"/>
                  <a:gd name="connsiteY60" fmla="*/ 0 h 1068867"/>
                  <a:gd name="connsiteX61" fmla="*/ 2141909 w 4452260"/>
                  <a:gd name="connsiteY61" fmla="*/ 0 h 1068867"/>
                  <a:gd name="connsiteX62" fmla="*/ 2143633 w 4452260"/>
                  <a:gd name="connsiteY62" fmla="*/ 0 h 1068867"/>
                  <a:gd name="connsiteX63" fmla="*/ 2178359 w 4452260"/>
                  <a:gd name="connsiteY63" fmla="*/ 0 h 1068867"/>
                  <a:gd name="connsiteX64" fmla="*/ 2228719 w 4452260"/>
                  <a:gd name="connsiteY64" fmla="*/ 0 h 1068867"/>
                  <a:gd name="connsiteX65" fmla="*/ 2229207 w 4452260"/>
                  <a:gd name="connsiteY65" fmla="*/ 0 h 1068867"/>
                  <a:gd name="connsiteX66" fmla="*/ 2230931 w 4452260"/>
                  <a:gd name="connsiteY66" fmla="*/ 0 h 1068867"/>
                  <a:gd name="connsiteX67" fmla="*/ 2287725 w 4452260"/>
                  <a:gd name="connsiteY67" fmla="*/ 0 h 1068867"/>
                  <a:gd name="connsiteX68" fmla="*/ 2289450 w 4452260"/>
                  <a:gd name="connsiteY68" fmla="*/ 0 h 1068867"/>
                  <a:gd name="connsiteX69" fmla="*/ 2323220 w 4452260"/>
                  <a:gd name="connsiteY69" fmla="*/ 0 h 1068867"/>
                  <a:gd name="connsiteX70" fmla="*/ 2324944 w 4452260"/>
                  <a:gd name="connsiteY70" fmla="*/ 0 h 1068867"/>
                  <a:gd name="connsiteX71" fmla="*/ 2340483 w 4452260"/>
                  <a:gd name="connsiteY71" fmla="*/ 0 h 1068867"/>
                  <a:gd name="connsiteX72" fmla="*/ 2341447 w 4452260"/>
                  <a:gd name="connsiteY72" fmla="*/ 0 h 1068867"/>
                  <a:gd name="connsiteX73" fmla="*/ 2343172 w 4452260"/>
                  <a:gd name="connsiteY73" fmla="*/ 0 h 1068867"/>
                  <a:gd name="connsiteX74" fmla="*/ 2349122 w 4452260"/>
                  <a:gd name="connsiteY74" fmla="*/ 0 h 1068867"/>
                  <a:gd name="connsiteX75" fmla="*/ 2350846 w 4452260"/>
                  <a:gd name="connsiteY75" fmla="*/ 0 h 1068867"/>
                  <a:gd name="connsiteX76" fmla="*/ 2390844 w 4452260"/>
                  <a:gd name="connsiteY76" fmla="*/ 0 h 1068867"/>
                  <a:gd name="connsiteX77" fmla="*/ 2462317 w 4452260"/>
                  <a:gd name="connsiteY77" fmla="*/ 0 h 1068867"/>
                  <a:gd name="connsiteX78" fmla="*/ 2499455 w 4452260"/>
                  <a:gd name="connsiteY78" fmla="*/ 0 h 1068867"/>
                  <a:gd name="connsiteX79" fmla="*/ 2530713 w 4452260"/>
                  <a:gd name="connsiteY79" fmla="*/ 0 h 1068867"/>
                  <a:gd name="connsiteX80" fmla="*/ 2547403 w 4452260"/>
                  <a:gd name="connsiteY80" fmla="*/ 0 h 1068867"/>
                  <a:gd name="connsiteX81" fmla="*/ 2549127 w 4452260"/>
                  <a:gd name="connsiteY81" fmla="*/ 0 h 1068867"/>
                  <a:gd name="connsiteX82" fmla="*/ 2581074 w 4452260"/>
                  <a:gd name="connsiteY82" fmla="*/ 0 h 1068867"/>
                  <a:gd name="connsiteX83" fmla="*/ 2582112 w 4452260"/>
                  <a:gd name="connsiteY83" fmla="*/ 0 h 1068867"/>
                  <a:gd name="connsiteX84" fmla="*/ 2669530 w 4452260"/>
                  <a:gd name="connsiteY84" fmla="*/ 0 h 1068867"/>
                  <a:gd name="connsiteX85" fmla="*/ 2678759 w 4452260"/>
                  <a:gd name="connsiteY85" fmla="*/ 0 h 1068867"/>
                  <a:gd name="connsiteX86" fmla="*/ 2709527 w 4452260"/>
                  <a:gd name="connsiteY86" fmla="*/ 0 h 1068867"/>
                  <a:gd name="connsiteX87" fmla="*/ 2711252 w 4452260"/>
                  <a:gd name="connsiteY87" fmla="*/ 0 h 1068867"/>
                  <a:gd name="connsiteX88" fmla="*/ 2714748 w 4452260"/>
                  <a:gd name="connsiteY88" fmla="*/ 0 h 1068867"/>
                  <a:gd name="connsiteX89" fmla="*/ 2719890 w 4452260"/>
                  <a:gd name="connsiteY89" fmla="*/ 0 h 1068867"/>
                  <a:gd name="connsiteX90" fmla="*/ 2831360 w 4452260"/>
                  <a:gd name="connsiteY90" fmla="*/ 0 h 1068867"/>
                  <a:gd name="connsiteX91" fmla="*/ 2833086 w 4452260"/>
                  <a:gd name="connsiteY91" fmla="*/ 0 h 1068867"/>
                  <a:gd name="connsiteX92" fmla="*/ 2866087 w 4452260"/>
                  <a:gd name="connsiteY92" fmla="*/ 0 h 1068867"/>
                  <a:gd name="connsiteX93" fmla="*/ 2918659 w 4452260"/>
                  <a:gd name="connsiteY93" fmla="*/ 0 h 1068867"/>
                  <a:gd name="connsiteX94" fmla="*/ 2919896 w 4452260"/>
                  <a:gd name="connsiteY94" fmla="*/ 0 h 1068867"/>
                  <a:gd name="connsiteX95" fmla="*/ 2920383 w 4452260"/>
                  <a:gd name="connsiteY95" fmla="*/ 0 h 1068867"/>
                  <a:gd name="connsiteX96" fmla="*/ 2977177 w 4452260"/>
                  <a:gd name="connsiteY96" fmla="*/ 0 h 1068867"/>
                  <a:gd name="connsiteX97" fmla="*/ 2978902 w 4452260"/>
                  <a:gd name="connsiteY97" fmla="*/ 0 h 1068867"/>
                  <a:gd name="connsiteX98" fmla="*/ 3012671 w 4452260"/>
                  <a:gd name="connsiteY98" fmla="*/ 0 h 1068867"/>
                  <a:gd name="connsiteX99" fmla="*/ 3014397 w 4452260"/>
                  <a:gd name="connsiteY99" fmla="*/ 0 h 1068867"/>
                  <a:gd name="connsiteX100" fmla="*/ 3028211 w 4452260"/>
                  <a:gd name="connsiteY100" fmla="*/ 0 h 1068867"/>
                  <a:gd name="connsiteX101" fmla="*/ 3030899 w 4452260"/>
                  <a:gd name="connsiteY101" fmla="*/ 0 h 1068867"/>
                  <a:gd name="connsiteX102" fmla="*/ 3032624 w 4452260"/>
                  <a:gd name="connsiteY102" fmla="*/ 0 h 1068867"/>
                  <a:gd name="connsiteX103" fmla="*/ 3038573 w 4452260"/>
                  <a:gd name="connsiteY103" fmla="*/ 0 h 1068867"/>
                  <a:gd name="connsiteX104" fmla="*/ 3040298 w 4452260"/>
                  <a:gd name="connsiteY104" fmla="*/ 0 h 1068867"/>
                  <a:gd name="connsiteX105" fmla="*/ 3082021 w 4452260"/>
                  <a:gd name="connsiteY105" fmla="*/ 0 h 1068867"/>
                  <a:gd name="connsiteX106" fmla="*/ 3150044 w 4452260"/>
                  <a:gd name="connsiteY106" fmla="*/ 0 h 1068867"/>
                  <a:gd name="connsiteX107" fmla="*/ 3218441 w 4452260"/>
                  <a:gd name="connsiteY107" fmla="*/ 0 h 1068867"/>
                  <a:gd name="connsiteX108" fmla="*/ 3236855 w 4452260"/>
                  <a:gd name="connsiteY108" fmla="*/ 0 h 1068867"/>
                  <a:gd name="connsiteX109" fmla="*/ 3269839 w 4452260"/>
                  <a:gd name="connsiteY109" fmla="*/ 0 h 1068867"/>
                  <a:gd name="connsiteX110" fmla="*/ 3272250 w 4452260"/>
                  <a:gd name="connsiteY110" fmla="*/ 0 h 1068867"/>
                  <a:gd name="connsiteX111" fmla="*/ 3320378 w 4452260"/>
                  <a:gd name="connsiteY111" fmla="*/ 0 h 1068867"/>
                  <a:gd name="connsiteX112" fmla="*/ 3346330 w 4452260"/>
                  <a:gd name="connsiteY112" fmla="*/ 0 h 1068867"/>
                  <a:gd name="connsiteX113" fmla="*/ 3357257 w 4452260"/>
                  <a:gd name="connsiteY113" fmla="*/ 0 h 1068867"/>
                  <a:gd name="connsiteX114" fmla="*/ 3369936 w 4452260"/>
                  <a:gd name="connsiteY114" fmla="*/ 0 h 1068867"/>
                  <a:gd name="connsiteX115" fmla="*/ 3398980 w 4452260"/>
                  <a:gd name="connsiteY115" fmla="*/ 0 h 1068867"/>
                  <a:gd name="connsiteX116" fmla="*/ 3405925 w 4452260"/>
                  <a:gd name="connsiteY116" fmla="*/ 0 h 1068867"/>
                  <a:gd name="connsiteX117" fmla="*/ 3411066 w 4452260"/>
                  <a:gd name="connsiteY117" fmla="*/ 0 h 1068867"/>
                  <a:gd name="connsiteX118" fmla="*/ 3520813 w 4452260"/>
                  <a:gd name="connsiteY118" fmla="*/ 0 h 1068867"/>
                  <a:gd name="connsiteX119" fmla="*/ 3607623 w 4452260"/>
                  <a:gd name="connsiteY119" fmla="*/ 0 h 1068867"/>
                  <a:gd name="connsiteX120" fmla="*/ 3608111 w 4452260"/>
                  <a:gd name="connsiteY120" fmla="*/ 0 h 1068867"/>
                  <a:gd name="connsiteX121" fmla="*/ 3666629 w 4452260"/>
                  <a:gd name="connsiteY121" fmla="*/ 0 h 1068867"/>
                  <a:gd name="connsiteX122" fmla="*/ 3702124 w 4452260"/>
                  <a:gd name="connsiteY122" fmla="*/ 0 h 1068867"/>
                  <a:gd name="connsiteX123" fmla="*/ 3720351 w 4452260"/>
                  <a:gd name="connsiteY123" fmla="*/ 0 h 1068867"/>
                  <a:gd name="connsiteX124" fmla="*/ 3728025 w 4452260"/>
                  <a:gd name="connsiteY124" fmla="*/ 0 h 1068867"/>
                  <a:gd name="connsiteX125" fmla="*/ 3769748 w 4452260"/>
                  <a:gd name="connsiteY125" fmla="*/ 0 h 1068867"/>
                  <a:gd name="connsiteX126" fmla="*/ 4098793 w 4452260"/>
                  <a:gd name="connsiteY126" fmla="*/ 0 h 1068867"/>
                  <a:gd name="connsiteX127" fmla="*/ 4193519 w 4452260"/>
                  <a:gd name="connsiteY127" fmla="*/ 54408 h 1068867"/>
                  <a:gd name="connsiteX128" fmla="*/ 4439104 w 4452260"/>
                  <a:gd name="connsiteY128" fmla="*/ 480025 h 1068867"/>
                  <a:gd name="connsiteX129" fmla="*/ 4439104 w 4452260"/>
                  <a:gd name="connsiteY129" fmla="*/ 588843 h 1068867"/>
                  <a:gd name="connsiteX130" fmla="*/ 4193519 w 4452260"/>
                  <a:gd name="connsiteY130" fmla="*/ 1014459 h 1068867"/>
                  <a:gd name="connsiteX131" fmla="*/ 4098793 w 4452260"/>
                  <a:gd name="connsiteY131" fmla="*/ 1068867 h 1068867"/>
                  <a:gd name="connsiteX132" fmla="*/ 3728025 w 4452260"/>
                  <a:gd name="connsiteY132" fmla="*/ 1068867 h 1068867"/>
                  <a:gd name="connsiteX133" fmla="*/ 3607623 w 4452260"/>
                  <a:gd name="connsiteY133" fmla="*/ 1068867 h 1068867"/>
                  <a:gd name="connsiteX134" fmla="*/ 3411066 w 4452260"/>
                  <a:gd name="connsiteY134" fmla="*/ 1068867 h 1068867"/>
                  <a:gd name="connsiteX135" fmla="*/ 3357257 w 4452260"/>
                  <a:gd name="connsiteY135" fmla="*/ 1068867 h 1068867"/>
                  <a:gd name="connsiteX136" fmla="*/ 3236855 w 4452260"/>
                  <a:gd name="connsiteY136" fmla="*/ 1068867 h 1068867"/>
                  <a:gd name="connsiteX137" fmla="*/ 3040298 w 4452260"/>
                  <a:gd name="connsiteY137" fmla="*/ 1068867 h 1068867"/>
                  <a:gd name="connsiteX138" fmla="*/ 3038573 w 4452260"/>
                  <a:gd name="connsiteY138" fmla="*/ 1068867 h 1068867"/>
                  <a:gd name="connsiteX139" fmla="*/ 2919896 w 4452260"/>
                  <a:gd name="connsiteY139" fmla="*/ 1068867 h 1068867"/>
                  <a:gd name="connsiteX140" fmla="*/ 2866087 w 4452260"/>
                  <a:gd name="connsiteY140" fmla="*/ 1068867 h 1068867"/>
                  <a:gd name="connsiteX141" fmla="*/ 2719890 w 4452260"/>
                  <a:gd name="connsiteY141" fmla="*/ 1068867 h 1068867"/>
                  <a:gd name="connsiteX142" fmla="*/ 2669530 w 4452260"/>
                  <a:gd name="connsiteY142" fmla="*/ 1068867 h 1068867"/>
                  <a:gd name="connsiteX143" fmla="*/ 2549127 w 4452260"/>
                  <a:gd name="connsiteY143" fmla="*/ 1068867 h 1068867"/>
                  <a:gd name="connsiteX144" fmla="*/ 2547403 w 4452260"/>
                  <a:gd name="connsiteY144" fmla="*/ 1068867 h 1068867"/>
                  <a:gd name="connsiteX145" fmla="*/ 2350846 w 4452260"/>
                  <a:gd name="connsiteY145" fmla="*/ 1068867 h 1068867"/>
                  <a:gd name="connsiteX146" fmla="*/ 2349122 w 4452260"/>
                  <a:gd name="connsiteY146" fmla="*/ 1068867 h 1068867"/>
                  <a:gd name="connsiteX147" fmla="*/ 2228719 w 4452260"/>
                  <a:gd name="connsiteY147" fmla="*/ 1068867 h 1068867"/>
                  <a:gd name="connsiteX148" fmla="*/ 2178359 w 4452260"/>
                  <a:gd name="connsiteY148" fmla="*/ 1068867 h 1068867"/>
                  <a:gd name="connsiteX149" fmla="*/ 2032162 w 4452260"/>
                  <a:gd name="connsiteY149" fmla="*/ 1068867 h 1068867"/>
                  <a:gd name="connsiteX150" fmla="*/ 1978354 w 4452260"/>
                  <a:gd name="connsiteY150" fmla="*/ 1068867 h 1068867"/>
                  <a:gd name="connsiteX151" fmla="*/ 1859676 w 4452260"/>
                  <a:gd name="connsiteY151" fmla="*/ 1068867 h 1068867"/>
                  <a:gd name="connsiteX152" fmla="*/ 1857951 w 4452260"/>
                  <a:gd name="connsiteY152" fmla="*/ 1068867 h 1068867"/>
                  <a:gd name="connsiteX153" fmla="*/ 1826599 w 4452260"/>
                  <a:gd name="connsiteY153" fmla="*/ 1068867 h 1068867"/>
                  <a:gd name="connsiteX154" fmla="*/ 1661394 w 4452260"/>
                  <a:gd name="connsiteY154" fmla="*/ 1068867 h 1068867"/>
                  <a:gd name="connsiteX155" fmla="*/ 1540992 w 4452260"/>
                  <a:gd name="connsiteY155" fmla="*/ 1068867 h 1068867"/>
                  <a:gd name="connsiteX156" fmla="*/ 1531708 w 4452260"/>
                  <a:gd name="connsiteY156" fmla="*/ 1068867 h 1068867"/>
                  <a:gd name="connsiteX157" fmla="*/ 1487183 w 4452260"/>
                  <a:gd name="connsiteY157" fmla="*/ 1068867 h 1068867"/>
                  <a:gd name="connsiteX158" fmla="*/ 1335428 w 4452260"/>
                  <a:gd name="connsiteY158" fmla="*/ 1068867 h 1068867"/>
                  <a:gd name="connsiteX159" fmla="*/ 1290626 w 4452260"/>
                  <a:gd name="connsiteY159" fmla="*/ 1068867 h 1068867"/>
                  <a:gd name="connsiteX160" fmla="*/ 1170224 w 4452260"/>
                  <a:gd name="connsiteY160" fmla="*/ 1068867 h 1068867"/>
                  <a:gd name="connsiteX161" fmla="*/ 1138871 w 4452260"/>
                  <a:gd name="connsiteY161" fmla="*/ 1068867 h 1068867"/>
                  <a:gd name="connsiteX162" fmla="*/ 1040537 w 4452260"/>
                  <a:gd name="connsiteY162" fmla="*/ 1068867 h 1068867"/>
                  <a:gd name="connsiteX163" fmla="*/ 843980 w 4452260"/>
                  <a:gd name="connsiteY163" fmla="*/ 1068867 h 1068867"/>
                  <a:gd name="connsiteX164" fmla="*/ 799455 w 4452260"/>
                  <a:gd name="connsiteY164" fmla="*/ 1068867 h 1068867"/>
                  <a:gd name="connsiteX165" fmla="*/ 647700 w 4452260"/>
                  <a:gd name="connsiteY165" fmla="*/ 1068867 h 1068867"/>
                  <a:gd name="connsiteX166" fmla="*/ 352810 w 4452260"/>
                  <a:gd name="connsiteY166" fmla="*/ 1068867 h 1068867"/>
                  <a:gd name="connsiteX167" fmla="*/ 258084 w 4452260"/>
                  <a:gd name="connsiteY167" fmla="*/ 1014459 h 1068867"/>
                  <a:gd name="connsiteX168" fmla="*/ 12498 w 4452260"/>
                  <a:gd name="connsiteY168" fmla="*/ 588843 h 1068867"/>
                  <a:gd name="connsiteX169" fmla="*/ 12498 w 4452260"/>
                  <a:gd name="connsiteY169" fmla="*/ 480025 h 1068867"/>
                  <a:gd name="connsiteX170" fmla="*/ 258084 w 4452260"/>
                  <a:gd name="connsiteY170" fmla="*/ 54408 h 1068867"/>
                  <a:gd name="connsiteX171" fmla="*/ 352810 w 4452260"/>
                  <a:gd name="connsiteY171" fmla="*/ 0 h 1068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</a:cxnLst>
                <a:rect l="l" t="t" r="r" b="b"/>
                <a:pathLst>
                  <a:path w="4452260" h="1068867">
                    <a:moveTo>
                      <a:pt x="352810" y="0"/>
                    </a:moveTo>
                    <a:cubicBezTo>
                      <a:pt x="475602" y="0"/>
                      <a:pt x="567696" y="0"/>
                      <a:pt x="636768" y="0"/>
                    </a:cubicBezTo>
                    <a:lnTo>
                      <a:pt x="647700" y="0"/>
                    </a:lnTo>
                    <a:lnTo>
                      <a:pt x="724065" y="0"/>
                    </a:lnTo>
                    <a:cubicBezTo>
                      <a:pt x="748048" y="0"/>
                      <a:pt x="767235" y="0"/>
                      <a:pt x="782584" y="0"/>
                    </a:cubicBezTo>
                    <a:lnTo>
                      <a:pt x="799455" y="0"/>
                    </a:lnTo>
                    <a:lnTo>
                      <a:pt x="809825" y="0"/>
                    </a:lnTo>
                    <a:lnTo>
                      <a:pt x="818078" y="0"/>
                    </a:lnTo>
                    <a:cubicBezTo>
                      <a:pt x="843980" y="0"/>
                      <a:pt x="843980" y="0"/>
                      <a:pt x="843980" y="0"/>
                    </a:cubicBezTo>
                    <a:lnTo>
                      <a:pt x="931658" y="0"/>
                    </a:lnTo>
                    <a:lnTo>
                      <a:pt x="961580" y="0"/>
                    </a:lnTo>
                    <a:lnTo>
                      <a:pt x="1000055" y="0"/>
                    </a:lnTo>
                    <a:lnTo>
                      <a:pt x="1040537" y="0"/>
                    </a:lnTo>
                    <a:lnTo>
                      <a:pt x="1051453" y="0"/>
                    </a:lnTo>
                    <a:lnTo>
                      <a:pt x="1083414" y="0"/>
                    </a:lnTo>
                    <a:lnTo>
                      <a:pt x="1112969" y="0"/>
                    </a:lnTo>
                    <a:cubicBezTo>
                      <a:pt x="1138871" y="0"/>
                      <a:pt x="1138871" y="0"/>
                      <a:pt x="1138871" y="0"/>
                    </a:cubicBezTo>
                    <a:lnTo>
                      <a:pt x="1170224" y="0"/>
                    </a:lnTo>
                    <a:lnTo>
                      <a:pt x="1170711" y="0"/>
                    </a:lnTo>
                    <a:lnTo>
                      <a:pt x="1202662" y="0"/>
                    </a:lnTo>
                    <a:lnTo>
                      <a:pt x="1240037" y="0"/>
                    </a:lnTo>
                    <a:cubicBezTo>
                      <a:pt x="1290626" y="0"/>
                      <a:pt x="1290626" y="0"/>
                      <a:pt x="1290626" y="0"/>
                    </a:cubicBezTo>
                    <a:lnTo>
                      <a:pt x="1324496" y="0"/>
                    </a:lnTo>
                    <a:lnTo>
                      <a:pt x="1332348" y="0"/>
                    </a:lnTo>
                    <a:lnTo>
                      <a:pt x="1335428" y="0"/>
                    </a:lnTo>
                    <a:lnTo>
                      <a:pt x="1411793" y="0"/>
                    </a:lnTo>
                    <a:lnTo>
                      <a:pt x="1454182" y="0"/>
                    </a:lnTo>
                    <a:lnTo>
                      <a:pt x="1470312" y="0"/>
                    </a:lnTo>
                    <a:lnTo>
                      <a:pt x="1487183" y="0"/>
                    </a:lnTo>
                    <a:lnTo>
                      <a:pt x="1497552" y="0"/>
                    </a:lnTo>
                    <a:lnTo>
                      <a:pt x="1505806" y="0"/>
                    </a:lnTo>
                    <a:lnTo>
                      <a:pt x="1528471" y="0"/>
                    </a:lnTo>
                    <a:lnTo>
                      <a:pt x="1531708" y="0"/>
                    </a:lnTo>
                    <a:lnTo>
                      <a:pt x="1540992" y="0"/>
                    </a:lnTo>
                    <a:lnTo>
                      <a:pt x="1541479" y="0"/>
                    </a:lnTo>
                    <a:lnTo>
                      <a:pt x="1599998" y="0"/>
                    </a:lnTo>
                    <a:lnTo>
                      <a:pt x="1619386" y="0"/>
                    </a:lnTo>
                    <a:lnTo>
                      <a:pt x="1635492" y="0"/>
                    </a:lnTo>
                    <a:lnTo>
                      <a:pt x="1649308" y="0"/>
                    </a:lnTo>
                    <a:lnTo>
                      <a:pt x="1653720" y="0"/>
                    </a:lnTo>
                    <a:lnTo>
                      <a:pt x="1661394" y="0"/>
                    </a:lnTo>
                    <a:lnTo>
                      <a:pt x="1687782" y="0"/>
                    </a:lnTo>
                    <a:lnTo>
                      <a:pt x="1703116" y="0"/>
                    </a:lnTo>
                    <a:lnTo>
                      <a:pt x="1739181" y="0"/>
                    </a:lnTo>
                    <a:lnTo>
                      <a:pt x="1771141" y="0"/>
                    </a:lnTo>
                    <a:lnTo>
                      <a:pt x="1800697" y="0"/>
                    </a:lnTo>
                    <a:lnTo>
                      <a:pt x="1811727" y="0"/>
                    </a:lnTo>
                    <a:lnTo>
                      <a:pt x="1823361" y="0"/>
                    </a:lnTo>
                    <a:lnTo>
                      <a:pt x="1826599" y="0"/>
                    </a:lnTo>
                    <a:lnTo>
                      <a:pt x="1857951" y="0"/>
                    </a:lnTo>
                    <a:lnTo>
                      <a:pt x="1858439" y="0"/>
                    </a:lnTo>
                    <a:lnTo>
                      <a:pt x="1859676" y="0"/>
                    </a:lnTo>
                    <a:lnTo>
                      <a:pt x="1893346" y="0"/>
                    </a:lnTo>
                    <a:lnTo>
                      <a:pt x="1927765" y="0"/>
                    </a:lnTo>
                    <a:lnTo>
                      <a:pt x="1963365" y="0"/>
                    </a:lnTo>
                    <a:lnTo>
                      <a:pt x="1978354" y="0"/>
                    </a:lnTo>
                    <a:lnTo>
                      <a:pt x="1991032" y="0"/>
                    </a:lnTo>
                    <a:lnTo>
                      <a:pt x="2020076" y="0"/>
                    </a:lnTo>
                    <a:lnTo>
                      <a:pt x="2021800" y="0"/>
                    </a:lnTo>
                    <a:lnTo>
                      <a:pt x="2027021" y="0"/>
                    </a:lnTo>
                    <a:cubicBezTo>
                      <a:pt x="2032162" y="0"/>
                      <a:pt x="2032162" y="0"/>
                      <a:pt x="2032162" y="0"/>
                    </a:cubicBezTo>
                    <a:lnTo>
                      <a:pt x="2141909" y="0"/>
                    </a:lnTo>
                    <a:lnTo>
                      <a:pt x="2143633" y="0"/>
                    </a:lnTo>
                    <a:lnTo>
                      <a:pt x="2178359" y="0"/>
                    </a:lnTo>
                    <a:lnTo>
                      <a:pt x="2228719" y="0"/>
                    </a:lnTo>
                    <a:lnTo>
                      <a:pt x="2229207" y="0"/>
                    </a:lnTo>
                    <a:lnTo>
                      <a:pt x="2230931" y="0"/>
                    </a:lnTo>
                    <a:lnTo>
                      <a:pt x="2287725" y="0"/>
                    </a:lnTo>
                    <a:lnTo>
                      <a:pt x="2289450" y="0"/>
                    </a:lnTo>
                    <a:lnTo>
                      <a:pt x="2323220" y="0"/>
                    </a:lnTo>
                    <a:lnTo>
                      <a:pt x="2324944" y="0"/>
                    </a:lnTo>
                    <a:lnTo>
                      <a:pt x="2340483" y="0"/>
                    </a:lnTo>
                    <a:lnTo>
                      <a:pt x="2341447" y="0"/>
                    </a:lnTo>
                    <a:lnTo>
                      <a:pt x="2343172" y="0"/>
                    </a:lnTo>
                    <a:lnTo>
                      <a:pt x="2349122" y="0"/>
                    </a:lnTo>
                    <a:lnTo>
                      <a:pt x="2350846" y="0"/>
                    </a:lnTo>
                    <a:lnTo>
                      <a:pt x="2390844" y="0"/>
                    </a:lnTo>
                    <a:lnTo>
                      <a:pt x="2462317" y="0"/>
                    </a:lnTo>
                    <a:lnTo>
                      <a:pt x="2499455" y="0"/>
                    </a:lnTo>
                    <a:lnTo>
                      <a:pt x="2530713" y="0"/>
                    </a:lnTo>
                    <a:lnTo>
                      <a:pt x="2547403" y="0"/>
                    </a:lnTo>
                    <a:lnTo>
                      <a:pt x="2549127" y="0"/>
                    </a:lnTo>
                    <a:lnTo>
                      <a:pt x="2581074" y="0"/>
                    </a:lnTo>
                    <a:lnTo>
                      <a:pt x="2582112" y="0"/>
                    </a:lnTo>
                    <a:cubicBezTo>
                      <a:pt x="2669530" y="0"/>
                      <a:pt x="2669530" y="0"/>
                      <a:pt x="2669530" y="0"/>
                    </a:cubicBezTo>
                    <a:lnTo>
                      <a:pt x="2678759" y="0"/>
                    </a:lnTo>
                    <a:lnTo>
                      <a:pt x="2709527" y="0"/>
                    </a:lnTo>
                    <a:lnTo>
                      <a:pt x="2711252" y="0"/>
                    </a:lnTo>
                    <a:lnTo>
                      <a:pt x="2714748" y="0"/>
                    </a:lnTo>
                    <a:lnTo>
                      <a:pt x="2719890" y="0"/>
                    </a:lnTo>
                    <a:lnTo>
                      <a:pt x="2831360" y="0"/>
                    </a:lnTo>
                    <a:lnTo>
                      <a:pt x="2833086" y="0"/>
                    </a:lnTo>
                    <a:lnTo>
                      <a:pt x="2866087" y="0"/>
                    </a:lnTo>
                    <a:lnTo>
                      <a:pt x="2918659" y="0"/>
                    </a:lnTo>
                    <a:lnTo>
                      <a:pt x="2919896" y="0"/>
                    </a:lnTo>
                    <a:lnTo>
                      <a:pt x="2920383" y="0"/>
                    </a:lnTo>
                    <a:lnTo>
                      <a:pt x="2977177" y="0"/>
                    </a:lnTo>
                    <a:lnTo>
                      <a:pt x="2978902" y="0"/>
                    </a:lnTo>
                    <a:lnTo>
                      <a:pt x="3012671" y="0"/>
                    </a:lnTo>
                    <a:lnTo>
                      <a:pt x="3014397" y="0"/>
                    </a:lnTo>
                    <a:lnTo>
                      <a:pt x="3028211" y="0"/>
                    </a:lnTo>
                    <a:lnTo>
                      <a:pt x="3030899" y="0"/>
                    </a:lnTo>
                    <a:lnTo>
                      <a:pt x="3032624" y="0"/>
                    </a:lnTo>
                    <a:lnTo>
                      <a:pt x="3038573" y="0"/>
                    </a:lnTo>
                    <a:lnTo>
                      <a:pt x="3040298" y="0"/>
                    </a:lnTo>
                    <a:lnTo>
                      <a:pt x="3082021" y="0"/>
                    </a:lnTo>
                    <a:lnTo>
                      <a:pt x="3150044" y="0"/>
                    </a:lnTo>
                    <a:lnTo>
                      <a:pt x="3218441" y="0"/>
                    </a:lnTo>
                    <a:lnTo>
                      <a:pt x="3236855" y="0"/>
                    </a:lnTo>
                    <a:lnTo>
                      <a:pt x="3269839" y="0"/>
                    </a:lnTo>
                    <a:lnTo>
                      <a:pt x="3272250" y="0"/>
                    </a:lnTo>
                    <a:lnTo>
                      <a:pt x="3320378" y="0"/>
                    </a:lnTo>
                    <a:lnTo>
                      <a:pt x="3346330" y="0"/>
                    </a:lnTo>
                    <a:lnTo>
                      <a:pt x="3357257" y="0"/>
                    </a:lnTo>
                    <a:lnTo>
                      <a:pt x="3369936" y="0"/>
                    </a:lnTo>
                    <a:lnTo>
                      <a:pt x="3398980" y="0"/>
                    </a:lnTo>
                    <a:lnTo>
                      <a:pt x="3405925" y="0"/>
                    </a:lnTo>
                    <a:cubicBezTo>
                      <a:pt x="3411066" y="0"/>
                      <a:pt x="3411066" y="0"/>
                      <a:pt x="3411066" y="0"/>
                    </a:cubicBezTo>
                    <a:lnTo>
                      <a:pt x="3520813" y="0"/>
                    </a:lnTo>
                    <a:lnTo>
                      <a:pt x="3607623" y="0"/>
                    </a:lnTo>
                    <a:lnTo>
                      <a:pt x="3608111" y="0"/>
                    </a:lnTo>
                    <a:lnTo>
                      <a:pt x="3666629" y="0"/>
                    </a:lnTo>
                    <a:lnTo>
                      <a:pt x="3702124" y="0"/>
                    </a:lnTo>
                    <a:lnTo>
                      <a:pt x="3720351" y="0"/>
                    </a:lnTo>
                    <a:lnTo>
                      <a:pt x="3728025" y="0"/>
                    </a:lnTo>
                    <a:lnTo>
                      <a:pt x="3769748" y="0"/>
                    </a:lnTo>
                    <a:cubicBezTo>
                      <a:pt x="4098793" y="0"/>
                      <a:pt x="4098793" y="0"/>
                      <a:pt x="4098793" y="0"/>
                    </a:cubicBezTo>
                    <a:cubicBezTo>
                      <a:pt x="4133877" y="0"/>
                      <a:pt x="4175977" y="24572"/>
                      <a:pt x="4193519" y="54408"/>
                    </a:cubicBezTo>
                    <a:cubicBezTo>
                      <a:pt x="4439104" y="480025"/>
                      <a:pt x="4439104" y="480025"/>
                      <a:pt x="4439104" y="480025"/>
                    </a:cubicBezTo>
                    <a:cubicBezTo>
                      <a:pt x="4456646" y="509862"/>
                      <a:pt x="4456646" y="559005"/>
                      <a:pt x="4439104" y="588843"/>
                    </a:cubicBezTo>
                    <a:cubicBezTo>
                      <a:pt x="4193519" y="1014459"/>
                      <a:pt x="4193519" y="1014459"/>
                      <a:pt x="4193519" y="1014459"/>
                    </a:cubicBezTo>
                    <a:cubicBezTo>
                      <a:pt x="4175977" y="1044295"/>
                      <a:pt x="4133877" y="1068867"/>
                      <a:pt x="4098793" y="1068867"/>
                    </a:cubicBezTo>
                    <a:lnTo>
                      <a:pt x="3728025" y="1068867"/>
                    </a:lnTo>
                    <a:lnTo>
                      <a:pt x="3607623" y="1068867"/>
                    </a:lnTo>
                    <a:lnTo>
                      <a:pt x="3411066" y="1068867"/>
                    </a:lnTo>
                    <a:lnTo>
                      <a:pt x="3357257" y="1068867"/>
                    </a:lnTo>
                    <a:lnTo>
                      <a:pt x="3236855" y="1068867"/>
                    </a:lnTo>
                    <a:lnTo>
                      <a:pt x="3040298" y="1068867"/>
                    </a:lnTo>
                    <a:lnTo>
                      <a:pt x="3038573" y="1068867"/>
                    </a:lnTo>
                    <a:lnTo>
                      <a:pt x="2919896" y="1068867"/>
                    </a:lnTo>
                    <a:lnTo>
                      <a:pt x="2866087" y="1068867"/>
                    </a:lnTo>
                    <a:lnTo>
                      <a:pt x="2719890" y="1068867"/>
                    </a:lnTo>
                    <a:lnTo>
                      <a:pt x="2669530" y="1068867"/>
                    </a:lnTo>
                    <a:lnTo>
                      <a:pt x="2549127" y="1068867"/>
                    </a:lnTo>
                    <a:lnTo>
                      <a:pt x="2547403" y="1068867"/>
                    </a:lnTo>
                    <a:lnTo>
                      <a:pt x="2350846" y="1068867"/>
                    </a:lnTo>
                    <a:lnTo>
                      <a:pt x="2349122" y="1068867"/>
                    </a:lnTo>
                    <a:lnTo>
                      <a:pt x="2228719" y="1068867"/>
                    </a:lnTo>
                    <a:lnTo>
                      <a:pt x="2178359" y="1068867"/>
                    </a:lnTo>
                    <a:lnTo>
                      <a:pt x="2032162" y="1068867"/>
                    </a:lnTo>
                    <a:lnTo>
                      <a:pt x="1978354" y="1068867"/>
                    </a:lnTo>
                    <a:lnTo>
                      <a:pt x="1859676" y="1068867"/>
                    </a:lnTo>
                    <a:lnTo>
                      <a:pt x="1857951" y="1068867"/>
                    </a:lnTo>
                    <a:lnTo>
                      <a:pt x="1826599" y="1068867"/>
                    </a:lnTo>
                    <a:lnTo>
                      <a:pt x="1661394" y="1068867"/>
                    </a:lnTo>
                    <a:lnTo>
                      <a:pt x="1540992" y="1068867"/>
                    </a:lnTo>
                    <a:lnTo>
                      <a:pt x="1531708" y="1068867"/>
                    </a:lnTo>
                    <a:lnTo>
                      <a:pt x="1487183" y="1068867"/>
                    </a:lnTo>
                    <a:lnTo>
                      <a:pt x="1335428" y="1068867"/>
                    </a:lnTo>
                    <a:lnTo>
                      <a:pt x="1290626" y="1068867"/>
                    </a:lnTo>
                    <a:lnTo>
                      <a:pt x="1170224" y="1068867"/>
                    </a:lnTo>
                    <a:lnTo>
                      <a:pt x="1138871" y="1068867"/>
                    </a:lnTo>
                    <a:lnTo>
                      <a:pt x="1040537" y="1068867"/>
                    </a:lnTo>
                    <a:lnTo>
                      <a:pt x="843980" y="1068867"/>
                    </a:lnTo>
                    <a:lnTo>
                      <a:pt x="799455" y="1068867"/>
                    </a:lnTo>
                    <a:lnTo>
                      <a:pt x="647700" y="1068867"/>
                    </a:lnTo>
                    <a:lnTo>
                      <a:pt x="352810" y="1068867"/>
                    </a:lnTo>
                    <a:cubicBezTo>
                      <a:pt x="318603" y="1068867"/>
                      <a:pt x="275626" y="1044295"/>
                      <a:pt x="258084" y="1014459"/>
                    </a:cubicBezTo>
                    <a:cubicBezTo>
                      <a:pt x="12498" y="588843"/>
                      <a:pt x="12498" y="588843"/>
                      <a:pt x="12498" y="588843"/>
                    </a:cubicBezTo>
                    <a:cubicBezTo>
                      <a:pt x="-4166" y="559005"/>
                      <a:pt x="-4166" y="509862"/>
                      <a:pt x="12498" y="480025"/>
                    </a:cubicBezTo>
                    <a:cubicBezTo>
                      <a:pt x="258084" y="54408"/>
                      <a:pt x="258084" y="54408"/>
                      <a:pt x="258084" y="54408"/>
                    </a:cubicBezTo>
                    <a:cubicBezTo>
                      <a:pt x="275626" y="24572"/>
                      <a:pt x="318603" y="0"/>
                      <a:pt x="35281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5000"/>
                    </a:sysClr>
                  </a:gs>
                  <a:gs pos="0">
                    <a:srgbClr val="D3D3D3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7" name="10">
                <a:extLst>
                  <a:ext uri="{FF2B5EF4-FFF2-40B4-BE49-F238E27FC236}">
                    <a16:creationId xmlns:a16="http://schemas.microsoft.com/office/drawing/2014/main" id="{A9B649E0-ED7A-2D85-B7D1-4BA96C7D7CC7}"/>
                  </a:ext>
                </a:extLst>
              </p:cNvPr>
              <p:cNvSpPr/>
              <p:nvPr/>
            </p:nvSpPr>
            <p:spPr bwMode="auto">
              <a:xfrm>
                <a:off x="1223943" y="3440827"/>
                <a:ext cx="3861240" cy="775139"/>
              </a:xfrm>
              <a:custGeom>
                <a:avLst/>
                <a:gdLst>
                  <a:gd name="connsiteX0" fmla="*/ 305125 w 4603109"/>
                  <a:gd name="connsiteY0" fmla="*/ 0 h 924402"/>
                  <a:gd name="connsiteX1" fmla="*/ 432894 w 4603109"/>
                  <a:gd name="connsiteY1" fmla="*/ 0 h 924402"/>
                  <a:gd name="connsiteX2" fmla="*/ 445336 w 4603109"/>
                  <a:gd name="connsiteY2" fmla="*/ 0 h 924402"/>
                  <a:gd name="connsiteX3" fmla="*/ 550703 w 4603109"/>
                  <a:gd name="connsiteY3" fmla="*/ 0 h 924402"/>
                  <a:gd name="connsiteX4" fmla="*/ 560158 w 4603109"/>
                  <a:gd name="connsiteY4" fmla="*/ 0 h 924402"/>
                  <a:gd name="connsiteX5" fmla="*/ 573105 w 4603109"/>
                  <a:gd name="connsiteY5" fmla="*/ 0 h 924402"/>
                  <a:gd name="connsiteX6" fmla="*/ 626202 w 4603109"/>
                  <a:gd name="connsiteY6" fmla="*/ 0 h 924402"/>
                  <a:gd name="connsiteX7" fmla="*/ 676811 w 4603109"/>
                  <a:gd name="connsiteY7" fmla="*/ 0 h 924402"/>
                  <a:gd name="connsiteX8" fmla="*/ 678472 w 4603109"/>
                  <a:gd name="connsiteY8" fmla="*/ 0 h 924402"/>
                  <a:gd name="connsiteX9" fmla="*/ 687927 w 4603109"/>
                  <a:gd name="connsiteY9" fmla="*/ 0 h 924402"/>
                  <a:gd name="connsiteX10" fmla="*/ 691402 w 4603109"/>
                  <a:gd name="connsiteY10" fmla="*/ 0 h 924402"/>
                  <a:gd name="connsiteX11" fmla="*/ 700371 w 4603109"/>
                  <a:gd name="connsiteY11" fmla="*/ 0 h 924402"/>
                  <a:gd name="connsiteX12" fmla="*/ 707508 w 4603109"/>
                  <a:gd name="connsiteY12" fmla="*/ 0 h 924402"/>
                  <a:gd name="connsiteX13" fmla="*/ 729909 w 4603109"/>
                  <a:gd name="connsiteY13" fmla="*/ 0 h 924402"/>
                  <a:gd name="connsiteX14" fmla="*/ 753971 w 4603109"/>
                  <a:gd name="connsiteY14" fmla="*/ 0 h 924402"/>
                  <a:gd name="connsiteX15" fmla="*/ 804580 w 4603109"/>
                  <a:gd name="connsiteY15" fmla="*/ 0 h 924402"/>
                  <a:gd name="connsiteX16" fmla="*/ 805737 w 4603109"/>
                  <a:gd name="connsiteY16" fmla="*/ 0 h 924402"/>
                  <a:gd name="connsiteX17" fmla="*/ 819171 w 4603109"/>
                  <a:gd name="connsiteY17" fmla="*/ 0 h 924402"/>
                  <a:gd name="connsiteX18" fmla="*/ 828140 w 4603109"/>
                  <a:gd name="connsiteY18" fmla="*/ 0 h 924402"/>
                  <a:gd name="connsiteX19" fmla="*/ 831615 w 4603109"/>
                  <a:gd name="connsiteY19" fmla="*/ 0 h 924402"/>
                  <a:gd name="connsiteX20" fmla="*/ 835277 w 4603109"/>
                  <a:gd name="connsiteY20" fmla="*/ 0 h 924402"/>
                  <a:gd name="connsiteX21" fmla="*/ 857678 w 4603109"/>
                  <a:gd name="connsiteY21" fmla="*/ 0 h 924402"/>
                  <a:gd name="connsiteX22" fmla="*/ 864889 w 4603109"/>
                  <a:gd name="connsiteY22" fmla="*/ 0 h 924402"/>
                  <a:gd name="connsiteX23" fmla="*/ 899900 w 4603109"/>
                  <a:gd name="connsiteY23" fmla="*/ 0 h 924402"/>
                  <a:gd name="connsiteX24" fmla="*/ 909341 w 4603109"/>
                  <a:gd name="connsiteY24" fmla="*/ 0 h 924402"/>
                  <a:gd name="connsiteX25" fmla="*/ 929965 w 4603109"/>
                  <a:gd name="connsiteY25" fmla="*/ 0 h 924402"/>
                  <a:gd name="connsiteX26" fmla="*/ 933506 w 4603109"/>
                  <a:gd name="connsiteY26" fmla="*/ 0 h 924402"/>
                  <a:gd name="connsiteX27" fmla="*/ 936982 w 4603109"/>
                  <a:gd name="connsiteY27" fmla="*/ 0 h 924402"/>
                  <a:gd name="connsiteX28" fmla="*/ 959384 w 4603109"/>
                  <a:gd name="connsiteY28" fmla="*/ 0 h 924402"/>
                  <a:gd name="connsiteX29" fmla="*/ 962542 w 4603109"/>
                  <a:gd name="connsiteY29" fmla="*/ 0 h 924402"/>
                  <a:gd name="connsiteX30" fmla="*/ 984943 w 4603109"/>
                  <a:gd name="connsiteY30" fmla="*/ 0 h 924402"/>
                  <a:gd name="connsiteX31" fmla="*/ 992658 w 4603109"/>
                  <a:gd name="connsiteY31" fmla="*/ 0 h 924402"/>
                  <a:gd name="connsiteX32" fmla="*/ 1012059 w 4603109"/>
                  <a:gd name="connsiteY32" fmla="*/ 0 h 924402"/>
                  <a:gd name="connsiteX33" fmla="*/ 1012480 w 4603109"/>
                  <a:gd name="connsiteY33" fmla="*/ 0 h 924402"/>
                  <a:gd name="connsiteX34" fmla="*/ 1027669 w 4603109"/>
                  <a:gd name="connsiteY34" fmla="*/ 0 h 924402"/>
                  <a:gd name="connsiteX35" fmla="*/ 1037110 w 4603109"/>
                  <a:gd name="connsiteY35" fmla="*/ 0 h 924402"/>
                  <a:gd name="connsiteX36" fmla="*/ 1040112 w 4603109"/>
                  <a:gd name="connsiteY36" fmla="*/ 0 h 924402"/>
                  <a:gd name="connsiteX37" fmla="*/ 1057734 w 4603109"/>
                  <a:gd name="connsiteY37" fmla="*/ 0 h 924402"/>
                  <a:gd name="connsiteX38" fmla="*/ 1064751 w 4603109"/>
                  <a:gd name="connsiteY38" fmla="*/ 0 h 924402"/>
                  <a:gd name="connsiteX39" fmla="*/ 1070177 w 4603109"/>
                  <a:gd name="connsiteY39" fmla="*/ 0 h 924402"/>
                  <a:gd name="connsiteX40" fmla="*/ 1072436 w 4603109"/>
                  <a:gd name="connsiteY40" fmla="*/ 0 h 924402"/>
                  <a:gd name="connsiteX41" fmla="*/ 1090311 w 4603109"/>
                  <a:gd name="connsiteY41" fmla="*/ 0 h 924402"/>
                  <a:gd name="connsiteX42" fmla="*/ 1110718 w 4603109"/>
                  <a:gd name="connsiteY42" fmla="*/ 0 h 924402"/>
                  <a:gd name="connsiteX43" fmla="*/ 1112712 w 4603109"/>
                  <a:gd name="connsiteY43" fmla="*/ 0 h 924402"/>
                  <a:gd name="connsiteX44" fmla="*/ 1116187 w 4603109"/>
                  <a:gd name="connsiteY44" fmla="*/ 0 h 924402"/>
                  <a:gd name="connsiteX45" fmla="*/ 1139828 w 4603109"/>
                  <a:gd name="connsiteY45" fmla="*/ 0 h 924402"/>
                  <a:gd name="connsiteX46" fmla="*/ 1140249 w 4603109"/>
                  <a:gd name="connsiteY46" fmla="*/ 0 h 924402"/>
                  <a:gd name="connsiteX47" fmla="*/ 1145480 w 4603109"/>
                  <a:gd name="connsiteY47" fmla="*/ 0 h 924402"/>
                  <a:gd name="connsiteX48" fmla="*/ 1152270 w 4603109"/>
                  <a:gd name="connsiteY48" fmla="*/ 0 h 924402"/>
                  <a:gd name="connsiteX49" fmla="*/ 1154934 w 4603109"/>
                  <a:gd name="connsiteY49" fmla="*/ 0 h 924402"/>
                  <a:gd name="connsiteX50" fmla="*/ 1167881 w 4603109"/>
                  <a:gd name="connsiteY50" fmla="*/ 0 h 924402"/>
                  <a:gd name="connsiteX51" fmla="*/ 1175544 w 4603109"/>
                  <a:gd name="connsiteY51" fmla="*/ 0 h 924402"/>
                  <a:gd name="connsiteX52" fmla="*/ 1184998 w 4603109"/>
                  <a:gd name="connsiteY52" fmla="*/ 0 h 924402"/>
                  <a:gd name="connsiteX53" fmla="*/ 1197946 w 4603109"/>
                  <a:gd name="connsiteY53" fmla="*/ 0 h 924402"/>
                  <a:gd name="connsiteX54" fmla="*/ 1200205 w 4603109"/>
                  <a:gd name="connsiteY54" fmla="*/ 0 h 924402"/>
                  <a:gd name="connsiteX55" fmla="*/ 1220978 w 4603109"/>
                  <a:gd name="connsiteY55" fmla="*/ 0 h 924402"/>
                  <a:gd name="connsiteX56" fmla="*/ 1238487 w 4603109"/>
                  <a:gd name="connsiteY56" fmla="*/ 0 h 924402"/>
                  <a:gd name="connsiteX57" fmla="*/ 1243956 w 4603109"/>
                  <a:gd name="connsiteY57" fmla="*/ 0 h 924402"/>
                  <a:gd name="connsiteX58" fmla="*/ 1251042 w 4603109"/>
                  <a:gd name="connsiteY58" fmla="*/ 0 h 924402"/>
                  <a:gd name="connsiteX59" fmla="*/ 1257637 w 4603109"/>
                  <a:gd name="connsiteY59" fmla="*/ 0 h 924402"/>
                  <a:gd name="connsiteX60" fmla="*/ 1271587 w 4603109"/>
                  <a:gd name="connsiteY60" fmla="*/ 0 h 924402"/>
                  <a:gd name="connsiteX61" fmla="*/ 1273249 w 4603109"/>
                  <a:gd name="connsiteY61" fmla="*/ 0 h 924402"/>
                  <a:gd name="connsiteX62" fmla="*/ 1280039 w 4603109"/>
                  <a:gd name="connsiteY62" fmla="*/ 0 h 924402"/>
                  <a:gd name="connsiteX63" fmla="*/ 1282703 w 4603109"/>
                  <a:gd name="connsiteY63" fmla="*/ 0 h 924402"/>
                  <a:gd name="connsiteX64" fmla="*/ 1286178 w 4603109"/>
                  <a:gd name="connsiteY64" fmla="*/ 0 h 924402"/>
                  <a:gd name="connsiteX65" fmla="*/ 1295146 w 4603109"/>
                  <a:gd name="connsiteY65" fmla="*/ 0 h 924402"/>
                  <a:gd name="connsiteX66" fmla="*/ 1301651 w 4603109"/>
                  <a:gd name="connsiteY66" fmla="*/ 0 h 924402"/>
                  <a:gd name="connsiteX67" fmla="*/ 1302284 w 4603109"/>
                  <a:gd name="connsiteY67" fmla="*/ 0 h 924402"/>
                  <a:gd name="connsiteX68" fmla="*/ 1303313 w 4603109"/>
                  <a:gd name="connsiteY68" fmla="*/ 0 h 924402"/>
                  <a:gd name="connsiteX69" fmla="*/ 1312767 w 4603109"/>
                  <a:gd name="connsiteY69" fmla="*/ 0 h 924402"/>
                  <a:gd name="connsiteX70" fmla="*/ 1316242 w 4603109"/>
                  <a:gd name="connsiteY70" fmla="*/ 0 h 924402"/>
                  <a:gd name="connsiteX71" fmla="*/ 1321886 w 4603109"/>
                  <a:gd name="connsiteY71" fmla="*/ 0 h 924402"/>
                  <a:gd name="connsiteX72" fmla="*/ 1324685 w 4603109"/>
                  <a:gd name="connsiteY72" fmla="*/ 0 h 924402"/>
                  <a:gd name="connsiteX73" fmla="*/ 1325211 w 4603109"/>
                  <a:gd name="connsiteY73" fmla="*/ 0 h 924402"/>
                  <a:gd name="connsiteX74" fmla="*/ 1332348 w 4603109"/>
                  <a:gd name="connsiteY74" fmla="*/ 0 h 924402"/>
                  <a:gd name="connsiteX75" fmla="*/ 1332714 w 4603109"/>
                  <a:gd name="connsiteY75" fmla="*/ 0 h 924402"/>
                  <a:gd name="connsiteX76" fmla="*/ 1333135 w 4603109"/>
                  <a:gd name="connsiteY76" fmla="*/ 0 h 924402"/>
                  <a:gd name="connsiteX77" fmla="*/ 1348747 w 4603109"/>
                  <a:gd name="connsiteY77" fmla="*/ 0 h 924402"/>
                  <a:gd name="connsiteX78" fmla="*/ 1354749 w 4603109"/>
                  <a:gd name="connsiteY78" fmla="*/ 0 h 924402"/>
                  <a:gd name="connsiteX79" fmla="*/ 1378811 w 4603109"/>
                  <a:gd name="connsiteY79" fmla="*/ 0 h 924402"/>
                  <a:gd name="connsiteX80" fmla="*/ 1383745 w 4603109"/>
                  <a:gd name="connsiteY80" fmla="*/ 0 h 924402"/>
                  <a:gd name="connsiteX81" fmla="*/ 1385406 w 4603109"/>
                  <a:gd name="connsiteY81" fmla="*/ 0 h 924402"/>
                  <a:gd name="connsiteX82" fmla="*/ 1399356 w 4603109"/>
                  <a:gd name="connsiteY82" fmla="*/ 0 h 924402"/>
                  <a:gd name="connsiteX83" fmla="*/ 1400513 w 4603109"/>
                  <a:gd name="connsiteY83" fmla="*/ 0 h 924402"/>
                  <a:gd name="connsiteX84" fmla="*/ 1413947 w 4603109"/>
                  <a:gd name="connsiteY84" fmla="*/ 0 h 924402"/>
                  <a:gd name="connsiteX85" fmla="*/ 1414442 w 4603109"/>
                  <a:gd name="connsiteY85" fmla="*/ 0 h 924402"/>
                  <a:gd name="connsiteX86" fmla="*/ 1422915 w 4603109"/>
                  <a:gd name="connsiteY86" fmla="*/ 0 h 924402"/>
                  <a:gd name="connsiteX87" fmla="*/ 1426390 w 4603109"/>
                  <a:gd name="connsiteY87" fmla="*/ 0 h 924402"/>
                  <a:gd name="connsiteX88" fmla="*/ 1429420 w 4603109"/>
                  <a:gd name="connsiteY88" fmla="*/ 0 h 924402"/>
                  <a:gd name="connsiteX89" fmla="*/ 1430053 w 4603109"/>
                  <a:gd name="connsiteY89" fmla="*/ 0 h 924402"/>
                  <a:gd name="connsiteX90" fmla="*/ 1430206 w 4603109"/>
                  <a:gd name="connsiteY90" fmla="*/ 0 h 924402"/>
                  <a:gd name="connsiteX91" fmla="*/ 1430577 w 4603109"/>
                  <a:gd name="connsiteY91" fmla="*/ 0 h 924402"/>
                  <a:gd name="connsiteX92" fmla="*/ 1436843 w 4603109"/>
                  <a:gd name="connsiteY92" fmla="*/ 0 h 924402"/>
                  <a:gd name="connsiteX93" fmla="*/ 1444011 w 4603109"/>
                  <a:gd name="connsiteY93" fmla="*/ 0 h 924402"/>
                  <a:gd name="connsiteX94" fmla="*/ 1449655 w 4603109"/>
                  <a:gd name="connsiteY94" fmla="*/ 0 h 924402"/>
                  <a:gd name="connsiteX95" fmla="*/ 1452454 w 4603109"/>
                  <a:gd name="connsiteY95" fmla="*/ 0 h 924402"/>
                  <a:gd name="connsiteX96" fmla="*/ 1452980 w 4603109"/>
                  <a:gd name="connsiteY96" fmla="*/ 0 h 924402"/>
                  <a:gd name="connsiteX97" fmla="*/ 1456455 w 4603109"/>
                  <a:gd name="connsiteY97" fmla="*/ 0 h 924402"/>
                  <a:gd name="connsiteX98" fmla="*/ 1459664 w 4603109"/>
                  <a:gd name="connsiteY98" fmla="*/ 0 h 924402"/>
                  <a:gd name="connsiteX99" fmla="*/ 1460117 w 4603109"/>
                  <a:gd name="connsiteY99" fmla="*/ 0 h 924402"/>
                  <a:gd name="connsiteX100" fmla="*/ 1460483 w 4603109"/>
                  <a:gd name="connsiteY100" fmla="*/ 0 h 924402"/>
                  <a:gd name="connsiteX101" fmla="*/ 1460904 w 4603109"/>
                  <a:gd name="connsiteY101" fmla="*/ 0 h 924402"/>
                  <a:gd name="connsiteX102" fmla="*/ 1472926 w 4603109"/>
                  <a:gd name="connsiteY102" fmla="*/ 0 h 924402"/>
                  <a:gd name="connsiteX103" fmla="*/ 1482518 w 4603109"/>
                  <a:gd name="connsiteY103" fmla="*/ 0 h 924402"/>
                  <a:gd name="connsiteX104" fmla="*/ 1489729 w 4603109"/>
                  <a:gd name="connsiteY104" fmla="*/ 0 h 924402"/>
                  <a:gd name="connsiteX105" fmla="*/ 1504116 w 4603109"/>
                  <a:gd name="connsiteY105" fmla="*/ 0 h 924402"/>
                  <a:gd name="connsiteX106" fmla="*/ 1511514 w 4603109"/>
                  <a:gd name="connsiteY106" fmla="*/ 0 h 924402"/>
                  <a:gd name="connsiteX107" fmla="*/ 1524740 w 4603109"/>
                  <a:gd name="connsiteY107" fmla="*/ 0 h 924402"/>
                  <a:gd name="connsiteX108" fmla="*/ 1528282 w 4603109"/>
                  <a:gd name="connsiteY108" fmla="*/ 0 h 924402"/>
                  <a:gd name="connsiteX109" fmla="*/ 1531757 w 4603109"/>
                  <a:gd name="connsiteY109" fmla="*/ 0 h 924402"/>
                  <a:gd name="connsiteX110" fmla="*/ 1534181 w 4603109"/>
                  <a:gd name="connsiteY110" fmla="*/ 0 h 924402"/>
                  <a:gd name="connsiteX111" fmla="*/ 1542211 w 4603109"/>
                  <a:gd name="connsiteY111" fmla="*/ 0 h 924402"/>
                  <a:gd name="connsiteX112" fmla="*/ 1554159 w 4603109"/>
                  <a:gd name="connsiteY112" fmla="*/ 0 h 924402"/>
                  <a:gd name="connsiteX113" fmla="*/ 1557318 w 4603109"/>
                  <a:gd name="connsiteY113" fmla="*/ 0 h 924402"/>
                  <a:gd name="connsiteX114" fmla="*/ 1557975 w 4603109"/>
                  <a:gd name="connsiteY114" fmla="*/ 0 h 924402"/>
                  <a:gd name="connsiteX115" fmla="*/ 1558346 w 4603109"/>
                  <a:gd name="connsiteY115" fmla="*/ 0 h 924402"/>
                  <a:gd name="connsiteX116" fmla="*/ 1561822 w 4603109"/>
                  <a:gd name="connsiteY116" fmla="*/ 0 h 924402"/>
                  <a:gd name="connsiteX117" fmla="*/ 1564612 w 4603109"/>
                  <a:gd name="connsiteY117" fmla="*/ 0 h 924402"/>
                  <a:gd name="connsiteX118" fmla="*/ 1566857 w 4603109"/>
                  <a:gd name="connsiteY118" fmla="*/ 0 h 924402"/>
                  <a:gd name="connsiteX119" fmla="*/ 1576919 w 4603109"/>
                  <a:gd name="connsiteY119" fmla="*/ 0 h 924402"/>
                  <a:gd name="connsiteX120" fmla="*/ 1579719 w 4603109"/>
                  <a:gd name="connsiteY120" fmla="*/ 0 h 924402"/>
                  <a:gd name="connsiteX121" fmla="*/ 1584224 w 4603109"/>
                  <a:gd name="connsiteY121" fmla="*/ 0 h 924402"/>
                  <a:gd name="connsiteX122" fmla="*/ 1587382 w 4603109"/>
                  <a:gd name="connsiteY122" fmla="*/ 0 h 924402"/>
                  <a:gd name="connsiteX123" fmla="*/ 1587433 w 4603109"/>
                  <a:gd name="connsiteY123" fmla="*/ 0 h 924402"/>
                  <a:gd name="connsiteX124" fmla="*/ 1600695 w 4603109"/>
                  <a:gd name="connsiteY124" fmla="*/ 0 h 924402"/>
                  <a:gd name="connsiteX125" fmla="*/ 1606834 w 4603109"/>
                  <a:gd name="connsiteY125" fmla="*/ 0 h 924402"/>
                  <a:gd name="connsiteX126" fmla="*/ 1607256 w 4603109"/>
                  <a:gd name="connsiteY126" fmla="*/ 0 h 924402"/>
                  <a:gd name="connsiteX127" fmla="*/ 1608325 w 4603109"/>
                  <a:gd name="connsiteY127" fmla="*/ 0 h 924402"/>
                  <a:gd name="connsiteX128" fmla="*/ 1609783 w 4603109"/>
                  <a:gd name="connsiteY128" fmla="*/ 0 h 924402"/>
                  <a:gd name="connsiteX129" fmla="*/ 1617498 w 4603109"/>
                  <a:gd name="connsiteY129" fmla="*/ 0 h 924402"/>
                  <a:gd name="connsiteX130" fmla="*/ 1631885 w 4603109"/>
                  <a:gd name="connsiteY130" fmla="*/ 0 h 924402"/>
                  <a:gd name="connsiteX131" fmla="*/ 1636899 w 4603109"/>
                  <a:gd name="connsiteY131" fmla="*/ 0 h 924402"/>
                  <a:gd name="connsiteX132" fmla="*/ 1637320 w 4603109"/>
                  <a:gd name="connsiteY132" fmla="*/ 0 h 924402"/>
                  <a:gd name="connsiteX133" fmla="*/ 1637445 w 4603109"/>
                  <a:gd name="connsiteY133" fmla="*/ 0 h 924402"/>
                  <a:gd name="connsiteX134" fmla="*/ 1652509 w 4603109"/>
                  <a:gd name="connsiteY134" fmla="*/ 0 h 924402"/>
                  <a:gd name="connsiteX135" fmla="*/ 1659526 w 4603109"/>
                  <a:gd name="connsiteY135" fmla="*/ 0 h 924402"/>
                  <a:gd name="connsiteX136" fmla="*/ 1661950 w 4603109"/>
                  <a:gd name="connsiteY136" fmla="*/ 0 h 924402"/>
                  <a:gd name="connsiteX137" fmla="*/ 1664952 w 4603109"/>
                  <a:gd name="connsiteY137" fmla="*/ 0 h 924402"/>
                  <a:gd name="connsiteX138" fmla="*/ 1667212 w 4603109"/>
                  <a:gd name="connsiteY138" fmla="*/ 0 h 924402"/>
                  <a:gd name="connsiteX139" fmla="*/ 1685087 w 4603109"/>
                  <a:gd name="connsiteY139" fmla="*/ 0 h 924402"/>
                  <a:gd name="connsiteX140" fmla="*/ 1689591 w 4603109"/>
                  <a:gd name="connsiteY140" fmla="*/ 0 h 924402"/>
                  <a:gd name="connsiteX141" fmla="*/ 1694626 w 4603109"/>
                  <a:gd name="connsiteY141" fmla="*/ 0 h 924402"/>
                  <a:gd name="connsiteX142" fmla="*/ 1697276 w 4603109"/>
                  <a:gd name="connsiteY142" fmla="*/ 0 h 924402"/>
                  <a:gd name="connsiteX143" fmla="*/ 1698000 w 4603109"/>
                  <a:gd name="connsiteY143" fmla="*/ 0 h 924402"/>
                  <a:gd name="connsiteX144" fmla="*/ 1704688 w 4603109"/>
                  <a:gd name="connsiteY144" fmla="*/ 0 h 924402"/>
                  <a:gd name="connsiteX145" fmla="*/ 1707488 w 4603109"/>
                  <a:gd name="connsiteY145" fmla="*/ 0 h 924402"/>
                  <a:gd name="connsiteX146" fmla="*/ 1710963 w 4603109"/>
                  <a:gd name="connsiteY146" fmla="*/ 0 h 924402"/>
                  <a:gd name="connsiteX147" fmla="*/ 1715151 w 4603109"/>
                  <a:gd name="connsiteY147" fmla="*/ 0 h 924402"/>
                  <a:gd name="connsiteX148" fmla="*/ 1721928 w 4603109"/>
                  <a:gd name="connsiteY148" fmla="*/ 0 h 924402"/>
                  <a:gd name="connsiteX149" fmla="*/ 1734603 w 4603109"/>
                  <a:gd name="connsiteY149" fmla="*/ 0 h 924402"/>
                  <a:gd name="connsiteX150" fmla="*/ 1735025 w 4603109"/>
                  <a:gd name="connsiteY150" fmla="*/ 0 h 924402"/>
                  <a:gd name="connsiteX151" fmla="*/ 1735558 w 4603109"/>
                  <a:gd name="connsiteY151" fmla="*/ 0 h 924402"/>
                  <a:gd name="connsiteX152" fmla="*/ 1736094 w 4603109"/>
                  <a:gd name="connsiteY152" fmla="*/ 0 h 924402"/>
                  <a:gd name="connsiteX153" fmla="*/ 1737552 w 4603109"/>
                  <a:gd name="connsiteY153" fmla="*/ 0 h 924402"/>
                  <a:gd name="connsiteX154" fmla="*/ 1741027 w 4603109"/>
                  <a:gd name="connsiteY154" fmla="*/ 0 h 924402"/>
                  <a:gd name="connsiteX155" fmla="*/ 1747046 w 4603109"/>
                  <a:gd name="connsiteY155" fmla="*/ 0 h 924402"/>
                  <a:gd name="connsiteX156" fmla="*/ 1748537 w 4603109"/>
                  <a:gd name="connsiteY156" fmla="*/ 0 h 924402"/>
                  <a:gd name="connsiteX157" fmla="*/ 1753052 w 4603109"/>
                  <a:gd name="connsiteY157" fmla="*/ 0 h 924402"/>
                  <a:gd name="connsiteX158" fmla="*/ 1757499 w 4603109"/>
                  <a:gd name="connsiteY158" fmla="*/ 0 h 924402"/>
                  <a:gd name="connsiteX159" fmla="*/ 1764668 w 4603109"/>
                  <a:gd name="connsiteY159" fmla="*/ 0 h 924402"/>
                  <a:gd name="connsiteX160" fmla="*/ 1765089 w 4603109"/>
                  <a:gd name="connsiteY160" fmla="*/ 0 h 924402"/>
                  <a:gd name="connsiteX161" fmla="*/ 1765214 w 4603109"/>
                  <a:gd name="connsiteY161" fmla="*/ 0 h 924402"/>
                  <a:gd name="connsiteX162" fmla="*/ 1770320 w 4603109"/>
                  <a:gd name="connsiteY162" fmla="*/ 0 h 924402"/>
                  <a:gd name="connsiteX163" fmla="*/ 1777110 w 4603109"/>
                  <a:gd name="connsiteY163" fmla="*/ 0 h 924402"/>
                  <a:gd name="connsiteX164" fmla="*/ 1779774 w 4603109"/>
                  <a:gd name="connsiteY164" fmla="*/ 0 h 924402"/>
                  <a:gd name="connsiteX165" fmla="*/ 1792721 w 4603109"/>
                  <a:gd name="connsiteY165" fmla="*/ 0 h 924402"/>
                  <a:gd name="connsiteX166" fmla="*/ 1794981 w 4603109"/>
                  <a:gd name="connsiteY166" fmla="*/ 0 h 924402"/>
                  <a:gd name="connsiteX167" fmla="*/ 1825045 w 4603109"/>
                  <a:gd name="connsiteY167" fmla="*/ 0 h 924402"/>
                  <a:gd name="connsiteX168" fmla="*/ 1825769 w 4603109"/>
                  <a:gd name="connsiteY168" fmla="*/ 0 h 924402"/>
                  <a:gd name="connsiteX169" fmla="*/ 1838732 w 4603109"/>
                  <a:gd name="connsiteY169" fmla="*/ 0 h 924402"/>
                  <a:gd name="connsiteX170" fmla="*/ 1845818 w 4603109"/>
                  <a:gd name="connsiteY170" fmla="*/ 0 h 924402"/>
                  <a:gd name="connsiteX171" fmla="*/ 1849697 w 4603109"/>
                  <a:gd name="connsiteY171" fmla="*/ 0 h 924402"/>
                  <a:gd name="connsiteX172" fmla="*/ 1852412 w 4603109"/>
                  <a:gd name="connsiteY172" fmla="*/ 0 h 924402"/>
                  <a:gd name="connsiteX173" fmla="*/ 1853903 w 4603109"/>
                  <a:gd name="connsiteY173" fmla="*/ 0 h 924402"/>
                  <a:gd name="connsiteX174" fmla="*/ 1863327 w 4603109"/>
                  <a:gd name="connsiteY174" fmla="*/ 0 h 924402"/>
                  <a:gd name="connsiteX175" fmla="*/ 1868796 w 4603109"/>
                  <a:gd name="connsiteY175" fmla="*/ 0 h 924402"/>
                  <a:gd name="connsiteX176" fmla="*/ 1874815 w 4603109"/>
                  <a:gd name="connsiteY176" fmla="*/ 0 h 924402"/>
                  <a:gd name="connsiteX177" fmla="*/ 1876306 w 4603109"/>
                  <a:gd name="connsiteY177" fmla="*/ 0 h 924402"/>
                  <a:gd name="connsiteX178" fmla="*/ 1880821 w 4603109"/>
                  <a:gd name="connsiteY178" fmla="*/ 0 h 924402"/>
                  <a:gd name="connsiteX179" fmla="*/ 1882477 w 4603109"/>
                  <a:gd name="connsiteY179" fmla="*/ 0 h 924402"/>
                  <a:gd name="connsiteX180" fmla="*/ 1883936 w 4603109"/>
                  <a:gd name="connsiteY180" fmla="*/ 0 h 924402"/>
                  <a:gd name="connsiteX181" fmla="*/ 1885268 w 4603109"/>
                  <a:gd name="connsiteY181" fmla="*/ 0 h 924402"/>
                  <a:gd name="connsiteX182" fmla="*/ 1896427 w 4603109"/>
                  <a:gd name="connsiteY182" fmla="*/ 0 h 924402"/>
                  <a:gd name="connsiteX183" fmla="*/ 1898089 w 4603109"/>
                  <a:gd name="connsiteY183" fmla="*/ 0 h 924402"/>
                  <a:gd name="connsiteX184" fmla="*/ 1904879 w 4603109"/>
                  <a:gd name="connsiteY184" fmla="*/ 0 h 924402"/>
                  <a:gd name="connsiteX185" fmla="*/ 1907543 w 4603109"/>
                  <a:gd name="connsiteY185" fmla="*/ 0 h 924402"/>
                  <a:gd name="connsiteX186" fmla="*/ 1911018 w 4603109"/>
                  <a:gd name="connsiteY186" fmla="*/ 0 h 924402"/>
                  <a:gd name="connsiteX187" fmla="*/ 1919986 w 4603109"/>
                  <a:gd name="connsiteY187" fmla="*/ 0 h 924402"/>
                  <a:gd name="connsiteX188" fmla="*/ 1927124 w 4603109"/>
                  <a:gd name="connsiteY188" fmla="*/ 0 h 924402"/>
                  <a:gd name="connsiteX189" fmla="*/ 1927489 w 4603109"/>
                  <a:gd name="connsiteY189" fmla="*/ 0 h 924402"/>
                  <a:gd name="connsiteX190" fmla="*/ 1927911 w 4603109"/>
                  <a:gd name="connsiteY190" fmla="*/ 0 h 924402"/>
                  <a:gd name="connsiteX191" fmla="*/ 1929402 w 4603109"/>
                  <a:gd name="connsiteY191" fmla="*/ 0 h 924402"/>
                  <a:gd name="connsiteX192" fmla="*/ 1946726 w 4603109"/>
                  <a:gd name="connsiteY192" fmla="*/ 0 h 924402"/>
                  <a:gd name="connsiteX193" fmla="*/ 1949525 w 4603109"/>
                  <a:gd name="connsiteY193" fmla="*/ 0 h 924402"/>
                  <a:gd name="connsiteX194" fmla="*/ 1957554 w 4603109"/>
                  <a:gd name="connsiteY194" fmla="*/ 0 h 924402"/>
                  <a:gd name="connsiteX195" fmla="*/ 1957975 w 4603109"/>
                  <a:gd name="connsiteY195" fmla="*/ 0 h 924402"/>
                  <a:gd name="connsiteX196" fmla="*/ 1973587 w 4603109"/>
                  <a:gd name="connsiteY196" fmla="*/ 0 h 924402"/>
                  <a:gd name="connsiteX197" fmla="*/ 1978520 w 4603109"/>
                  <a:gd name="connsiteY197" fmla="*/ 0 h 924402"/>
                  <a:gd name="connsiteX198" fmla="*/ 1980012 w 4603109"/>
                  <a:gd name="connsiteY198" fmla="*/ 0 h 924402"/>
                  <a:gd name="connsiteX199" fmla="*/ 1980181 w 4603109"/>
                  <a:gd name="connsiteY199" fmla="*/ 0 h 924402"/>
                  <a:gd name="connsiteX200" fmla="*/ 1981672 w 4603109"/>
                  <a:gd name="connsiteY200" fmla="*/ 0 h 924402"/>
                  <a:gd name="connsiteX201" fmla="*/ 2008585 w 4603109"/>
                  <a:gd name="connsiteY201" fmla="*/ 0 h 924402"/>
                  <a:gd name="connsiteX202" fmla="*/ 2009218 w 4603109"/>
                  <a:gd name="connsiteY202" fmla="*/ 0 h 924402"/>
                  <a:gd name="connsiteX203" fmla="*/ 2010246 w 4603109"/>
                  <a:gd name="connsiteY203" fmla="*/ 0 h 924402"/>
                  <a:gd name="connsiteX204" fmla="*/ 2010709 w 4603109"/>
                  <a:gd name="connsiteY204" fmla="*/ 0 h 924402"/>
                  <a:gd name="connsiteX205" fmla="*/ 2011705 w 4603109"/>
                  <a:gd name="connsiteY205" fmla="*/ 0 h 924402"/>
                  <a:gd name="connsiteX206" fmla="*/ 2024147 w 4603109"/>
                  <a:gd name="connsiteY206" fmla="*/ 0 h 924402"/>
                  <a:gd name="connsiteX207" fmla="*/ 2024196 w 4603109"/>
                  <a:gd name="connsiteY207" fmla="*/ 0 h 924402"/>
                  <a:gd name="connsiteX208" fmla="*/ 2024981 w 4603109"/>
                  <a:gd name="connsiteY208" fmla="*/ 0 h 924402"/>
                  <a:gd name="connsiteX209" fmla="*/ 2025353 w 4603109"/>
                  <a:gd name="connsiteY209" fmla="*/ 0 h 924402"/>
                  <a:gd name="connsiteX210" fmla="*/ 2026473 w 4603109"/>
                  <a:gd name="connsiteY210" fmla="*/ 0 h 924402"/>
                  <a:gd name="connsiteX211" fmla="*/ 2031619 w 4603109"/>
                  <a:gd name="connsiteY211" fmla="*/ 0 h 924402"/>
                  <a:gd name="connsiteX212" fmla="*/ 2033110 w 4603109"/>
                  <a:gd name="connsiteY212" fmla="*/ 0 h 924402"/>
                  <a:gd name="connsiteX213" fmla="*/ 2038787 w 4603109"/>
                  <a:gd name="connsiteY213" fmla="*/ 0 h 924402"/>
                  <a:gd name="connsiteX214" fmla="*/ 2039282 w 4603109"/>
                  <a:gd name="connsiteY214" fmla="*/ 0 h 924402"/>
                  <a:gd name="connsiteX215" fmla="*/ 2047755 w 4603109"/>
                  <a:gd name="connsiteY215" fmla="*/ 0 h 924402"/>
                  <a:gd name="connsiteX216" fmla="*/ 2051230 w 4603109"/>
                  <a:gd name="connsiteY216" fmla="*/ 0 h 924402"/>
                  <a:gd name="connsiteX217" fmla="*/ 2054893 w 4603109"/>
                  <a:gd name="connsiteY217" fmla="*/ 0 h 924402"/>
                  <a:gd name="connsiteX218" fmla="*/ 2055046 w 4603109"/>
                  <a:gd name="connsiteY218" fmla="*/ 0 h 924402"/>
                  <a:gd name="connsiteX219" fmla="*/ 2055258 w 4603109"/>
                  <a:gd name="connsiteY219" fmla="*/ 0 h 924402"/>
                  <a:gd name="connsiteX220" fmla="*/ 2055680 w 4603109"/>
                  <a:gd name="connsiteY220" fmla="*/ 0 h 924402"/>
                  <a:gd name="connsiteX221" fmla="*/ 2057171 w 4603109"/>
                  <a:gd name="connsiteY221" fmla="*/ 0 h 924402"/>
                  <a:gd name="connsiteX222" fmla="*/ 2061683 w 4603109"/>
                  <a:gd name="connsiteY222" fmla="*/ 0 h 924402"/>
                  <a:gd name="connsiteX223" fmla="*/ 2067702 w 4603109"/>
                  <a:gd name="connsiteY223" fmla="*/ 0 h 924402"/>
                  <a:gd name="connsiteX224" fmla="*/ 2074495 w 4603109"/>
                  <a:gd name="connsiteY224" fmla="*/ 0 h 924402"/>
                  <a:gd name="connsiteX225" fmla="*/ 2077294 w 4603109"/>
                  <a:gd name="connsiteY225" fmla="*/ 0 h 924402"/>
                  <a:gd name="connsiteX226" fmla="*/ 2084504 w 4603109"/>
                  <a:gd name="connsiteY226" fmla="*/ 0 h 924402"/>
                  <a:gd name="connsiteX227" fmla="*/ 2085323 w 4603109"/>
                  <a:gd name="connsiteY227" fmla="*/ 0 h 924402"/>
                  <a:gd name="connsiteX228" fmla="*/ 2085744 w 4603109"/>
                  <a:gd name="connsiteY228" fmla="*/ 0 h 924402"/>
                  <a:gd name="connsiteX229" fmla="*/ 2097766 w 4603109"/>
                  <a:gd name="connsiteY229" fmla="*/ 0 h 924402"/>
                  <a:gd name="connsiteX230" fmla="*/ 2106289 w 4603109"/>
                  <a:gd name="connsiteY230" fmla="*/ 0 h 924402"/>
                  <a:gd name="connsiteX231" fmla="*/ 2107781 w 4603109"/>
                  <a:gd name="connsiteY231" fmla="*/ 0 h 924402"/>
                  <a:gd name="connsiteX232" fmla="*/ 2128956 w 4603109"/>
                  <a:gd name="connsiteY232" fmla="*/ 0 h 924402"/>
                  <a:gd name="connsiteX233" fmla="*/ 2129514 w 4603109"/>
                  <a:gd name="connsiteY233" fmla="*/ 0 h 924402"/>
                  <a:gd name="connsiteX234" fmla="*/ 2136354 w 4603109"/>
                  <a:gd name="connsiteY234" fmla="*/ 0 h 924402"/>
                  <a:gd name="connsiteX235" fmla="*/ 2136987 w 4603109"/>
                  <a:gd name="connsiteY235" fmla="*/ 0 h 924402"/>
                  <a:gd name="connsiteX236" fmla="*/ 2138478 w 4603109"/>
                  <a:gd name="connsiteY236" fmla="*/ 0 h 924402"/>
                  <a:gd name="connsiteX237" fmla="*/ 2151916 w 4603109"/>
                  <a:gd name="connsiteY237" fmla="*/ 0 h 924402"/>
                  <a:gd name="connsiteX238" fmla="*/ 2152750 w 4603109"/>
                  <a:gd name="connsiteY238" fmla="*/ 0 h 924402"/>
                  <a:gd name="connsiteX239" fmla="*/ 2153122 w 4603109"/>
                  <a:gd name="connsiteY239" fmla="*/ 0 h 924402"/>
                  <a:gd name="connsiteX240" fmla="*/ 2154242 w 4603109"/>
                  <a:gd name="connsiteY240" fmla="*/ 0 h 924402"/>
                  <a:gd name="connsiteX241" fmla="*/ 2156597 w 4603109"/>
                  <a:gd name="connsiteY241" fmla="*/ 0 h 924402"/>
                  <a:gd name="connsiteX242" fmla="*/ 2159388 w 4603109"/>
                  <a:gd name="connsiteY242" fmla="*/ 0 h 924402"/>
                  <a:gd name="connsiteX243" fmla="*/ 2160879 w 4603109"/>
                  <a:gd name="connsiteY243" fmla="*/ 0 h 924402"/>
                  <a:gd name="connsiteX244" fmla="*/ 2161633 w 4603109"/>
                  <a:gd name="connsiteY244" fmla="*/ 0 h 924402"/>
                  <a:gd name="connsiteX245" fmla="*/ 2167051 w 4603109"/>
                  <a:gd name="connsiteY245" fmla="*/ 0 h 924402"/>
                  <a:gd name="connsiteX246" fmla="*/ 2178999 w 4603109"/>
                  <a:gd name="connsiteY246" fmla="*/ 0 h 924402"/>
                  <a:gd name="connsiteX247" fmla="*/ 2182158 w 4603109"/>
                  <a:gd name="connsiteY247" fmla="*/ 0 h 924402"/>
                  <a:gd name="connsiteX248" fmla="*/ 2182815 w 4603109"/>
                  <a:gd name="connsiteY248" fmla="*/ 0 h 924402"/>
                  <a:gd name="connsiteX249" fmla="*/ 2188666 w 4603109"/>
                  <a:gd name="connsiteY249" fmla="*/ 0 h 924402"/>
                  <a:gd name="connsiteX250" fmla="*/ 2189452 w 4603109"/>
                  <a:gd name="connsiteY250" fmla="*/ 0 h 924402"/>
                  <a:gd name="connsiteX251" fmla="*/ 2191697 w 4603109"/>
                  <a:gd name="connsiteY251" fmla="*/ 0 h 924402"/>
                  <a:gd name="connsiteX252" fmla="*/ 2195471 w 4603109"/>
                  <a:gd name="connsiteY252" fmla="*/ 0 h 924402"/>
                  <a:gd name="connsiteX253" fmla="*/ 2201759 w 4603109"/>
                  <a:gd name="connsiteY253" fmla="*/ 0 h 924402"/>
                  <a:gd name="connsiteX254" fmla="*/ 2203100 w 4603109"/>
                  <a:gd name="connsiteY254" fmla="*/ 0 h 924402"/>
                  <a:gd name="connsiteX255" fmla="*/ 2204559 w 4603109"/>
                  <a:gd name="connsiteY255" fmla="*/ 0 h 924402"/>
                  <a:gd name="connsiteX256" fmla="*/ 2204591 w 4603109"/>
                  <a:gd name="connsiteY256" fmla="*/ 0 h 924402"/>
                  <a:gd name="connsiteX257" fmla="*/ 2212273 w 4603109"/>
                  <a:gd name="connsiteY257" fmla="*/ 0 h 924402"/>
                  <a:gd name="connsiteX258" fmla="*/ 2225535 w 4603109"/>
                  <a:gd name="connsiteY258" fmla="*/ 0 h 924402"/>
                  <a:gd name="connsiteX259" fmla="*/ 2231674 w 4603109"/>
                  <a:gd name="connsiteY259" fmla="*/ 0 h 924402"/>
                  <a:gd name="connsiteX260" fmla="*/ 2232096 w 4603109"/>
                  <a:gd name="connsiteY260" fmla="*/ 0 h 924402"/>
                  <a:gd name="connsiteX261" fmla="*/ 2232220 w 4603109"/>
                  <a:gd name="connsiteY261" fmla="*/ 0 h 924402"/>
                  <a:gd name="connsiteX262" fmla="*/ 2233118 w 4603109"/>
                  <a:gd name="connsiteY262" fmla="*/ 0 h 924402"/>
                  <a:gd name="connsiteX263" fmla="*/ 2233165 w 4603109"/>
                  <a:gd name="connsiteY263" fmla="*/ 0 h 924402"/>
                  <a:gd name="connsiteX264" fmla="*/ 2256725 w 4603109"/>
                  <a:gd name="connsiteY264" fmla="*/ 0 h 924402"/>
                  <a:gd name="connsiteX265" fmla="*/ 2257283 w 4603109"/>
                  <a:gd name="connsiteY265" fmla="*/ 0 h 924402"/>
                  <a:gd name="connsiteX266" fmla="*/ 2262285 w 4603109"/>
                  <a:gd name="connsiteY266" fmla="*/ 0 h 924402"/>
                  <a:gd name="connsiteX267" fmla="*/ 2284366 w 4603109"/>
                  <a:gd name="connsiteY267" fmla="*/ 0 h 924402"/>
                  <a:gd name="connsiteX268" fmla="*/ 2289402 w 4603109"/>
                  <a:gd name="connsiteY268" fmla="*/ 0 h 924402"/>
                  <a:gd name="connsiteX269" fmla="*/ 2292052 w 4603109"/>
                  <a:gd name="connsiteY269" fmla="*/ 0 h 924402"/>
                  <a:gd name="connsiteX270" fmla="*/ 2299271 w 4603109"/>
                  <a:gd name="connsiteY270" fmla="*/ 0 h 924402"/>
                  <a:gd name="connsiteX271" fmla="*/ 2308721 w 4603109"/>
                  <a:gd name="connsiteY271" fmla="*/ 0 h 924402"/>
                  <a:gd name="connsiteX272" fmla="*/ 2309927 w 4603109"/>
                  <a:gd name="connsiteY272" fmla="*/ 0 h 924402"/>
                  <a:gd name="connsiteX273" fmla="*/ 2316435 w 4603109"/>
                  <a:gd name="connsiteY273" fmla="*/ 0 h 924402"/>
                  <a:gd name="connsiteX274" fmla="*/ 2316703 w 4603109"/>
                  <a:gd name="connsiteY274" fmla="*/ 0 h 924402"/>
                  <a:gd name="connsiteX275" fmla="*/ 2319466 w 4603109"/>
                  <a:gd name="connsiteY275" fmla="*/ 0 h 924402"/>
                  <a:gd name="connsiteX276" fmla="*/ 2322840 w 4603109"/>
                  <a:gd name="connsiteY276" fmla="*/ 0 h 924402"/>
                  <a:gd name="connsiteX277" fmla="*/ 2329528 w 4603109"/>
                  <a:gd name="connsiteY277" fmla="*/ 0 h 924402"/>
                  <a:gd name="connsiteX278" fmla="*/ 2330869 w 4603109"/>
                  <a:gd name="connsiteY278" fmla="*/ 0 h 924402"/>
                  <a:gd name="connsiteX279" fmla="*/ 2332328 w 4603109"/>
                  <a:gd name="connsiteY279" fmla="*/ 0 h 924402"/>
                  <a:gd name="connsiteX280" fmla="*/ 2332360 w 4603109"/>
                  <a:gd name="connsiteY280" fmla="*/ 0 h 924402"/>
                  <a:gd name="connsiteX281" fmla="*/ 2335803 w 4603109"/>
                  <a:gd name="connsiteY281" fmla="*/ 0 h 924402"/>
                  <a:gd name="connsiteX282" fmla="*/ 2343312 w 4603109"/>
                  <a:gd name="connsiteY282" fmla="*/ 0 h 924402"/>
                  <a:gd name="connsiteX283" fmla="*/ 2344804 w 4603109"/>
                  <a:gd name="connsiteY283" fmla="*/ 0 h 924402"/>
                  <a:gd name="connsiteX284" fmla="*/ 2346768 w 4603109"/>
                  <a:gd name="connsiteY284" fmla="*/ 0 h 924402"/>
                  <a:gd name="connsiteX285" fmla="*/ 2347827 w 4603109"/>
                  <a:gd name="connsiteY285" fmla="*/ 0 h 924402"/>
                  <a:gd name="connsiteX286" fmla="*/ 2352274 w 4603109"/>
                  <a:gd name="connsiteY286" fmla="*/ 0 h 924402"/>
                  <a:gd name="connsiteX287" fmla="*/ 2359443 w 4603109"/>
                  <a:gd name="connsiteY287" fmla="*/ 0 h 924402"/>
                  <a:gd name="connsiteX288" fmla="*/ 2359865 w 4603109"/>
                  <a:gd name="connsiteY288" fmla="*/ 0 h 924402"/>
                  <a:gd name="connsiteX289" fmla="*/ 2359989 w 4603109"/>
                  <a:gd name="connsiteY289" fmla="*/ 0 h 924402"/>
                  <a:gd name="connsiteX290" fmla="*/ 2360887 w 4603109"/>
                  <a:gd name="connsiteY290" fmla="*/ 0 h 924402"/>
                  <a:gd name="connsiteX291" fmla="*/ 2360934 w 4603109"/>
                  <a:gd name="connsiteY291" fmla="*/ 0 h 924402"/>
                  <a:gd name="connsiteX292" fmla="*/ 2371886 w 4603109"/>
                  <a:gd name="connsiteY292" fmla="*/ 0 h 924402"/>
                  <a:gd name="connsiteX293" fmla="*/ 2373377 w 4603109"/>
                  <a:gd name="connsiteY293" fmla="*/ 0 h 924402"/>
                  <a:gd name="connsiteX294" fmla="*/ 2377892 w 4603109"/>
                  <a:gd name="connsiteY294" fmla="*/ 0 h 924402"/>
                  <a:gd name="connsiteX295" fmla="*/ 2382339 w 4603109"/>
                  <a:gd name="connsiteY295" fmla="*/ 0 h 924402"/>
                  <a:gd name="connsiteX296" fmla="*/ 2390054 w 4603109"/>
                  <a:gd name="connsiteY296" fmla="*/ 0 h 924402"/>
                  <a:gd name="connsiteX297" fmla="*/ 2419821 w 4603109"/>
                  <a:gd name="connsiteY297" fmla="*/ 0 h 924402"/>
                  <a:gd name="connsiteX298" fmla="*/ 2427040 w 4603109"/>
                  <a:gd name="connsiteY298" fmla="*/ 0 h 924402"/>
                  <a:gd name="connsiteX299" fmla="*/ 2436490 w 4603109"/>
                  <a:gd name="connsiteY299" fmla="*/ 0 h 924402"/>
                  <a:gd name="connsiteX300" fmla="*/ 2444472 w 4603109"/>
                  <a:gd name="connsiteY300" fmla="*/ 0 h 924402"/>
                  <a:gd name="connsiteX301" fmla="*/ 2448678 w 4603109"/>
                  <a:gd name="connsiteY301" fmla="*/ 0 h 924402"/>
                  <a:gd name="connsiteX302" fmla="*/ 2450171 w 4603109"/>
                  <a:gd name="connsiteY302" fmla="*/ 0 h 924402"/>
                  <a:gd name="connsiteX303" fmla="*/ 2450609 w 4603109"/>
                  <a:gd name="connsiteY303" fmla="*/ 0 h 924402"/>
                  <a:gd name="connsiteX304" fmla="*/ 2463572 w 4603109"/>
                  <a:gd name="connsiteY304" fmla="*/ 0 h 924402"/>
                  <a:gd name="connsiteX305" fmla="*/ 2471081 w 4603109"/>
                  <a:gd name="connsiteY305" fmla="*/ 0 h 924402"/>
                  <a:gd name="connsiteX306" fmla="*/ 2472573 w 4603109"/>
                  <a:gd name="connsiteY306" fmla="*/ 0 h 924402"/>
                  <a:gd name="connsiteX307" fmla="*/ 2474537 w 4603109"/>
                  <a:gd name="connsiteY307" fmla="*/ 0 h 924402"/>
                  <a:gd name="connsiteX308" fmla="*/ 2475596 w 4603109"/>
                  <a:gd name="connsiteY308" fmla="*/ 0 h 924402"/>
                  <a:gd name="connsiteX309" fmla="*/ 2477252 w 4603109"/>
                  <a:gd name="connsiteY309" fmla="*/ 0 h 924402"/>
                  <a:gd name="connsiteX310" fmla="*/ 2478712 w 4603109"/>
                  <a:gd name="connsiteY310" fmla="*/ 0 h 924402"/>
                  <a:gd name="connsiteX311" fmla="*/ 2478743 w 4603109"/>
                  <a:gd name="connsiteY311" fmla="*/ 0 h 924402"/>
                  <a:gd name="connsiteX312" fmla="*/ 2480043 w 4603109"/>
                  <a:gd name="connsiteY312" fmla="*/ 0 h 924402"/>
                  <a:gd name="connsiteX313" fmla="*/ 2499655 w 4603109"/>
                  <a:gd name="connsiteY313" fmla="*/ 0 h 924402"/>
                  <a:gd name="connsiteX314" fmla="*/ 2501146 w 4603109"/>
                  <a:gd name="connsiteY314" fmla="*/ 0 h 924402"/>
                  <a:gd name="connsiteX315" fmla="*/ 2505661 w 4603109"/>
                  <a:gd name="connsiteY315" fmla="*/ 0 h 924402"/>
                  <a:gd name="connsiteX316" fmla="*/ 2508776 w 4603109"/>
                  <a:gd name="connsiteY316" fmla="*/ 0 h 924402"/>
                  <a:gd name="connsiteX317" fmla="*/ 2510108 w 4603109"/>
                  <a:gd name="connsiteY317" fmla="*/ 0 h 924402"/>
                  <a:gd name="connsiteX318" fmla="*/ 2524178 w 4603109"/>
                  <a:gd name="connsiteY318" fmla="*/ 0 h 924402"/>
                  <a:gd name="connsiteX319" fmla="*/ 2525248 w 4603109"/>
                  <a:gd name="connsiteY319" fmla="*/ 0 h 924402"/>
                  <a:gd name="connsiteX320" fmla="*/ 2525669 w 4603109"/>
                  <a:gd name="connsiteY320" fmla="*/ 0 h 924402"/>
                  <a:gd name="connsiteX321" fmla="*/ 2552329 w 4603109"/>
                  <a:gd name="connsiteY321" fmla="*/ 0 h 924402"/>
                  <a:gd name="connsiteX322" fmla="*/ 2552751 w 4603109"/>
                  <a:gd name="connsiteY322" fmla="*/ 0 h 924402"/>
                  <a:gd name="connsiteX323" fmla="*/ 2554242 w 4603109"/>
                  <a:gd name="connsiteY323" fmla="*/ 0 h 924402"/>
                  <a:gd name="connsiteX324" fmla="*/ 2574787 w 4603109"/>
                  <a:gd name="connsiteY324" fmla="*/ 0 h 924402"/>
                  <a:gd name="connsiteX325" fmla="*/ 2576279 w 4603109"/>
                  <a:gd name="connsiteY325" fmla="*/ 0 h 924402"/>
                  <a:gd name="connsiteX326" fmla="*/ 2576447 w 4603109"/>
                  <a:gd name="connsiteY326" fmla="*/ 0 h 924402"/>
                  <a:gd name="connsiteX327" fmla="*/ 2577940 w 4603109"/>
                  <a:gd name="connsiteY327" fmla="*/ 0 h 924402"/>
                  <a:gd name="connsiteX328" fmla="*/ 2603360 w 4603109"/>
                  <a:gd name="connsiteY328" fmla="*/ 0 h 924402"/>
                  <a:gd name="connsiteX329" fmla="*/ 2604852 w 4603109"/>
                  <a:gd name="connsiteY329" fmla="*/ 0 h 924402"/>
                  <a:gd name="connsiteX330" fmla="*/ 2605021 w 4603109"/>
                  <a:gd name="connsiteY330" fmla="*/ 0 h 924402"/>
                  <a:gd name="connsiteX331" fmla="*/ 2605484 w 4603109"/>
                  <a:gd name="connsiteY331" fmla="*/ 0 h 924402"/>
                  <a:gd name="connsiteX332" fmla="*/ 2606481 w 4603109"/>
                  <a:gd name="connsiteY332" fmla="*/ 0 h 924402"/>
                  <a:gd name="connsiteX333" fmla="*/ 2606512 w 4603109"/>
                  <a:gd name="connsiteY333" fmla="*/ 0 h 924402"/>
                  <a:gd name="connsiteX334" fmla="*/ 2606976 w 4603109"/>
                  <a:gd name="connsiteY334" fmla="*/ 0 h 924402"/>
                  <a:gd name="connsiteX335" fmla="*/ 2618923 w 4603109"/>
                  <a:gd name="connsiteY335" fmla="*/ 0 h 924402"/>
                  <a:gd name="connsiteX336" fmla="*/ 2621248 w 4603109"/>
                  <a:gd name="connsiteY336" fmla="*/ 0 h 924402"/>
                  <a:gd name="connsiteX337" fmla="*/ 2622740 w 4603109"/>
                  <a:gd name="connsiteY337" fmla="*/ 0 h 924402"/>
                  <a:gd name="connsiteX338" fmla="*/ 2627885 w 4603109"/>
                  <a:gd name="connsiteY338" fmla="*/ 0 h 924402"/>
                  <a:gd name="connsiteX339" fmla="*/ 2629377 w 4603109"/>
                  <a:gd name="connsiteY339" fmla="*/ 0 h 924402"/>
                  <a:gd name="connsiteX340" fmla="*/ 2634058 w 4603109"/>
                  <a:gd name="connsiteY340" fmla="*/ 0 h 924402"/>
                  <a:gd name="connsiteX341" fmla="*/ 2635549 w 4603109"/>
                  <a:gd name="connsiteY341" fmla="*/ 0 h 924402"/>
                  <a:gd name="connsiteX342" fmla="*/ 2636545 w 4603109"/>
                  <a:gd name="connsiteY342" fmla="*/ 0 h 924402"/>
                  <a:gd name="connsiteX343" fmla="*/ 2648987 w 4603109"/>
                  <a:gd name="connsiteY343" fmla="*/ 0 h 924402"/>
                  <a:gd name="connsiteX344" fmla="*/ 2649821 w 4603109"/>
                  <a:gd name="connsiteY344" fmla="*/ 0 h 924402"/>
                  <a:gd name="connsiteX345" fmla="*/ 2651313 w 4603109"/>
                  <a:gd name="connsiteY345" fmla="*/ 0 h 924402"/>
                  <a:gd name="connsiteX346" fmla="*/ 2651947 w 4603109"/>
                  <a:gd name="connsiteY346" fmla="*/ 0 h 924402"/>
                  <a:gd name="connsiteX347" fmla="*/ 2653017 w 4603109"/>
                  <a:gd name="connsiteY347" fmla="*/ 0 h 924402"/>
                  <a:gd name="connsiteX348" fmla="*/ 2653438 w 4603109"/>
                  <a:gd name="connsiteY348" fmla="*/ 0 h 924402"/>
                  <a:gd name="connsiteX349" fmla="*/ 2656459 w 4603109"/>
                  <a:gd name="connsiteY349" fmla="*/ 0 h 924402"/>
                  <a:gd name="connsiteX350" fmla="*/ 2657950 w 4603109"/>
                  <a:gd name="connsiteY350" fmla="*/ 0 h 924402"/>
                  <a:gd name="connsiteX351" fmla="*/ 2665460 w 4603109"/>
                  <a:gd name="connsiteY351" fmla="*/ 0 h 924402"/>
                  <a:gd name="connsiteX352" fmla="*/ 2680098 w 4603109"/>
                  <a:gd name="connsiteY352" fmla="*/ 0 h 924402"/>
                  <a:gd name="connsiteX353" fmla="*/ 2680520 w 4603109"/>
                  <a:gd name="connsiteY353" fmla="*/ 0 h 924402"/>
                  <a:gd name="connsiteX354" fmla="*/ 2682011 w 4603109"/>
                  <a:gd name="connsiteY354" fmla="*/ 0 h 924402"/>
                  <a:gd name="connsiteX355" fmla="*/ 2692542 w 4603109"/>
                  <a:gd name="connsiteY355" fmla="*/ 0 h 924402"/>
                  <a:gd name="connsiteX356" fmla="*/ 2702556 w 4603109"/>
                  <a:gd name="connsiteY356" fmla="*/ 0 h 924402"/>
                  <a:gd name="connsiteX357" fmla="*/ 2704048 w 4603109"/>
                  <a:gd name="connsiteY357" fmla="*/ 0 h 924402"/>
                  <a:gd name="connsiteX358" fmla="*/ 2724289 w 4603109"/>
                  <a:gd name="connsiteY358" fmla="*/ 0 h 924402"/>
                  <a:gd name="connsiteX359" fmla="*/ 2731129 w 4603109"/>
                  <a:gd name="connsiteY359" fmla="*/ 0 h 924402"/>
                  <a:gd name="connsiteX360" fmla="*/ 2732621 w 4603109"/>
                  <a:gd name="connsiteY360" fmla="*/ 0 h 924402"/>
                  <a:gd name="connsiteX361" fmla="*/ 2733253 w 4603109"/>
                  <a:gd name="connsiteY361" fmla="*/ 0 h 924402"/>
                  <a:gd name="connsiteX362" fmla="*/ 2734745 w 4603109"/>
                  <a:gd name="connsiteY362" fmla="*/ 0 h 924402"/>
                  <a:gd name="connsiteX363" fmla="*/ 2746692 w 4603109"/>
                  <a:gd name="connsiteY363" fmla="*/ 0 h 924402"/>
                  <a:gd name="connsiteX364" fmla="*/ 2749017 w 4603109"/>
                  <a:gd name="connsiteY364" fmla="*/ 0 h 924402"/>
                  <a:gd name="connsiteX365" fmla="*/ 2750509 w 4603109"/>
                  <a:gd name="connsiteY365" fmla="*/ 0 h 924402"/>
                  <a:gd name="connsiteX366" fmla="*/ 2754354 w 4603109"/>
                  <a:gd name="connsiteY366" fmla="*/ 0 h 924402"/>
                  <a:gd name="connsiteX367" fmla="*/ 2755654 w 4603109"/>
                  <a:gd name="connsiteY367" fmla="*/ 0 h 924402"/>
                  <a:gd name="connsiteX368" fmla="*/ 2757146 w 4603109"/>
                  <a:gd name="connsiteY368" fmla="*/ 0 h 924402"/>
                  <a:gd name="connsiteX369" fmla="*/ 2761827 w 4603109"/>
                  <a:gd name="connsiteY369" fmla="*/ 0 h 924402"/>
                  <a:gd name="connsiteX370" fmla="*/ 2763318 w 4603109"/>
                  <a:gd name="connsiteY370" fmla="*/ 0 h 924402"/>
                  <a:gd name="connsiteX371" fmla="*/ 2776756 w 4603109"/>
                  <a:gd name="connsiteY371" fmla="*/ 0 h 924402"/>
                  <a:gd name="connsiteX372" fmla="*/ 2777590 w 4603109"/>
                  <a:gd name="connsiteY372" fmla="*/ 0 h 924402"/>
                  <a:gd name="connsiteX373" fmla="*/ 2779082 w 4603109"/>
                  <a:gd name="connsiteY373" fmla="*/ 0 h 924402"/>
                  <a:gd name="connsiteX374" fmla="*/ 2783442 w 4603109"/>
                  <a:gd name="connsiteY374" fmla="*/ 0 h 924402"/>
                  <a:gd name="connsiteX375" fmla="*/ 2784228 w 4603109"/>
                  <a:gd name="connsiteY375" fmla="*/ 0 h 924402"/>
                  <a:gd name="connsiteX376" fmla="*/ 2785719 w 4603109"/>
                  <a:gd name="connsiteY376" fmla="*/ 0 h 924402"/>
                  <a:gd name="connsiteX377" fmla="*/ 2786473 w 4603109"/>
                  <a:gd name="connsiteY377" fmla="*/ 0 h 924402"/>
                  <a:gd name="connsiteX378" fmla="*/ 2793229 w 4603109"/>
                  <a:gd name="connsiteY378" fmla="*/ 0 h 924402"/>
                  <a:gd name="connsiteX379" fmla="*/ 2799367 w 4603109"/>
                  <a:gd name="connsiteY379" fmla="*/ 0 h 924402"/>
                  <a:gd name="connsiteX380" fmla="*/ 2813506 w 4603109"/>
                  <a:gd name="connsiteY380" fmla="*/ 0 h 924402"/>
                  <a:gd name="connsiteX381" fmla="*/ 2820311 w 4603109"/>
                  <a:gd name="connsiteY381" fmla="*/ 0 h 924402"/>
                  <a:gd name="connsiteX382" fmla="*/ 2827893 w 4603109"/>
                  <a:gd name="connsiteY382" fmla="*/ 0 h 924402"/>
                  <a:gd name="connsiteX383" fmla="*/ 2827940 w 4603109"/>
                  <a:gd name="connsiteY383" fmla="*/ 0 h 924402"/>
                  <a:gd name="connsiteX384" fmla="*/ 2829431 w 4603109"/>
                  <a:gd name="connsiteY384" fmla="*/ 0 h 924402"/>
                  <a:gd name="connsiteX385" fmla="*/ 2829978 w 4603109"/>
                  <a:gd name="connsiteY385" fmla="*/ 0 h 924402"/>
                  <a:gd name="connsiteX386" fmla="*/ 2852058 w 4603109"/>
                  <a:gd name="connsiteY386" fmla="*/ 0 h 924402"/>
                  <a:gd name="connsiteX387" fmla="*/ 2857060 w 4603109"/>
                  <a:gd name="connsiteY387" fmla="*/ 0 h 924402"/>
                  <a:gd name="connsiteX388" fmla="*/ 2857958 w 4603109"/>
                  <a:gd name="connsiteY388" fmla="*/ 0 h 924402"/>
                  <a:gd name="connsiteX389" fmla="*/ 2871601 w 4603109"/>
                  <a:gd name="connsiteY389" fmla="*/ 0 h 924402"/>
                  <a:gd name="connsiteX390" fmla="*/ 2882123 w 4603109"/>
                  <a:gd name="connsiteY390" fmla="*/ 0 h 924402"/>
                  <a:gd name="connsiteX391" fmla="*/ 2894046 w 4603109"/>
                  <a:gd name="connsiteY391" fmla="*/ 0 h 924402"/>
                  <a:gd name="connsiteX392" fmla="*/ 2903496 w 4603109"/>
                  <a:gd name="connsiteY392" fmla="*/ 0 h 924402"/>
                  <a:gd name="connsiteX393" fmla="*/ 2911211 w 4603109"/>
                  <a:gd name="connsiteY393" fmla="*/ 0 h 924402"/>
                  <a:gd name="connsiteX394" fmla="*/ 2914242 w 4603109"/>
                  <a:gd name="connsiteY394" fmla="*/ 0 h 924402"/>
                  <a:gd name="connsiteX395" fmla="*/ 2914461 w 4603109"/>
                  <a:gd name="connsiteY395" fmla="*/ 0 h 924402"/>
                  <a:gd name="connsiteX396" fmla="*/ 2924111 w 4603109"/>
                  <a:gd name="connsiteY396" fmla="*/ 0 h 924402"/>
                  <a:gd name="connsiteX397" fmla="*/ 2927136 w 4603109"/>
                  <a:gd name="connsiteY397" fmla="*/ 0 h 924402"/>
                  <a:gd name="connsiteX398" fmla="*/ 2933561 w 4603109"/>
                  <a:gd name="connsiteY398" fmla="*/ 0 h 924402"/>
                  <a:gd name="connsiteX399" fmla="*/ 2939580 w 4603109"/>
                  <a:gd name="connsiteY399" fmla="*/ 0 h 924402"/>
                  <a:gd name="connsiteX400" fmla="*/ 2941275 w 4603109"/>
                  <a:gd name="connsiteY400" fmla="*/ 0 h 924402"/>
                  <a:gd name="connsiteX401" fmla="*/ 2941543 w 4603109"/>
                  <a:gd name="connsiteY401" fmla="*/ 0 h 924402"/>
                  <a:gd name="connsiteX402" fmla="*/ 2945586 w 4603109"/>
                  <a:gd name="connsiteY402" fmla="*/ 0 h 924402"/>
                  <a:gd name="connsiteX403" fmla="*/ 2950032 w 4603109"/>
                  <a:gd name="connsiteY403" fmla="*/ 0 h 924402"/>
                  <a:gd name="connsiteX404" fmla="*/ 2955662 w 4603109"/>
                  <a:gd name="connsiteY404" fmla="*/ 0 h 924402"/>
                  <a:gd name="connsiteX405" fmla="*/ 2955709 w 4603109"/>
                  <a:gd name="connsiteY405" fmla="*/ 0 h 924402"/>
                  <a:gd name="connsiteX406" fmla="*/ 2957200 w 4603109"/>
                  <a:gd name="connsiteY406" fmla="*/ 0 h 924402"/>
                  <a:gd name="connsiteX407" fmla="*/ 2957747 w 4603109"/>
                  <a:gd name="connsiteY407" fmla="*/ 0 h 924402"/>
                  <a:gd name="connsiteX408" fmla="*/ 2968152 w 4603109"/>
                  <a:gd name="connsiteY408" fmla="*/ 0 h 924402"/>
                  <a:gd name="connsiteX409" fmla="*/ 2969644 w 4603109"/>
                  <a:gd name="connsiteY409" fmla="*/ 0 h 924402"/>
                  <a:gd name="connsiteX410" fmla="*/ 2972667 w 4603109"/>
                  <a:gd name="connsiteY410" fmla="*/ 0 h 924402"/>
                  <a:gd name="connsiteX411" fmla="*/ 2977114 w 4603109"/>
                  <a:gd name="connsiteY411" fmla="*/ 0 h 924402"/>
                  <a:gd name="connsiteX412" fmla="*/ 2984829 w 4603109"/>
                  <a:gd name="connsiteY412" fmla="*/ 0 h 924402"/>
                  <a:gd name="connsiteX413" fmla="*/ 2985727 w 4603109"/>
                  <a:gd name="connsiteY413" fmla="*/ 0 h 924402"/>
                  <a:gd name="connsiteX414" fmla="*/ 2999370 w 4603109"/>
                  <a:gd name="connsiteY414" fmla="*/ 0 h 924402"/>
                  <a:gd name="connsiteX415" fmla="*/ 3021815 w 4603109"/>
                  <a:gd name="connsiteY415" fmla="*/ 0 h 924402"/>
                  <a:gd name="connsiteX416" fmla="*/ 3031265 w 4603109"/>
                  <a:gd name="connsiteY416" fmla="*/ 0 h 924402"/>
                  <a:gd name="connsiteX417" fmla="*/ 3042230 w 4603109"/>
                  <a:gd name="connsiteY417" fmla="*/ 0 h 924402"/>
                  <a:gd name="connsiteX418" fmla="*/ 3044946 w 4603109"/>
                  <a:gd name="connsiteY418" fmla="*/ 0 h 924402"/>
                  <a:gd name="connsiteX419" fmla="*/ 3051880 w 4603109"/>
                  <a:gd name="connsiteY419" fmla="*/ 0 h 924402"/>
                  <a:gd name="connsiteX420" fmla="*/ 3061330 w 4603109"/>
                  <a:gd name="connsiteY420" fmla="*/ 0 h 924402"/>
                  <a:gd name="connsiteX421" fmla="*/ 3067349 w 4603109"/>
                  <a:gd name="connsiteY421" fmla="*/ 0 h 924402"/>
                  <a:gd name="connsiteX422" fmla="*/ 3069312 w 4603109"/>
                  <a:gd name="connsiteY422" fmla="*/ 0 h 924402"/>
                  <a:gd name="connsiteX423" fmla="*/ 3073355 w 4603109"/>
                  <a:gd name="connsiteY423" fmla="*/ 0 h 924402"/>
                  <a:gd name="connsiteX424" fmla="*/ 3073518 w 4603109"/>
                  <a:gd name="connsiteY424" fmla="*/ 0 h 924402"/>
                  <a:gd name="connsiteX425" fmla="*/ 3075011 w 4603109"/>
                  <a:gd name="connsiteY425" fmla="*/ 0 h 924402"/>
                  <a:gd name="connsiteX426" fmla="*/ 3077801 w 4603109"/>
                  <a:gd name="connsiteY426" fmla="*/ 0 h 924402"/>
                  <a:gd name="connsiteX427" fmla="*/ 3095921 w 4603109"/>
                  <a:gd name="connsiteY427" fmla="*/ 0 h 924402"/>
                  <a:gd name="connsiteX428" fmla="*/ 3097413 w 4603109"/>
                  <a:gd name="connsiteY428" fmla="*/ 0 h 924402"/>
                  <a:gd name="connsiteX429" fmla="*/ 3100436 w 4603109"/>
                  <a:gd name="connsiteY429" fmla="*/ 0 h 924402"/>
                  <a:gd name="connsiteX430" fmla="*/ 3103552 w 4603109"/>
                  <a:gd name="connsiteY430" fmla="*/ 0 h 924402"/>
                  <a:gd name="connsiteX431" fmla="*/ 3104883 w 4603109"/>
                  <a:gd name="connsiteY431" fmla="*/ 0 h 924402"/>
                  <a:gd name="connsiteX432" fmla="*/ 3120023 w 4603109"/>
                  <a:gd name="connsiteY432" fmla="*/ 0 h 924402"/>
                  <a:gd name="connsiteX433" fmla="*/ 3120445 w 4603109"/>
                  <a:gd name="connsiteY433" fmla="*/ 0 h 924402"/>
                  <a:gd name="connsiteX434" fmla="*/ 3149018 w 4603109"/>
                  <a:gd name="connsiteY434" fmla="*/ 0 h 924402"/>
                  <a:gd name="connsiteX435" fmla="*/ 3150088 w 4603109"/>
                  <a:gd name="connsiteY435" fmla="*/ 0 h 924402"/>
                  <a:gd name="connsiteX436" fmla="*/ 3150509 w 4603109"/>
                  <a:gd name="connsiteY436" fmla="*/ 0 h 924402"/>
                  <a:gd name="connsiteX437" fmla="*/ 3171054 w 4603109"/>
                  <a:gd name="connsiteY437" fmla="*/ 0 h 924402"/>
                  <a:gd name="connsiteX438" fmla="*/ 3172715 w 4603109"/>
                  <a:gd name="connsiteY438" fmla="*/ 0 h 924402"/>
                  <a:gd name="connsiteX439" fmla="*/ 3199627 w 4603109"/>
                  <a:gd name="connsiteY439" fmla="*/ 0 h 924402"/>
                  <a:gd name="connsiteX440" fmla="*/ 3201119 w 4603109"/>
                  <a:gd name="connsiteY440" fmla="*/ 0 h 924402"/>
                  <a:gd name="connsiteX441" fmla="*/ 3201287 w 4603109"/>
                  <a:gd name="connsiteY441" fmla="*/ 0 h 924402"/>
                  <a:gd name="connsiteX442" fmla="*/ 3201751 w 4603109"/>
                  <a:gd name="connsiteY442" fmla="*/ 0 h 924402"/>
                  <a:gd name="connsiteX443" fmla="*/ 3202780 w 4603109"/>
                  <a:gd name="connsiteY443" fmla="*/ 0 h 924402"/>
                  <a:gd name="connsiteX444" fmla="*/ 3217515 w 4603109"/>
                  <a:gd name="connsiteY444" fmla="*/ 0 h 924402"/>
                  <a:gd name="connsiteX445" fmla="*/ 3224152 w 4603109"/>
                  <a:gd name="connsiteY445" fmla="*/ 0 h 924402"/>
                  <a:gd name="connsiteX446" fmla="*/ 3230324 w 4603109"/>
                  <a:gd name="connsiteY446" fmla="*/ 0 h 924402"/>
                  <a:gd name="connsiteX447" fmla="*/ 3231321 w 4603109"/>
                  <a:gd name="connsiteY447" fmla="*/ 0 h 924402"/>
                  <a:gd name="connsiteX448" fmla="*/ 3231816 w 4603109"/>
                  <a:gd name="connsiteY448" fmla="*/ 0 h 924402"/>
                  <a:gd name="connsiteX449" fmla="*/ 3243763 w 4603109"/>
                  <a:gd name="connsiteY449" fmla="*/ 0 h 924402"/>
                  <a:gd name="connsiteX450" fmla="*/ 3246088 w 4603109"/>
                  <a:gd name="connsiteY450" fmla="*/ 0 h 924402"/>
                  <a:gd name="connsiteX451" fmla="*/ 3247580 w 4603109"/>
                  <a:gd name="connsiteY451" fmla="*/ 0 h 924402"/>
                  <a:gd name="connsiteX452" fmla="*/ 3247792 w 4603109"/>
                  <a:gd name="connsiteY452" fmla="*/ 0 h 924402"/>
                  <a:gd name="connsiteX453" fmla="*/ 3248214 w 4603109"/>
                  <a:gd name="connsiteY453" fmla="*/ 0 h 924402"/>
                  <a:gd name="connsiteX454" fmla="*/ 3252725 w 4603109"/>
                  <a:gd name="connsiteY454" fmla="*/ 0 h 924402"/>
                  <a:gd name="connsiteX455" fmla="*/ 3254217 w 4603109"/>
                  <a:gd name="connsiteY455" fmla="*/ 0 h 924402"/>
                  <a:gd name="connsiteX456" fmla="*/ 3260235 w 4603109"/>
                  <a:gd name="connsiteY456" fmla="*/ 0 h 924402"/>
                  <a:gd name="connsiteX457" fmla="*/ 3276787 w 4603109"/>
                  <a:gd name="connsiteY457" fmla="*/ 0 h 924402"/>
                  <a:gd name="connsiteX458" fmla="*/ 3277857 w 4603109"/>
                  <a:gd name="connsiteY458" fmla="*/ 0 h 924402"/>
                  <a:gd name="connsiteX459" fmla="*/ 3278278 w 4603109"/>
                  <a:gd name="connsiteY459" fmla="*/ 0 h 924402"/>
                  <a:gd name="connsiteX460" fmla="*/ 3290300 w 4603109"/>
                  <a:gd name="connsiteY460" fmla="*/ 0 h 924402"/>
                  <a:gd name="connsiteX461" fmla="*/ 3298823 w 4603109"/>
                  <a:gd name="connsiteY461" fmla="*/ 0 h 924402"/>
                  <a:gd name="connsiteX462" fmla="*/ 3327396 w 4603109"/>
                  <a:gd name="connsiteY462" fmla="*/ 0 h 924402"/>
                  <a:gd name="connsiteX463" fmla="*/ 3328888 w 4603109"/>
                  <a:gd name="connsiteY463" fmla="*/ 0 h 924402"/>
                  <a:gd name="connsiteX464" fmla="*/ 3329520 w 4603109"/>
                  <a:gd name="connsiteY464" fmla="*/ 0 h 924402"/>
                  <a:gd name="connsiteX465" fmla="*/ 3345284 w 4603109"/>
                  <a:gd name="connsiteY465" fmla="*/ 0 h 924402"/>
                  <a:gd name="connsiteX466" fmla="*/ 3349129 w 4603109"/>
                  <a:gd name="connsiteY466" fmla="*/ 0 h 924402"/>
                  <a:gd name="connsiteX467" fmla="*/ 3351921 w 4603109"/>
                  <a:gd name="connsiteY467" fmla="*/ 0 h 924402"/>
                  <a:gd name="connsiteX468" fmla="*/ 3358093 w 4603109"/>
                  <a:gd name="connsiteY468" fmla="*/ 0 h 924402"/>
                  <a:gd name="connsiteX469" fmla="*/ 3359585 w 4603109"/>
                  <a:gd name="connsiteY469" fmla="*/ 0 h 924402"/>
                  <a:gd name="connsiteX470" fmla="*/ 3371532 w 4603109"/>
                  <a:gd name="connsiteY470" fmla="*/ 0 h 924402"/>
                  <a:gd name="connsiteX471" fmla="*/ 3373857 w 4603109"/>
                  <a:gd name="connsiteY471" fmla="*/ 0 h 924402"/>
                  <a:gd name="connsiteX472" fmla="*/ 3375349 w 4603109"/>
                  <a:gd name="connsiteY472" fmla="*/ 0 h 924402"/>
                  <a:gd name="connsiteX473" fmla="*/ 3380494 w 4603109"/>
                  <a:gd name="connsiteY473" fmla="*/ 0 h 924402"/>
                  <a:gd name="connsiteX474" fmla="*/ 3381986 w 4603109"/>
                  <a:gd name="connsiteY474" fmla="*/ 0 h 924402"/>
                  <a:gd name="connsiteX475" fmla="*/ 3388004 w 4603109"/>
                  <a:gd name="connsiteY475" fmla="*/ 0 h 924402"/>
                  <a:gd name="connsiteX476" fmla="*/ 3408282 w 4603109"/>
                  <a:gd name="connsiteY476" fmla="*/ 0 h 924402"/>
                  <a:gd name="connsiteX477" fmla="*/ 3418069 w 4603109"/>
                  <a:gd name="connsiteY477" fmla="*/ 0 h 924402"/>
                  <a:gd name="connsiteX478" fmla="*/ 3424207 w 4603109"/>
                  <a:gd name="connsiteY478" fmla="*/ 0 h 924402"/>
                  <a:gd name="connsiteX479" fmla="*/ 3424753 w 4603109"/>
                  <a:gd name="connsiteY479" fmla="*/ 0 h 924402"/>
                  <a:gd name="connsiteX480" fmla="*/ 3452733 w 4603109"/>
                  <a:gd name="connsiteY480" fmla="*/ 0 h 924402"/>
                  <a:gd name="connsiteX481" fmla="*/ 3454818 w 4603109"/>
                  <a:gd name="connsiteY481" fmla="*/ 0 h 924402"/>
                  <a:gd name="connsiteX482" fmla="*/ 3476898 w 4603109"/>
                  <a:gd name="connsiteY482" fmla="*/ 0 h 924402"/>
                  <a:gd name="connsiteX483" fmla="*/ 3496441 w 4603109"/>
                  <a:gd name="connsiteY483" fmla="*/ 0 h 924402"/>
                  <a:gd name="connsiteX484" fmla="*/ 3509236 w 4603109"/>
                  <a:gd name="connsiteY484" fmla="*/ 0 h 924402"/>
                  <a:gd name="connsiteX485" fmla="*/ 3518886 w 4603109"/>
                  <a:gd name="connsiteY485" fmla="*/ 0 h 924402"/>
                  <a:gd name="connsiteX486" fmla="*/ 3528336 w 4603109"/>
                  <a:gd name="connsiteY486" fmla="*/ 0 h 924402"/>
                  <a:gd name="connsiteX487" fmla="*/ 3536051 w 4603109"/>
                  <a:gd name="connsiteY487" fmla="*/ 0 h 924402"/>
                  <a:gd name="connsiteX488" fmla="*/ 3539301 w 4603109"/>
                  <a:gd name="connsiteY488" fmla="*/ 0 h 924402"/>
                  <a:gd name="connsiteX489" fmla="*/ 3540361 w 4603109"/>
                  <a:gd name="connsiteY489" fmla="*/ 0 h 924402"/>
                  <a:gd name="connsiteX490" fmla="*/ 3544807 w 4603109"/>
                  <a:gd name="connsiteY490" fmla="*/ 0 h 924402"/>
                  <a:gd name="connsiteX491" fmla="*/ 3551976 w 4603109"/>
                  <a:gd name="connsiteY491" fmla="*/ 0 h 924402"/>
                  <a:gd name="connsiteX492" fmla="*/ 3552522 w 4603109"/>
                  <a:gd name="connsiteY492" fmla="*/ 0 h 924402"/>
                  <a:gd name="connsiteX493" fmla="*/ 3564420 w 4603109"/>
                  <a:gd name="connsiteY493" fmla="*/ 0 h 924402"/>
                  <a:gd name="connsiteX494" fmla="*/ 3570426 w 4603109"/>
                  <a:gd name="connsiteY494" fmla="*/ 0 h 924402"/>
                  <a:gd name="connsiteX495" fmla="*/ 3574872 w 4603109"/>
                  <a:gd name="connsiteY495" fmla="*/ 0 h 924402"/>
                  <a:gd name="connsiteX496" fmla="*/ 3580502 w 4603109"/>
                  <a:gd name="connsiteY496" fmla="*/ 0 h 924402"/>
                  <a:gd name="connsiteX497" fmla="*/ 3582587 w 4603109"/>
                  <a:gd name="connsiteY497" fmla="*/ 0 h 924402"/>
                  <a:gd name="connsiteX498" fmla="*/ 3624210 w 4603109"/>
                  <a:gd name="connsiteY498" fmla="*/ 0 h 924402"/>
                  <a:gd name="connsiteX499" fmla="*/ 3637005 w 4603109"/>
                  <a:gd name="connsiteY499" fmla="*/ 0 h 924402"/>
                  <a:gd name="connsiteX500" fmla="*/ 3646655 w 4603109"/>
                  <a:gd name="connsiteY500" fmla="*/ 0 h 924402"/>
                  <a:gd name="connsiteX501" fmla="*/ 3656105 w 4603109"/>
                  <a:gd name="connsiteY501" fmla="*/ 0 h 924402"/>
                  <a:gd name="connsiteX502" fmla="*/ 3667070 w 4603109"/>
                  <a:gd name="connsiteY502" fmla="*/ 0 h 924402"/>
                  <a:gd name="connsiteX503" fmla="*/ 3668130 w 4603109"/>
                  <a:gd name="connsiteY503" fmla="*/ 0 h 924402"/>
                  <a:gd name="connsiteX504" fmla="*/ 3669786 w 4603109"/>
                  <a:gd name="connsiteY504" fmla="*/ 0 h 924402"/>
                  <a:gd name="connsiteX505" fmla="*/ 3672576 w 4603109"/>
                  <a:gd name="connsiteY505" fmla="*/ 0 h 924402"/>
                  <a:gd name="connsiteX506" fmla="*/ 3692189 w 4603109"/>
                  <a:gd name="connsiteY506" fmla="*/ 0 h 924402"/>
                  <a:gd name="connsiteX507" fmla="*/ 3698195 w 4603109"/>
                  <a:gd name="connsiteY507" fmla="*/ 0 h 924402"/>
                  <a:gd name="connsiteX508" fmla="*/ 3702641 w 4603109"/>
                  <a:gd name="connsiteY508" fmla="*/ 0 h 924402"/>
                  <a:gd name="connsiteX509" fmla="*/ 3744863 w 4603109"/>
                  <a:gd name="connsiteY509" fmla="*/ 0 h 924402"/>
                  <a:gd name="connsiteX510" fmla="*/ 3745285 w 4603109"/>
                  <a:gd name="connsiteY510" fmla="*/ 0 h 924402"/>
                  <a:gd name="connsiteX511" fmla="*/ 3795894 w 4603109"/>
                  <a:gd name="connsiteY511" fmla="*/ 0 h 924402"/>
                  <a:gd name="connsiteX512" fmla="*/ 3797555 w 4603109"/>
                  <a:gd name="connsiteY512" fmla="*/ 0 h 924402"/>
                  <a:gd name="connsiteX513" fmla="*/ 3826591 w 4603109"/>
                  <a:gd name="connsiteY513" fmla="*/ 0 h 924402"/>
                  <a:gd name="connsiteX514" fmla="*/ 3842355 w 4603109"/>
                  <a:gd name="connsiteY514" fmla="*/ 0 h 924402"/>
                  <a:gd name="connsiteX515" fmla="*/ 3848992 w 4603109"/>
                  <a:gd name="connsiteY515" fmla="*/ 0 h 924402"/>
                  <a:gd name="connsiteX516" fmla="*/ 3872632 w 4603109"/>
                  <a:gd name="connsiteY516" fmla="*/ 0 h 924402"/>
                  <a:gd name="connsiteX517" fmla="*/ 3873054 w 4603109"/>
                  <a:gd name="connsiteY517" fmla="*/ 0 h 924402"/>
                  <a:gd name="connsiteX518" fmla="*/ 3885075 w 4603109"/>
                  <a:gd name="connsiteY518" fmla="*/ 0 h 924402"/>
                  <a:gd name="connsiteX519" fmla="*/ 3923663 w 4603109"/>
                  <a:gd name="connsiteY519" fmla="*/ 0 h 924402"/>
                  <a:gd name="connsiteX520" fmla="*/ 3954360 w 4603109"/>
                  <a:gd name="connsiteY520" fmla="*/ 0 h 924402"/>
                  <a:gd name="connsiteX521" fmla="*/ 3970124 w 4603109"/>
                  <a:gd name="connsiteY521" fmla="*/ 0 h 924402"/>
                  <a:gd name="connsiteX522" fmla="*/ 3976761 w 4603109"/>
                  <a:gd name="connsiteY522" fmla="*/ 0 h 924402"/>
                  <a:gd name="connsiteX523" fmla="*/ 4012844 w 4603109"/>
                  <a:gd name="connsiteY523" fmla="*/ 0 h 924402"/>
                  <a:gd name="connsiteX524" fmla="*/ 4049593 w 4603109"/>
                  <a:gd name="connsiteY524" fmla="*/ 0 h 924402"/>
                  <a:gd name="connsiteX525" fmla="*/ 4169647 w 4603109"/>
                  <a:gd name="connsiteY525" fmla="*/ 0 h 924402"/>
                  <a:gd name="connsiteX526" fmla="*/ 4177362 w 4603109"/>
                  <a:gd name="connsiteY526" fmla="*/ 0 h 924402"/>
                  <a:gd name="connsiteX527" fmla="*/ 4297416 w 4603109"/>
                  <a:gd name="connsiteY527" fmla="*/ 0 h 924402"/>
                  <a:gd name="connsiteX528" fmla="*/ 4379339 w 4603109"/>
                  <a:gd name="connsiteY528" fmla="*/ 47054 h 924402"/>
                  <a:gd name="connsiteX529" fmla="*/ 4591731 w 4603109"/>
                  <a:gd name="connsiteY529" fmla="*/ 415146 h 924402"/>
                  <a:gd name="connsiteX530" fmla="*/ 4591731 w 4603109"/>
                  <a:gd name="connsiteY530" fmla="*/ 509257 h 924402"/>
                  <a:gd name="connsiteX531" fmla="*/ 4379339 w 4603109"/>
                  <a:gd name="connsiteY531" fmla="*/ 877348 h 924402"/>
                  <a:gd name="connsiteX532" fmla="*/ 4297416 w 4603109"/>
                  <a:gd name="connsiteY532" fmla="*/ 924402 h 924402"/>
                  <a:gd name="connsiteX533" fmla="*/ 4169647 w 4603109"/>
                  <a:gd name="connsiteY533" fmla="*/ 924402 h 924402"/>
                  <a:gd name="connsiteX534" fmla="*/ 3976761 w 4603109"/>
                  <a:gd name="connsiteY534" fmla="*/ 924402 h 924402"/>
                  <a:gd name="connsiteX535" fmla="*/ 3872632 w 4603109"/>
                  <a:gd name="connsiteY535" fmla="*/ 924402 h 924402"/>
                  <a:gd name="connsiteX536" fmla="*/ 3848992 w 4603109"/>
                  <a:gd name="connsiteY536" fmla="*/ 924402 h 924402"/>
                  <a:gd name="connsiteX537" fmla="*/ 3744863 w 4603109"/>
                  <a:gd name="connsiteY537" fmla="*/ 924402 h 924402"/>
                  <a:gd name="connsiteX538" fmla="*/ 3702641 w 4603109"/>
                  <a:gd name="connsiteY538" fmla="*/ 924402 h 924402"/>
                  <a:gd name="connsiteX539" fmla="*/ 3672576 w 4603109"/>
                  <a:gd name="connsiteY539" fmla="*/ 924402 h 924402"/>
                  <a:gd name="connsiteX540" fmla="*/ 3656105 w 4603109"/>
                  <a:gd name="connsiteY540" fmla="*/ 924402 h 924402"/>
                  <a:gd name="connsiteX541" fmla="*/ 3574872 w 4603109"/>
                  <a:gd name="connsiteY541" fmla="*/ 924402 h 924402"/>
                  <a:gd name="connsiteX542" fmla="*/ 3551976 w 4603109"/>
                  <a:gd name="connsiteY542" fmla="*/ 924402 h 924402"/>
                  <a:gd name="connsiteX543" fmla="*/ 3544807 w 4603109"/>
                  <a:gd name="connsiteY543" fmla="*/ 924402 h 924402"/>
                  <a:gd name="connsiteX544" fmla="*/ 3528336 w 4603109"/>
                  <a:gd name="connsiteY544" fmla="*/ 924402 h 924402"/>
                  <a:gd name="connsiteX545" fmla="*/ 3424207 w 4603109"/>
                  <a:gd name="connsiteY545" fmla="*/ 924402 h 924402"/>
                  <a:gd name="connsiteX546" fmla="*/ 3381986 w 4603109"/>
                  <a:gd name="connsiteY546" fmla="*/ 924402 h 924402"/>
                  <a:gd name="connsiteX547" fmla="*/ 3380494 w 4603109"/>
                  <a:gd name="connsiteY547" fmla="*/ 924402 h 924402"/>
                  <a:gd name="connsiteX548" fmla="*/ 3351921 w 4603109"/>
                  <a:gd name="connsiteY548" fmla="*/ 924402 h 924402"/>
                  <a:gd name="connsiteX549" fmla="*/ 3277857 w 4603109"/>
                  <a:gd name="connsiteY549" fmla="*/ 924402 h 924402"/>
                  <a:gd name="connsiteX550" fmla="*/ 3254217 w 4603109"/>
                  <a:gd name="connsiteY550" fmla="*/ 924402 h 924402"/>
                  <a:gd name="connsiteX551" fmla="*/ 3252725 w 4603109"/>
                  <a:gd name="connsiteY551" fmla="*/ 924402 h 924402"/>
                  <a:gd name="connsiteX552" fmla="*/ 3247792 w 4603109"/>
                  <a:gd name="connsiteY552" fmla="*/ 924402 h 924402"/>
                  <a:gd name="connsiteX553" fmla="*/ 3231321 w 4603109"/>
                  <a:gd name="connsiteY553" fmla="*/ 924402 h 924402"/>
                  <a:gd name="connsiteX554" fmla="*/ 3224152 w 4603109"/>
                  <a:gd name="connsiteY554" fmla="*/ 924402 h 924402"/>
                  <a:gd name="connsiteX555" fmla="*/ 3150088 w 4603109"/>
                  <a:gd name="connsiteY555" fmla="*/ 924402 h 924402"/>
                  <a:gd name="connsiteX556" fmla="*/ 3120023 w 4603109"/>
                  <a:gd name="connsiteY556" fmla="*/ 924402 h 924402"/>
                  <a:gd name="connsiteX557" fmla="*/ 3104883 w 4603109"/>
                  <a:gd name="connsiteY557" fmla="*/ 924402 h 924402"/>
                  <a:gd name="connsiteX558" fmla="*/ 3103552 w 4603109"/>
                  <a:gd name="connsiteY558" fmla="*/ 924402 h 924402"/>
                  <a:gd name="connsiteX559" fmla="*/ 3077801 w 4603109"/>
                  <a:gd name="connsiteY559" fmla="*/ 924402 h 924402"/>
                  <a:gd name="connsiteX560" fmla="*/ 3061330 w 4603109"/>
                  <a:gd name="connsiteY560" fmla="*/ 924402 h 924402"/>
                  <a:gd name="connsiteX561" fmla="*/ 3031265 w 4603109"/>
                  <a:gd name="connsiteY561" fmla="*/ 924402 h 924402"/>
                  <a:gd name="connsiteX562" fmla="*/ 2977114 w 4603109"/>
                  <a:gd name="connsiteY562" fmla="*/ 924402 h 924402"/>
                  <a:gd name="connsiteX563" fmla="*/ 2957200 w 4603109"/>
                  <a:gd name="connsiteY563" fmla="*/ 924402 h 924402"/>
                  <a:gd name="connsiteX564" fmla="*/ 2955709 w 4603109"/>
                  <a:gd name="connsiteY564" fmla="*/ 924402 h 924402"/>
                  <a:gd name="connsiteX565" fmla="*/ 2950032 w 4603109"/>
                  <a:gd name="connsiteY565" fmla="*/ 924402 h 924402"/>
                  <a:gd name="connsiteX566" fmla="*/ 2933561 w 4603109"/>
                  <a:gd name="connsiteY566" fmla="*/ 924402 h 924402"/>
                  <a:gd name="connsiteX567" fmla="*/ 2927136 w 4603109"/>
                  <a:gd name="connsiteY567" fmla="*/ 924402 h 924402"/>
                  <a:gd name="connsiteX568" fmla="*/ 2903496 w 4603109"/>
                  <a:gd name="connsiteY568" fmla="*/ 924402 h 924402"/>
                  <a:gd name="connsiteX569" fmla="*/ 2829431 w 4603109"/>
                  <a:gd name="connsiteY569" fmla="*/ 924402 h 924402"/>
                  <a:gd name="connsiteX570" fmla="*/ 2827940 w 4603109"/>
                  <a:gd name="connsiteY570" fmla="*/ 924402 h 924402"/>
                  <a:gd name="connsiteX571" fmla="*/ 2799367 w 4603109"/>
                  <a:gd name="connsiteY571" fmla="*/ 924402 h 924402"/>
                  <a:gd name="connsiteX572" fmla="*/ 2785719 w 4603109"/>
                  <a:gd name="connsiteY572" fmla="*/ 924402 h 924402"/>
                  <a:gd name="connsiteX573" fmla="*/ 2784228 w 4603109"/>
                  <a:gd name="connsiteY573" fmla="*/ 924402 h 924402"/>
                  <a:gd name="connsiteX574" fmla="*/ 2757146 w 4603109"/>
                  <a:gd name="connsiteY574" fmla="*/ 924402 h 924402"/>
                  <a:gd name="connsiteX575" fmla="*/ 2755654 w 4603109"/>
                  <a:gd name="connsiteY575" fmla="*/ 924402 h 924402"/>
                  <a:gd name="connsiteX576" fmla="*/ 2680098 w 4603109"/>
                  <a:gd name="connsiteY576" fmla="*/ 924402 h 924402"/>
                  <a:gd name="connsiteX577" fmla="*/ 2657950 w 4603109"/>
                  <a:gd name="connsiteY577" fmla="*/ 924402 h 924402"/>
                  <a:gd name="connsiteX578" fmla="*/ 2656459 w 4603109"/>
                  <a:gd name="connsiteY578" fmla="*/ 924402 h 924402"/>
                  <a:gd name="connsiteX579" fmla="*/ 2653017 w 4603109"/>
                  <a:gd name="connsiteY579" fmla="*/ 924402 h 924402"/>
                  <a:gd name="connsiteX580" fmla="*/ 2636545 w 4603109"/>
                  <a:gd name="connsiteY580" fmla="*/ 924402 h 924402"/>
                  <a:gd name="connsiteX581" fmla="*/ 2629377 w 4603109"/>
                  <a:gd name="connsiteY581" fmla="*/ 924402 h 924402"/>
                  <a:gd name="connsiteX582" fmla="*/ 2627885 w 4603109"/>
                  <a:gd name="connsiteY582" fmla="*/ 924402 h 924402"/>
                  <a:gd name="connsiteX583" fmla="*/ 2606481 w 4603109"/>
                  <a:gd name="connsiteY583" fmla="*/ 924402 h 924402"/>
                  <a:gd name="connsiteX584" fmla="*/ 2552329 w 4603109"/>
                  <a:gd name="connsiteY584" fmla="*/ 924402 h 924402"/>
                  <a:gd name="connsiteX585" fmla="*/ 2525248 w 4603109"/>
                  <a:gd name="connsiteY585" fmla="*/ 924402 h 924402"/>
                  <a:gd name="connsiteX586" fmla="*/ 2510108 w 4603109"/>
                  <a:gd name="connsiteY586" fmla="*/ 924402 h 924402"/>
                  <a:gd name="connsiteX587" fmla="*/ 2508776 w 4603109"/>
                  <a:gd name="connsiteY587" fmla="*/ 924402 h 924402"/>
                  <a:gd name="connsiteX588" fmla="*/ 2480043 w 4603109"/>
                  <a:gd name="connsiteY588" fmla="*/ 924402 h 924402"/>
                  <a:gd name="connsiteX589" fmla="*/ 2478712 w 4603109"/>
                  <a:gd name="connsiteY589" fmla="*/ 924402 h 924402"/>
                  <a:gd name="connsiteX590" fmla="*/ 2463572 w 4603109"/>
                  <a:gd name="connsiteY590" fmla="*/ 924402 h 924402"/>
                  <a:gd name="connsiteX591" fmla="*/ 2436490 w 4603109"/>
                  <a:gd name="connsiteY591" fmla="*/ 924402 h 924402"/>
                  <a:gd name="connsiteX592" fmla="*/ 2382339 w 4603109"/>
                  <a:gd name="connsiteY592" fmla="*/ 924402 h 924402"/>
                  <a:gd name="connsiteX593" fmla="*/ 2360934 w 4603109"/>
                  <a:gd name="connsiteY593" fmla="*/ 924402 h 924402"/>
                  <a:gd name="connsiteX594" fmla="*/ 2359443 w 4603109"/>
                  <a:gd name="connsiteY594" fmla="*/ 924402 h 924402"/>
                  <a:gd name="connsiteX595" fmla="*/ 2352274 w 4603109"/>
                  <a:gd name="connsiteY595" fmla="*/ 924402 h 924402"/>
                  <a:gd name="connsiteX596" fmla="*/ 2335803 w 4603109"/>
                  <a:gd name="connsiteY596" fmla="*/ 924402 h 924402"/>
                  <a:gd name="connsiteX597" fmla="*/ 2332360 w 4603109"/>
                  <a:gd name="connsiteY597" fmla="*/ 924402 h 924402"/>
                  <a:gd name="connsiteX598" fmla="*/ 2332328 w 4603109"/>
                  <a:gd name="connsiteY598" fmla="*/ 924402 h 924402"/>
                  <a:gd name="connsiteX599" fmla="*/ 2330869 w 4603109"/>
                  <a:gd name="connsiteY599" fmla="*/ 924402 h 924402"/>
                  <a:gd name="connsiteX600" fmla="*/ 2308721 w 4603109"/>
                  <a:gd name="connsiteY600" fmla="*/ 924402 h 924402"/>
                  <a:gd name="connsiteX601" fmla="*/ 2233165 w 4603109"/>
                  <a:gd name="connsiteY601" fmla="*/ 924402 h 924402"/>
                  <a:gd name="connsiteX602" fmla="*/ 2231674 w 4603109"/>
                  <a:gd name="connsiteY602" fmla="*/ 924402 h 924402"/>
                  <a:gd name="connsiteX603" fmla="*/ 2204591 w 4603109"/>
                  <a:gd name="connsiteY603" fmla="*/ 924402 h 924402"/>
                  <a:gd name="connsiteX604" fmla="*/ 2204559 w 4603109"/>
                  <a:gd name="connsiteY604" fmla="*/ 924402 h 924402"/>
                  <a:gd name="connsiteX605" fmla="*/ 2203100 w 4603109"/>
                  <a:gd name="connsiteY605" fmla="*/ 924402 h 924402"/>
                  <a:gd name="connsiteX606" fmla="*/ 2189452 w 4603109"/>
                  <a:gd name="connsiteY606" fmla="*/ 924402 h 924402"/>
                  <a:gd name="connsiteX607" fmla="*/ 2160879 w 4603109"/>
                  <a:gd name="connsiteY607" fmla="*/ 924402 h 924402"/>
                  <a:gd name="connsiteX608" fmla="*/ 2159388 w 4603109"/>
                  <a:gd name="connsiteY608" fmla="*/ 924402 h 924402"/>
                  <a:gd name="connsiteX609" fmla="*/ 2085323 w 4603109"/>
                  <a:gd name="connsiteY609" fmla="*/ 924402 h 924402"/>
                  <a:gd name="connsiteX610" fmla="*/ 2077294 w 4603109"/>
                  <a:gd name="connsiteY610" fmla="*/ 924402 h 924402"/>
                  <a:gd name="connsiteX611" fmla="*/ 2061683 w 4603109"/>
                  <a:gd name="connsiteY611" fmla="*/ 924402 h 924402"/>
                  <a:gd name="connsiteX612" fmla="*/ 2055258 w 4603109"/>
                  <a:gd name="connsiteY612" fmla="*/ 924402 h 924402"/>
                  <a:gd name="connsiteX613" fmla="*/ 2038787 w 4603109"/>
                  <a:gd name="connsiteY613" fmla="*/ 924402 h 924402"/>
                  <a:gd name="connsiteX614" fmla="*/ 2033110 w 4603109"/>
                  <a:gd name="connsiteY614" fmla="*/ 924402 h 924402"/>
                  <a:gd name="connsiteX615" fmla="*/ 2031619 w 4603109"/>
                  <a:gd name="connsiteY615" fmla="*/ 924402 h 924402"/>
                  <a:gd name="connsiteX616" fmla="*/ 2011705 w 4603109"/>
                  <a:gd name="connsiteY616" fmla="*/ 924402 h 924402"/>
                  <a:gd name="connsiteX617" fmla="*/ 1957554 w 4603109"/>
                  <a:gd name="connsiteY617" fmla="*/ 924402 h 924402"/>
                  <a:gd name="connsiteX618" fmla="*/ 1949525 w 4603109"/>
                  <a:gd name="connsiteY618" fmla="*/ 924402 h 924402"/>
                  <a:gd name="connsiteX619" fmla="*/ 1927489 w 4603109"/>
                  <a:gd name="connsiteY619" fmla="*/ 924402 h 924402"/>
                  <a:gd name="connsiteX620" fmla="*/ 1911018 w 4603109"/>
                  <a:gd name="connsiteY620" fmla="*/ 924402 h 924402"/>
                  <a:gd name="connsiteX621" fmla="*/ 1907543 w 4603109"/>
                  <a:gd name="connsiteY621" fmla="*/ 924402 h 924402"/>
                  <a:gd name="connsiteX622" fmla="*/ 1885268 w 4603109"/>
                  <a:gd name="connsiteY622" fmla="*/ 924402 h 924402"/>
                  <a:gd name="connsiteX623" fmla="*/ 1883936 w 4603109"/>
                  <a:gd name="connsiteY623" fmla="*/ 924402 h 924402"/>
                  <a:gd name="connsiteX624" fmla="*/ 1868796 w 4603109"/>
                  <a:gd name="connsiteY624" fmla="*/ 924402 h 924402"/>
                  <a:gd name="connsiteX625" fmla="*/ 1838732 w 4603109"/>
                  <a:gd name="connsiteY625" fmla="*/ 924402 h 924402"/>
                  <a:gd name="connsiteX626" fmla="*/ 1779774 w 4603109"/>
                  <a:gd name="connsiteY626" fmla="*/ 924402 h 924402"/>
                  <a:gd name="connsiteX627" fmla="*/ 1764668 w 4603109"/>
                  <a:gd name="connsiteY627" fmla="*/ 924402 h 924402"/>
                  <a:gd name="connsiteX628" fmla="*/ 1757499 w 4603109"/>
                  <a:gd name="connsiteY628" fmla="*/ 924402 h 924402"/>
                  <a:gd name="connsiteX629" fmla="*/ 1741027 w 4603109"/>
                  <a:gd name="connsiteY629" fmla="*/ 924402 h 924402"/>
                  <a:gd name="connsiteX630" fmla="*/ 1737552 w 4603109"/>
                  <a:gd name="connsiteY630" fmla="*/ 924402 h 924402"/>
                  <a:gd name="connsiteX631" fmla="*/ 1736094 w 4603109"/>
                  <a:gd name="connsiteY631" fmla="*/ 924402 h 924402"/>
                  <a:gd name="connsiteX632" fmla="*/ 1734603 w 4603109"/>
                  <a:gd name="connsiteY632" fmla="*/ 924402 h 924402"/>
                  <a:gd name="connsiteX633" fmla="*/ 1710963 w 4603109"/>
                  <a:gd name="connsiteY633" fmla="*/ 924402 h 924402"/>
                  <a:gd name="connsiteX634" fmla="*/ 1707488 w 4603109"/>
                  <a:gd name="connsiteY634" fmla="*/ 924402 h 924402"/>
                  <a:gd name="connsiteX635" fmla="*/ 1652509 w 4603109"/>
                  <a:gd name="connsiteY635" fmla="*/ 924402 h 924402"/>
                  <a:gd name="connsiteX636" fmla="*/ 1636899 w 4603109"/>
                  <a:gd name="connsiteY636" fmla="*/ 924402 h 924402"/>
                  <a:gd name="connsiteX637" fmla="*/ 1609783 w 4603109"/>
                  <a:gd name="connsiteY637" fmla="*/ 924402 h 924402"/>
                  <a:gd name="connsiteX638" fmla="*/ 1608325 w 4603109"/>
                  <a:gd name="connsiteY638" fmla="*/ 924402 h 924402"/>
                  <a:gd name="connsiteX639" fmla="*/ 1606834 w 4603109"/>
                  <a:gd name="connsiteY639" fmla="*/ 924402 h 924402"/>
                  <a:gd name="connsiteX640" fmla="*/ 1579719 w 4603109"/>
                  <a:gd name="connsiteY640" fmla="*/ 924402 h 924402"/>
                  <a:gd name="connsiteX641" fmla="*/ 1564612 w 4603109"/>
                  <a:gd name="connsiteY641" fmla="*/ 924402 h 924402"/>
                  <a:gd name="connsiteX642" fmla="*/ 1524740 w 4603109"/>
                  <a:gd name="connsiteY642" fmla="*/ 924402 h 924402"/>
                  <a:gd name="connsiteX643" fmla="*/ 1482518 w 4603109"/>
                  <a:gd name="connsiteY643" fmla="*/ 924402 h 924402"/>
                  <a:gd name="connsiteX644" fmla="*/ 1460483 w 4603109"/>
                  <a:gd name="connsiteY644" fmla="*/ 924402 h 924402"/>
                  <a:gd name="connsiteX645" fmla="*/ 1452454 w 4603109"/>
                  <a:gd name="connsiteY645" fmla="*/ 924402 h 924402"/>
                  <a:gd name="connsiteX646" fmla="*/ 1444011 w 4603109"/>
                  <a:gd name="connsiteY646" fmla="*/ 924402 h 924402"/>
                  <a:gd name="connsiteX647" fmla="*/ 1436843 w 4603109"/>
                  <a:gd name="connsiteY647" fmla="*/ 924402 h 924402"/>
                  <a:gd name="connsiteX648" fmla="*/ 1413947 w 4603109"/>
                  <a:gd name="connsiteY648" fmla="*/ 924402 h 924402"/>
                  <a:gd name="connsiteX649" fmla="*/ 1354749 w 4603109"/>
                  <a:gd name="connsiteY649" fmla="*/ 924402 h 924402"/>
                  <a:gd name="connsiteX650" fmla="*/ 1332714 w 4603109"/>
                  <a:gd name="connsiteY650" fmla="*/ 924402 h 924402"/>
                  <a:gd name="connsiteX651" fmla="*/ 1324685 w 4603109"/>
                  <a:gd name="connsiteY651" fmla="*/ 924402 h 924402"/>
                  <a:gd name="connsiteX652" fmla="*/ 1316242 w 4603109"/>
                  <a:gd name="connsiteY652" fmla="*/ 924402 h 924402"/>
                  <a:gd name="connsiteX653" fmla="*/ 1312767 w 4603109"/>
                  <a:gd name="connsiteY653" fmla="*/ 924402 h 924402"/>
                  <a:gd name="connsiteX654" fmla="*/ 1286178 w 4603109"/>
                  <a:gd name="connsiteY654" fmla="*/ 924402 h 924402"/>
                  <a:gd name="connsiteX655" fmla="*/ 1282703 w 4603109"/>
                  <a:gd name="connsiteY655" fmla="*/ 924402 h 924402"/>
                  <a:gd name="connsiteX656" fmla="*/ 1243956 w 4603109"/>
                  <a:gd name="connsiteY656" fmla="*/ 924402 h 924402"/>
                  <a:gd name="connsiteX657" fmla="*/ 1184998 w 4603109"/>
                  <a:gd name="connsiteY657" fmla="*/ 924402 h 924402"/>
                  <a:gd name="connsiteX658" fmla="*/ 1154934 w 4603109"/>
                  <a:gd name="connsiteY658" fmla="*/ 924402 h 924402"/>
                  <a:gd name="connsiteX659" fmla="*/ 1139828 w 4603109"/>
                  <a:gd name="connsiteY659" fmla="*/ 924402 h 924402"/>
                  <a:gd name="connsiteX660" fmla="*/ 1116187 w 4603109"/>
                  <a:gd name="connsiteY660" fmla="*/ 924402 h 924402"/>
                  <a:gd name="connsiteX661" fmla="*/ 1112712 w 4603109"/>
                  <a:gd name="connsiteY661" fmla="*/ 924402 h 924402"/>
                  <a:gd name="connsiteX662" fmla="*/ 1057734 w 4603109"/>
                  <a:gd name="connsiteY662" fmla="*/ 924402 h 924402"/>
                  <a:gd name="connsiteX663" fmla="*/ 1027669 w 4603109"/>
                  <a:gd name="connsiteY663" fmla="*/ 924402 h 924402"/>
                  <a:gd name="connsiteX664" fmla="*/ 1012059 w 4603109"/>
                  <a:gd name="connsiteY664" fmla="*/ 924402 h 924402"/>
                  <a:gd name="connsiteX665" fmla="*/ 984943 w 4603109"/>
                  <a:gd name="connsiteY665" fmla="*/ 924402 h 924402"/>
                  <a:gd name="connsiteX666" fmla="*/ 929965 w 4603109"/>
                  <a:gd name="connsiteY666" fmla="*/ 924402 h 924402"/>
                  <a:gd name="connsiteX667" fmla="*/ 899900 w 4603109"/>
                  <a:gd name="connsiteY667" fmla="*/ 924402 h 924402"/>
                  <a:gd name="connsiteX668" fmla="*/ 857678 w 4603109"/>
                  <a:gd name="connsiteY668" fmla="*/ 924402 h 924402"/>
                  <a:gd name="connsiteX669" fmla="*/ 819171 w 4603109"/>
                  <a:gd name="connsiteY669" fmla="*/ 924402 h 924402"/>
                  <a:gd name="connsiteX670" fmla="*/ 729909 w 4603109"/>
                  <a:gd name="connsiteY670" fmla="*/ 924402 h 924402"/>
                  <a:gd name="connsiteX671" fmla="*/ 691402 w 4603109"/>
                  <a:gd name="connsiteY671" fmla="*/ 924402 h 924402"/>
                  <a:gd name="connsiteX672" fmla="*/ 687927 w 4603109"/>
                  <a:gd name="connsiteY672" fmla="*/ 924402 h 924402"/>
                  <a:gd name="connsiteX673" fmla="*/ 560158 w 4603109"/>
                  <a:gd name="connsiteY673" fmla="*/ 924402 h 924402"/>
                  <a:gd name="connsiteX674" fmla="*/ 432894 w 4603109"/>
                  <a:gd name="connsiteY674" fmla="*/ 924402 h 924402"/>
                  <a:gd name="connsiteX675" fmla="*/ 305125 w 4603109"/>
                  <a:gd name="connsiteY675" fmla="*/ 924402 h 924402"/>
                  <a:gd name="connsiteX676" fmla="*/ 223202 w 4603109"/>
                  <a:gd name="connsiteY676" fmla="*/ 877348 h 924402"/>
                  <a:gd name="connsiteX677" fmla="*/ 10809 w 4603109"/>
                  <a:gd name="connsiteY677" fmla="*/ 509257 h 924402"/>
                  <a:gd name="connsiteX678" fmla="*/ 10809 w 4603109"/>
                  <a:gd name="connsiteY678" fmla="*/ 415146 h 924402"/>
                  <a:gd name="connsiteX679" fmla="*/ 223202 w 4603109"/>
                  <a:gd name="connsiteY679" fmla="*/ 47054 h 924402"/>
                  <a:gd name="connsiteX680" fmla="*/ 305125 w 4603109"/>
                  <a:gd name="connsiteY680" fmla="*/ 0 h 924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</a:cxnLst>
                <a:rect l="l" t="t" r="r" b="b"/>
                <a:pathLst>
                  <a:path w="4603109" h="924402">
                    <a:moveTo>
                      <a:pt x="305125" y="0"/>
                    </a:moveTo>
                    <a:lnTo>
                      <a:pt x="432894" y="0"/>
                    </a:lnTo>
                    <a:lnTo>
                      <a:pt x="445336" y="0"/>
                    </a:lnTo>
                    <a:cubicBezTo>
                      <a:pt x="485989" y="0"/>
                      <a:pt x="520835" y="0"/>
                      <a:pt x="550703" y="0"/>
                    </a:cubicBezTo>
                    <a:lnTo>
                      <a:pt x="560158" y="0"/>
                    </a:lnTo>
                    <a:lnTo>
                      <a:pt x="573105" y="0"/>
                    </a:lnTo>
                    <a:lnTo>
                      <a:pt x="626202" y="0"/>
                    </a:lnTo>
                    <a:cubicBezTo>
                      <a:pt x="646943" y="0"/>
                      <a:pt x="663537" y="0"/>
                      <a:pt x="676811" y="0"/>
                    </a:cubicBezTo>
                    <a:lnTo>
                      <a:pt x="678472" y="0"/>
                    </a:lnTo>
                    <a:lnTo>
                      <a:pt x="687927" y="0"/>
                    </a:lnTo>
                    <a:lnTo>
                      <a:pt x="691402" y="0"/>
                    </a:lnTo>
                    <a:lnTo>
                      <a:pt x="700371" y="0"/>
                    </a:lnTo>
                    <a:lnTo>
                      <a:pt x="707508" y="0"/>
                    </a:lnTo>
                    <a:cubicBezTo>
                      <a:pt x="729909" y="0"/>
                      <a:pt x="729909" y="0"/>
                      <a:pt x="729909" y="0"/>
                    </a:cubicBezTo>
                    <a:lnTo>
                      <a:pt x="753971" y="0"/>
                    </a:lnTo>
                    <a:lnTo>
                      <a:pt x="804580" y="0"/>
                    </a:lnTo>
                    <a:lnTo>
                      <a:pt x="805737" y="0"/>
                    </a:lnTo>
                    <a:lnTo>
                      <a:pt x="819171" y="0"/>
                    </a:lnTo>
                    <a:lnTo>
                      <a:pt x="828140" y="0"/>
                    </a:lnTo>
                    <a:lnTo>
                      <a:pt x="831615" y="0"/>
                    </a:lnTo>
                    <a:lnTo>
                      <a:pt x="835277" y="0"/>
                    </a:lnTo>
                    <a:lnTo>
                      <a:pt x="857678" y="0"/>
                    </a:lnTo>
                    <a:lnTo>
                      <a:pt x="864889" y="0"/>
                    </a:lnTo>
                    <a:lnTo>
                      <a:pt x="899900" y="0"/>
                    </a:lnTo>
                    <a:lnTo>
                      <a:pt x="909341" y="0"/>
                    </a:lnTo>
                    <a:lnTo>
                      <a:pt x="929965" y="0"/>
                    </a:lnTo>
                    <a:lnTo>
                      <a:pt x="933506" y="0"/>
                    </a:lnTo>
                    <a:lnTo>
                      <a:pt x="936982" y="0"/>
                    </a:lnTo>
                    <a:lnTo>
                      <a:pt x="959384" y="0"/>
                    </a:lnTo>
                    <a:lnTo>
                      <a:pt x="962542" y="0"/>
                    </a:lnTo>
                    <a:lnTo>
                      <a:pt x="984943" y="0"/>
                    </a:lnTo>
                    <a:lnTo>
                      <a:pt x="992658" y="0"/>
                    </a:lnTo>
                    <a:lnTo>
                      <a:pt x="1012059" y="0"/>
                    </a:lnTo>
                    <a:lnTo>
                      <a:pt x="1012480" y="0"/>
                    </a:lnTo>
                    <a:lnTo>
                      <a:pt x="1027669" y="0"/>
                    </a:lnTo>
                    <a:lnTo>
                      <a:pt x="1037110" y="0"/>
                    </a:lnTo>
                    <a:lnTo>
                      <a:pt x="1040112" y="0"/>
                    </a:lnTo>
                    <a:lnTo>
                      <a:pt x="1057734" y="0"/>
                    </a:lnTo>
                    <a:lnTo>
                      <a:pt x="1064751" y="0"/>
                    </a:lnTo>
                    <a:lnTo>
                      <a:pt x="1070177" y="0"/>
                    </a:lnTo>
                    <a:lnTo>
                      <a:pt x="1072436" y="0"/>
                    </a:lnTo>
                    <a:lnTo>
                      <a:pt x="1090311" y="0"/>
                    </a:lnTo>
                    <a:lnTo>
                      <a:pt x="1110718" y="0"/>
                    </a:lnTo>
                    <a:lnTo>
                      <a:pt x="1112712" y="0"/>
                    </a:lnTo>
                    <a:lnTo>
                      <a:pt x="1116187" y="0"/>
                    </a:lnTo>
                    <a:lnTo>
                      <a:pt x="1139828" y="0"/>
                    </a:lnTo>
                    <a:lnTo>
                      <a:pt x="1140249" y="0"/>
                    </a:lnTo>
                    <a:lnTo>
                      <a:pt x="1145480" y="0"/>
                    </a:lnTo>
                    <a:lnTo>
                      <a:pt x="1152270" y="0"/>
                    </a:lnTo>
                    <a:lnTo>
                      <a:pt x="1154934" y="0"/>
                    </a:lnTo>
                    <a:lnTo>
                      <a:pt x="1167881" y="0"/>
                    </a:lnTo>
                    <a:lnTo>
                      <a:pt x="1175544" y="0"/>
                    </a:lnTo>
                    <a:lnTo>
                      <a:pt x="1184998" y="0"/>
                    </a:lnTo>
                    <a:lnTo>
                      <a:pt x="1197946" y="0"/>
                    </a:lnTo>
                    <a:lnTo>
                      <a:pt x="1200205" y="0"/>
                    </a:lnTo>
                    <a:lnTo>
                      <a:pt x="1220978" y="0"/>
                    </a:lnTo>
                    <a:lnTo>
                      <a:pt x="1238487" y="0"/>
                    </a:lnTo>
                    <a:lnTo>
                      <a:pt x="1243956" y="0"/>
                    </a:lnTo>
                    <a:lnTo>
                      <a:pt x="1251042" y="0"/>
                    </a:lnTo>
                    <a:lnTo>
                      <a:pt x="1257637" y="0"/>
                    </a:lnTo>
                    <a:lnTo>
                      <a:pt x="1271587" y="0"/>
                    </a:lnTo>
                    <a:lnTo>
                      <a:pt x="1273249" y="0"/>
                    </a:lnTo>
                    <a:lnTo>
                      <a:pt x="1280039" y="0"/>
                    </a:lnTo>
                    <a:lnTo>
                      <a:pt x="1282703" y="0"/>
                    </a:lnTo>
                    <a:lnTo>
                      <a:pt x="1286178" y="0"/>
                    </a:lnTo>
                    <a:lnTo>
                      <a:pt x="1295146" y="0"/>
                    </a:lnTo>
                    <a:lnTo>
                      <a:pt x="1301651" y="0"/>
                    </a:lnTo>
                    <a:lnTo>
                      <a:pt x="1302284" y="0"/>
                    </a:lnTo>
                    <a:lnTo>
                      <a:pt x="1303313" y="0"/>
                    </a:lnTo>
                    <a:lnTo>
                      <a:pt x="1312767" y="0"/>
                    </a:lnTo>
                    <a:lnTo>
                      <a:pt x="1316242" y="0"/>
                    </a:lnTo>
                    <a:lnTo>
                      <a:pt x="1321886" y="0"/>
                    </a:lnTo>
                    <a:lnTo>
                      <a:pt x="1324685" y="0"/>
                    </a:lnTo>
                    <a:lnTo>
                      <a:pt x="1325211" y="0"/>
                    </a:lnTo>
                    <a:lnTo>
                      <a:pt x="1332348" y="0"/>
                    </a:lnTo>
                    <a:lnTo>
                      <a:pt x="1332714" y="0"/>
                    </a:lnTo>
                    <a:lnTo>
                      <a:pt x="1333135" y="0"/>
                    </a:lnTo>
                    <a:lnTo>
                      <a:pt x="1348747" y="0"/>
                    </a:lnTo>
                    <a:lnTo>
                      <a:pt x="1354749" y="0"/>
                    </a:lnTo>
                    <a:lnTo>
                      <a:pt x="1378811" y="0"/>
                    </a:lnTo>
                    <a:lnTo>
                      <a:pt x="1383745" y="0"/>
                    </a:lnTo>
                    <a:lnTo>
                      <a:pt x="1385406" y="0"/>
                    </a:lnTo>
                    <a:lnTo>
                      <a:pt x="1399356" y="0"/>
                    </a:lnTo>
                    <a:lnTo>
                      <a:pt x="1400513" y="0"/>
                    </a:lnTo>
                    <a:lnTo>
                      <a:pt x="1413947" y="0"/>
                    </a:lnTo>
                    <a:lnTo>
                      <a:pt x="1414442" y="0"/>
                    </a:lnTo>
                    <a:lnTo>
                      <a:pt x="1422915" y="0"/>
                    </a:lnTo>
                    <a:lnTo>
                      <a:pt x="1426390" y="0"/>
                    </a:lnTo>
                    <a:lnTo>
                      <a:pt x="1429420" y="0"/>
                    </a:lnTo>
                    <a:lnTo>
                      <a:pt x="1430053" y="0"/>
                    </a:lnTo>
                    <a:lnTo>
                      <a:pt x="1430206" y="0"/>
                    </a:lnTo>
                    <a:lnTo>
                      <a:pt x="1430577" y="0"/>
                    </a:lnTo>
                    <a:lnTo>
                      <a:pt x="1436843" y="0"/>
                    </a:lnTo>
                    <a:lnTo>
                      <a:pt x="1444011" y="0"/>
                    </a:lnTo>
                    <a:lnTo>
                      <a:pt x="1449655" y="0"/>
                    </a:lnTo>
                    <a:lnTo>
                      <a:pt x="1452454" y="0"/>
                    </a:lnTo>
                    <a:lnTo>
                      <a:pt x="1452980" y="0"/>
                    </a:lnTo>
                    <a:lnTo>
                      <a:pt x="1456455" y="0"/>
                    </a:lnTo>
                    <a:lnTo>
                      <a:pt x="1459664" y="0"/>
                    </a:lnTo>
                    <a:lnTo>
                      <a:pt x="1460117" y="0"/>
                    </a:lnTo>
                    <a:lnTo>
                      <a:pt x="1460483" y="0"/>
                    </a:lnTo>
                    <a:lnTo>
                      <a:pt x="1460904" y="0"/>
                    </a:lnTo>
                    <a:lnTo>
                      <a:pt x="1472926" y="0"/>
                    </a:lnTo>
                    <a:lnTo>
                      <a:pt x="1482518" y="0"/>
                    </a:lnTo>
                    <a:lnTo>
                      <a:pt x="1489729" y="0"/>
                    </a:lnTo>
                    <a:lnTo>
                      <a:pt x="1504116" y="0"/>
                    </a:lnTo>
                    <a:lnTo>
                      <a:pt x="1511514" y="0"/>
                    </a:lnTo>
                    <a:lnTo>
                      <a:pt x="1524740" y="0"/>
                    </a:lnTo>
                    <a:lnTo>
                      <a:pt x="1528282" y="0"/>
                    </a:lnTo>
                    <a:lnTo>
                      <a:pt x="1531757" y="0"/>
                    </a:lnTo>
                    <a:lnTo>
                      <a:pt x="1534181" y="0"/>
                    </a:lnTo>
                    <a:lnTo>
                      <a:pt x="1542211" y="0"/>
                    </a:lnTo>
                    <a:lnTo>
                      <a:pt x="1554159" y="0"/>
                    </a:lnTo>
                    <a:lnTo>
                      <a:pt x="1557318" y="0"/>
                    </a:lnTo>
                    <a:lnTo>
                      <a:pt x="1557975" y="0"/>
                    </a:lnTo>
                    <a:lnTo>
                      <a:pt x="1558346" y="0"/>
                    </a:lnTo>
                    <a:lnTo>
                      <a:pt x="1561822" y="0"/>
                    </a:lnTo>
                    <a:lnTo>
                      <a:pt x="1564612" y="0"/>
                    </a:lnTo>
                    <a:lnTo>
                      <a:pt x="1566857" y="0"/>
                    </a:lnTo>
                    <a:lnTo>
                      <a:pt x="1576919" y="0"/>
                    </a:lnTo>
                    <a:lnTo>
                      <a:pt x="1579719" y="0"/>
                    </a:lnTo>
                    <a:lnTo>
                      <a:pt x="1584224" y="0"/>
                    </a:lnTo>
                    <a:lnTo>
                      <a:pt x="1587382" y="0"/>
                    </a:lnTo>
                    <a:lnTo>
                      <a:pt x="1587433" y="0"/>
                    </a:lnTo>
                    <a:lnTo>
                      <a:pt x="1600695" y="0"/>
                    </a:lnTo>
                    <a:lnTo>
                      <a:pt x="1606834" y="0"/>
                    </a:lnTo>
                    <a:lnTo>
                      <a:pt x="1607256" y="0"/>
                    </a:lnTo>
                    <a:lnTo>
                      <a:pt x="1608325" y="0"/>
                    </a:lnTo>
                    <a:lnTo>
                      <a:pt x="1609783" y="0"/>
                    </a:lnTo>
                    <a:lnTo>
                      <a:pt x="1617498" y="0"/>
                    </a:lnTo>
                    <a:lnTo>
                      <a:pt x="1631885" y="0"/>
                    </a:lnTo>
                    <a:lnTo>
                      <a:pt x="1636899" y="0"/>
                    </a:lnTo>
                    <a:lnTo>
                      <a:pt x="1637320" y="0"/>
                    </a:lnTo>
                    <a:lnTo>
                      <a:pt x="1637445" y="0"/>
                    </a:lnTo>
                    <a:lnTo>
                      <a:pt x="1652509" y="0"/>
                    </a:lnTo>
                    <a:lnTo>
                      <a:pt x="1659526" y="0"/>
                    </a:lnTo>
                    <a:lnTo>
                      <a:pt x="1661950" y="0"/>
                    </a:lnTo>
                    <a:lnTo>
                      <a:pt x="1664952" y="0"/>
                    </a:lnTo>
                    <a:lnTo>
                      <a:pt x="1667212" y="0"/>
                    </a:lnTo>
                    <a:lnTo>
                      <a:pt x="1685087" y="0"/>
                    </a:lnTo>
                    <a:lnTo>
                      <a:pt x="1689591" y="0"/>
                    </a:lnTo>
                    <a:lnTo>
                      <a:pt x="1694626" y="0"/>
                    </a:lnTo>
                    <a:lnTo>
                      <a:pt x="1697276" y="0"/>
                    </a:lnTo>
                    <a:lnTo>
                      <a:pt x="1698000" y="0"/>
                    </a:lnTo>
                    <a:lnTo>
                      <a:pt x="1704688" y="0"/>
                    </a:lnTo>
                    <a:lnTo>
                      <a:pt x="1707488" y="0"/>
                    </a:lnTo>
                    <a:lnTo>
                      <a:pt x="1710963" y="0"/>
                    </a:lnTo>
                    <a:lnTo>
                      <a:pt x="1715151" y="0"/>
                    </a:lnTo>
                    <a:lnTo>
                      <a:pt x="1721928" y="0"/>
                    </a:lnTo>
                    <a:lnTo>
                      <a:pt x="1734603" y="0"/>
                    </a:lnTo>
                    <a:lnTo>
                      <a:pt x="1735025" y="0"/>
                    </a:lnTo>
                    <a:lnTo>
                      <a:pt x="1735558" y="0"/>
                    </a:lnTo>
                    <a:lnTo>
                      <a:pt x="1736094" y="0"/>
                    </a:lnTo>
                    <a:lnTo>
                      <a:pt x="1737552" y="0"/>
                    </a:lnTo>
                    <a:lnTo>
                      <a:pt x="1741027" y="0"/>
                    </a:lnTo>
                    <a:lnTo>
                      <a:pt x="1747046" y="0"/>
                    </a:lnTo>
                    <a:lnTo>
                      <a:pt x="1748537" y="0"/>
                    </a:lnTo>
                    <a:lnTo>
                      <a:pt x="1753052" y="0"/>
                    </a:lnTo>
                    <a:lnTo>
                      <a:pt x="1757499" y="0"/>
                    </a:lnTo>
                    <a:lnTo>
                      <a:pt x="1764668" y="0"/>
                    </a:lnTo>
                    <a:lnTo>
                      <a:pt x="1765089" y="0"/>
                    </a:lnTo>
                    <a:lnTo>
                      <a:pt x="1765214" y="0"/>
                    </a:lnTo>
                    <a:lnTo>
                      <a:pt x="1770320" y="0"/>
                    </a:lnTo>
                    <a:lnTo>
                      <a:pt x="1777110" y="0"/>
                    </a:lnTo>
                    <a:lnTo>
                      <a:pt x="1779774" y="0"/>
                    </a:lnTo>
                    <a:lnTo>
                      <a:pt x="1792721" y="0"/>
                    </a:lnTo>
                    <a:lnTo>
                      <a:pt x="1794981" y="0"/>
                    </a:lnTo>
                    <a:lnTo>
                      <a:pt x="1825045" y="0"/>
                    </a:lnTo>
                    <a:lnTo>
                      <a:pt x="1825769" y="0"/>
                    </a:lnTo>
                    <a:lnTo>
                      <a:pt x="1838732" y="0"/>
                    </a:lnTo>
                    <a:lnTo>
                      <a:pt x="1845818" y="0"/>
                    </a:lnTo>
                    <a:lnTo>
                      <a:pt x="1849697" y="0"/>
                    </a:lnTo>
                    <a:lnTo>
                      <a:pt x="1852412" y="0"/>
                    </a:lnTo>
                    <a:lnTo>
                      <a:pt x="1853903" y="0"/>
                    </a:lnTo>
                    <a:lnTo>
                      <a:pt x="1863327" y="0"/>
                    </a:lnTo>
                    <a:lnTo>
                      <a:pt x="1868796" y="0"/>
                    </a:lnTo>
                    <a:lnTo>
                      <a:pt x="1874815" y="0"/>
                    </a:lnTo>
                    <a:lnTo>
                      <a:pt x="1876306" y="0"/>
                    </a:lnTo>
                    <a:lnTo>
                      <a:pt x="1880821" y="0"/>
                    </a:lnTo>
                    <a:lnTo>
                      <a:pt x="1882477" y="0"/>
                    </a:lnTo>
                    <a:lnTo>
                      <a:pt x="1883936" y="0"/>
                    </a:lnTo>
                    <a:lnTo>
                      <a:pt x="1885268" y="0"/>
                    </a:lnTo>
                    <a:lnTo>
                      <a:pt x="1896427" y="0"/>
                    </a:lnTo>
                    <a:lnTo>
                      <a:pt x="1898089" y="0"/>
                    </a:lnTo>
                    <a:lnTo>
                      <a:pt x="1904879" y="0"/>
                    </a:lnTo>
                    <a:lnTo>
                      <a:pt x="1907543" y="0"/>
                    </a:lnTo>
                    <a:lnTo>
                      <a:pt x="1911018" y="0"/>
                    </a:lnTo>
                    <a:lnTo>
                      <a:pt x="1919986" y="0"/>
                    </a:lnTo>
                    <a:lnTo>
                      <a:pt x="1927124" y="0"/>
                    </a:lnTo>
                    <a:lnTo>
                      <a:pt x="1927489" y="0"/>
                    </a:lnTo>
                    <a:lnTo>
                      <a:pt x="1927911" y="0"/>
                    </a:lnTo>
                    <a:lnTo>
                      <a:pt x="1929402" y="0"/>
                    </a:lnTo>
                    <a:lnTo>
                      <a:pt x="1946726" y="0"/>
                    </a:lnTo>
                    <a:lnTo>
                      <a:pt x="1949525" y="0"/>
                    </a:lnTo>
                    <a:lnTo>
                      <a:pt x="1957554" y="0"/>
                    </a:lnTo>
                    <a:lnTo>
                      <a:pt x="1957975" y="0"/>
                    </a:lnTo>
                    <a:lnTo>
                      <a:pt x="1973587" y="0"/>
                    </a:lnTo>
                    <a:lnTo>
                      <a:pt x="1978520" y="0"/>
                    </a:lnTo>
                    <a:lnTo>
                      <a:pt x="1980012" y="0"/>
                    </a:lnTo>
                    <a:lnTo>
                      <a:pt x="1980181" y="0"/>
                    </a:lnTo>
                    <a:lnTo>
                      <a:pt x="1981672" y="0"/>
                    </a:lnTo>
                    <a:lnTo>
                      <a:pt x="2008585" y="0"/>
                    </a:lnTo>
                    <a:lnTo>
                      <a:pt x="2009218" y="0"/>
                    </a:lnTo>
                    <a:lnTo>
                      <a:pt x="2010246" y="0"/>
                    </a:lnTo>
                    <a:lnTo>
                      <a:pt x="2010709" y="0"/>
                    </a:lnTo>
                    <a:lnTo>
                      <a:pt x="2011705" y="0"/>
                    </a:lnTo>
                    <a:lnTo>
                      <a:pt x="2024147" y="0"/>
                    </a:lnTo>
                    <a:lnTo>
                      <a:pt x="2024196" y="0"/>
                    </a:lnTo>
                    <a:lnTo>
                      <a:pt x="2024981" y="0"/>
                    </a:lnTo>
                    <a:lnTo>
                      <a:pt x="2025353" y="0"/>
                    </a:lnTo>
                    <a:lnTo>
                      <a:pt x="2026473" y="0"/>
                    </a:lnTo>
                    <a:lnTo>
                      <a:pt x="2031619" y="0"/>
                    </a:lnTo>
                    <a:lnTo>
                      <a:pt x="2033110" y="0"/>
                    </a:lnTo>
                    <a:lnTo>
                      <a:pt x="2038787" y="0"/>
                    </a:lnTo>
                    <a:lnTo>
                      <a:pt x="2039282" y="0"/>
                    </a:lnTo>
                    <a:lnTo>
                      <a:pt x="2047755" y="0"/>
                    </a:lnTo>
                    <a:lnTo>
                      <a:pt x="2051230" y="0"/>
                    </a:lnTo>
                    <a:lnTo>
                      <a:pt x="2054893" y="0"/>
                    </a:lnTo>
                    <a:lnTo>
                      <a:pt x="2055046" y="0"/>
                    </a:lnTo>
                    <a:lnTo>
                      <a:pt x="2055258" y="0"/>
                    </a:lnTo>
                    <a:lnTo>
                      <a:pt x="2055680" y="0"/>
                    </a:lnTo>
                    <a:lnTo>
                      <a:pt x="2057171" y="0"/>
                    </a:lnTo>
                    <a:lnTo>
                      <a:pt x="2061683" y="0"/>
                    </a:lnTo>
                    <a:lnTo>
                      <a:pt x="2067702" y="0"/>
                    </a:lnTo>
                    <a:lnTo>
                      <a:pt x="2074495" y="0"/>
                    </a:lnTo>
                    <a:lnTo>
                      <a:pt x="2077294" y="0"/>
                    </a:lnTo>
                    <a:lnTo>
                      <a:pt x="2084504" y="0"/>
                    </a:lnTo>
                    <a:lnTo>
                      <a:pt x="2085323" y="0"/>
                    </a:lnTo>
                    <a:lnTo>
                      <a:pt x="2085744" y="0"/>
                    </a:lnTo>
                    <a:lnTo>
                      <a:pt x="2097766" y="0"/>
                    </a:lnTo>
                    <a:lnTo>
                      <a:pt x="2106289" y="0"/>
                    </a:lnTo>
                    <a:lnTo>
                      <a:pt x="2107781" y="0"/>
                    </a:lnTo>
                    <a:lnTo>
                      <a:pt x="2128956" y="0"/>
                    </a:lnTo>
                    <a:lnTo>
                      <a:pt x="2129514" y="0"/>
                    </a:lnTo>
                    <a:lnTo>
                      <a:pt x="2136354" y="0"/>
                    </a:lnTo>
                    <a:lnTo>
                      <a:pt x="2136987" y="0"/>
                    </a:lnTo>
                    <a:lnTo>
                      <a:pt x="2138478" y="0"/>
                    </a:lnTo>
                    <a:lnTo>
                      <a:pt x="2151916" y="0"/>
                    </a:lnTo>
                    <a:lnTo>
                      <a:pt x="2152750" y="0"/>
                    </a:lnTo>
                    <a:lnTo>
                      <a:pt x="2153122" y="0"/>
                    </a:lnTo>
                    <a:lnTo>
                      <a:pt x="2154242" y="0"/>
                    </a:lnTo>
                    <a:lnTo>
                      <a:pt x="2156597" y="0"/>
                    </a:lnTo>
                    <a:lnTo>
                      <a:pt x="2159388" y="0"/>
                    </a:lnTo>
                    <a:lnTo>
                      <a:pt x="2160879" y="0"/>
                    </a:lnTo>
                    <a:lnTo>
                      <a:pt x="2161633" y="0"/>
                    </a:lnTo>
                    <a:lnTo>
                      <a:pt x="2167051" y="0"/>
                    </a:lnTo>
                    <a:lnTo>
                      <a:pt x="2178999" y="0"/>
                    </a:lnTo>
                    <a:lnTo>
                      <a:pt x="2182158" y="0"/>
                    </a:lnTo>
                    <a:lnTo>
                      <a:pt x="2182815" y="0"/>
                    </a:lnTo>
                    <a:lnTo>
                      <a:pt x="2188666" y="0"/>
                    </a:lnTo>
                    <a:lnTo>
                      <a:pt x="2189452" y="0"/>
                    </a:lnTo>
                    <a:lnTo>
                      <a:pt x="2191697" y="0"/>
                    </a:lnTo>
                    <a:lnTo>
                      <a:pt x="2195471" y="0"/>
                    </a:lnTo>
                    <a:lnTo>
                      <a:pt x="2201759" y="0"/>
                    </a:lnTo>
                    <a:lnTo>
                      <a:pt x="2203100" y="0"/>
                    </a:lnTo>
                    <a:lnTo>
                      <a:pt x="2204559" y="0"/>
                    </a:lnTo>
                    <a:lnTo>
                      <a:pt x="2204591" y="0"/>
                    </a:lnTo>
                    <a:lnTo>
                      <a:pt x="2212273" y="0"/>
                    </a:lnTo>
                    <a:lnTo>
                      <a:pt x="2225535" y="0"/>
                    </a:lnTo>
                    <a:lnTo>
                      <a:pt x="2231674" y="0"/>
                    </a:lnTo>
                    <a:lnTo>
                      <a:pt x="2232096" y="0"/>
                    </a:lnTo>
                    <a:lnTo>
                      <a:pt x="2232220" y="0"/>
                    </a:lnTo>
                    <a:lnTo>
                      <a:pt x="2233118" y="0"/>
                    </a:lnTo>
                    <a:lnTo>
                      <a:pt x="2233165" y="0"/>
                    </a:lnTo>
                    <a:lnTo>
                      <a:pt x="2256725" y="0"/>
                    </a:lnTo>
                    <a:lnTo>
                      <a:pt x="2257283" y="0"/>
                    </a:lnTo>
                    <a:lnTo>
                      <a:pt x="2262285" y="0"/>
                    </a:lnTo>
                    <a:lnTo>
                      <a:pt x="2284366" y="0"/>
                    </a:lnTo>
                    <a:lnTo>
                      <a:pt x="2289402" y="0"/>
                    </a:lnTo>
                    <a:lnTo>
                      <a:pt x="2292052" y="0"/>
                    </a:lnTo>
                    <a:lnTo>
                      <a:pt x="2299271" y="0"/>
                    </a:lnTo>
                    <a:lnTo>
                      <a:pt x="2308721" y="0"/>
                    </a:lnTo>
                    <a:lnTo>
                      <a:pt x="2309927" y="0"/>
                    </a:lnTo>
                    <a:lnTo>
                      <a:pt x="2316435" y="0"/>
                    </a:lnTo>
                    <a:lnTo>
                      <a:pt x="2316703" y="0"/>
                    </a:lnTo>
                    <a:lnTo>
                      <a:pt x="2319466" y="0"/>
                    </a:lnTo>
                    <a:lnTo>
                      <a:pt x="2322840" y="0"/>
                    </a:lnTo>
                    <a:lnTo>
                      <a:pt x="2329528" y="0"/>
                    </a:lnTo>
                    <a:lnTo>
                      <a:pt x="2330869" y="0"/>
                    </a:lnTo>
                    <a:lnTo>
                      <a:pt x="2332328" y="0"/>
                    </a:lnTo>
                    <a:lnTo>
                      <a:pt x="2332360" y="0"/>
                    </a:lnTo>
                    <a:lnTo>
                      <a:pt x="2335803" y="0"/>
                    </a:lnTo>
                    <a:lnTo>
                      <a:pt x="2343312" y="0"/>
                    </a:lnTo>
                    <a:lnTo>
                      <a:pt x="2344804" y="0"/>
                    </a:lnTo>
                    <a:lnTo>
                      <a:pt x="2346768" y="0"/>
                    </a:lnTo>
                    <a:lnTo>
                      <a:pt x="2347827" y="0"/>
                    </a:lnTo>
                    <a:lnTo>
                      <a:pt x="2352274" y="0"/>
                    </a:lnTo>
                    <a:lnTo>
                      <a:pt x="2359443" y="0"/>
                    </a:lnTo>
                    <a:lnTo>
                      <a:pt x="2359865" y="0"/>
                    </a:lnTo>
                    <a:lnTo>
                      <a:pt x="2359989" y="0"/>
                    </a:lnTo>
                    <a:lnTo>
                      <a:pt x="2360887" y="0"/>
                    </a:lnTo>
                    <a:lnTo>
                      <a:pt x="2360934" y="0"/>
                    </a:lnTo>
                    <a:lnTo>
                      <a:pt x="2371886" y="0"/>
                    </a:lnTo>
                    <a:lnTo>
                      <a:pt x="2373377" y="0"/>
                    </a:lnTo>
                    <a:lnTo>
                      <a:pt x="2377892" y="0"/>
                    </a:lnTo>
                    <a:cubicBezTo>
                      <a:pt x="2382339" y="0"/>
                      <a:pt x="2382339" y="0"/>
                      <a:pt x="2382339" y="0"/>
                    </a:cubicBezTo>
                    <a:lnTo>
                      <a:pt x="2390054" y="0"/>
                    </a:lnTo>
                    <a:lnTo>
                      <a:pt x="2419821" y="0"/>
                    </a:lnTo>
                    <a:lnTo>
                      <a:pt x="2427040" y="0"/>
                    </a:lnTo>
                    <a:lnTo>
                      <a:pt x="2436490" y="0"/>
                    </a:lnTo>
                    <a:lnTo>
                      <a:pt x="2444472" y="0"/>
                    </a:lnTo>
                    <a:lnTo>
                      <a:pt x="2448678" y="0"/>
                    </a:lnTo>
                    <a:lnTo>
                      <a:pt x="2450171" y="0"/>
                    </a:lnTo>
                    <a:lnTo>
                      <a:pt x="2450609" y="0"/>
                    </a:lnTo>
                    <a:lnTo>
                      <a:pt x="2463572" y="0"/>
                    </a:lnTo>
                    <a:lnTo>
                      <a:pt x="2471081" y="0"/>
                    </a:lnTo>
                    <a:lnTo>
                      <a:pt x="2472573" y="0"/>
                    </a:lnTo>
                    <a:lnTo>
                      <a:pt x="2474537" y="0"/>
                    </a:lnTo>
                    <a:lnTo>
                      <a:pt x="2475596" y="0"/>
                    </a:lnTo>
                    <a:lnTo>
                      <a:pt x="2477252" y="0"/>
                    </a:lnTo>
                    <a:lnTo>
                      <a:pt x="2478712" y="0"/>
                    </a:lnTo>
                    <a:lnTo>
                      <a:pt x="2478743" y="0"/>
                    </a:lnTo>
                    <a:lnTo>
                      <a:pt x="2480043" y="0"/>
                    </a:lnTo>
                    <a:lnTo>
                      <a:pt x="2499655" y="0"/>
                    </a:lnTo>
                    <a:lnTo>
                      <a:pt x="2501146" y="0"/>
                    </a:lnTo>
                    <a:lnTo>
                      <a:pt x="2505661" y="0"/>
                    </a:lnTo>
                    <a:lnTo>
                      <a:pt x="2508776" y="0"/>
                    </a:lnTo>
                    <a:lnTo>
                      <a:pt x="2510108" y="0"/>
                    </a:lnTo>
                    <a:lnTo>
                      <a:pt x="2524178" y="0"/>
                    </a:lnTo>
                    <a:lnTo>
                      <a:pt x="2525248" y="0"/>
                    </a:lnTo>
                    <a:lnTo>
                      <a:pt x="2525669" y="0"/>
                    </a:lnTo>
                    <a:lnTo>
                      <a:pt x="2552329" y="0"/>
                    </a:lnTo>
                    <a:lnTo>
                      <a:pt x="2552751" y="0"/>
                    </a:lnTo>
                    <a:lnTo>
                      <a:pt x="2554242" y="0"/>
                    </a:lnTo>
                    <a:lnTo>
                      <a:pt x="2574787" y="0"/>
                    </a:lnTo>
                    <a:lnTo>
                      <a:pt x="2576279" y="0"/>
                    </a:lnTo>
                    <a:lnTo>
                      <a:pt x="2576447" y="0"/>
                    </a:lnTo>
                    <a:lnTo>
                      <a:pt x="2577940" y="0"/>
                    </a:lnTo>
                    <a:lnTo>
                      <a:pt x="2603360" y="0"/>
                    </a:lnTo>
                    <a:lnTo>
                      <a:pt x="2604852" y="0"/>
                    </a:lnTo>
                    <a:lnTo>
                      <a:pt x="2605021" y="0"/>
                    </a:lnTo>
                    <a:lnTo>
                      <a:pt x="2605484" y="0"/>
                    </a:lnTo>
                    <a:lnTo>
                      <a:pt x="2606481" y="0"/>
                    </a:lnTo>
                    <a:lnTo>
                      <a:pt x="2606512" y="0"/>
                    </a:lnTo>
                    <a:lnTo>
                      <a:pt x="2606976" y="0"/>
                    </a:lnTo>
                    <a:lnTo>
                      <a:pt x="2618923" y="0"/>
                    </a:lnTo>
                    <a:lnTo>
                      <a:pt x="2621248" y="0"/>
                    </a:lnTo>
                    <a:lnTo>
                      <a:pt x="2622740" y="0"/>
                    </a:lnTo>
                    <a:lnTo>
                      <a:pt x="2627885" y="0"/>
                    </a:lnTo>
                    <a:lnTo>
                      <a:pt x="2629377" y="0"/>
                    </a:lnTo>
                    <a:lnTo>
                      <a:pt x="2634058" y="0"/>
                    </a:lnTo>
                    <a:lnTo>
                      <a:pt x="2635549" y="0"/>
                    </a:lnTo>
                    <a:lnTo>
                      <a:pt x="2636545" y="0"/>
                    </a:lnTo>
                    <a:lnTo>
                      <a:pt x="2648987" y="0"/>
                    </a:lnTo>
                    <a:lnTo>
                      <a:pt x="2649821" y="0"/>
                    </a:lnTo>
                    <a:lnTo>
                      <a:pt x="2651313" y="0"/>
                    </a:lnTo>
                    <a:lnTo>
                      <a:pt x="2651947" y="0"/>
                    </a:lnTo>
                    <a:lnTo>
                      <a:pt x="2653017" y="0"/>
                    </a:lnTo>
                    <a:lnTo>
                      <a:pt x="2653438" y="0"/>
                    </a:lnTo>
                    <a:lnTo>
                      <a:pt x="2656459" y="0"/>
                    </a:lnTo>
                    <a:lnTo>
                      <a:pt x="2657950" y="0"/>
                    </a:lnTo>
                    <a:lnTo>
                      <a:pt x="2665460" y="0"/>
                    </a:lnTo>
                    <a:lnTo>
                      <a:pt x="2680098" y="0"/>
                    </a:lnTo>
                    <a:lnTo>
                      <a:pt x="2680520" y="0"/>
                    </a:lnTo>
                    <a:lnTo>
                      <a:pt x="2682011" y="0"/>
                    </a:lnTo>
                    <a:lnTo>
                      <a:pt x="2692542" y="0"/>
                    </a:lnTo>
                    <a:lnTo>
                      <a:pt x="2702556" y="0"/>
                    </a:lnTo>
                    <a:lnTo>
                      <a:pt x="2704048" y="0"/>
                    </a:lnTo>
                    <a:lnTo>
                      <a:pt x="2724289" y="0"/>
                    </a:lnTo>
                    <a:lnTo>
                      <a:pt x="2731129" y="0"/>
                    </a:lnTo>
                    <a:lnTo>
                      <a:pt x="2732621" y="0"/>
                    </a:lnTo>
                    <a:lnTo>
                      <a:pt x="2733253" y="0"/>
                    </a:lnTo>
                    <a:lnTo>
                      <a:pt x="2734745" y="0"/>
                    </a:lnTo>
                    <a:lnTo>
                      <a:pt x="2746692" y="0"/>
                    </a:lnTo>
                    <a:lnTo>
                      <a:pt x="2749017" y="0"/>
                    </a:lnTo>
                    <a:lnTo>
                      <a:pt x="2750509" y="0"/>
                    </a:lnTo>
                    <a:lnTo>
                      <a:pt x="2754354" y="0"/>
                    </a:lnTo>
                    <a:lnTo>
                      <a:pt x="2755654" y="0"/>
                    </a:lnTo>
                    <a:lnTo>
                      <a:pt x="2757146" y="0"/>
                    </a:lnTo>
                    <a:lnTo>
                      <a:pt x="2761827" y="0"/>
                    </a:lnTo>
                    <a:lnTo>
                      <a:pt x="2763318" y="0"/>
                    </a:lnTo>
                    <a:lnTo>
                      <a:pt x="2776756" y="0"/>
                    </a:lnTo>
                    <a:lnTo>
                      <a:pt x="2777590" y="0"/>
                    </a:lnTo>
                    <a:lnTo>
                      <a:pt x="2779082" y="0"/>
                    </a:lnTo>
                    <a:lnTo>
                      <a:pt x="2783442" y="0"/>
                    </a:lnTo>
                    <a:lnTo>
                      <a:pt x="2784228" y="0"/>
                    </a:lnTo>
                    <a:lnTo>
                      <a:pt x="2785719" y="0"/>
                    </a:lnTo>
                    <a:lnTo>
                      <a:pt x="2786473" y="0"/>
                    </a:lnTo>
                    <a:lnTo>
                      <a:pt x="2793229" y="0"/>
                    </a:lnTo>
                    <a:lnTo>
                      <a:pt x="2799367" y="0"/>
                    </a:lnTo>
                    <a:lnTo>
                      <a:pt x="2813506" y="0"/>
                    </a:lnTo>
                    <a:lnTo>
                      <a:pt x="2820311" y="0"/>
                    </a:lnTo>
                    <a:lnTo>
                      <a:pt x="2827893" y="0"/>
                    </a:lnTo>
                    <a:lnTo>
                      <a:pt x="2827940" y="0"/>
                    </a:lnTo>
                    <a:lnTo>
                      <a:pt x="2829431" y="0"/>
                    </a:lnTo>
                    <a:lnTo>
                      <a:pt x="2829978" y="0"/>
                    </a:lnTo>
                    <a:lnTo>
                      <a:pt x="2852058" y="0"/>
                    </a:lnTo>
                    <a:lnTo>
                      <a:pt x="2857060" y="0"/>
                    </a:lnTo>
                    <a:lnTo>
                      <a:pt x="2857958" y="0"/>
                    </a:lnTo>
                    <a:lnTo>
                      <a:pt x="2871601" y="0"/>
                    </a:lnTo>
                    <a:lnTo>
                      <a:pt x="2882123" y="0"/>
                    </a:lnTo>
                    <a:lnTo>
                      <a:pt x="2894046" y="0"/>
                    </a:lnTo>
                    <a:lnTo>
                      <a:pt x="2903496" y="0"/>
                    </a:lnTo>
                    <a:lnTo>
                      <a:pt x="2911211" y="0"/>
                    </a:lnTo>
                    <a:lnTo>
                      <a:pt x="2914242" y="0"/>
                    </a:lnTo>
                    <a:lnTo>
                      <a:pt x="2914461" y="0"/>
                    </a:lnTo>
                    <a:lnTo>
                      <a:pt x="2924111" y="0"/>
                    </a:lnTo>
                    <a:lnTo>
                      <a:pt x="2927136" y="0"/>
                    </a:lnTo>
                    <a:lnTo>
                      <a:pt x="2933561" y="0"/>
                    </a:lnTo>
                    <a:lnTo>
                      <a:pt x="2939580" y="0"/>
                    </a:lnTo>
                    <a:lnTo>
                      <a:pt x="2941275" y="0"/>
                    </a:lnTo>
                    <a:lnTo>
                      <a:pt x="2941543" y="0"/>
                    </a:lnTo>
                    <a:lnTo>
                      <a:pt x="2945586" y="0"/>
                    </a:lnTo>
                    <a:lnTo>
                      <a:pt x="2950032" y="0"/>
                    </a:lnTo>
                    <a:lnTo>
                      <a:pt x="2955662" y="0"/>
                    </a:lnTo>
                    <a:lnTo>
                      <a:pt x="2955709" y="0"/>
                    </a:lnTo>
                    <a:lnTo>
                      <a:pt x="2957200" y="0"/>
                    </a:lnTo>
                    <a:lnTo>
                      <a:pt x="2957747" y="0"/>
                    </a:lnTo>
                    <a:lnTo>
                      <a:pt x="2968152" y="0"/>
                    </a:lnTo>
                    <a:lnTo>
                      <a:pt x="2969644" y="0"/>
                    </a:lnTo>
                    <a:lnTo>
                      <a:pt x="2972667" y="0"/>
                    </a:lnTo>
                    <a:lnTo>
                      <a:pt x="2977114" y="0"/>
                    </a:lnTo>
                    <a:lnTo>
                      <a:pt x="2984829" y="0"/>
                    </a:lnTo>
                    <a:lnTo>
                      <a:pt x="2985727" y="0"/>
                    </a:lnTo>
                    <a:lnTo>
                      <a:pt x="2999370" y="0"/>
                    </a:lnTo>
                    <a:lnTo>
                      <a:pt x="3021815" y="0"/>
                    </a:lnTo>
                    <a:lnTo>
                      <a:pt x="3031265" y="0"/>
                    </a:lnTo>
                    <a:lnTo>
                      <a:pt x="3042230" y="0"/>
                    </a:lnTo>
                    <a:lnTo>
                      <a:pt x="3044946" y="0"/>
                    </a:lnTo>
                    <a:lnTo>
                      <a:pt x="3051880" y="0"/>
                    </a:lnTo>
                    <a:lnTo>
                      <a:pt x="3061330" y="0"/>
                    </a:lnTo>
                    <a:lnTo>
                      <a:pt x="3067349" y="0"/>
                    </a:lnTo>
                    <a:lnTo>
                      <a:pt x="3069312" y="0"/>
                    </a:lnTo>
                    <a:lnTo>
                      <a:pt x="3073355" y="0"/>
                    </a:lnTo>
                    <a:lnTo>
                      <a:pt x="3073518" y="0"/>
                    </a:lnTo>
                    <a:lnTo>
                      <a:pt x="3075011" y="0"/>
                    </a:lnTo>
                    <a:lnTo>
                      <a:pt x="3077801" y="0"/>
                    </a:lnTo>
                    <a:lnTo>
                      <a:pt x="3095921" y="0"/>
                    </a:lnTo>
                    <a:lnTo>
                      <a:pt x="3097413" y="0"/>
                    </a:lnTo>
                    <a:lnTo>
                      <a:pt x="3100436" y="0"/>
                    </a:lnTo>
                    <a:lnTo>
                      <a:pt x="3103552" y="0"/>
                    </a:lnTo>
                    <a:lnTo>
                      <a:pt x="3104883" y="0"/>
                    </a:lnTo>
                    <a:lnTo>
                      <a:pt x="3120023" y="0"/>
                    </a:lnTo>
                    <a:lnTo>
                      <a:pt x="3120445" y="0"/>
                    </a:lnTo>
                    <a:lnTo>
                      <a:pt x="3149018" y="0"/>
                    </a:lnTo>
                    <a:lnTo>
                      <a:pt x="3150088" y="0"/>
                    </a:lnTo>
                    <a:lnTo>
                      <a:pt x="3150509" y="0"/>
                    </a:lnTo>
                    <a:lnTo>
                      <a:pt x="3171054" y="0"/>
                    </a:lnTo>
                    <a:lnTo>
                      <a:pt x="3172715" y="0"/>
                    </a:lnTo>
                    <a:lnTo>
                      <a:pt x="3199627" y="0"/>
                    </a:lnTo>
                    <a:lnTo>
                      <a:pt x="3201119" y="0"/>
                    </a:lnTo>
                    <a:lnTo>
                      <a:pt x="3201287" y="0"/>
                    </a:lnTo>
                    <a:lnTo>
                      <a:pt x="3201751" y="0"/>
                    </a:lnTo>
                    <a:lnTo>
                      <a:pt x="3202780" y="0"/>
                    </a:lnTo>
                    <a:lnTo>
                      <a:pt x="3217515" y="0"/>
                    </a:lnTo>
                    <a:lnTo>
                      <a:pt x="3224152" y="0"/>
                    </a:lnTo>
                    <a:lnTo>
                      <a:pt x="3230324" y="0"/>
                    </a:lnTo>
                    <a:lnTo>
                      <a:pt x="3231321" y="0"/>
                    </a:lnTo>
                    <a:lnTo>
                      <a:pt x="3231816" y="0"/>
                    </a:lnTo>
                    <a:lnTo>
                      <a:pt x="3243763" y="0"/>
                    </a:lnTo>
                    <a:lnTo>
                      <a:pt x="3246088" y="0"/>
                    </a:lnTo>
                    <a:lnTo>
                      <a:pt x="3247580" y="0"/>
                    </a:lnTo>
                    <a:lnTo>
                      <a:pt x="3247792" y="0"/>
                    </a:lnTo>
                    <a:lnTo>
                      <a:pt x="3248214" y="0"/>
                    </a:lnTo>
                    <a:lnTo>
                      <a:pt x="3252725" y="0"/>
                    </a:lnTo>
                    <a:lnTo>
                      <a:pt x="3254217" y="0"/>
                    </a:lnTo>
                    <a:lnTo>
                      <a:pt x="3260235" y="0"/>
                    </a:lnTo>
                    <a:lnTo>
                      <a:pt x="3276787" y="0"/>
                    </a:lnTo>
                    <a:lnTo>
                      <a:pt x="3277857" y="0"/>
                    </a:lnTo>
                    <a:lnTo>
                      <a:pt x="3278278" y="0"/>
                    </a:lnTo>
                    <a:lnTo>
                      <a:pt x="3290300" y="0"/>
                    </a:lnTo>
                    <a:lnTo>
                      <a:pt x="3298823" y="0"/>
                    </a:lnTo>
                    <a:lnTo>
                      <a:pt x="3327396" y="0"/>
                    </a:lnTo>
                    <a:lnTo>
                      <a:pt x="3328888" y="0"/>
                    </a:lnTo>
                    <a:lnTo>
                      <a:pt x="3329520" y="0"/>
                    </a:lnTo>
                    <a:lnTo>
                      <a:pt x="3345284" y="0"/>
                    </a:lnTo>
                    <a:lnTo>
                      <a:pt x="3349129" y="0"/>
                    </a:lnTo>
                    <a:lnTo>
                      <a:pt x="3351921" y="0"/>
                    </a:lnTo>
                    <a:lnTo>
                      <a:pt x="3358093" y="0"/>
                    </a:lnTo>
                    <a:lnTo>
                      <a:pt x="3359585" y="0"/>
                    </a:lnTo>
                    <a:lnTo>
                      <a:pt x="3371532" y="0"/>
                    </a:lnTo>
                    <a:lnTo>
                      <a:pt x="3373857" y="0"/>
                    </a:lnTo>
                    <a:lnTo>
                      <a:pt x="3375349" y="0"/>
                    </a:lnTo>
                    <a:lnTo>
                      <a:pt x="3380494" y="0"/>
                    </a:lnTo>
                    <a:lnTo>
                      <a:pt x="3381986" y="0"/>
                    </a:lnTo>
                    <a:lnTo>
                      <a:pt x="3388004" y="0"/>
                    </a:lnTo>
                    <a:lnTo>
                      <a:pt x="3408282" y="0"/>
                    </a:lnTo>
                    <a:lnTo>
                      <a:pt x="3418069" y="0"/>
                    </a:lnTo>
                    <a:lnTo>
                      <a:pt x="3424207" y="0"/>
                    </a:lnTo>
                    <a:lnTo>
                      <a:pt x="3424753" y="0"/>
                    </a:lnTo>
                    <a:lnTo>
                      <a:pt x="3452733" y="0"/>
                    </a:lnTo>
                    <a:lnTo>
                      <a:pt x="3454818" y="0"/>
                    </a:lnTo>
                    <a:lnTo>
                      <a:pt x="3476898" y="0"/>
                    </a:lnTo>
                    <a:lnTo>
                      <a:pt x="3496441" y="0"/>
                    </a:lnTo>
                    <a:lnTo>
                      <a:pt x="3509236" y="0"/>
                    </a:lnTo>
                    <a:lnTo>
                      <a:pt x="3518886" y="0"/>
                    </a:lnTo>
                    <a:lnTo>
                      <a:pt x="3528336" y="0"/>
                    </a:lnTo>
                    <a:lnTo>
                      <a:pt x="3536051" y="0"/>
                    </a:lnTo>
                    <a:lnTo>
                      <a:pt x="3539301" y="0"/>
                    </a:lnTo>
                    <a:lnTo>
                      <a:pt x="3540361" y="0"/>
                    </a:lnTo>
                    <a:lnTo>
                      <a:pt x="3544807" y="0"/>
                    </a:lnTo>
                    <a:lnTo>
                      <a:pt x="3551976" y="0"/>
                    </a:lnTo>
                    <a:lnTo>
                      <a:pt x="3552522" y="0"/>
                    </a:lnTo>
                    <a:lnTo>
                      <a:pt x="3564420" y="0"/>
                    </a:lnTo>
                    <a:lnTo>
                      <a:pt x="3570426" y="0"/>
                    </a:lnTo>
                    <a:cubicBezTo>
                      <a:pt x="3574872" y="0"/>
                      <a:pt x="3574872" y="0"/>
                      <a:pt x="3574872" y="0"/>
                    </a:cubicBezTo>
                    <a:lnTo>
                      <a:pt x="3580502" y="0"/>
                    </a:lnTo>
                    <a:lnTo>
                      <a:pt x="3582587" y="0"/>
                    </a:lnTo>
                    <a:lnTo>
                      <a:pt x="3624210" y="0"/>
                    </a:lnTo>
                    <a:lnTo>
                      <a:pt x="3637005" y="0"/>
                    </a:lnTo>
                    <a:lnTo>
                      <a:pt x="3646655" y="0"/>
                    </a:lnTo>
                    <a:lnTo>
                      <a:pt x="3656105" y="0"/>
                    </a:lnTo>
                    <a:lnTo>
                      <a:pt x="3667070" y="0"/>
                    </a:lnTo>
                    <a:lnTo>
                      <a:pt x="3668130" y="0"/>
                    </a:lnTo>
                    <a:lnTo>
                      <a:pt x="3669786" y="0"/>
                    </a:lnTo>
                    <a:lnTo>
                      <a:pt x="3672576" y="0"/>
                    </a:lnTo>
                    <a:lnTo>
                      <a:pt x="3692189" y="0"/>
                    </a:lnTo>
                    <a:lnTo>
                      <a:pt x="3698195" y="0"/>
                    </a:lnTo>
                    <a:lnTo>
                      <a:pt x="3702641" y="0"/>
                    </a:lnTo>
                    <a:lnTo>
                      <a:pt x="3744863" y="0"/>
                    </a:lnTo>
                    <a:lnTo>
                      <a:pt x="3745285" y="0"/>
                    </a:lnTo>
                    <a:lnTo>
                      <a:pt x="3795894" y="0"/>
                    </a:lnTo>
                    <a:lnTo>
                      <a:pt x="3797555" y="0"/>
                    </a:lnTo>
                    <a:lnTo>
                      <a:pt x="3826591" y="0"/>
                    </a:lnTo>
                    <a:lnTo>
                      <a:pt x="3842355" y="0"/>
                    </a:lnTo>
                    <a:lnTo>
                      <a:pt x="3848992" y="0"/>
                    </a:lnTo>
                    <a:lnTo>
                      <a:pt x="3872632" y="0"/>
                    </a:lnTo>
                    <a:lnTo>
                      <a:pt x="3873054" y="0"/>
                    </a:lnTo>
                    <a:lnTo>
                      <a:pt x="3885075" y="0"/>
                    </a:lnTo>
                    <a:lnTo>
                      <a:pt x="3923663" y="0"/>
                    </a:lnTo>
                    <a:lnTo>
                      <a:pt x="3954360" y="0"/>
                    </a:lnTo>
                    <a:lnTo>
                      <a:pt x="3970124" y="0"/>
                    </a:lnTo>
                    <a:lnTo>
                      <a:pt x="3976761" y="0"/>
                    </a:lnTo>
                    <a:lnTo>
                      <a:pt x="4012844" y="0"/>
                    </a:lnTo>
                    <a:lnTo>
                      <a:pt x="4049593" y="0"/>
                    </a:lnTo>
                    <a:cubicBezTo>
                      <a:pt x="4169647" y="0"/>
                      <a:pt x="4169647" y="0"/>
                      <a:pt x="4169647" y="0"/>
                    </a:cubicBezTo>
                    <a:lnTo>
                      <a:pt x="4177362" y="0"/>
                    </a:lnTo>
                    <a:cubicBezTo>
                      <a:pt x="4297416" y="0"/>
                      <a:pt x="4297416" y="0"/>
                      <a:pt x="4297416" y="0"/>
                    </a:cubicBezTo>
                    <a:cubicBezTo>
                      <a:pt x="4327758" y="0"/>
                      <a:pt x="4364168" y="21251"/>
                      <a:pt x="4379339" y="47054"/>
                    </a:cubicBezTo>
                    <a:cubicBezTo>
                      <a:pt x="4591731" y="415146"/>
                      <a:pt x="4591731" y="415146"/>
                      <a:pt x="4591731" y="415146"/>
                    </a:cubicBezTo>
                    <a:cubicBezTo>
                      <a:pt x="4606902" y="440951"/>
                      <a:pt x="4606902" y="483452"/>
                      <a:pt x="4591731" y="509257"/>
                    </a:cubicBezTo>
                    <a:cubicBezTo>
                      <a:pt x="4379339" y="877348"/>
                      <a:pt x="4379339" y="877348"/>
                      <a:pt x="4379339" y="877348"/>
                    </a:cubicBezTo>
                    <a:cubicBezTo>
                      <a:pt x="4364168" y="903151"/>
                      <a:pt x="4327758" y="924402"/>
                      <a:pt x="4297416" y="924402"/>
                    </a:cubicBezTo>
                    <a:lnTo>
                      <a:pt x="4169647" y="924402"/>
                    </a:lnTo>
                    <a:lnTo>
                      <a:pt x="3976761" y="924402"/>
                    </a:lnTo>
                    <a:lnTo>
                      <a:pt x="3872632" y="924402"/>
                    </a:lnTo>
                    <a:lnTo>
                      <a:pt x="3848992" y="924402"/>
                    </a:lnTo>
                    <a:lnTo>
                      <a:pt x="3744863" y="924402"/>
                    </a:lnTo>
                    <a:lnTo>
                      <a:pt x="3702641" y="924402"/>
                    </a:lnTo>
                    <a:lnTo>
                      <a:pt x="3672576" y="924402"/>
                    </a:lnTo>
                    <a:lnTo>
                      <a:pt x="3656105" y="924402"/>
                    </a:lnTo>
                    <a:lnTo>
                      <a:pt x="3574872" y="924402"/>
                    </a:lnTo>
                    <a:lnTo>
                      <a:pt x="3551976" y="924402"/>
                    </a:lnTo>
                    <a:lnTo>
                      <a:pt x="3544807" y="924402"/>
                    </a:lnTo>
                    <a:lnTo>
                      <a:pt x="3528336" y="924402"/>
                    </a:lnTo>
                    <a:lnTo>
                      <a:pt x="3424207" y="924402"/>
                    </a:lnTo>
                    <a:lnTo>
                      <a:pt x="3381986" y="924402"/>
                    </a:lnTo>
                    <a:lnTo>
                      <a:pt x="3380494" y="924402"/>
                    </a:lnTo>
                    <a:lnTo>
                      <a:pt x="3351921" y="924402"/>
                    </a:lnTo>
                    <a:lnTo>
                      <a:pt x="3277857" y="924402"/>
                    </a:lnTo>
                    <a:lnTo>
                      <a:pt x="3254217" y="924402"/>
                    </a:lnTo>
                    <a:lnTo>
                      <a:pt x="3252725" y="924402"/>
                    </a:lnTo>
                    <a:lnTo>
                      <a:pt x="3247792" y="924402"/>
                    </a:lnTo>
                    <a:lnTo>
                      <a:pt x="3231321" y="924402"/>
                    </a:lnTo>
                    <a:lnTo>
                      <a:pt x="3224152" y="924402"/>
                    </a:lnTo>
                    <a:lnTo>
                      <a:pt x="3150088" y="924402"/>
                    </a:lnTo>
                    <a:lnTo>
                      <a:pt x="3120023" y="924402"/>
                    </a:lnTo>
                    <a:lnTo>
                      <a:pt x="3104883" y="924402"/>
                    </a:lnTo>
                    <a:lnTo>
                      <a:pt x="3103552" y="924402"/>
                    </a:lnTo>
                    <a:lnTo>
                      <a:pt x="3077801" y="924402"/>
                    </a:lnTo>
                    <a:lnTo>
                      <a:pt x="3061330" y="924402"/>
                    </a:lnTo>
                    <a:lnTo>
                      <a:pt x="3031265" y="924402"/>
                    </a:lnTo>
                    <a:lnTo>
                      <a:pt x="2977114" y="924402"/>
                    </a:lnTo>
                    <a:lnTo>
                      <a:pt x="2957200" y="924402"/>
                    </a:lnTo>
                    <a:lnTo>
                      <a:pt x="2955709" y="924402"/>
                    </a:lnTo>
                    <a:lnTo>
                      <a:pt x="2950032" y="924402"/>
                    </a:lnTo>
                    <a:lnTo>
                      <a:pt x="2933561" y="924402"/>
                    </a:lnTo>
                    <a:lnTo>
                      <a:pt x="2927136" y="924402"/>
                    </a:lnTo>
                    <a:lnTo>
                      <a:pt x="2903496" y="924402"/>
                    </a:lnTo>
                    <a:lnTo>
                      <a:pt x="2829431" y="924402"/>
                    </a:lnTo>
                    <a:lnTo>
                      <a:pt x="2827940" y="924402"/>
                    </a:lnTo>
                    <a:lnTo>
                      <a:pt x="2799367" y="924402"/>
                    </a:lnTo>
                    <a:lnTo>
                      <a:pt x="2785719" y="924402"/>
                    </a:lnTo>
                    <a:lnTo>
                      <a:pt x="2784228" y="924402"/>
                    </a:lnTo>
                    <a:lnTo>
                      <a:pt x="2757146" y="924402"/>
                    </a:lnTo>
                    <a:lnTo>
                      <a:pt x="2755654" y="924402"/>
                    </a:lnTo>
                    <a:lnTo>
                      <a:pt x="2680098" y="924402"/>
                    </a:lnTo>
                    <a:lnTo>
                      <a:pt x="2657950" y="924402"/>
                    </a:lnTo>
                    <a:lnTo>
                      <a:pt x="2656459" y="924402"/>
                    </a:lnTo>
                    <a:lnTo>
                      <a:pt x="2653017" y="924402"/>
                    </a:lnTo>
                    <a:lnTo>
                      <a:pt x="2636545" y="924402"/>
                    </a:lnTo>
                    <a:lnTo>
                      <a:pt x="2629377" y="924402"/>
                    </a:lnTo>
                    <a:lnTo>
                      <a:pt x="2627885" y="924402"/>
                    </a:lnTo>
                    <a:lnTo>
                      <a:pt x="2606481" y="924402"/>
                    </a:lnTo>
                    <a:lnTo>
                      <a:pt x="2552329" y="924402"/>
                    </a:lnTo>
                    <a:lnTo>
                      <a:pt x="2525248" y="924402"/>
                    </a:lnTo>
                    <a:lnTo>
                      <a:pt x="2510108" y="924402"/>
                    </a:lnTo>
                    <a:lnTo>
                      <a:pt x="2508776" y="924402"/>
                    </a:lnTo>
                    <a:lnTo>
                      <a:pt x="2480043" y="924402"/>
                    </a:lnTo>
                    <a:lnTo>
                      <a:pt x="2478712" y="924402"/>
                    </a:lnTo>
                    <a:lnTo>
                      <a:pt x="2463572" y="924402"/>
                    </a:lnTo>
                    <a:lnTo>
                      <a:pt x="2436490" y="924402"/>
                    </a:lnTo>
                    <a:lnTo>
                      <a:pt x="2382339" y="924402"/>
                    </a:lnTo>
                    <a:lnTo>
                      <a:pt x="2360934" y="924402"/>
                    </a:lnTo>
                    <a:lnTo>
                      <a:pt x="2359443" y="924402"/>
                    </a:lnTo>
                    <a:lnTo>
                      <a:pt x="2352274" y="924402"/>
                    </a:lnTo>
                    <a:lnTo>
                      <a:pt x="2335803" y="924402"/>
                    </a:lnTo>
                    <a:lnTo>
                      <a:pt x="2332360" y="924402"/>
                    </a:lnTo>
                    <a:lnTo>
                      <a:pt x="2332328" y="924402"/>
                    </a:lnTo>
                    <a:lnTo>
                      <a:pt x="2330869" y="924402"/>
                    </a:lnTo>
                    <a:lnTo>
                      <a:pt x="2308721" y="924402"/>
                    </a:lnTo>
                    <a:lnTo>
                      <a:pt x="2233165" y="924402"/>
                    </a:lnTo>
                    <a:lnTo>
                      <a:pt x="2231674" y="924402"/>
                    </a:lnTo>
                    <a:lnTo>
                      <a:pt x="2204591" y="924402"/>
                    </a:lnTo>
                    <a:lnTo>
                      <a:pt x="2204559" y="924402"/>
                    </a:lnTo>
                    <a:lnTo>
                      <a:pt x="2203100" y="924402"/>
                    </a:lnTo>
                    <a:lnTo>
                      <a:pt x="2189452" y="924402"/>
                    </a:lnTo>
                    <a:lnTo>
                      <a:pt x="2160879" y="924402"/>
                    </a:lnTo>
                    <a:lnTo>
                      <a:pt x="2159388" y="924402"/>
                    </a:lnTo>
                    <a:lnTo>
                      <a:pt x="2085323" y="924402"/>
                    </a:lnTo>
                    <a:lnTo>
                      <a:pt x="2077294" y="924402"/>
                    </a:lnTo>
                    <a:lnTo>
                      <a:pt x="2061683" y="924402"/>
                    </a:lnTo>
                    <a:lnTo>
                      <a:pt x="2055258" y="924402"/>
                    </a:lnTo>
                    <a:lnTo>
                      <a:pt x="2038787" y="924402"/>
                    </a:lnTo>
                    <a:lnTo>
                      <a:pt x="2033110" y="924402"/>
                    </a:lnTo>
                    <a:lnTo>
                      <a:pt x="2031619" y="924402"/>
                    </a:lnTo>
                    <a:lnTo>
                      <a:pt x="2011705" y="924402"/>
                    </a:lnTo>
                    <a:lnTo>
                      <a:pt x="1957554" y="924402"/>
                    </a:lnTo>
                    <a:lnTo>
                      <a:pt x="1949525" y="924402"/>
                    </a:lnTo>
                    <a:lnTo>
                      <a:pt x="1927489" y="924402"/>
                    </a:lnTo>
                    <a:lnTo>
                      <a:pt x="1911018" y="924402"/>
                    </a:lnTo>
                    <a:lnTo>
                      <a:pt x="1907543" y="924402"/>
                    </a:lnTo>
                    <a:lnTo>
                      <a:pt x="1885268" y="924402"/>
                    </a:lnTo>
                    <a:lnTo>
                      <a:pt x="1883936" y="924402"/>
                    </a:lnTo>
                    <a:lnTo>
                      <a:pt x="1868796" y="924402"/>
                    </a:lnTo>
                    <a:lnTo>
                      <a:pt x="1838732" y="924402"/>
                    </a:lnTo>
                    <a:lnTo>
                      <a:pt x="1779774" y="924402"/>
                    </a:lnTo>
                    <a:lnTo>
                      <a:pt x="1764668" y="924402"/>
                    </a:lnTo>
                    <a:lnTo>
                      <a:pt x="1757499" y="924402"/>
                    </a:lnTo>
                    <a:lnTo>
                      <a:pt x="1741027" y="924402"/>
                    </a:lnTo>
                    <a:lnTo>
                      <a:pt x="1737552" y="924402"/>
                    </a:lnTo>
                    <a:lnTo>
                      <a:pt x="1736094" y="924402"/>
                    </a:lnTo>
                    <a:lnTo>
                      <a:pt x="1734603" y="924402"/>
                    </a:lnTo>
                    <a:lnTo>
                      <a:pt x="1710963" y="924402"/>
                    </a:lnTo>
                    <a:lnTo>
                      <a:pt x="1707488" y="924402"/>
                    </a:lnTo>
                    <a:lnTo>
                      <a:pt x="1652509" y="924402"/>
                    </a:lnTo>
                    <a:lnTo>
                      <a:pt x="1636899" y="924402"/>
                    </a:lnTo>
                    <a:lnTo>
                      <a:pt x="1609783" y="924402"/>
                    </a:lnTo>
                    <a:lnTo>
                      <a:pt x="1608325" y="924402"/>
                    </a:lnTo>
                    <a:lnTo>
                      <a:pt x="1606834" y="924402"/>
                    </a:lnTo>
                    <a:lnTo>
                      <a:pt x="1579719" y="924402"/>
                    </a:lnTo>
                    <a:lnTo>
                      <a:pt x="1564612" y="924402"/>
                    </a:lnTo>
                    <a:lnTo>
                      <a:pt x="1524740" y="924402"/>
                    </a:lnTo>
                    <a:lnTo>
                      <a:pt x="1482518" y="924402"/>
                    </a:lnTo>
                    <a:lnTo>
                      <a:pt x="1460483" y="924402"/>
                    </a:lnTo>
                    <a:lnTo>
                      <a:pt x="1452454" y="924402"/>
                    </a:lnTo>
                    <a:lnTo>
                      <a:pt x="1444011" y="924402"/>
                    </a:lnTo>
                    <a:lnTo>
                      <a:pt x="1436843" y="924402"/>
                    </a:lnTo>
                    <a:lnTo>
                      <a:pt x="1413947" y="924402"/>
                    </a:lnTo>
                    <a:lnTo>
                      <a:pt x="1354749" y="924402"/>
                    </a:lnTo>
                    <a:lnTo>
                      <a:pt x="1332714" y="924402"/>
                    </a:lnTo>
                    <a:lnTo>
                      <a:pt x="1324685" y="924402"/>
                    </a:lnTo>
                    <a:lnTo>
                      <a:pt x="1316242" y="924402"/>
                    </a:lnTo>
                    <a:lnTo>
                      <a:pt x="1312767" y="924402"/>
                    </a:lnTo>
                    <a:lnTo>
                      <a:pt x="1286178" y="924402"/>
                    </a:lnTo>
                    <a:lnTo>
                      <a:pt x="1282703" y="924402"/>
                    </a:lnTo>
                    <a:lnTo>
                      <a:pt x="1243956" y="924402"/>
                    </a:lnTo>
                    <a:lnTo>
                      <a:pt x="1184998" y="924402"/>
                    </a:lnTo>
                    <a:lnTo>
                      <a:pt x="1154934" y="924402"/>
                    </a:lnTo>
                    <a:lnTo>
                      <a:pt x="1139828" y="924402"/>
                    </a:lnTo>
                    <a:lnTo>
                      <a:pt x="1116187" y="924402"/>
                    </a:lnTo>
                    <a:lnTo>
                      <a:pt x="1112712" y="924402"/>
                    </a:lnTo>
                    <a:lnTo>
                      <a:pt x="1057734" y="924402"/>
                    </a:lnTo>
                    <a:lnTo>
                      <a:pt x="1027669" y="924402"/>
                    </a:lnTo>
                    <a:lnTo>
                      <a:pt x="1012059" y="924402"/>
                    </a:lnTo>
                    <a:lnTo>
                      <a:pt x="984943" y="924402"/>
                    </a:lnTo>
                    <a:lnTo>
                      <a:pt x="929965" y="924402"/>
                    </a:lnTo>
                    <a:lnTo>
                      <a:pt x="899900" y="924402"/>
                    </a:lnTo>
                    <a:lnTo>
                      <a:pt x="857678" y="924402"/>
                    </a:lnTo>
                    <a:lnTo>
                      <a:pt x="819171" y="924402"/>
                    </a:lnTo>
                    <a:lnTo>
                      <a:pt x="729909" y="924402"/>
                    </a:lnTo>
                    <a:lnTo>
                      <a:pt x="691402" y="924402"/>
                    </a:lnTo>
                    <a:lnTo>
                      <a:pt x="687927" y="924402"/>
                    </a:lnTo>
                    <a:lnTo>
                      <a:pt x="560158" y="924402"/>
                    </a:lnTo>
                    <a:lnTo>
                      <a:pt x="432894" y="924402"/>
                    </a:lnTo>
                    <a:lnTo>
                      <a:pt x="305125" y="924402"/>
                    </a:lnTo>
                    <a:cubicBezTo>
                      <a:pt x="275541" y="924402"/>
                      <a:pt x="238373" y="903151"/>
                      <a:pt x="223202" y="877348"/>
                    </a:cubicBezTo>
                    <a:cubicBezTo>
                      <a:pt x="10809" y="509257"/>
                      <a:pt x="10809" y="509257"/>
                      <a:pt x="10809" y="509257"/>
                    </a:cubicBezTo>
                    <a:cubicBezTo>
                      <a:pt x="-3603" y="483452"/>
                      <a:pt x="-3603" y="440951"/>
                      <a:pt x="10809" y="415146"/>
                    </a:cubicBezTo>
                    <a:cubicBezTo>
                      <a:pt x="223202" y="47054"/>
                      <a:pt x="223202" y="47054"/>
                      <a:pt x="223202" y="47054"/>
                    </a:cubicBezTo>
                    <a:cubicBezTo>
                      <a:pt x="238373" y="21251"/>
                      <a:pt x="275541" y="0"/>
                      <a:pt x="305125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9050">
                <a:gradFill flip="none" rotWithShape="1">
                  <a:gsLst>
                    <a:gs pos="0">
                      <a:sysClr val="window" lastClr="FFFFFF">
                        <a:lumMod val="7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9" name="Hexagen  5">
                <a:extLst>
                  <a:ext uri="{FF2B5EF4-FFF2-40B4-BE49-F238E27FC236}">
                    <a16:creationId xmlns:a16="http://schemas.microsoft.com/office/drawing/2014/main" id="{AAE35254-7CDF-36A2-80D4-3AEA15CBFBE1}"/>
                  </a:ext>
                </a:extLst>
              </p:cNvPr>
              <p:cNvSpPr/>
              <p:nvPr/>
            </p:nvSpPr>
            <p:spPr bwMode="auto">
              <a:xfrm>
                <a:off x="4530004" y="3266624"/>
                <a:ext cx="1268148" cy="1123545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>
                      <a:lumMod val="97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0" name="Hexagen 5">
                <a:extLst>
                  <a:ext uri="{FF2B5EF4-FFF2-40B4-BE49-F238E27FC236}">
                    <a16:creationId xmlns:a16="http://schemas.microsoft.com/office/drawing/2014/main" id="{ECA9EB14-007F-BE45-EEA9-AC5627D6579B}"/>
                  </a:ext>
                </a:extLst>
              </p:cNvPr>
              <p:cNvSpPr/>
              <p:nvPr/>
            </p:nvSpPr>
            <p:spPr bwMode="auto">
              <a:xfrm>
                <a:off x="4702000" y="3419008"/>
                <a:ext cx="924153" cy="81877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663A77"/>
              </a:solidFill>
              <a:ln w="15875">
                <a:gradFill flip="none" rotWithShape="1"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6" name="Text Box 5">
                <a:extLst>
                  <a:ext uri="{FF2B5EF4-FFF2-40B4-BE49-F238E27FC236}">
                    <a16:creationId xmlns:a16="http://schemas.microsoft.com/office/drawing/2014/main" id="{2BC08472-0EAB-440F-0624-77D7E42B2EAB}"/>
                  </a:ext>
                </a:extLst>
              </p:cNvPr>
              <p:cNvSpPr txBox="1"/>
              <p:nvPr/>
            </p:nvSpPr>
            <p:spPr>
              <a:xfrm>
                <a:off x="4828554" y="3566786"/>
                <a:ext cx="6710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</a:rPr>
                  <a:t>03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2BA27C9-E4AA-6EFE-8AA9-4EEB36F3460F}"/>
                  </a:ext>
                </a:extLst>
              </p:cNvPr>
              <p:cNvSpPr txBox="1"/>
              <p:nvPr/>
            </p:nvSpPr>
            <p:spPr>
              <a:xfrm>
                <a:off x="1336354" y="3451370"/>
                <a:ext cx="311806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8E92086-A288-2452-AA8E-05977EDD2254}"/>
                </a:ext>
              </a:extLst>
            </p:cNvPr>
            <p:cNvGrpSpPr/>
            <p:nvPr/>
          </p:nvGrpSpPr>
          <p:grpSpPr>
            <a:xfrm>
              <a:off x="1083849" y="4831485"/>
              <a:ext cx="4714303" cy="1123545"/>
              <a:chOff x="1083849" y="4831485"/>
              <a:chExt cx="4714303" cy="1123545"/>
            </a:xfrm>
          </p:grpSpPr>
          <p:sp>
            <p:nvSpPr>
              <p:cNvPr id="9" name="9">
                <a:extLst>
                  <a:ext uri="{FF2B5EF4-FFF2-40B4-BE49-F238E27FC236}">
                    <a16:creationId xmlns:a16="http://schemas.microsoft.com/office/drawing/2014/main" id="{AF265D08-D8C7-C0BE-A8C4-9D9D32139F10}"/>
                  </a:ext>
                </a:extLst>
              </p:cNvPr>
              <p:cNvSpPr/>
              <p:nvPr/>
            </p:nvSpPr>
            <p:spPr bwMode="auto">
              <a:xfrm>
                <a:off x="1083849" y="4894192"/>
                <a:ext cx="4159119" cy="998130"/>
              </a:xfrm>
              <a:custGeom>
                <a:avLst/>
                <a:gdLst>
                  <a:gd name="connsiteX0" fmla="*/ 352810 w 4452260"/>
                  <a:gd name="connsiteY0" fmla="*/ 0 h 1068867"/>
                  <a:gd name="connsiteX1" fmla="*/ 636768 w 4452260"/>
                  <a:gd name="connsiteY1" fmla="*/ 0 h 1068867"/>
                  <a:gd name="connsiteX2" fmla="*/ 647700 w 4452260"/>
                  <a:gd name="connsiteY2" fmla="*/ 0 h 1068867"/>
                  <a:gd name="connsiteX3" fmla="*/ 724065 w 4452260"/>
                  <a:gd name="connsiteY3" fmla="*/ 0 h 1068867"/>
                  <a:gd name="connsiteX4" fmla="*/ 782584 w 4452260"/>
                  <a:gd name="connsiteY4" fmla="*/ 0 h 1068867"/>
                  <a:gd name="connsiteX5" fmla="*/ 799455 w 4452260"/>
                  <a:gd name="connsiteY5" fmla="*/ 0 h 1068867"/>
                  <a:gd name="connsiteX6" fmla="*/ 809825 w 4452260"/>
                  <a:gd name="connsiteY6" fmla="*/ 0 h 1068867"/>
                  <a:gd name="connsiteX7" fmla="*/ 818078 w 4452260"/>
                  <a:gd name="connsiteY7" fmla="*/ 0 h 1068867"/>
                  <a:gd name="connsiteX8" fmla="*/ 843980 w 4452260"/>
                  <a:gd name="connsiteY8" fmla="*/ 0 h 1068867"/>
                  <a:gd name="connsiteX9" fmla="*/ 931658 w 4452260"/>
                  <a:gd name="connsiteY9" fmla="*/ 0 h 1068867"/>
                  <a:gd name="connsiteX10" fmla="*/ 961580 w 4452260"/>
                  <a:gd name="connsiteY10" fmla="*/ 0 h 1068867"/>
                  <a:gd name="connsiteX11" fmla="*/ 1000055 w 4452260"/>
                  <a:gd name="connsiteY11" fmla="*/ 0 h 1068867"/>
                  <a:gd name="connsiteX12" fmla="*/ 1040537 w 4452260"/>
                  <a:gd name="connsiteY12" fmla="*/ 0 h 1068867"/>
                  <a:gd name="connsiteX13" fmla="*/ 1051453 w 4452260"/>
                  <a:gd name="connsiteY13" fmla="*/ 0 h 1068867"/>
                  <a:gd name="connsiteX14" fmla="*/ 1083414 w 4452260"/>
                  <a:gd name="connsiteY14" fmla="*/ 0 h 1068867"/>
                  <a:gd name="connsiteX15" fmla="*/ 1112969 w 4452260"/>
                  <a:gd name="connsiteY15" fmla="*/ 0 h 1068867"/>
                  <a:gd name="connsiteX16" fmla="*/ 1138871 w 4452260"/>
                  <a:gd name="connsiteY16" fmla="*/ 0 h 1068867"/>
                  <a:gd name="connsiteX17" fmla="*/ 1170224 w 4452260"/>
                  <a:gd name="connsiteY17" fmla="*/ 0 h 1068867"/>
                  <a:gd name="connsiteX18" fmla="*/ 1170711 w 4452260"/>
                  <a:gd name="connsiteY18" fmla="*/ 0 h 1068867"/>
                  <a:gd name="connsiteX19" fmla="*/ 1202662 w 4452260"/>
                  <a:gd name="connsiteY19" fmla="*/ 0 h 1068867"/>
                  <a:gd name="connsiteX20" fmla="*/ 1240037 w 4452260"/>
                  <a:gd name="connsiteY20" fmla="*/ 0 h 1068867"/>
                  <a:gd name="connsiteX21" fmla="*/ 1290626 w 4452260"/>
                  <a:gd name="connsiteY21" fmla="*/ 0 h 1068867"/>
                  <a:gd name="connsiteX22" fmla="*/ 1324496 w 4452260"/>
                  <a:gd name="connsiteY22" fmla="*/ 0 h 1068867"/>
                  <a:gd name="connsiteX23" fmla="*/ 1332348 w 4452260"/>
                  <a:gd name="connsiteY23" fmla="*/ 0 h 1068867"/>
                  <a:gd name="connsiteX24" fmla="*/ 1335428 w 4452260"/>
                  <a:gd name="connsiteY24" fmla="*/ 0 h 1068867"/>
                  <a:gd name="connsiteX25" fmla="*/ 1411793 w 4452260"/>
                  <a:gd name="connsiteY25" fmla="*/ 0 h 1068867"/>
                  <a:gd name="connsiteX26" fmla="*/ 1454182 w 4452260"/>
                  <a:gd name="connsiteY26" fmla="*/ 0 h 1068867"/>
                  <a:gd name="connsiteX27" fmla="*/ 1470312 w 4452260"/>
                  <a:gd name="connsiteY27" fmla="*/ 0 h 1068867"/>
                  <a:gd name="connsiteX28" fmla="*/ 1487183 w 4452260"/>
                  <a:gd name="connsiteY28" fmla="*/ 0 h 1068867"/>
                  <a:gd name="connsiteX29" fmla="*/ 1497552 w 4452260"/>
                  <a:gd name="connsiteY29" fmla="*/ 0 h 1068867"/>
                  <a:gd name="connsiteX30" fmla="*/ 1505806 w 4452260"/>
                  <a:gd name="connsiteY30" fmla="*/ 0 h 1068867"/>
                  <a:gd name="connsiteX31" fmla="*/ 1528471 w 4452260"/>
                  <a:gd name="connsiteY31" fmla="*/ 0 h 1068867"/>
                  <a:gd name="connsiteX32" fmla="*/ 1531708 w 4452260"/>
                  <a:gd name="connsiteY32" fmla="*/ 0 h 1068867"/>
                  <a:gd name="connsiteX33" fmla="*/ 1540992 w 4452260"/>
                  <a:gd name="connsiteY33" fmla="*/ 0 h 1068867"/>
                  <a:gd name="connsiteX34" fmla="*/ 1541479 w 4452260"/>
                  <a:gd name="connsiteY34" fmla="*/ 0 h 1068867"/>
                  <a:gd name="connsiteX35" fmla="*/ 1599998 w 4452260"/>
                  <a:gd name="connsiteY35" fmla="*/ 0 h 1068867"/>
                  <a:gd name="connsiteX36" fmla="*/ 1619386 w 4452260"/>
                  <a:gd name="connsiteY36" fmla="*/ 0 h 1068867"/>
                  <a:gd name="connsiteX37" fmla="*/ 1635492 w 4452260"/>
                  <a:gd name="connsiteY37" fmla="*/ 0 h 1068867"/>
                  <a:gd name="connsiteX38" fmla="*/ 1649308 w 4452260"/>
                  <a:gd name="connsiteY38" fmla="*/ 0 h 1068867"/>
                  <a:gd name="connsiteX39" fmla="*/ 1653720 w 4452260"/>
                  <a:gd name="connsiteY39" fmla="*/ 0 h 1068867"/>
                  <a:gd name="connsiteX40" fmla="*/ 1661394 w 4452260"/>
                  <a:gd name="connsiteY40" fmla="*/ 0 h 1068867"/>
                  <a:gd name="connsiteX41" fmla="*/ 1687782 w 4452260"/>
                  <a:gd name="connsiteY41" fmla="*/ 0 h 1068867"/>
                  <a:gd name="connsiteX42" fmla="*/ 1703116 w 4452260"/>
                  <a:gd name="connsiteY42" fmla="*/ 0 h 1068867"/>
                  <a:gd name="connsiteX43" fmla="*/ 1739181 w 4452260"/>
                  <a:gd name="connsiteY43" fmla="*/ 0 h 1068867"/>
                  <a:gd name="connsiteX44" fmla="*/ 1771141 w 4452260"/>
                  <a:gd name="connsiteY44" fmla="*/ 0 h 1068867"/>
                  <a:gd name="connsiteX45" fmla="*/ 1800697 w 4452260"/>
                  <a:gd name="connsiteY45" fmla="*/ 0 h 1068867"/>
                  <a:gd name="connsiteX46" fmla="*/ 1811727 w 4452260"/>
                  <a:gd name="connsiteY46" fmla="*/ 0 h 1068867"/>
                  <a:gd name="connsiteX47" fmla="*/ 1823361 w 4452260"/>
                  <a:gd name="connsiteY47" fmla="*/ 0 h 1068867"/>
                  <a:gd name="connsiteX48" fmla="*/ 1826599 w 4452260"/>
                  <a:gd name="connsiteY48" fmla="*/ 0 h 1068867"/>
                  <a:gd name="connsiteX49" fmla="*/ 1857951 w 4452260"/>
                  <a:gd name="connsiteY49" fmla="*/ 0 h 1068867"/>
                  <a:gd name="connsiteX50" fmla="*/ 1858439 w 4452260"/>
                  <a:gd name="connsiteY50" fmla="*/ 0 h 1068867"/>
                  <a:gd name="connsiteX51" fmla="*/ 1859676 w 4452260"/>
                  <a:gd name="connsiteY51" fmla="*/ 0 h 1068867"/>
                  <a:gd name="connsiteX52" fmla="*/ 1893346 w 4452260"/>
                  <a:gd name="connsiteY52" fmla="*/ 0 h 1068867"/>
                  <a:gd name="connsiteX53" fmla="*/ 1927765 w 4452260"/>
                  <a:gd name="connsiteY53" fmla="*/ 0 h 1068867"/>
                  <a:gd name="connsiteX54" fmla="*/ 1963365 w 4452260"/>
                  <a:gd name="connsiteY54" fmla="*/ 0 h 1068867"/>
                  <a:gd name="connsiteX55" fmla="*/ 1978354 w 4452260"/>
                  <a:gd name="connsiteY55" fmla="*/ 0 h 1068867"/>
                  <a:gd name="connsiteX56" fmla="*/ 1991032 w 4452260"/>
                  <a:gd name="connsiteY56" fmla="*/ 0 h 1068867"/>
                  <a:gd name="connsiteX57" fmla="*/ 2020076 w 4452260"/>
                  <a:gd name="connsiteY57" fmla="*/ 0 h 1068867"/>
                  <a:gd name="connsiteX58" fmla="*/ 2021800 w 4452260"/>
                  <a:gd name="connsiteY58" fmla="*/ 0 h 1068867"/>
                  <a:gd name="connsiteX59" fmla="*/ 2027021 w 4452260"/>
                  <a:gd name="connsiteY59" fmla="*/ 0 h 1068867"/>
                  <a:gd name="connsiteX60" fmla="*/ 2032162 w 4452260"/>
                  <a:gd name="connsiteY60" fmla="*/ 0 h 1068867"/>
                  <a:gd name="connsiteX61" fmla="*/ 2141909 w 4452260"/>
                  <a:gd name="connsiteY61" fmla="*/ 0 h 1068867"/>
                  <a:gd name="connsiteX62" fmla="*/ 2143633 w 4452260"/>
                  <a:gd name="connsiteY62" fmla="*/ 0 h 1068867"/>
                  <a:gd name="connsiteX63" fmla="*/ 2178359 w 4452260"/>
                  <a:gd name="connsiteY63" fmla="*/ 0 h 1068867"/>
                  <a:gd name="connsiteX64" fmla="*/ 2228719 w 4452260"/>
                  <a:gd name="connsiteY64" fmla="*/ 0 h 1068867"/>
                  <a:gd name="connsiteX65" fmla="*/ 2229207 w 4452260"/>
                  <a:gd name="connsiteY65" fmla="*/ 0 h 1068867"/>
                  <a:gd name="connsiteX66" fmla="*/ 2230931 w 4452260"/>
                  <a:gd name="connsiteY66" fmla="*/ 0 h 1068867"/>
                  <a:gd name="connsiteX67" fmla="*/ 2287725 w 4452260"/>
                  <a:gd name="connsiteY67" fmla="*/ 0 h 1068867"/>
                  <a:gd name="connsiteX68" fmla="*/ 2289450 w 4452260"/>
                  <a:gd name="connsiteY68" fmla="*/ 0 h 1068867"/>
                  <a:gd name="connsiteX69" fmla="*/ 2323220 w 4452260"/>
                  <a:gd name="connsiteY69" fmla="*/ 0 h 1068867"/>
                  <a:gd name="connsiteX70" fmla="*/ 2324944 w 4452260"/>
                  <a:gd name="connsiteY70" fmla="*/ 0 h 1068867"/>
                  <a:gd name="connsiteX71" fmla="*/ 2340483 w 4452260"/>
                  <a:gd name="connsiteY71" fmla="*/ 0 h 1068867"/>
                  <a:gd name="connsiteX72" fmla="*/ 2341447 w 4452260"/>
                  <a:gd name="connsiteY72" fmla="*/ 0 h 1068867"/>
                  <a:gd name="connsiteX73" fmla="*/ 2343172 w 4452260"/>
                  <a:gd name="connsiteY73" fmla="*/ 0 h 1068867"/>
                  <a:gd name="connsiteX74" fmla="*/ 2349122 w 4452260"/>
                  <a:gd name="connsiteY74" fmla="*/ 0 h 1068867"/>
                  <a:gd name="connsiteX75" fmla="*/ 2350846 w 4452260"/>
                  <a:gd name="connsiteY75" fmla="*/ 0 h 1068867"/>
                  <a:gd name="connsiteX76" fmla="*/ 2390844 w 4452260"/>
                  <a:gd name="connsiteY76" fmla="*/ 0 h 1068867"/>
                  <a:gd name="connsiteX77" fmla="*/ 2462317 w 4452260"/>
                  <a:gd name="connsiteY77" fmla="*/ 0 h 1068867"/>
                  <a:gd name="connsiteX78" fmla="*/ 2499455 w 4452260"/>
                  <a:gd name="connsiteY78" fmla="*/ 0 h 1068867"/>
                  <a:gd name="connsiteX79" fmla="*/ 2530713 w 4452260"/>
                  <a:gd name="connsiteY79" fmla="*/ 0 h 1068867"/>
                  <a:gd name="connsiteX80" fmla="*/ 2547403 w 4452260"/>
                  <a:gd name="connsiteY80" fmla="*/ 0 h 1068867"/>
                  <a:gd name="connsiteX81" fmla="*/ 2549127 w 4452260"/>
                  <a:gd name="connsiteY81" fmla="*/ 0 h 1068867"/>
                  <a:gd name="connsiteX82" fmla="*/ 2581074 w 4452260"/>
                  <a:gd name="connsiteY82" fmla="*/ 0 h 1068867"/>
                  <a:gd name="connsiteX83" fmla="*/ 2582112 w 4452260"/>
                  <a:gd name="connsiteY83" fmla="*/ 0 h 1068867"/>
                  <a:gd name="connsiteX84" fmla="*/ 2669530 w 4452260"/>
                  <a:gd name="connsiteY84" fmla="*/ 0 h 1068867"/>
                  <a:gd name="connsiteX85" fmla="*/ 2678759 w 4452260"/>
                  <a:gd name="connsiteY85" fmla="*/ 0 h 1068867"/>
                  <a:gd name="connsiteX86" fmla="*/ 2709527 w 4452260"/>
                  <a:gd name="connsiteY86" fmla="*/ 0 h 1068867"/>
                  <a:gd name="connsiteX87" fmla="*/ 2711252 w 4452260"/>
                  <a:gd name="connsiteY87" fmla="*/ 0 h 1068867"/>
                  <a:gd name="connsiteX88" fmla="*/ 2714748 w 4452260"/>
                  <a:gd name="connsiteY88" fmla="*/ 0 h 1068867"/>
                  <a:gd name="connsiteX89" fmla="*/ 2719890 w 4452260"/>
                  <a:gd name="connsiteY89" fmla="*/ 0 h 1068867"/>
                  <a:gd name="connsiteX90" fmla="*/ 2831360 w 4452260"/>
                  <a:gd name="connsiteY90" fmla="*/ 0 h 1068867"/>
                  <a:gd name="connsiteX91" fmla="*/ 2833086 w 4452260"/>
                  <a:gd name="connsiteY91" fmla="*/ 0 h 1068867"/>
                  <a:gd name="connsiteX92" fmla="*/ 2866087 w 4452260"/>
                  <a:gd name="connsiteY92" fmla="*/ 0 h 1068867"/>
                  <a:gd name="connsiteX93" fmla="*/ 2918659 w 4452260"/>
                  <a:gd name="connsiteY93" fmla="*/ 0 h 1068867"/>
                  <a:gd name="connsiteX94" fmla="*/ 2919896 w 4452260"/>
                  <a:gd name="connsiteY94" fmla="*/ 0 h 1068867"/>
                  <a:gd name="connsiteX95" fmla="*/ 2920383 w 4452260"/>
                  <a:gd name="connsiteY95" fmla="*/ 0 h 1068867"/>
                  <a:gd name="connsiteX96" fmla="*/ 2977177 w 4452260"/>
                  <a:gd name="connsiteY96" fmla="*/ 0 h 1068867"/>
                  <a:gd name="connsiteX97" fmla="*/ 2978902 w 4452260"/>
                  <a:gd name="connsiteY97" fmla="*/ 0 h 1068867"/>
                  <a:gd name="connsiteX98" fmla="*/ 3012671 w 4452260"/>
                  <a:gd name="connsiteY98" fmla="*/ 0 h 1068867"/>
                  <a:gd name="connsiteX99" fmla="*/ 3014397 w 4452260"/>
                  <a:gd name="connsiteY99" fmla="*/ 0 h 1068867"/>
                  <a:gd name="connsiteX100" fmla="*/ 3028211 w 4452260"/>
                  <a:gd name="connsiteY100" fmla="*/ 0 h 1068867"/>
                  <a:gd name="connsiteX101" fmla="*/ 3030899 w 4452260"/>
                  <a:gd name="connsiteY101" fmla="*/ 0 h 1068867"/>
                  <a:gd name="connsiteX102" fmla="*/ 3032624 w 4452260"/>
                  <a:gd name="connsiteY102" fmla="*/ 0 h 1068867"/>
                  <a:gd name="connsiteX103" fmla="*/ 3038573 w 4452260"/>
                  <a:gd name="connsiteY103" fmla="*/ 0 h 1068867"/>
                  <a:gd name="connsiteX104" fmla="*/ 3040298 w 4452260"/>
                  <a:gd name="connsiteY104" fmla="*/ 0 h 1068867"/>
                  <a:gd name="connsiteX105" fmla="*/ 3082021 w 4452260"/>
                  <a:gd name="connsiteY105" fmla="*/ 0 h 1068867"/>
                  <a:gd name="connsiteX106" fmla="*/ 3150044 w 4452260"/>
                  <a:gd name="connsiteY106" fmla="*/ 0 h 1068867"/>
                  <a:gd name="connsiteX107" fmla="*/ 3218441 w 4452260"/>
                  <a:gd name="connsiteY107" fmla="*/ 0 h 1068867"/>
                  <a:gd name="connsiteX108" fmla="*/ 3236855 w 4452260"/>
                  <a:gd name="connsiteY108" fmla="*/ 0 h 1068867"/>
                  <a:gd name="connsiteX109" fmla="*/ 3269839 w 4452260"/>
                  <a:gd name="connsiteY109" fmla="*/ 0 h 1068867"/>
                  <a:gd name="connsiteX110" fmla="*/ 3272250 w 4452260"/>
                  <a:gd name="connsiteY110" fmla="*/ 0 h 1068867"/>
                  <a:gd name="connsiteX111" fmla="*/ 3320378 w 4452260"/>
                  <a:gd name="connsiteY111" fmla="*/ 0 h 1068867"/>
                  <a:gd name="connsiteX112" fmla="*/ 3346330 w 4452260"/>
                  <a:gd name="connsiteY112" fmla="*/ 0 h 1068867"/>
                  <a:gd name="connsiteX113" fmla="*/ 3357257 w 4452260"/>
                  <a:gd name="connsiteY113" fmla="*/ 0 h 1068867"/>
                  <a:gd name="connsiteX114" fmla="*/ 3369936 w 4452260"/>
                  <a:gd name="connsiteY114" fmla="*/ 0 h 1068867"/>
                  <a:gd name="connsiteX115" fmla="*/ 3398980 w 4452260"/>
                  <a:gd name="connsiteY115" fmla="*/ 0 h 1068867"/>
                  <a:gd name="connsiteX116" fmla="*/ 3405925 w 4452260"/>
                  <a:gd name="connsiteY116" fmla="*/ 0 h 1068867"/>
                  <a:gd name="connsiteX117" fmla="*/ 3411066 w 4452260"/>
                  <a:gd name="connsiteY117" fmla="*/ 0 h 1068867"/>
                  <a:gd name="connsiteX118" fmla="*/ 3520813 w 4452260"/>
                  <a:gd name="connsiteY118" fmla="*/ 0 h 1068867"/>
                  <a:gd name="connsiteX119" fmla="*/ 3607623 w 4452260"/>
                  <a:gd name="connsiteY119" fmla="*/ 0 h 1068867"/>
                  <a:gd name="connsiteX120" fmla="*/ 3608111 w 4452260"/>
                  <a:gd name="connsiteY120" fmla="*/ 0 h 1068867"/>
                  <a:gd name="connsiteX121" fmla="*/ 3666629 w 4452260"/>
                  <a:gd name="connsiteY121" fmla="*/ 0 h 1068867"/>
                  <a:gd name="connsiteX122" fmla="*/ 3702124 w 4452260"/>
                  <a:gd name="connsiteY122" fmla="*/ 0 h 1068867"/>
                  <a:gd name="connsiteX123" fmla="*/ 3720351 w 4452260"/>
                  <a:gd name="connsiteY123" fmla="*/ 0 h 1068867"/>
                  <a:gd name="connsiteX124" fmla="*/ 3728025 w 4452260"/>
                  <a:gd name="connsiteY124" fmla="*/ 0 h 1068867"/>
                  <a:gd name="connsiteX125" fmla="*/ 3769748 w 4452260"/>
                  <a:gd name="connsiteY125" fmla="*/ 0 h 1068867"/>
                  <a:gd name="connsiteX126" fmla="*/ 4098793 w 4452260"/>
                  <a:gd name="connsiteY126" fmla="*/ 0 h 1068867"/>
                  <a:gd name="connsiteX127" fmla="*/ 4193519 w 4452260"/>
                  <a:gd name="connsiteY127" fmla="*/ 54408 h 1068867"/>
                  <a:gd name="connsiteX128" fmla="*/ 4439104 w 4452260"/>
                  <a:gd name="connsiteY128" fmla="*/ 480025 h 1068867"/>
                  <a:gd name="connsiteX129" fmla="*/ 4439104 w 4452260"/>
                  <a:gd name="connsiteY129" fmla="*/ 588843 h 1068867"/>
                  <a:gd name="connsiteX130" fmla="*/ 4193519 w 4452260"/>
                  <a:gd name="connsiteY130" fmla="*/ 1014459 h 1068867"/>
                  <a:gd name="connsiteX131" fmla="*/ 4098793 w 4452260"/>
                  <a:gd name="connsiteY131" fmla="*/ 1068867 h 1068867"/>
                  <a:gd name="connsiteX132" fmla="*/ 3728025 w 4452260"/>
                  <a:gd name="connsiteY132" fmla="*/ 1068867 h 1068867"/>
                  <a:gd name="connsiteX133" fmla="*/ 3607623 w 4452260"/>
                  <a:gd name="connsiteY133" fmla="*/ 1068867 h 1068867"/>
                  <a:gd name="connsiteX134" fmla="*/ 3411066 w 4452260"/>
                  <a:gd name="connsiteY134" fmla="*/ 1068867 h 1068867"/>
                  <a:gd name="connsiteX135" fmla="*/ 3357257 w 4452260"/>
                  <a:gd name="connsiteY135" fmla="*/ 1068867 h 1068867"/>
                  <a:gd name="connsiteX136" fmla="*/ 3236855 w 4452260"/>
                  <a:gd name="connsiteY136" fmla="*/ 1068867 h 1068867"/>
                  <a:gd name="connsiteX137" fmla="*/ 3040298 w 4452260"/>
                  <a:gd name="connsiteY137" fmla="*/ 1068867 h 1068867"/>
                  <a:gd name="connsiteX138" fmla="*/ 3038573 w 4452260"/>
                  <a:gd name="connsiteY138" fmla="*/ 1068867 h 1068867"/>
                  <a:gd name="connsiteX139" fmla="*/ 2919896 w 4452260"/>
                  <a:gd name="connsiteY139" fmla="*/ 1068867 h 1068867"/>
                  <a:gd name="connsiteX140" fmla="*/ 2866087 w 4452260"/>
                  <a:gd name="connsiteY140" fmla="*/ 1068867 h 1068867"/>
                  <a:gd name="connsiteX141" fmla="*/ 2719890 w 4452260"/>
                  <a:gd name="connsiteY141" fmla="*/ 1068867 h 1068867"/>
                  <a:gd name="connsiteX142" fmla="*/ 2669530 w 4452260"/>
                  <a:gd name="connsiteY142" fmla="*/ 1068867 h 1068867"/>
                  <a:gd name="connsiteX143" fmla="*/ 2549127 w 4452260"/>
                  <a:gd name="connsiteY143" fmla="*/ 1068867 h 1068867"/>
                  <a:gd name="connsiteX144" fmla="*/ 2547403 w 4452260"/>
                  <a:gd name="connsiteY144" fmla="*/ 1068867 h 1068867"/>
                  <a:gd name="connsiteX145" fmla="*/ 2350846 w 4452260"/>
                  <a:gd name="connsiteY145" fmla="*/ 1068867 h 1068867"/>
                  <a:gd name="connsiteX146" fmla="*/ 2349122 w 4452260"/>
                  <a:gd name="connsiteY146" fmla="*/ 1068867 h 1068867"/>
                  <a:gd name="connsiteX147" fmla="*/ 2228719 w 4452260"/>
                  <a:gd name="connsiteY147" fmla="*/ 1068867 h 1068867"/>
                  <a:gd name="connsiteX148" fmla="*/ 2178359 w 4452260"/>
                  <a:gd name="connsiteY148" fmla="*/ 1068867 h 1068867"/>
                  <a:gd name="connsiteX149" fmla="*/ 2032162 w 4452260"/>
                  <a:gd name="connsiteY149" fmla="*/ 1068867 h 1068867"/>
                  <a:gd name="connsiteX150" fmla="*/ 1978354 w 4452260"/>
                  <a:gd name="connsiteY150" fmla="*/ 1068867 h 1068867"/>
                  <a:gd name="connsiteX151" fmla="*/ 1859676 w 4452260"/>
                  <a:gd name="connsiteY151" fmla="*/ 1068867 h 1068867"/>
                  <a:gd name="connsiteX152" fmla="*/ 1857951 w 4452260"/>
                  <a:gd name="connsiteY152" fmla="*/ 1068867 h 1068867"/>
                  <a:gd name="connsiteX153" fmla="*/ 1826599 w 4452260"/>
                  <a:gd name="connsiteY153" fmla="*/ 1068867 h 1068867"/>
                  <a:gd name="connsiteX154" fmla="*/ 1661394 w 4452260"/>
                  <a:gd name="connsiteY154" fmla="*/ 1068867 h 1068867"/>
                  <a:gd name="connsiteX155" fmla="*/ 1540992 w 4452260"/>
                  <a:gd name="connsiteY155" fmla="*/ 1068867 h 1068867"/>
                  <a:gd name="connsiteX156" fmla="*/ 1531708 w 4452260"/>
                  <a:gd name="connsiteY156" fmla="*/ 1068867 h 1068867"/>
                  <a:gd name="connsiteX157" fmla="*/ 1487183 w 4452260"/>
                  <a:gd name="connsiteY157" fmla="*/ 1068867 h 1068867"/>
                  <a:gd name="connsiteX158" fmla="*/ 1335428 w 4452260"/>
                  <a:gd name="connsiteY158" fmla="*/ 1068867 h 1068867"/>
                  <a:gd name="connsiteX159" fmla="*/ 1290626 w 4452260"/>
                  <a:gd name="connsiteY159" fmla="*/ 1068867 h 1068867"/>
                  <a:gd name="connsiteX160" fmla="*/ 1170224 w 4452260"/>
                  <a:gd name="connsiteY160" fmla="*/ 1068867 h 1068867"/>
                  <a:gd name="connsiteX161" fmla="*/ 1138871 w 4452260"/>
                  <a:gd name="connsiteY161" fmla="*/ 1068867 h 1068867"/>
                  <a:gd name="connsiteX162" fmla="*/ 1040537 w 4452260"/>
                  <a:gd name="connsiteY162" fmla="*/ 1068867 h 1068867"/>
                  <a:gd name="connsiteX163" fmla="*/ 843980 w 4452260"/>
                  <a:gd name="connsiteY163" fmla="*/ 1068867 h 1068867"/>
                  <a:gd name="connsiteX164" fmla="*/ 799455 w 4452260"/>
                  <a:gd name="connsiteY164" fmla="*/ 1068867 h 1068867"/>
                  <a:gd name="connsiteX165" fmla="*/ 647700 w 4452260"/>
                  <a:gd name="connsiteY165" fmla="*/ 1068867 h 1068867"/>
                  <a:gd name="connsiteX166" fmla="*/ 352810 w 4452260"/>
                  <a:gd name="connsiteY166" fmla="*/ 1068867 h 1068867"/>
                  <a:gd name="connsiteX167" fmla="*/ 258084 w 4452260"/>
                  <a:gd name="connsiteY167" fmla="*/ 1014459 h 1068867"/>
                  <a:gd name="connsiteX168" fmla="*/ 12498 w 4452260"/>
                  <a:gd name="connsiteY168" fmla="*/ 588843 h 1068867"/>
                  <a:gd name="connsiteX169" fmla="*/ 12498 w 4452260"/>
                  <a:gd name="connsiteY169" fmla="*/ 480025 h 1068867"/>
                  <a:gd name="connsiteX170" fmla="*/ 258084 w 4452260"/>
                  <a:gd name="connsiteY170" fmla="*/ 54408 h 1068867"/>
                  <a:gd name="connsiteX171" fmla="*/ 352810 w 4452260"/>
                  <a:gd name="connsiteY171" fmla="*/ 0 h 1068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</a:cxnLst>
                <a:rect l="l" t="t" r="r" b="b"/>
                <a:pathLst>
                  <a:path w="4452260" h="1068867">
                    <a:moveTo>
                      <a:pt x="352810" y="0"/>
                    </a:moveTo>
                    <a:cubicBezTo>
                      <a:pt x="475602" y="0"/>
                      <a:pt x="567696" y="0"/>
                      <a:pt x="636768" y="0"/>
                    </a:cubicBezTo>
                    <a:lnTo>
                      <a:pt x="647700" y="0"/>
                    </a:lnTo>
                    <a:lnTo>
                      <a:pt x="724065" y="0"/>
                    </a:lnTo>
                    <a:cubicBezTo>
                      <a:pt x="748048" y="0"/>
                      <a:pt x="767235" y="0"/>
                      <a:pt x="782584" y="0"/>
                    </a:cubicBezTo>
                    <a:lnTo>
                      <a:pt x="799455" y="0"/>
                    </a:lnTo>
                    <a:lnTo>
                      <a:pt x="809825" y="0"/>
                    </a:lnTo>
                    <a:lnTo>
                      <a:pt x="818078" y="0"/>
                    </a:lnTo>
                    <a:cubicBezTo>
                      <a:pt x="843980" y="0"/>
                      <a:pt x="843980" y="0"/>
                      <a:pt x="843980" y="0"/>
                    </a:cubicBezTo>
                    <a:lnTo>
                      <a:pt x="931658" y="0"/>
                    </a:lnTo>
                    <a:lnTo>
                      <a:pt x="961580" y="0"/>
                    </a:lnTo>
                    <a:lnTo>
                      <a:pt x="1000055" y="0"/>
                    </a:lnTo>
                    <a:lnTo>
                      <a:pt x="1040537" y="0"/>
                    </a:lnTo>
                    <a:lnTo>
                      <a:pt x="1051453" y="0"/>
                    </a:lnTo>
                    <a:lnTo>
                      <a:pt x="1083414" y="0"/>
                    </a:lnTo>
                    <a:lnTo>
                      <a:pt x="1112969" y="0"/>
                    </a:lnTo>
                    <a:cubicBezTo>
                      <a:pt x="1138871" y="0"/>
                      <a:pt x="1138871" y="0"/>
                      <a:pt x="1138871" y="0"/>
                    </a:cubicBezTo>
                    <a:lnTo>
                      <a:pt x="1170224" y="0"/>
                    </a:lnTo>
                    <a:lnTo>
                      <a:pt x="1170711" y="0"/>
                    </a:lnTo>
                    <a:lnTo>
                      <a:pt x="1202662" y="0"/>
                    </a:lnTo>
                    <a:lnTo>
                      <a:pt x="1240037" y="0"/>
                    </a:lnTo>
                    <a:cubicBezTo>
                      <a:pt x="1290626" y="0"/>
                      <a:pt x="1290626" y="0"/>
                      <a:pt x="1290626" y="0"/>
                    </a:cubicBezTo>
                    <a:lnTo>
                      <a:pt x="1324496" y="0"/>
                    </a:lnTo>
                    <a:lnTo>
                      <a:pt x="1332348" y="0"/>
                    </a:lnTo>
                    <a:lnTo>
                      <a:pt x="1335428" y="0"/>
                    </a:lnTo>
                    <a:lnTo>
                      <a:pt x="1411793" y="0"/>
                    </a:lnTo>
                    <a:lnTo>
                      <a:pt x="1454182" y="0"/>
                    </a:lnTo>
                    <a:lnTo>
                      <a:pt x="1470312" y="0"/>
                    </a:lnTo>
                    <a:lnTo>
                      <a:pt x="1487183" y="0"/>
                    </a:lnTo>
                    <a:lnTo>
                      <a:pt x="1497552" y="0"/>
                    </a:lnTo>
                    <a:lnTo>
                      <a:pt x="1505806" y="0"/>
                    </a:lnTo>
                    <a:lnTo>
                      <a:pt x="1528471" y="0"/>
                    </a:lnTo>
                    <a:lnTo>
                      <a:pt x="1531708" y="0"/>
                    </a:lnTo>
                    <a:lnTo>
                      <a:pt x="1540992" y="0"/>
                    </a:lnTo>
                    <a:lnTo>
                      <a:pt x="1541479" y="0"/>
                    </a:lnTo>
                    <a:lnTo>
                      <a:pt x="1599998" y="0"/>
                    </a:lnTo>
                    <a:lnTo>
                      <a:pt x="1619386" y="0"/>
                    </a:lnTo>
                    <a:lnTo>
                      <a:pt x="1635492" y="0"/>
                    </a:lnTo>
                    <a:lnTo>
                      <a:pt x="1649308" y="0"/>
                    </a:lnTo>
                    <a:lnTo>
                      <a:pt x="1653720" y="0"/>
                    </a:lnTo>
                    <a:lnTo>
                      <a:pt x="1661394" y="0"/>
                    </a:lnTo>
                    <a:lnTo>
                      <a:pt x="1687782" y="0"/>
                    </a:lnTo>
                    <a:lnTo>
                      <a:pt x="1703116" y="0"/>
                    </a:lnTo>
                    <a:lnTo>
                      <a:pt x="1739181" y="0"/>
                    </a:lnTo>
                    <a:lnTo>
                      <a:pt x="1771141" y="0"/>
                    </a:lnTo>
                    <a:lnTo>
                      <a:pt x="1800697" y="0"/>
                    </a:lnTo>
                    <a:lnTo>
                      <a:pt x="1811727" y="0"/>
                    </a:lnTo>
                    <a:lnTo>
                      <a:pt x="1823361" y="0"/>
                    </a:lnTo>
                    <a:lnTo>
                      <a:pt x="1826599" y="0"/>
                    </a:lnTo>
                    <a:lnTo>
                      <a:pt x="1857951" y="0"/>
                    </a:lnTo>
                    <a:lnTo>
                      <a:pt x="1858439" y="0"/>
                    </a:lnTo>
                    <a:lnTo>
                      <a:pt x="1859676" y="0"/>
                    </a:lnTo>
                    <a:lnTo>
                      <a:pt x="1893346" y="0"/>
                    </a:lnTo>
                    <a:lnTo>
                      <a:pt x="1927765" y="0"/>
                    </a:lnTo>
                    <a:lnTo>
                      <a:pt x="1963365" y="0"/>
                    </a:lnTo>
                    <a:lnTo>
                      <a:pt x="1978354" y="0"/>
                    </a:lnTo>
                    <a:lnTo>
                      <a:pt x="1991032" y="0"/>
                    </a:lnTo>
                    <a:lnTo>
                      <a:pt x="2020076" y="0"/>
                    </a:lnTo>
                    <a:lnTo>
                      <a:pt x="2021800" y="0"/>
                    </a:lnTo>
                    <a:lnTo>
                      <a:pt x="2027021" y="0"/>
                    </a:lnTo>
                    <a:cubicBezTo>
                      <a:pt x="2032162" y="0"/>
                      <a:pt x="2032162" y="0"/>
                      <a:pt x="2032162" y="0"/>
                    </a:cubicBezTo>
                    <a:lnTo>
                      <a:pt x="2141909" y="0"/>
                    </a:lnTo>
                    <a:lnTo>
                      <a:pt x="2143633" y="0"/>
                    </a:lnTo>
                    <a:lnTo>
                      <a:pt x="2178359" y="0"/>
                    </a:lnTo>
                    <a:lnTo>
                      <a:pt x="2228719" y="0"/>
                    </a:lnTo>
                    <a:lnTo>
                      <a:pt x="2229207" y="0"/>
                    </a:lnTo>
                    <a:lnTo>
                      <a:pt x="2230931" y="0"/>
                    </a:lnTo>
                    <a:lnTo>
                      <a:pt x="2287725" y="0"/>
                    </a:lnTo>
                    <a:lnTo>
                      <a:pt x="2289450" y="0"/>
                    </a:lnTo>
                    <a:lnTo>
                      <a:pt x="2323220" y="0"/>
                    </a:lnTo>
                    <a:lnTo>
                      <a:pt x="2324944" y="0"/>
                    </a:lnTo>
                    <a:lnTo>
                      <a:pt x="2340483" y="0"/>
                    </a:lnTo>
                    <a:lnTo>
                      <a:pt x="2341447" y="0"/>
                    </a:lnTo>
                    <a:lnTo>
                      <a:pt x="2343172" y="0"/>
                    </a:lnTo>
                    <a:lnTo>
                      <a:pt x="2349122" y="0"/>
                    </a:lnTo>
                    <a:lnTo>
                      <a:pt x="2350846" y="0"/>
                    </a:lnTo>
                    <a:lnTo>
                      <a:pt x="2390844" y="0"/>
                    </a:lnTo>
                    <a:lnTo>
                      <a:pt x="2462317" y="0"/>
                    </a:lnTo>
                    <a:lnTo>
                      <a:pt x="2499455" y="0"/>
                    </a:lnTo>
                    <a:lnTo>
                      <a:pt x="2530713" y="0"/>
                    </a:lnTo>
                    <a:lnTo>
                      <a:pt x="2547403" y="0"/>
                    </a:lnTo>
                    <a:lnTo>
                      <a:pt x="2549127" y="0"/>
                    </a:lnTo>
                    <a:lnTo>
                      <a:pt x="2581074" y="0"/>
                    </a:lnTo>
                    <a:lnTo>
                      <a:pt x="2582112" y="0"/>
                    </a:lnTo>
                    <a:cubicBezTo>
                      <a:pt x="2669530" y="0"/>
                      <a:pt x="2669530" y="0"/>
                      <a:pt x="2669530" y="0"/>
                    </a:cubicBezTo>
                    <a:lnTo>
                      <a:pt x="2678759" y="0"/>
                    </a:lnTo>
                    <a:lnTo>
                      <a:pt x="2709527" y="0"/>
                    </a:lnTo>
                    <a:lnTo>
                      <a:pt x="2711252" y="0"/>
                    </a:lnTo>
                    <a:lnTo>
                      <a:pt x="2714748" y="0"/>
                    </a:lnTo>
                    <a:lnTo>
                      <a:pt x="2719890" y="0"/>
                    </a:lnTo>
                    <a:lnTo>
                      <a:pt x="2831360" y="0"/>
                    </a:lnTo>
                    <a:lnTo>
                      <a:pt x="2833086" y="0"/>
                    </a:lnTo>
                    <a:lnTo>
                      <a:pt x="2866087" y="0"/>
                    </a:lnTo>
                    <a:lnTo>
                      <a:pt x="2918659" y="0"/>
                    </a:lnTo>
                    <a:lnTo>
                      <a:pt x="2919896" y="0"/>
                    </a:lnTo>
                    <a:lnTo>
                      <a:pt x="2920383" y="0"/>
                    </a:lnTo>
                    <a:lnTo>
                      <a:pt x="2977177" y="0"/>
                    </a:lnTo>
                    <a:lnTo>
                      <a:pt x="2978902" y="0"/>
                    </a:lnTo>
                    <a:lnTo>
                      <a:pt x="3012671" y="0"/>
                    </a:lnTo>
                    <a:lnTo>
                      <a:pt x="3014397" y="0"/>
                    </a:lnTo>
                    <a:lnTo>
                      <a:pt x="3028211" y="0"/>
                    </a:lnTo>
                    <a:lnTo>
                      <a:pt x="3030899" y="0"/>
                    </a:lnTo>
                    <a:lnTo>
                      <a:pt x="3032624" y="0"/>
                    </a:lnTo>
                    <a:lnTo>
                      <a:pt x="3038573" y="0"/>
                    </a:lnTo>
                    <a:lnTo>
                      <a:pt x="3040298" y="0"/>
                    </a:lnTo>
                    <a:lnTo>
                      <a:pt x="3082021" y="0"/>
                    </a:lnTo>
                    <a:lnTo>
                      <a:pt x="3150044" y="0"/>
                    </a:lnTo>
                    <a:lnTo>
                      <a:pt x="3218441" y="0"/>
                    </a:lnTo>
                    <a:lnTo>
                      <a:pt x="3236855" y="0"/>
                    </a:lnTo>
                    <a:lnTo>
                      <a:pt x="3269839" y="0"/>
                    </a:lnTo>
                    <a:lnTo>
                      <a:pt x="3272250" y="0"/>
                    </a:lnTo>
                    <a:lnTo>
                      <a:pt x="3320378" y="0"/>
                    </a:lnTo>
                    <a:lnTo>
                      <a:pt x="3346330" y="0"/>
                    </a:lnTo>
                    <a:lnTo>
                      <a:pt x="3357257" y="0"/>
                    </a:lnTo>
                    <a:lnTo>
                      <a:pt x="3369936" y="0"/>
                    </a:lnTo>
                    <a:lnTo>
                      <a:pt x="3398980" y="0"/>
                    </a:lnTo>
                    <a:lnTo>
                      <a:pt x="3405925" y="0"/>
                    </a:lnTo>
                    <a:cubicBezTo>
                      <a:pt x="3411066" y="0"/>
                      <a:pt x="3411066" y="0"/>
                      <a:pt x="3411066" y="0"/>
                    </a:cubicBezTo>
                    <a:lnTo>
                      <a:pt x="3520813" y="0"/>
                    </a:lnTo>
                    <a:lnTo>
                      <a:pt x="3607623" y="0"/>
                    </a:lnTo>
                    <a:lnTo>
                      <a:pt x="3608111" y="0"/>
                    </a:lnTo>
                    <a:lnTo>
                      <a:pt x="3666629" y="0"/>
                    </a:lnTo>
                    <a:lnTo>
                      <a:pt x="3702124" y="0"/>
                    </a:lnTo>
                    <a:lnTo>
                      <a:pt x="3720351" y="0"/>
                    </a:lnTo>
                    <a:lnTo>
                      <a:pt x="3728025" y="0"/>
                    </a:lnTo>
                    <a:lnTo>
                      <a:pt x="3769748" y="0"/>
                    </a:lnTo>
                    <a:cubicBezTo>
                      <a:pt x="4098793" y="0"/>
                      <a:pt x="4098793" y="0"/>
                      <a:pt x="4098793" y="0"/>
                    </a:cubicBezTo>
                    <a:cubicBezTo>
                      <a:pt x="4133877" y="0"/>
                      <a:pt x="4175977" y="24572"/>
                      <a:pt x="4193519" y="54408"/>
                    </a:cubicBezTo>
                    <a:cubicBezTo>
                      <a:pt x="4439104" y="480025"/>
                      <a:pt x="4439104" y="480025"/>
                      <a:pt x="4439104" y="480025"/>
                    </a:cubicBezTo>
                    <a:cubicBezTo>
                      <a:pt x="4456646" y="509862"/>
                      <a:pt x="4456646" y="559005"/>
                      <a:pt x="4439104" y="588843"/>
                    </a:cubicBezTo>
                    <a:cubicBezTo>
                      <a:pt x="4193519" y="1014459"/>
                      <a:pt x="4193519" y="1014459"/>
                      <a:pt x="4193519" y="1014459"/>
                    </a:cubicBezTo>
                    <a:cubicBezTo>
                      <a:pt x="4175977" y="1044295"/>
                      <a:pt x="4133877" y="1068867"/>
                      <a:pt x="4098793" y="1068867"/>
                    </a:cubicBezTo>
                    <a:lnTo>
                      <a:pt x="3728025" y="1068867"/>
                    </a:lnTo>
                    <a:lnTo>
                      <a:pt x="3607623" y="1068867"/>
                    </a:lnTo>
                    <a:lnTo>
                      <a:pt x="3411066" y="1068867"/>
                    </a:lnTo>
                    <a:lnTo>
                      <a:pt x="3357257" y="1068867"/>
                    </a:lnTo>
                    <a:lnTo>
                      <a:pt x="3236855" y="1068867"/>
                    </a:lnTo>
                    <a:lnTo>
                      <a:pt x="3040298" y="1068867"/>
                    </a:lnTo>
                    <a:lnTo>
                      <a:pt x="3038573" y="1068867"/>
                    </a:lnTo>
                    <a:lnTo>
                      <a:pt x="2919896" y="1068867"/>
                    </a:lnTo>
                    <a:lnTo>
                      <a:pt x="2866087" y="1068867"/>
                    </a:lnTo>
                    <a:lnTo>
                      <a:pt x="2719890" y="1068867"/>
                    </a:lnTo>
                    <a:lnTo>
                      <a:pt x="2669530" y="1068867"/>
                    </a:lnTo>
                    <a:lnTo>
                      <a:pt x="2549127" y="1068867"/>
                    </a:lnTo>
                    <a:lnTo>
                      <a:pt x="2547403" y="1068867"/>
                    </a:lnTo>
                    <a:lnTo>
                      <a:pt x="2350846" y="1068867"/>
                    </a:lnTo>
                    <a:lnTo>
                      <a:pt x="2349122" y="1068867"/>
                    </a:lnTo>
                    <a:lnTo>
                      <a:pt x="2228719" y="1068867"/>
                    </a:lnTo>
                    <a:lnTo>
                      <a:pt x="2178359" y="1068867"/>
                    </a:lnTo>
                    <a:lnTo>
                      <a:pt x="2032162" y="1068867"/>
                    </a:lnTo>
                    <a:lnTo>
                      <a:pt x="1978354" y="1068867"/>
                    </a:lnTo>
                    <a:lnTo>
                      <a:pt x="1859676" y="1068867"/>
                    </a:lnTo>
                    <a:lnTo>
                      <a:pt x="1857951" y="1068867"/>
                    </a:lnTo>
                    <a:lnTo>
                      <a:pt x="1826599" y="1068867"/>
                    </a:lnTo>
                    <a:lnTo>
                      <a:pt x="1661394" y="1068867"/>
                    </a:lnTo>
                    <a:lnTo>
                      <a:pt x="1540992" y="1068867"/>
                    </a:lnTo>
                    <a:lnTo>
                      <a:pt x="1531708" y="1068867"/>
                    </a:lnTo>
                    <a:lnTo>
                      <a:pt x="1487183" y="1068867"/>
                    </a:lnTo>
                    <a:lnTo>
                      <a:pt x="1335428" y="1068867"/>
                    </a:lnTo>
                    <a:lnTo>
                      <a:pt x="1290626" y="1068867"/>
                    </a:lnTo>
                    <a:lnTo>
                      <a:pt x="1170224" y="1068867"/>
                    </a:lnTo>
                    <a:lnTo>
                      <a:pt x="1138871" y="1068867"/>
                    </a:lnTo>
                    <a:lnTo>
                      <a:pt x="1040537" y="1068867"/>
                    </a:lnTo>
                    <a:lnTo>
                      <a:pt x="843980" y="1068867"/>
                    </a:lnTo>
                    <a:lnTo>
                      <a:pt x="799455" y="1068867"/>
                    </a:lnTo>
                    <a:lnTo>
                      <a:pt x="647700" y="1068867"/>
                    </a:lnTo>
                    <a:lnTo>
                      <a:pt x="352810" y="1068867"/>
                    </a:lnTo>
                    <a:cubicBezTo>
                      <a:pt x="318603" y="1068867"/>
                      <a:pt x="275626" y="1044295"/>
                      <a:pt x="258084" y="1014459"/>
                    </a:cubicBezTo>
                    <a:cubicBezTo>
                      <a:pt x="12498" y="588843"/>
                      <a:pt x="12498" y="588843"/>
                      <a:pt x="12498" y="588843"/>
                    </a:cubicBezTo>
                    <a:cubicBezTo>
                      <a:pt x="-4166" y="559005"/>
                      <a:pt x="-4166" y="509862"/>
                      <a:pt x="12498" y="480025"/>
                    </a:cubicBezTo>
                    <a:cubicBezTo>
                      <a:pt x="258084" y="54408"/>
                      <a:pt x="258084" y="54408"/>
                      <a:pt x="258084" y="54408"/>
                    </a:cubicBezTo>
                    <a:cubicBezTo>
                      <a:pt x="275626" y="24572"/>
                      <a:pt x="318603" y="0"/>
                      <a:pt x="35281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5000"/>
                    </a:sysClr>
                  </a:gs>
                  <a:gs pos="0">
                    <a:srgbClr val="D3D3D3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" name="8">
                <a:extLst>
                  <a:ext uri="{FF2B5EF4-FFF2-40B4-BE49-F238E27FC236}">
                    <a16:creationId xmlns:a16="http://schemas.microsoft.com/office/drawing/2014/main" id="{6E976EA7-529B-BF64-D928-9F94DC3DE44C}"/>
                  </a:ext>
                </a:extLst>
              </p:cNvPr>
              <p:cNvSpPr/>
              <p:nvPr/>
            </p:nvSpPr>
            <p:spPr bwMode="auto">
              <a:xfrm>
                <a:off x="1223943" y="5005688"/>
                <a:ext cx="3861240" cy="775139"/>
              </a:xfrm>
              <a:custGeom>
                <a:avLst/>
                <a:gdLst>
                  <a:gd name="connsiteX0" fmla="*/ 305125 w 4603109"/>
                  <a:gd name="connsiteY0" fmla="*/ 0 h 924402"/>
                  <a:gd name="connsiteX1" fmla="*/ 432894 w 4603109"/>
                  <a:gd name="connsiteY1" fmla="*/ 0 h 924402"/>
                  <a:gd name="connsiteX2" fmla="*/ 445336 w 4603109"/>
                  <a:gd name="connsiteY2" fmla="*/ 0 h 924402"/>
                  <a:gd name="connsiteX3" fmla="*/ 550703 w 4603109"/>
                  <a:gd name="connsiteY3" fmla="*/ 0 h 924402"/>
                  <a:gd name="connsiteX4" fmla="*/ 560158 w 4603109"/>
                  <a:gd name="connsiteY4" fmla="*/ 0 h 924402"/>
                  <a:gd name="connsiteX5" fmla="*/ 573105 w 4603109"/>
                  <a:gd name="connsiteY5" fmla="*/ 0 h 924402"/>
                  <a:gd name="connsiteX6" fmla="*/ 626202 w 4603109"/>
                  <a:gd name="connsiteY6" fmla="*/ 0 h 924402"/>
                  <a:gd name="connsiteX7" fmla="*/ 676811 w 4603109"/>
                  <a:gd name="connsiteY7" fmla="*/ 0 h 924402"/>
                  <a:gd name="connsiteX8" fmla="*/ 678472 w 4603109"/>
                  <a:gd name="connsiteY8" fmla="*/ 0 h 924402"/>
                  <a:gd name="connsiteX9" fmla="*/ 687927 w 4603109"/>
                  <a:gd name="connsiteY9" fmla="*/ 0 h 924402"/>
                  <a:gd name="connsiteX10" fmla="*/ 691402 w 4603109"/>
                  <a:gd name="connsiteY10" fmla="*/ 0 h 924402"/>
                  <a:gd name="connsiteX11" fmla="*/ 700371 w 4603109"/>
                  <a:gd name="connsiteY11" fmla="*/ 0 h 924402"/>
                  <a:gd name="connsiteX12" fmla="*/ 707508 w 4603109"/>
                  <a:gd name="connsiteY12" fmla="*/ 0 h 924402"/>
                  <a:gd name="connsiteX13" fmla="*/ 729909 w 4603109"/>
                  <a:gd name="connsiteY13" fmla="*/ 0 h 924402"/>
                  <a:gd name="connsiteX14" fmla="*/ 753971 w 4603109"/>
                  <a:gd name="connsiteY14" fmla="*/ 0 h 924402"/>
                  <a:gd name="connsiteX15" fmla="*/ 804580 w 4603109"/>
                  <a:gd name="connsiteY15" fmla="*/ 0 h 924402"/>
                  <a:gd name="connsiteX16" fmla="*/ 805737 w 4603109"/>
                  <a:gd name="connsiteY16" fmla="*/ 0 h 924402"/>
                  <a:gd name="connsiteX17" fmla="*/ 819171 w 4603109"/>
                  <a:gd name="connsiteY17" fmla="*/ 0 h 924402"/>
                  <a:gd name="connsiteX18" fmla="*/ 828140 w 4603109"/>
                  <a:gd name="connsiteY18" fmla="*/ 0 h 924402"/>
                  <a:gd name="connsiteX19" fmla="*/ 831615 w 4603109"/>
                  <a:gd name="connsiteY19" fmla="*/ 0 h 924402"/>
                  <a:gd name="connsiteX20" fmla="*/ 835277 w 4603109"/>
                  <a:gd name="connsiteY20" fmla="*/ 0 h 924402"/>
                  <a:gd name="connsiteX21" fmla="*/ 857678 w 4603109"/>
                  <a:gd name="connsiteY21" fmla="*/ 0 h 924402"/>
                  <a:gd name="connsiteX22" fmla="*/ 864889 w 4603109"/>
                  <a:gd name="connsiteY22" fmla="*/ 0 h 924402"/>
                  <a:gd name="connsiteX23" fmla="*/ 899900 w 4603109"/>
                  <a:gd name="connsiteY23" fmla="*/ 0 h 924402"/>
                  <a:gd name="connsiteX24" fmla="*/ 909341 w 4603109"/>
                  <a:gd name="connsiteY24" fmla="*/ 0 h 924402"/>
                  <a:gd name="connsiteX25" fmla="*/ 929965 w 4603109"/>
                  <a:gd name="connsiteY25" fmla="*/ 0 h 924402"/>
                  <a:gd name="connsiteX26" fmla="*/ 933506 w 4603109"/>
                  <a:gd name="connsiteY26" fmla="*/ 0 h 924402"/>
                  <a:gd name="connsiteX27" fmla="*/ 936982 w 4603109"/>
                  <a:gd name="connsiteY27" fmla="*/ 0 h 924402"/>
                  <a:gd name="connsiteX28" fmla="*/ 959384 w 4603109"/>
                  <a:gd name="connsiteY28" fmla="*/ 0 h 924402"/>
                  <a:gd name="connsiteX29" fmla="*/ 962542 w 4603109"/>
                  <a:gd name="connsiteY29" fmla="*/ 0 h 924402"/>
                  <a:gd name="connsiteX30" fmla="*/ 984943 w 4603109"/>
                  <a:gd name="connsiteY30" fmla="*/ 0 h 924402"/>
                  <a:gd name="connsiteX31" fmla="*/ 992658 w 4603109"/>
                  <a:gd name="connsiteY31" fmla="*/ 0 h 924402"/>
                  <a:gd name="connsiteX32" fmla="*/ 1012059 w 4603109"/>
                  <a:gd name="connsiteY32" fmla="*/ 0 h 924402"/>
                  <a:gd name="connsiteX33" fmla="*/ 1012480 w 4603109"/>
                  <a:gd name="connsiteY33" fmla="*/ 0 h 924402"/>
                  <a:gd name="connsiteX34" fmla="*/ 1027669 w 4603109"/>
                  <a:gd name="connsiteY34" fmla="*/ 0 h 924402"/>
                  <a:gd name="connsiteX35" fmla="*/ 1037110 w 4603109"/>
                  <a:gd name="connsiteY35" fmla="*/ 0 h 924402"/>
                  <a:gd name="connsiteX36" fmla="*/ 1040112 w 4603109"/>
                  <a:gd name="connsiteY36" fmla="*/ 0 h 924402"/>
                  <a:gd name="connsiteX37" fmla="*/ 1057734 w 4603109"/>
                  <a:gd name="connsiteY37" fmla="*/ 0 h 924402"/>
                  <a:gd name="connsiteX38" fmla="*/ 1064751 w 4603109"/>
                  <a:gd name="connsiteY38" fmla="*/ 0 h 924402"/>
                  <a:gd name="connsiteX39" fmla="*/ 1070177 w 4603109"/>
                  <a:gd name="connsiteY39" fmla="*/ 0 h 924402"/>
                  <a:gd name="connsiteX40" fmla="*/ 1072436 w 4603109"/>
                  <a:gd name="connsiteY40" fmla="*/ 0 h 924402"/>
                  <a:gd name="connsiteX41" fmla="*/ 1090311 w 4603109"/>
                  <a:gd name="connsiteY41" fmla="*/ 0 h 924402"/>
                  <a:gd name="connsiteX42" fmla="*/ 1110718 w 4603109"/>
                  <a:gd name="connsiteY42" fmla="*/ 0 h 924402"/>
                  <a:gd name="connsiteX43" fmla="*/ 1112712 w 4603109"/>
                  <a:gd name="connsiteY43" fmla="*/ 0 h 924402"/>
                  <a:gd name="connsiteX44" fmla="*/ 1116187 w 4603109"/>
                  <a:gd name="connsiteY44" fmla="*/ 0 h 924402"/>
                  <a:gd name="connsiteX45" fmla="*/ 1139828 w 4603109"/>
                  <a:gd name="connsiteY45" fmla="*/ 0 h 924402"/>
                  <a:gd name="connsiteX46" fmla="*/ 1140249 w 4603109"/>
                  <a:gd name="connsiteY46" fmla="*/ 0 h 924402"/>
                  <a:gd name="connsiteX47" fmla="*/ 1145480 w 4603109"/>
                  <a:gd name="connsiteY47" fmla="*/ 0 h 924402"/>
                  <a:gd name="connsiteX48" fmla="*/ 1152270 w 4603109"/>
                  <a:gd name="connsiteY48" fmla="*/ 0 h 924402"/>
                  <a:gd name="connsiteX49" fmla="*/ 1154934 w 4603109"/>
                  <a:gd name="connsiteY49" fmla="*/ 0 h 924402"/>
                  <a:gd name="connsiteX50" fmla="*/ 1167881 w 4603109"/>
                  <a:gd name="connsiteY50" fmla="*/ 0 h 924402"/>
                  <a:gd name="connsiteX51" fmla="*/ 1175544 w 4603109"/>
                  <a:gd name="connsiteY51" fmla="*/ 0 h 924402"/>
                  <a:gd name="connsiteX52" fmla="*/ 1184998 w 4603109"/>
                  <a:gd name="connsiteY52" fmla="*/ 0 h 924402"/>
                  <a:gd name="connsiteX53" fmla="*/ 1197946 w 4603109"/>
                  <a:gd name="connsiteY53" fmla="*/ 0 h 924402"/>
                  <a:gd name="connsiteX54" fmla="*/ 1200205 w 4603109"/>
                  <a:gd name="connsiteY54" fmla="*/ 0 h 924402"/>
                  <a:gd name="connsiteX55" fmla="*/ 1220978 w 4603109"/>
                  <a:gd name="connsiteY55" fmla="*/ 0 h 924402"/>
                  <a:gd name="connsiteX56" fmla="*/ 1238487 w 4603109"/>
                  <a:gd name="connsiteY56" fmla="*/ 0 h 924402"/>
                  <a:gd name="connsiteX57" fmla="*/ 1243956 w 4603109"/>
                  <a:gd name="connsiteY57" fmla="*/ 0 h 924402"/>
                  <a:gd name="connsiteX58" fmla="*/ 1251042 w 4603109"/>
                  <a:gd name="connsiteY58" fmla="*/ 0 h 924402"/>
                  <a:gd name="connsiteX59" fmla="*/ 1257637 w 4603109"/>
                  <a:gd name="connsiteY59" fmla="*/ 0 h 924402"/>
                  <a:gd name="connsiteX60" fmla="*/ 1271587 w 4603109"/>
                  <a:gd name="connsiteY60" fmla="*/ 0 h 924402"/>
                  <a:gd name="connsiteX61" fmla="*/ 1273249 w 4603109"/>
                  <a:gd name="connsiteY61" fmla="*/ 0 h 924402"/>
                  <a:gd name="connsiteX62" fmla="*/ 1280039 w 4603109"/>
                  <a:gd name="connsiteY62" fmla="*/ 0 h 924402"/>
                  <a:gd name="connsiteX63" fmla="*/ 1282703 w 4603109"/>
                  <a:gd name="connsiteY63" fmla="*/ 0 h 924402"/>
                  <a:gd name="connsiteX64" fmla="*/ 1286178 w 4603109"/>
                  <a:gd name="connsiteY64" fmla="*/ 0 h 924402"/>
                  <a:gd name="connsiteX65" fmla="*/ 1295146 w 4603109"/>
                  <a:gd name="connsiteY65" fmla="*/ 0 h 924402"/>
                  <a:gd name="connsiteX66" fmla="*/ 1301651 w 4603109"/>
                  <a:gd name="connsiteY66" fmla="*/ 0 h 924402"/>
                  <a:gd name="connsiteX67" fmla="*/ 1302284 w 4603109"/>
                  <a:gd name="connsiteY67" fmla="*/ 0 h 924402"/>
                  <a:gd name="connsiteX68" fmla="*/ 1303313 w 4603109"/>
                  <a:gd name="connsiteY68" fmla="*/ 0 h 924402"/>
                  <a:gd name="connsiteX69" fmla="*/ 1312767 w 4603109"/>
                  <a:gd name="connsiteY69" fmla="*/ 0 h 924402"/>
                  <a:gd name="connsiteX70" fmla="*/ 1316242 w 4603109"/>
                  <a:gd name="connsiteY70" fmla="*/ 0 h 924402"/>
                  <a:gd name="connsiteX71" fmla="*/ 1321886 w 4603109"/>
                  <a:gd name="connsiteY71" fmla="*/ 0 h 924402"/>
                  <a:gd name="connsiteX72" fmla="*/ 1324685 w 4603109"/>
                  <a:gd name="connsiteY72" fmla="*/ 0 h 924402"/>
                  <a:gd name="connsiteX73" fmla="*/ 1325211 w 4603109"/>
                  <a:gd name="connsiteY73" fmla="*/ 0 h 924402"/>
                  <a:gd name="connsiteX74" fmla="*/ 1332348 w 4603109"/>
                  <a:gd name="connsiteY74" fmla="*/ 0 h 924402"/>
                  <a:gd name="connsiteX75" fmla="*/ 1332714 w 4603109"/>
                  <a:gd name="connsiteY75" fmla="*/ 0 h 924402"/>
                  <a:gd name="connsiteX76" fmla="*/ 1333135 w 4603109"/>
                  <a:gd name="connsiteY76" fmla="*/ 0 h 924402"/>
                  <a:gd name="connsiteX77" fmla="*/ 1348747 w 4603109"/>
                  <a:gd name="connsiteY77" fmla="*/ 0 h 924402"/>
                  <a:gd name="connsiteX78" fmla="*/ 1354749 w 4603109"/>
                  <a:gd name="connsiteY78" fmla="*/ 0 h 924402"/>
                  <a:gd name="connsiteX79" fmla="*/ 1378811 w 4603109"/>
                  <a:gd name="connsiteY79" fmla="*/ 0 h 924402"/>
                  <a:gd name="connsiteX80" fmla="*/ 1383745 w 4603109"/>
                  <a:gd name="connsiteY80" fmla="*/ 0 h 924402"/>
                  <a:gd name="connsiteX81" fmla="*/ 1385406 w 4603109"/>
                  <a:gd name="connsiteY81" fmla="*/ 0 h 924402"/>
                  <a:gd name="connsiteX82" fmla="*/ 1399356 w 4603109"/>
                  <a:gd name="connsiteY82" fmla="*/ 0 h 924402"/>
                  <a:gd name="connsiteX83" fmla="*/ 1400513 w 4603109"/>
                  <a:gd name="connsiteY83" fmla="*/ 0 h 924402"/>
                  <a:gd name="connsiteX84" fmla="*/ 1413947 w 4603109"/>
                  <a:gd name="connsiteY84" fmla="*/ 0 h 924402"/>
                  <a:gd name="connsiteX85" fmla="*/ 1414442 w 4603109"/>
                  <a:gd name="connsiteY85" fmla="*/ 0 h 924402"/>
                  <a:gd name="connsiteX86" fmla="*/ 1422915 w 4603109"/>
                  <a:gd name="connsiteY86" fmla="*/ 0 h 924402"/>
                  <a:gd name="connsiteX87" fmla="*/ 1426390 w 4603109"/>
                  <a:gd name="connsiteY87" fmla="*/ 0 h 924402"/>
                  <a:gd name="connsiteX88" fmla="*/ 1429420 w 4603109"/>
                  <a:gd name="connsiteY88" fmla="*/ 0 h 924402"/>
                  <a:gd name="connsiteX89" fmla="*/ 1430053 w 4603109"/>
                  <a:gd name="connsiteY89" fmla="*/ 0 h 924402"/>
                  <a:gd name="connsiteX90" fmla="*/ 1430206 w 4603109"/>
                  <a:gd name="connsiteY90" fmla="*/ 0 h 924402"/>
                  <a:gd name="connsiteX91" fmla="*/ 1430577 w 4603109"/>
                  <a:gd name="connsiteY91" fmla="*/ 0 h 924402"/>
                  <a:gd name="connsiteX92" fmla="*/ 1436843 w 4603109"/>
                  <a:gd name="connsiteY92" fmla="*/ 0 h 924402"/>
                  <a:gd name="connsiteX93" fmla="*/ 1444011 w 4603109"/>
                  <a:gd name="connsiteY93" fmla="*/ 0 h 924402"/>
                  <a:gd name="connsiteX94" fmla="*/ 1449655 w 4603109"/>
                  <a:gd name="connsiteY94" fmla="*/ 0 h 924402"/>
                  <a:gd name="connsiteX95" fmla="*/ 1452454 w 4603109"/>
                  <a:gd name="connsiteY95" fmla="*/ 0 h 924402"/>
                  <a:gd name="connsiteX96" fmla="*/ 1452980 w 4603109"/>
                  <a:gd name="connsiteY96" fmla="*/ 0 h 924402"/>
                  <a:gd name="connsiteX97" fmla="*/ 1456455 w 4603109"/>
                  <a:gd name="connsiteY97" fmla="*/ 0 h 924402"/>
                  <a:gd name="connsiteX98" fmla="*/ 1459664 w 4603109"/>
                  <a:gd name="connsiteY98" fmla="*/ 0 h 924402"/>
                  <a:gd name="connsiteX99" fmla="*/ 1460117 w 4603109"/>
                  <a:gd name="connsiteY99" fmla="*/ 0 h 924402"/>
                  <a:gd name="connsiteX100" fmla="*/ 1460483 w 4603109"/>
                  <a:gd name="connsiteY100" fmla="*/ 0 h 924402"/>
                  <a:gd name="connsiteX101" fmla="*/ 1460904 w 4603109"/>
                  <a:gd name="connsiteY101" fmla="*/ 0 h 924402"/>
                  <a:gd name="connsiteX102" fmla="*/ 1472926 w 4603109"/>
                  <a:gd name="connsiteY102" fmla="*/ 0 h 924402"/>
                  <a:gd name="connsiteX103" fmla="*/ 1482518 w 4603109"/>
                  <a:gd name="connsiteY103" fmla="*/ 0 h 924402"/>
                  <a:gd name="connsiteX104" fmla="*/ 1489729 w 4603109"/>
                  <a:gd name="connsiteY104" fmla="*/ 0 h 924402"/>
                  <a:gd name="connsiteX105" fmla="*/ 1504116 w 4603109"/>
                  <a:gd name="connsiteY105" fmla="*/ 0 h 924402"/>
                  <a:gd name="connsiteX106" fmla="*/ 1511514 w 4603109"/>
                  <a:gd name="connsiteY106" fmla="*/ 0 h 924402"/>
                  <a:gd name="connsiteX107" fmla="*/ 1524740 w 4603109"/>
                  <a:gd name="connsiteY107" fmla="*/ 0 h 924402"/>
                  <a:gd name="connsiteX108" fmla="*/ 1528282 w 4603109"/>
                  <a:gd name="connsiteY108" fmla="*/ 0 h 924402"/>
                  <a:gd name="connsiteX109" fmla="*/ 1531757 w 4603109"/>
                  <a:gd name="connsiteY109" fmla="*/ 0 h 924402"/>
                  <a:gd name="connsiteX110" fmla="*/ 1534181 w 4603109"/>
                  <a:gd name="connsiteY110" fmla="*/ 0 h 924402"/>
                  <a:gd name="connsiteX111" fmla="*/ 1542211 w 4603109"/>
                  <a:gd name="connsiteY111" fmla="*/ 0 h 924402"/>
                  <a:gd name="connsiteX112" fmla="*/ 1554159 w 4603109"/>
                  <a:gd name="connsiteY112" fmla="*/ 0 h 924402"/>
                  <a:gd name="connsiteX113" fmla="*/ 1557318 w 4603109"/>
                  <a:gd name="connsiteY113" fmla="*/ 0 h 924402"/>
                  <a:gd name="connsiteX114" fmla="*/ 1557975 w 4603109"/>
                  <a:gd name="connsiteY114" fmla="*/ 0 h 924402"/>
                  <a:gd name="connsiteX115" fmla="*/ 1558346 w 4603109"/>
                  <a:gd name="connsiteY115" fmla="*/ 0 h 924402"/>
                  <a:gd name="connsiteX116" fmla="*/ 1561822 w 4603109"/>
                  <a:gd name="connsiteY116" fmla="*/ 0 h 924402"/>
                  <a:gd name="connsiteX117" fmla="*/ 1564612 w 4603109"/>
                  <a:gd name="connsiteY117" fmla="*/ 0 h 924402"/>
                  <a:gd name="connsiteX118" fmla="*/ 1566857 w 4603109"/>
                  <a:gd name="connsiteY118" fmla="*/ 0 h 924402"/>
                  <a:gd name="connsiteX119" fmla="*/ 1576919 w 4603109"/>
                  <a:gd name="connsiteY119" fmla="*/ 0 h 924402"/>
                  <a:gd name="connsiteX120" fmla="*/ 1579719 w 4603109"/>
                  <a:gd name="connsiteY120" fmla="*/ 0 h 924402"/>
                  <a:gd name="connsiteX121" fmla="*/ 1584224 w 4603109"/>
                  <a:gd name="connsiteY121" fmla="*/ 0 h 924402"/>
                  <a:gd name="connsiteX122" fmla="*/ 1587382 w 4603109"/>
                  <a:gd name="connsiteY122" fmla="*/ 0 h 924402"/>
                  <a:gd name="connsiteX123" fmla="*/ 1587433 w 4603109"/>
                  <a:gd name="connsiteY123" fmla="*/ 0 h 924402"/>
                  <a:gd name="connsiteX124" fmla="*/ 1600695 w 4603109"/>
                  <a:gd name="connsiteY124" fmla="*/ 0 h 924402"/>
                  <a:gd name="connsiteX125" fmla="*/ 1606834 w 4603109"/>
                  <a:gd name="connsiteY125" fmla="*/ 0 h 924402"/>
                  <a:gd name="connsiteX126" fmla="*/ 1607256 w 4603109"/>
                  <a:gd name="connsiteY126" fmla="*/ 0 h 924402"/>
                  <a:gd name="connsiteX127" fmla="*/ 1608325 w 4603109"/>
                  <a:gd name="connsiteY127" fmla="*/ 0 h 924402"/>
                  <a:gd name="connsiteX128" fmla="*/ 1609783 w 4603109"/>
                  <a:gd name="connsiteY128" fmla="*/ 0 h 924402"/>
                  <a:gd name="connsiteX129" fmla="*/ 1617498 w 4603109"/>
                  <a:gd name="connsiteY129" fmla="*/ 0 h 924402"/>
                  <a:gd name="connsiteX130" fmla="*/ 1631885 w 4603109"/>
                  <a:gd name="connsiteY130" fmla="*/ 0 h 924402"/>
                  <a:gd name="connsiteX131" fmla="*/ 1636899 w 4603109"/>
                  <a:gd name="connsiteY131" fmla="*/ 0 h 924402"/>
                  <a:gd name="connsiteX132" fmla="*/ 1637320 w 4603109"/>
                  <a:gd name="connsiteY132" fmla="*/ 0 h 924402"/>
                  <a:gd name="connsiteX133" fmla="*/ 1637445 w 4603109"/>
                  <a:gd name="connsiteY133" fmla="*/ 0 h 924402"/>
                  <a:gd name="connsiteX134" fmla="*/ 1652509 w 4603109"/>
                  <a:gd name="connsiteY134" fmla="*/ 0 h 924402"/>
                  <a:gd name="connsiteX135" fmla="*/ 1659526 w 4603109"/>
                  <a:gd name="connsiteY135" fmla="*/ 0 h 924402"/>
                  <a:gd name="connsiteX136" fmla="*/ 1661950 w 4603109"/>
                  <a:gd name="connsiteY136" fmla="*/ 0 h 924402"/>
                  <a:gd name="connsiteX137" fmla="*/ 1664952 w 4603109"/>
                  <a:gd name="connsiteY137" fmla="*/ 0 h 924402"/>
                  <a:gd name="connsiteX138" fmla="*/ 1667212 w 4603109"/>
                  <a:gd name="connsiteY138" fmla="*/ 0 h 924402"/>
                  <a:gd name="connsiteX139" fmla="*/ 1685087 w 4603109"/>
                  <a:gd name="connsiteY139" fmla="*/ 0 h 924402"/>
                  <a:gd name="connsiteX140" fmla="*/ 1689591 w 4603109"/>
                  <a:gd name="connsiteY140" fmla="*/ 0 h 924402"/>
                  <a:gd name="connsiteX141" fmla="*/ 1694626 w 4603109"/>
                  <a:gd name="connsiteY141" fmla="*/ 0 h 924402"/>
                  <a:gd name="connsiteX142" fmla="*/ 1697276 w 4603109"/>
                  <a:gd name="connsiteY142" fmla="*/ 0 h 924402"/>
                  <a:gd name="connsiteX143" fmla="*/ 1698000 w 4603109"/>
                  <a:gd name="connsiteY143" fmla="*/ 0 h 924402"/>
                  <a:gd name="connsiteX144" fmla="*/ 1704688 w 4603109"/>
                  <a:gd name="connsiteY144" fmla="*/ 0 h 924402"/>
                  <a:gd name="connsiteX145" fmla="*/ 1707488 w 4603109"/>
                  <a:gd name="connsiteY145" fmla="*/ 0 h 924402"/>
                  <a:gd name="connsiteX146" fmla="*/ 1710963 w 4603109"/>
                  <a:gd name="connsiteY146" fmla="*/ 0 h 924402"/>
                  <a:gd name="connsiteX147" fmla="*/ 1715151 w 4603109"/>
                  <a:gd name="connsiteY147" fmla="*/ 0 h 924402"/>
                  <a:gd name="connsiteX148" fmla="*/ 1721928 w 4603109"/>
                  <a:gd name="connsiteY148" fmla="*/ 0 h 924402"/>
                  <a:gd name="connsiteX149" fmla="*/ 1734603 w 4603109"/>
                  <a:gd name="connsiteY149" fmla="*/ 0 h 924402"/>
                  <a:gd name="connsiteX150" fmla="*/ 1735025 w 4603109"/>
                  <a:gd name="connsiteY150" fmla="*/ 0 h 924402"/>
                  <a:gd name="connsiteX151" fmla="*/ 1735558 w 4603109"/>
                  <a:gd name="connsiteY151" fmla="*/ 0 h 924402"/>
                  <a:gd name="connsiteX152" fmla="*/ 1736094 w 4603109"/>
                  <a:gd name="connsiteY152" fmla="*/ 0 h 924402"/>
                  <a:gd name="connsiteX153" fmla="*/ 1737552 w 4603109"/>
                  <a:gd name="connsiteY153" fmla="*/ 0 h 924402"/>
                  <a:gd name="connsiteX154" fmla="*/ 1741027 w 4603109"/>
                  <a:gd name="connsiteY154" fmla="*/ 0 h 924402"/>
                  <a:gd name="connsiteX155" fmla="*/ 1747046 w 4603109"/>
                  <a:gd name="connsiteY155" fmla="*/ 0 h 924402"/>
                  <a:gd name="connsiteX156" fmla="*/ 1748537 w 4603109"/>
                  <a:gd name="connsiteY156" fmla="*/ 0 h 924402"/>
                  <a:gd name="connsiteX157" fmla="*/ 1753052 w 4603109"/>
                  <a:gd name="connsiteY157" fmla="*/ 0 h 924402"/>
                  <a:gd name="connsiteX158" fmla="*/ 1757499 w 4603109"/>
                  <a:gd name="connsiteY158" fmla="*/ 0 h 924402"/>
                  <a:gd name="connsiteX159" fmla="*/ 1764668 w 4603109"/>
                  <a:gd name="connsiteY159" fmla="*/ 0 h 924402"/>
                  <a:gd name="connsiteX160" fmla="*/ 1765089 w 4603109"/>
                  <a:gd name="connsiteY160" fmla="*/ 0 h 924402"/>
                  <a:gd name="connsiteX161" fmla="*/ 1765214 w 4603109"/>
                  <a:gd name="connsiteY161" fmla="*/ 0 h 924402"/>
                  <a:gd name="connsiteX162" fmla="*/ 1770320 w 4603109"/>
                  <a:gd name="connsiteY162" fmla="*/ 0 h 924402"/>
                  <a:gd name="connsiteX163" fmla="*/ 1777110 w 4603109"/>
                  <a:gd name="connsiteY163" fmla="*/ 0 h 924402"/>
                  <a:gd name="connsiteX164" fmla="*/ 1779774 w 4603109"/>
                  <a:gd name="connsiteY164" fmla="*/ 0 h 924402"/>
                  <a:gd name="connsiteX165" fmla="*/ 1792721 w 4603109"/>
                  <a:gd name="connsiteY165" fmla="*/ 0 h 924402"/>
                  <a:gd name="connsiteX166" fmla="*/ 1794981 w 4603109"/>
                  <a:gd name="connsiteY166" fmla="*/ 0 h 924402"/>
                  <a:gd name="connsiteX167" fmla="*/ 1825045 w 4603109"/>
                  <a:gd name="connsiteY167" fmla="*/ 0 h 924402"/>
                  <a:gd name="connsiteX168" fmla="*/ 1825769 w 4603109"/>
                  <a:gd name="connsiteY168" fmla="*/ 0 h 924402"/>
                  <a:gd name="connsiteX169" fmla="*/ 1838732 w 4603109"/>
                  <a:gd name="connsiteY169" fmla="*/ 0 h 924402"/>
                  <a:gd name="connsiteX170" fmla="*/ 1845818 w 4603109"/>
                  <a:gd name="connsiteY170" fmla="*/ 0 h 924402"/>
                  <a:gd name="connsiteX171" fmla="*/ 1849697 w 4603109"/>
                  <a:gd name="connsiteY171" fmla="*/ 0 h 924402"/>
                  <a:gd name="connsiteX172" fmla="*/ 1852412 w 4603109"/>
                  <a:gd name="connsiteY172" fmla="*/ 0 h 924402"/>
                  <a:gd name="connsiteX173" fmla="*/ 1853903 w 4603109"/>
                  <a:gd name="connsiteY173" fmla="*/ 0 h 924402"/>
                  <a:gd name="connsiteX174" fmla="*/ 1863327 w 4603109"/>
                  <a:gd name="connsiteY174" fmla="*/ 0 h 924402"/>
                  <a:gd name="connsiteX175" fmla="*/ 1868796 w 4603109"/>
                  <a:gd name="connsiteY175" fmla="*/ 0 h 924402"/>
                  <a:gd name="connsiteX176" fmla="*/ 1874815 w 4603109"/>
                  <a:gd name="connsiteY176" fmla="*/ 0 h 924402"/>
                  <a:gd name="connsiteX177" fmla="*/ 1876306 w 4603109"/>
                  <a:gd name="connsiteY177" fmla="*/ 0 h 924402"/>
                  <a:gd name="connsiteX178" fmla="*/ 1880821 w 4603109"/>
                  <a:gd name="connsiteY178" fmla="*/ 0 h 924402"/>
                  <a:gd name="connsiteX179" fmla="*/ 1882477 w 4603109"/>
                  <a:gd name="connsiteY179" fmla="*/ 0 h 924402"/>
                  <a:gd name="connsiteX180" fmla="*/ 1883936 w 4603109"/>
                  <a:gd name="connsiteY180" fmla="*/ 0 h 924402"/>
                  <a:gd name="connsiteX181" fmla="*/ 1885268 w 4603109"/>
                  <a:gd name="connsiteY181" fmla="*/ 0 h 924402"/>
                  <a:gd name="connsiteX182" fmla="*/ 1896427 w 4603109"/>
                  <a:gd name="connsiteY182" fmla="*/ 0 h 924402"/>
                  <a:gd name="connsiteX183" fmla="*/ 1898089 w 4603109"/>
                  <a:gd name="connsiteY183" fmla="*/ 0 h 924402"/>
                  <a:gd name="connsiteX184" fmla="*/ 1904879 w 4603109"/>
                  <a:gd name="connsiteY184" fmla="*/ 0 h 924402"/>
                  <a:gd name="connsiteX185" fmla="*/ 1907543 w 4603109"/>
                  <a:gd name="connsiteY185" fmla="*/ 0 h 924402"/>
                  <a:gd name="connsiteX186" fmla="*/ 1911018 w 4603109"/>
                  <a:gd name="connsiteY186" fmla="*/ 0 h 924402"/>
                  <a:gd name="connsiteX187" fmla="*/ 1919986 w 4603109"/>
                  <a:gd name="connsiteY187" fmla="*/ 0 h 924402"/>
                  <a:gd name="connsiteX188" fmla="*/ 1927124 w 4603109"/>
                  <a:gd name="connsiteY188" fmla="*/ 0 h 924402"/>
                  <a:gd name="connsiteX189" fmla="*/ 1927489 w 4603109"/>
                  <a:gd name="connsiteY189" fmla="*/ 0 h 924402"/>
                  <a:gd name="connsiteX190" fmla="*/ 1927911 w 4603109"/>
                  <a:gd name="connsiteY190" fmla="*/ 0 h 924402"/>
                  <a:gd name="connsiteX191" fmla="*/ 1929402 w 4603109"/>
                  <a:gd name="connsiteY191" fmla="*/ 0 h 924402"/>
                  <a:gd name="connsiteX192" fmla="*/ 1946726 w 4603109"/>
                  <a:gd name="connsiteY192" fmla="*/ 0 h 924402"/>
                  <a:gd name="connsiteX193" fmla="*/ 1949525 w 4603109"/>
                  <a:gd name="connsiteY193" fmla="*/ 0 h 924402"/>
                  <a:gd name="connsiteX194" fmla="*/ 1957554 w 4603109"/>
                  <a:gd name="connsiteY194" fmla="*/ 0 h 924402"/>
                  <a:gd name="connsiteX195" fmla="*/ 1957975 w 4603109"/>
                  <a:gd name="connsiteY195" fmla="*/ 0 h 924402"/>
                  <a:gd name="connsiteX196" fmla="*/ 1973587 w 4603109"/>
                  <a:gd name="connsiteY196" fmla="*/ 0 h 924402"/>
                  <a:gd name="connsiteX197" fmla="*/ 1978520 w 4603109"/>
                  <a:gd name="connsiteY197" fmla="*/ 0 h 924402"/>
                  <a:gd name="connsiteX198" fmla="*/ 1980012 w 4603109"/>
                  <a:gd name="connsiteY198" fmla="*/ 0 h 924402"/>
                  <a:gd name="connsiteX199" fmla="*/ 1980181 w 4603109"/>
                  <a:gd name="connsiteY199" fmla="*/ 0 h 924402"/>
                  <a:gd name="connsiteX200" fmla="*/ 1981672 w 4603109"/>
                  <a:gd name="connsiteY200" fmla="*/ 0 h 924402"/>
                  <a:gd name="connsiteX201" fmla="*/ 2008585 w 4603109"/>
                  <a:gd name="connsiteY201" fmla="*/ 0 h 924402"/>
                  <a:gd name="connsiteX202" fmla="*/ 2009218 w 4603109"/>
                  <a:gd name="connsiteY202" fmla="*/ 0 h 924402"/>
                  <a:gd name="connsiteX203" fmla="*/ 2010246 w 4603109"/>
                  <a:gd name="connsiteY203" fmla="*/ 0 h 924402"/>
                  <a:gd name="connsiteX204" fmla="*/ 2010709 w 4603109"/>
                  <a:gd name="connsiteY204" fmla="*/ 0 h 924402"/>
                  <a:gd name="connsiteX205" fmla="*/ 2011705 w 4603109"/>
                  <a:gd name="connsiteY205" fmla="*/ 0 h 924402"/>
                  <a:gd name="connsiteX206" fmla="*/ 2024147 w 4603109"/>
                  <a:gd name="connsiteY206" fmla="*/ 0 h 924402"/>
                  <a:gd name="connsiteX207" fmla="*/ 2024196 w 4603109"/>
                  <a:gd name="connsiteY207" fmla="*/ 0 h 924402"/>
                  <a:gd name="connsiteX208" fmla="*/ 2024981 w 4603109"/>
                  <a:gd name="connsiteY208" fmla="*/ 0 h 924402"/>
                  <a:gd name="connsiteX209" fmla="*/ 2025353 w 4603109"/>
                  <a:gd name="connsiteY209" fmla="*/ 0 h 924402"/>
                  <a:gd name="connsiteX210" fmla="*/ 2026473 w 4603109"/>
                  <a:gd name="connsiteY210" fmla="*/ 0 h 924402"/>
                  <a:gd name="connsiteX211" fmla="*/ 2031619 w 4603109"/>
                  <a:gd name="connsiteY211" fmla="*/ 0 h 924402"/>
                  <a:gd name="connsiteX212" fmla="*/ 2033110 w 4603109"/>
                  <a:gd name="connsiteY212" fmla="*/ 0 h 924402"/>
                  <a:gd name="connsiteX213" fmla="*/ 2038787 w 4603109"/>
                  <a:gd name="connsiteY213" fmla="*/ 0 h 924402"/>
                  <a:gd name="connsiteX214" fmla="*/ 2039282 w 4603109"/>
                  <a:gd name="connsiteY214" fmla="*/ 0 h 924402"/>
                  <a:gd name="connsiteX215" fmla="*/ 2047755 w 4603109"/>
                  <a:gd name="connsiteY215" fmla="*/ 0 h 924402"/>
                  <a:gd name="connsiteX216" fmla="*/ 2051230 w 4603109"/>
                  <a:gd name="connsiteY216" fmla="*/ 0 h 924402"/>
                  <a:gd name="connsiteX217" fmla="*/ 2054893 w 4603109"/>
                  <a:gd name="connsiteY217" fmla="*/ 0 h 924402"/>
                  <a:gd name="connsiteX218" fmla="*/ 2055046 w 4603109"/>
                  <a:gd name="connsiteY218" fmla="*/ 0 h 924402"/>
                  <a:gd name="connsiteX219" fmla="*/ 2055258 w 4603109"/>
                  <a:gd name="connsiteY219" fmla="*/ 0 h 924402"/>
                  <a:gd name="connsiteX220" fmla="*/ 2055680 w 4603109"/>
                  <a:gd name="connsiteY220" fmla="*/ 0 h 924402"/>
                  <a:gd name="connsiteX221" fmla="*/ 2057171 w 4603109"/>
                  <a:gd name="connsiteY221" fmla="*/ 0 h 924402"/>
                  <a:gd name="connsiteX222" fmla="*/ 2061683 w 4603109"/>
                  <a:gd name="connsiteY222" fmla="*/ 0 h 924402"/>
                  <a:gd name="connsiteX223" fmla="*/ 2067702 w 4603109"/>
                  <a:gd name="connsiteY223" fmla="*/ 0 h 924402"/>
                  <a:gd name="connsiteX224" fmla="*/ 2074495 w 4603109"/>
                  <a:gd name="connsiteY224" fmla="*/ 0 h 924402"/>
                  <a:gd name="connsiteX225" fmla="*/ 2077294 w 4603109"/>
                  <a:gd name="connsiteY225" fmla="*/ 0 h 924402"/>
                  <a:gd name="connsiteX226" fmla="*/ 2084504 w 4603109"/>
                  <a:gd name="connsiteY226" fmla="*/ 0 h 924402"/>
                  <a:gd name="connsiteX227" fmla="*/ 2085323 w 4603109"/>
                  <a:gd name="connsiteY227" fmla="*/ 0 h 924402"/>
                  <a:gd name="connsiteX228" fmla="*/ 2085744 w 4603109"/>
                  <a:gd name="connsiteY228" fmla="*/ 0 h 924402"/>
                  <a:gd name="connsiteX229" fmla="*/ 2097766 w 4603109"/>
                  <a:gd name="connsiteY229" fmla="*/ 0 h 924402"/>
                  <a:gd name="connsiteX230" fmla="*/ 2106289 w 4603109"/>
                  <a:gd name="connsiteY230" fmla="*/ 0 h 924402"/>
                  <a:gd name="connsiteX231" fmla="*/ 2107781 w 4603109"/>
                  <a:gd name="connsiteY231" fmla="*/ 0 h 924402"/>
                  <a:gd name="connsiteX232" fmla="*/ 2128956 w 4603109"/>
                  <a:gd name="connsiteY232" fmla="*/ 0 h 924402"/>
                  <a:gd name="connsiteX233" fmla="*/ 2129514 w 4603109"/>
                  <a:gd name="connsiteY233" fmla="*/ 0 h 924402"/>
                  <a:gd name="connsiteX234" fmla="*/ 2136354 w 4603109"/>
                  <a:gd name="connsiteY234" fmla="*/ 0 h 924402"/>
                  <a:gd name="connsiteX235" fmla="*/ 2136987 w 4603109"/>
                  <a:gd name="connsiteY235" fmla="*/ 0 h 924402"/>
                  <a:gd name="connsiteX236" fmla="*/ 2138478 w 4603109"/>
                  <a:gd name="connsiteY236" fmla="*/ 0 h 924402"/>
                  <a:gd name="connsiteX237" fmla="*/ 2151916 w 4603109"/>
                  <a:gd name="connsiteY237" fmla="*/ 0 h 924402"/>
                  <a:gd name="connsiteX238" fmla="*/ 2152750 w 4603109"/>
                  <a:gd name="connsiteY238" fmla="*/ 0 h 924402"/>
                  <a:gd name="connsiteX239" fmla="*/ 2153122 w 4603109"/>
                  <a:gd name="connsiteY239" fmla="*/ 0 h 924402"/>
                  <a:gd name="connsiteX240" fmla="*/ 2154242 w 4603109"/>
                  <a:gd name="connsiteY240" fmla="*/ 0 h 924402"/>
                  <a:gd name="connsiteX241" fmla="*/ 2156597 w 4603109"/>
                  <a:gd name="connsiteY241" fmla="*/ 0 h 924402"/>
                  <a:gd name="connsiteX242" fmla="*/ 2159388 w 4603109"/>
                  <a:gd name="connsiteY242" fmla="*/ 0 h 924402"/>
                  <a:gd name="connsiteX243" fmla="*/ 2160879 w 4603109"/>
                  <a:gd name="connsiteY243" fmla="*/ 0 h 924402"/>
                  <a:gd name="connsiteX244" fmla="*/ 2161633 w 4603109"/>
                  <a:gd name="connsiteY244" fmla="*/ 0 h 924402"/>
                  <a:gd name="connsiteX245" fmla="*/ 2167051 w 4603109"/>
                  <a:gd name="connsiteY245" fmla="*/ 0 h 924402"/>
                  <a:gd name="connsiteX246" fmla="*/ 2178999 w 4603109"/>
                  <a:gd name="connsiteY246" fmla="*/ 0 h 924402"/>
                  <a:gd name="connsiteX247" fmla="*/ 2182158 w 4603109"/>
                  <a:gd name="connsiteY247" fmla="*/ 0 h 924402"/>
                  <a:gd name="connsiteX248" fmla="*/ 2182815 w 4603109"/>
                  <a:gd name="connsiteY248" fmla="*/ 0 h 924402"/>
                  <a:gd name="connsiteX249" fmla="*/ 2188666 w 4603109"/>
                  <a:gd name="connsiteY249" fmla="*/ 0 h 924402"/>
                  <a:gd name="connsiteX250" fmla="*/ 2189452 w 4603109"/>
                  <a:gd name="connsiteY250" fmla="*/ 0 h 924402"/>
                  <a:gd name="connsiteX251" fmla="*/ 2191697 w 4603109"/>
                  <a:gd name="connsiteY251" fmla="*/ 0 h 924402"/>
                  <a:gd name="connsiteX252" fmla="*/ 2195471 w 4603109"/>
                  <a:gd name="connsiteY252" fmla="*/ 0 h 924402"/>
                  <a:gd name="connsiteX253" fmla="*/ 2201759 w 4603109"/>
                  <a:gd name="connsiteY253" fmla="*/ 0 h 924402"/>
                  <a:gd name="connsiteX254" fmla="*/ 2203100 w 4603109"/>
                  <a:gd name="connsiteY254" fmla="*/ 0 h 924402"/>
                  <a:gd name="connsiteX255" fmla="*/ 2204559 w 4603109"/>
                  <a:gd name="connsiteY255" fmla="*/ 0 h 924402"/>
                  <a:gd name="connsiteX256" fmla="*/ 2204591 w 4603109"/>
                  <a:gd name="connsiteY256" fmla="*/ 0 h 924402"/>
                  <a:gd name="connsiteX257" fmla="*/ 2212273 w 4603109"/>
                  <a:gd name="connsiteY257" fmla="*/ 0 h 924402"/>
                  <a:gd name="connsiteX258" fmla="*/ 2225535 w 4603109"/>
                  <a:gd name="connsiteY258" fmla="*/ 0 h 924402"/>
                  <a:gd name="connsiteX259" fmla="*/ 2231674 w 4603109"/>
                  <a:gd name="connsiteY259" fmla="*/ 0 h 924402"/>
                  <a:gd name="connsiteX260" fmla="*/ 2232096 w 4603109"/>
                  <a:gd name="connsiteY260" fmla="*/ 0 h 924402"/>
                  <a:gd name="connsiteX261" fmla="*/ 2232220 w 4603109"/>
                  <a:gd name="connsiteY261" fmla="*/ 0 h 924402"/>
                  <a:gd name="connsiteX262" fmla="*/ 2233118 w 4603109"/>
                  <a:gd name="connsiteY262" fmla="*/ 0 h 924402"/>
                  <a:gd name="connsiteX263" fmla="*/ 2233165 w 4603109"/>
                  <a:gd name="connsiteY263" fmla="*/ 0 h 924402"/>
                  <a:gd name="connsiteX264" fmla="*/ 2256725 w 4603109"/>
                  <a:gd name="connsiteY264" fmla="*/ 0 h 924402"/>
                  <a:gd name="connsiteX265" fmla="*/ 2257283 w 4603109"/>
                  <a:gd name="connsiteY265" fmla="*/ 0 h 924402"/>
                  <a:gd name="connsiteX266" fmla="*/ 2262285 w 4603109"/>
                  <a:gd name="connsiteY266" fmla="*/ 0 h 924402"/>
                  <a:gd name="connsiteX267" fmla="*/ 2284366 w 4603109"/>
                  <a:gd name="connsiteY267" fmla="*/ 0 h 924402"/>
                  <a:gd name="connsiteX268" fmla="*/ 2289402 w 4603109"/>
                  <a:gd name="connsiteY268" fmla="*/ 0 h 924402"/>
                  <a:gd name="connsiteX269" fmla="*/ 2292052 w 4603109"/>
                  <a:gd name="connsiteY269" fmla="*/ 0 h 924402"/>
                  <a:gd name="connsiteX270" fmla="*/ 2299271 w 4603109"/>
                  <a:gd name="connsiteY270" fmla="*/ 0 h 924402"/>
                  <a:gd name="connsiteX271" fmla="*/ 2308721 w 4603109"/>
                  <a:gd name="connsiteY271" fmla="*/ 0 h 924402"/>
                  <a:gd name="connsiteX272" fmla="*/ 2309927 w 4603109"/>
                  <a:gd name="connsiteY272" fmla="*/ 0 h 924402"/>
                  <a:gd name="connsiteX273" fmla="*/ 2316435 w 4603109"/>
                  <a:gd name="connsiteY273" fmla="*/ 0 h 924402"/>
                  <a:gd name="connsiteX274" fmla="*/ 2316703 w 4603109"/>
                  <a:gd name="connsiteY274" fmla="*/ 0 h 924402"/>
                  <a:gd name="connsiteX275" fmla="*/ 2319466 w 4603109"/>
                  <a:gd name="connsiteY275" fmla="*/ 0 h 924402"/>
                  <a:gd name="connsiteX276" fmla="*/ 2322840 w 4603109"/>
                  <a:gd name="connsiteY276" fmla="*/ 0 h 924402"/>
                  <a:gd name="connsiteX277" fmla="*/ 2329528 w 4603109"/>
                  <a:gd name="connsiteY277" fmla="*/ 0 h 924402"/>
                  <a:gd name="connsiteX278" fmla="*/ 2330869 w 4603109"/>
                  <a:gd name="connsiteY278" fmla="*/ 0 h 924402"/>
                  <a:gd name="connsiteX279" fmla="*/ 2332328 w 4603109"/>
                  <a:gd name="connsiteY279" fmla="*/ 0 h 924402"/>
                  <a:gd name="connsiteX280" fmla="*/ 2332360 w 4603109"/>
                  <a:gd name="connsiteY280" fmla="*/ 0 h 924402"/>
                  <a:gd name="connsiteX281" fmla="*/ 2335803 w 4603109"/>
                  <a:gd name="connsiteY281" fmla="*/ 0 h 924402"/>
                  <a:gd name="connsiteX282" fmla="*/ 2343312 w 4603109"/>
                  <a:gd name="connsiteY282" fmla="*/ 0 h 924402"/>
                  <a:gd name="connsiteX283" fmla="*/ 2344804 w 4603109"/>
                  <a:gd name="connsiteY283" fmla="*/ 0 h 924402"/>
                  <a:gd name="connsiteX284" fmla="*/ 2346768 w 4603109"/>
                  <a:gd name="connsiteY284" fmla="*/ 0 h 924402"/>
                  <a:gd name="connsiteX285" fmla="*/ 2347827 w 4603109"/>
                  <a:gd name="connsiteY285" fmla="*/ 0 h 924402"/>
                  <a:gd name="connsiteX286" fmla="*/ 2352274 w 4603109"/>
                  <a:gd name="connsiteY286" fmla="*/ 0 h 924402"/>
                  <a:gd name="connsiteX287" fmla="*/ 2359443 w 4603109"/>
                  <a:gd name="connsiteY287" fmla="*/ 0 h 924402"/>
                  <a:gd name="connsiteX288" fmla="*/ 2359865 w 4603109"/>
                  <a:gd name="connsiteY288" fmla="*/ 0 h 924402"/>
                  <a:gd name="connsiteX289" fmla="*/ 2359989 w 4603109"/>
                  <a:gd name="connsiteY289" fmla="*/ 0 h 924402"/>
                  <a:gd name="connsiteX290" fmla="*/ 2360887 w 4603109"/>
                  <a:gd name="connsiteY290" fmla="*/ 0 h 924402"/>
                  <a:gd name="connsiteX291" fmla="*/ 2360934 w 4603109"/>
                  <a:gd name="connsiteY291" fmla="*/ 0 h 924402"/>
                  <a:gd name="connsiteX292" fmla="*/ 2371886 w 4603109"/>
                  <a:gd name="connsiteY292" fmla="*/ 0 h 924402"/>
                  <a:gd name="connsiteX293" fmla="*/ 2373377 w 4603109"/>
                  <a:gd name="connsiteY293" fmla="*/ 0 h 924402"/>
                  <a:gd name="connsiteX294" fmla="*/ 2377892 w 4603109"/>
                  <a:gd name="connsiteY294" fmla="*/ 0 h 924402"/>
                  <a:gd name="connsiteX295" fmla="*/ 2382339 w 4603109"/>
                  <a:gd name="connsiteY295" fmla="*/ 0 h 924402"/>
                  <a:gd name="connsiteX296" fmla="*/ 2390054 w 4603109"/>
                  <a:gd name="connsiteY296" fmla="*/ 0 h 924402"/>
                  <a:gd name="connsiteX297" fmla="*/ 2419821 w 4603109"/>
                  <a:gd name="connsiteY297" fmla="*/ 0 h 924402"/>
                  <a:gd name="connsiteX298" fmla="*/ 2427040 w 4603109"/>
                  <a:gd name="connsiteY298" fmla="*/ 0 h 924402"/>
                  <a:gd name="connsiteX299" fmla="*/ 2436490 w 4603109"/>
                  <a:gd name="connsiteY299" fmla="*/ 0 h 924402"/>
                  <a:gd name="connsiteX300" fmla="*/ 2444472 w 4603109"/>
                  <a:gd name="connsiteY300" fmla="*/ 0 h 924402"/>
                  <a:gd name="connsiteX301" fmla="*/ 2448678 w 4603109"/>
                  <a:gd name="connsiteY301" fmla="*/ 0 h 924402"/>
                  <a:gd name="connsiteX302" fmla="*/ 2450171 w 4603109"/>
                  <a:gd name="connsiteY302" fmla="*/ 0 h 924402"/>
                  <a:gd name="connsiteX303" fmla="*/ 2450609 w 4603109"/>
                  <a:gd name="connsiteY303" fmla="*/ 0 h 924402"/>
                  <a:gd name="connsiteX304" fmla="*/ 2463572 w 4603109"/>
                  <a:gd name="connsiteY304" fmla="*/ 0 h 924402"/>
                  <a:gd name="connsiteX305" fmla="*/ 2471081 w 4603109"/>
                  <a:gd name="connsiteY305" fmla="*/ 0 h 924402"/>
                  <a:gd name="connsiteX306" fmla="*/ 2472573 w 4603109"/>
                  <a:gd name="connsiteY306" fmla="*/ 0 h 924402"/>
                  <a:gd name="connsiteX307" fmla="*/ 2474537 w 4603109"/>
                  <a:gd name="connsiteY307" fmla="*/ 0 h 924402"/>
                  <a:gd name="connsiteX308" fmla="*/ 2475596 w 4603109"/>
                  <a:gd name="connsiteY308" fmla="*/ 0 h 924402"/>
                  <a:gd name="connsiteX309" fmla="*/ 2477252 w 4603109"/>
                  <a:gd name="connsiteY309" fmla="*/ 0 h 924402"/>
                  <a:gd name="connsiteX310" fmla="*/ 2478712 w 4603109"/>
                  <a:gd name="connsiteY310" fmla="*/ 0 h 924402"/>
                  <a:gd name="connsiteX311" fmla="*/ 2478743 w 4603109"/>
                  <a:gd name="connsiteY311" fmla="*/ 0 h 924402"/>
                  <a:gd name="connsiteX312" fmla="*/ 2480043 w 4603109"/>
                  <a:gd name="connsiteY312" fmla="*/ 0 h 924402"/>
                  <a:gd name="connsiteX313" fmla="*/ 2499655 w 4603109"/>
                  <a:gd name="connsiteY313" fmla="*/ 0 h 924402"/>
                  <a:gd name="connsiteX314" fmla="*/ 2501146 w 4603109"/>
                  <a:gd name="connsiteY314" fmla="*/ 0 h 924402"/>
                  <a:gd name="connsiteX315" fmla="*/ 2505661 w 4603109"/>
                  <a:gd name="connsiteY315" fmla="*/ 0 h 924402"/>
                  <a:gd name="connsiteX316" fmla="*/ 2508776 w 4603109"/>
                  <a:gd name="connsiteY316" fmla="*/ 0 h 924402"/>
                  <a:gd name="connsiteX317" fmla="*/ 2510108 w 4603109"/>
                  <a:gd name="connsiteY317" fmla="*/ 0 h 924402"/>
                  <a:gd name="connsiteX318" fmla="*/ 2524178 w 4603109"/>
                  <a:gd name="connsiteY318" fmla="*/ 0 h 924402"/>
                  <a:gd name="connsiteX319" fmla="*/ 2525248 w 4603109"/>
                  <a:gd name="connsiteY319" fmla="*/ 0 h 924402"/>
                  <a:gd name="connsiteX320" fmla="*/ 2525669 w 4603109"/>
                  <a:gd name="connsiteY320" fmla="*/ 0 h 924402"/>
                  <a:gd name="connsiteX321" fmla="*/ 2552329 w 4603109"/>
                  <a:gd name="connsiteY321" fmla="*/ 0 h 924402"/>
                  <a:gd name="connsiteX322" fmla="*/ 2552751 w 4603109"/>
                  <a:gd name="connsiteY322" fmla="*/ 0 h 924402"/>
                  <a:gd name="connsiteX323" fmla="*/ 2554242 w 4603109"/>
                  <a:gd name="connsiteY323" fmla="*/ 0 h 924402"/>
                  <a:gd name="connsiteX324" fmla="*/ 2574787 w 4603109"/>
                  <a:gd name="connsiteY324" fmla="*/ 0 h 924402"/>
                  <a:gd name="connsiteX325" fmla="*/ 2576279 w 4603109"/>
                  <a:gd name="connsiteY325" fmla="*/ 0 h 924402"/>
                  <a:gd name="connsiteX326" fmla="*/ 2576447 w 4603109"/>
                  <a:gd name="connsiteY326" fmla="*/ 0 h 924402"/>
                  <a:gd name="connsiteX327" fmla="*/ 2577940 w 4603109"/>
                  <a:gd name="connsiteY327" fmla="*/ 0 h 924402"/>
                  <a:gd name="connsiteX328" fmla="*/ 2603360 w 4603109"/>
                  <a:gd name="connsiteY328" fmla="*/ 0 h 924402"/>
                  <a:gd name="connsiteX329" fmla="*/ 2604852 w 4603109"/>
                  <a:gd name="connsiteY329" fmla="*/ 0 h 924402"/>
                  <a:gd name="connsiteX330" fmla="*/ 2605021 w 4603109"/>
                  <a:gd name="connsiteY330" fmla="*/ 0 h 924402"/>
                  <a:gd name="connsiteX331" fmla="*/ 2605484 w 4603109"/>
                  <a:gd name="connsiteY331" fmla="*/ 0 h 924402"/>
                  <a:gd name="connsiteX332" fmla="*/ 2606481 w 4603109"/>
                  <a:gd name="connsiteY332" fmla="*/ 0 h 924402"/>
                  <a:gd name="connsiteX333" fmla="*/ 2606512 w 4603109"/>
                  <a:gd name="connsiteY333" fmla="*/ 0 h 924402"/>
                  <a:gd name="connsiteX334" fmla="*/ 2606976 w 4603109"/>
                  <a:gd name="connsiteY334" fmla="*/ 0 h 924402"/>
                  <a:gd name="connsiteX335" fmla="*/ 2618923 w 4603109"/>
                  <a:gd name="connsiteY335" fmla="*/ 0 h 924402"/>
                  <a:gd name="connsiteX336" fmla="*/ 2621248 w 4603109"/>
                  <a:gd name="connsiteY336" fmla="*/ 0 h 924402"/>
                  <a:gd name="connsiteX337" fmla="*/ 2622740 w 4603109"/>
                  <a:gd name="connsiteY337" fmla="*/ 0 h 924402"/>
                  <a:gd name="connsiteX338" fmla="*/ 2627885 w 4603109"/>
                  <a:gd name="connsiteY338" fmla="*/ 0 h 924402"/>
                  <a:gd name="connsiteX339" fmla="*/ 2629377 w 4603109"/>
                  <a:gd name="connsiteY339" fmla="*/ 0 h 924402"/>
                  <a:gd name="connsiteX340" fmla="*/ 2634058 w 4603109"/>
                  <a:gd name="connsiteY340" fmla="*/ 0 h 924402"/>
                  <a:gd name="connsiteX341" fmla="*/ 2635549 w 4603109"/>
                  <a:gd name="connsiteY341" fmla="*/ 0 h 924402"/>
                  <a:gd name="connsiteX342" fmla="*/ 2636545 w 4603109"/>
                  <a:gd name="connsiteY342" fmla="*/ 0 h 924402"/>
                  <a:gd name="connsiteX343" fmla="*/ 2648987 w 4603109"/>
                  <a:gd name="connsiteY343" fmla="*/ 0 h 924402"/>
                  <a:gd name="connsiteX344" fmla="*/ 2649821 w 4603109"/>
                  <a:gd name="connsiteY344" fmla="*/ 0 h 924402"/>
                  <a:gd name="connsiteX345" fmla="*/ 2651313 w 4603109"/>
                  <a:gd name="connsiteY345" fmla="*/ 0 h 924402"/>
                  <a:gd name="connsiteX346" fmla="*/ 2651947 w 4603109"/>
                  <a:gd name="connsiteY346" fmla="*/ 0 h 924402"/>
                  <a:gd name="connsiteX347" fmla="*/ 2653017 w 4603109"/>
                  <a:gd name="connsiteY347" fmla="*/ 0 h 924402"/>
                  <a:gd name="connsiteX348" fmla="*/ 2653438 w 4603109"/>
                  <a:gd name="connsiteY348" fmla="*/ 0 h 924402"/>
                  <a:gd name="connsiteX349" fmla="*/ 2656459 w 4603109"/>
                  <a:gd name="connsiteY349" fmla="*/ 0 h 924402"/>
                  <a:gd name="connsiteX350" fmla="*/ 2657950 w 4603109"/>
                  <a:gd name="connsiteY350" fmla="*/ 0 h 924402"/>
                  <a:gd name="connsiteX351" fmla="*/ 2665460 w 4603109"/>
                  <a:gd name="connsiteY351" fmla="*/ 0 h 924402"/>
                  <a:gd name="connsiteX352" fmla="*/ 2680098 w 4603109"/>
                  <a:gd name="connsiteY352" fmla="*/ 0 h 924402"/>
                  <a:gd name="connsiteX353" fmla="*/ 2680520 w 4603109"/>
                  <a:gd name="connsiteY353" fmla="*/ 0 h 924402"/>
                  <a:gd name="connsiteX354" fmla="*/ 2682011 w 4603109"/>
                  <a:gd name="connsiteY354" fmla="*/ 0 h 924402"/>
                  <a:gd name="connsiteX355" fmla="*/ 2692542 w 4603109"/>
                  <a:gd name="connsiteY355" fmla="*/ 0 h 924402"/>
                  <a:gd name="connsiteX356" fmla="*/ 2702556 w 4603109"/>
                  <a:gd name="connsiteY356" fmla="*/ 0 h 924402"/>
                  <a:gd name="connsiteX357" fmla="*/ 2704048 w 4603109"/>
                  <a:gd name="connsiteY357" fmla="*/ 0 h 924402"/>
                  <a:gd name="connsiteX358" fmla="*/ 2724289 w 4603109"/>
                  <a:gd name="connsiteY358" fmla="*/ 0 h 924402"/>
                  <a:gd name="connsiteX359" fmla="*/ 2731129 w 4603109"/>
                  <a:gd name="connsiteY359" fmla="*/ 0 h 924402"/>
                  <a:gd name="connsiteX360" fmla="*/ 2732621 w 4603109"/>
                  <a:gd name="connsiteY360" fmla="*/ 0 h 924402"/>
                  <a:gd name="connsiteX361" fmla="*/ 2733253 w 4603109"/>
                  <a:gd name="connsiteY361" fmla="*/ 0 h 924402"/>
                  <a:gd name="connsiteX362" fmla="*/ 2734745 w 4603109"/>
                  <a:gd name="connsiteY362" fmla="*/ 0 h 924402"/>
                  <a:gd name="connsiteX363" fmla="*/ 2746692 w 4603109"/>
                  <a:gd name="connsiteY363" fmla="*/ 0 h 924402"/>
                  <a:gd name="connsiteX364" fmla="*/ 2749017 w 4603109"/>
                  <a:gd name="connsiteY364" fmla="*/ 0 h 924402"/>
                  <a:gd name="connsiteX365" fmla="*/ 2750509 w 4603109"/>
                  <a:gd name="connsiteY365" fmla="*/ 0 h 924402"/>
                  <a:gd name="connsiteX366" fmla="*/ 2754354 w 4603109"/>
                  <a:gd name="connsiteY366" fmla="*/ 0 h 924402"/>
                  <a:gd name="connsiteX367" fmla="*/ 2755654 w 4603109"/>
                  <a:gd name="connsiteY367" fmla="*/ 0 h 924402"/>
                  <a:gd name="connsiteX368" fmla="*/ 2757146 w 4603109"/>
                  <a:gd name="connsiteY368" fmla="*/ 0 h 924402"/>
                  <a:gd name="connsiteX369" fmla="*/ 2761827 w 4603109"/>
                  <a:gd name="connsiteY369" fmla="*/ 0 h 924402"/>
                  <a:gd name="connsiteX370" fmla="*/ 2763318 w 4603109"/>
                  <a:gd name="connsiteY370" fmla="*/ 0 h 924402"/>
                  <a:gd name="connsiteX371" fmla="*/ 2776756 w 4603109"/>
                  <a:gd name="connsiteY371" fmla="*/ 0 h 924402"/>
                  <a:gd name="connsiteX372" fmla="*/ 2777590 w 4603109"/>
                  <a:gd name="connsiteY372" fmla="*/ 0 h 924402"/>
                  <a:gd name="connsiteX373" fmla="*/ 2779082 w 4603109"/>
                  <a:gd name="connsiteY373" fmla="*/ 0 h 924402"/>
                  <a:gd name="connsiteX374" fmla="*/ 2783442 w 4603109"/>
                  <a:gd name="connsiteY374" fmla="*/ 0 h 924402"/>
                  <a:gd name="connsiteX375" fmla="*/ 2784228 w 4603109"/>
                  <a:gd name="connsiteY375" fmla="*/ 0 h 924402"/>
                  <a:gd name="connsiteX376" fmla="*/ 2785719 w 4603109"/>
                  <a:gd name="connsiteY376" fmla="*/ 0 h 924402"/>
                  <a:gd name="connsiteX377" fmla="*/ 2786473 w 4603109"/>
                  <a:gd name="connsiteY377" fmla="*/ 0 h 924402"/>
                  <a:gd name="connsiteX378" fmla="*/ 2793229 w 4603109"/>
                  <a:gd name="connsiteY378" fmla="*/ 0 h 924402"/>
                  <a:gd name="connsiteX379" fmla="*/ 2799367 w 4603109"/>
                  <a:gd name="connsiteY379" fmla="*/ 0 h 924402"/>
                  <a:gd name="connsiteX380" fmla="*/ 2813506 w 4603109"/>
                  <a:gd name="connsiteY380" fmla="*/ 0 h 924402"/>
                  <a:gd name="connsiteX381" fmla="*/ 2820311 w 4603109"/>
                  <a:gd name="connsiteY381" fmla="*/ 0 h 924402"/>
                  <a:gd name="connsiteX382" fmla="*/ 2827893 w 4603109"/>
                  <a:gd name="connsiteY382" fmla="*/ 0 h 924402"/>
                  <a:gd name="connsiteX383" fmla="*/ 2827940 w 4603109"/>
                  <a:gd name="connsiteY383" fmla="*/ 0 h 924402"/>
                  <a:gd name="connsiteX384" fmla="*/ 2829431 w 4603109"/>
                  <a:gd name="connsiteY384" fmla="*/ 0 h 924402"/>
                  <a:gd name="connsiteX385" fmla="*/ 2829978 w 4603109"/>
                  <a:gd name="connsiteY385" fmla="*/ 0 h 924402"/>
                  <a:gd name="connsiteX386" fmla="*/ 2852058 w 4603109"/>
                  <a:gd name="connsiteY386" fmla="*/ 0 h 924402"/>
                  <a:gd name="connsiteX387" fmla="*/ 2857060 w 4603109"/>
                  <a:gd name="connsiteY387" fmla="*/ 0 h 924402"/>
                  <a:gd name="connsiteX388" fmla="*/ 2857958 w 4603109"/>
                  <a:gd name="connsiteY388" fmla="*/ 0 h 924402"/>
                  <a:gd name="connsiteX389" fmla="*/ 2871601 w 4603109"/>
                  <a:gd name="connsiteY389" fmla="*/ 0 h 924402"/>
                  <a:gd name="connsiteX390" fmla="*/ 2882123 w 4603109"/>
                  <a:gd name="connsiteY390" fmla="*/ 0 h 924402"/>
                  <a:gd name="connsiteX391" fmla="*/ 2894046 w 4603109"/>
                  <a:gd name="connsiteY391" fmla="*/ 0 h 924402"/>
                  <a:gd name="connsiteX392" fmla="*/ 2903496 w 4603109"/>
                  <a:gd name="connsiteY392" fmla="*/ 0 h 924402"/>
                  <a:gd name="connsiteX393" fmla="*/ 2911211 w 4603109"/>
                  <a:gd name="connsiteY393" fmla="*/ 0 h 924402"/>
                  <a:gd name="connsiteX394" fmla="*/ 2914242 w 4603109"/>
                  <a:gd name="connsiteY394" fmla="*/ 0 h 924402"/>
                  <a:gd name="connsiteX395" fmla="*/ 2914461 w 4603109"/>
                  <a:gd name="connsiteY395" fmla="*/ 0 h 924402"/>
                  <a:gd name="connsiteX396" fmla="*/ 2924111 w 4603109"/>
                  <a:gd name="connsiteY396" fmla="*/ 0 h 924402"/>
                  <a:gd name="connsiteX397" fmla="*/ 2927136 w 4603109"/>
                  <a:gd name="connsiteY397" fmla="*/ 0 h 924402"/>
                  <a:gd name="connsiteX398" fmla="*/ 2933561 w 4603109"/>
                  <a:gd name="connsiteY398" fmla="*/ 0 h 924402"/>
                  <a:gd name="connsiteX399" fmla="*/ 2939580 w 4603109"/>
                  <a:gd name="connsiteY399" fmla="*/ 0 h 924402"/>
                  <a:gd name="connsiteX400" fmla="*/ 2941275 w 4603109"/>
                  <a:gd name="connsiteY400" fmla="*/ 0 h 924402"/>
                  <a:gd name="connsiteX401" fmla="*/ 2941543 w 4603109"/>
                  <a:gd name="connsiteY401" fmla="*/ 0 h 924402"/>
                  <a:gd name="connsiteX402" fmla="*/ 2945586 w 4603109"/>
                  <a:gd name="connsiteY402" fmla="*/ 0 h 924402"/>
                  <a:gd name="connsiteX403" fmla="*/ 2950032 w 4603109"/>
                  <a:gd name="connsiteY403" fmla="*/ 0 h 924402"/>
                  <a:gd name="connsiteX404" fmla="*/ 2955662 w 4603109"/>
                  <a:gd name="connsiteY404" fmla="*/ 0 h 924402"/>
                  <a:gd name="connsiteX405" fmla="*/ 2955709 w 4603109"/>
                  <a:gd name="connsiteY405" fmla="*/ 0 h 924402"/>
                  <a:gd name="connsiteX406" fmla="*/ 2957200 w 4603109"/>
                  <a:gd name="connsiteY406" fmla="*/ 0 h 924402"/>
                  <a:gd name="connsiteX407" fmla="*/ 2957747 w 4603109"/>
                  <a:gd name="connsiteY407" fmla="*/ 0 h 924402"/>
                  <a:gd name="connsiteX408" fmla="*/ 2968152 w 4603109"/>
                  <a:gd name="connsiteY408" fmla="*/ 0 h 924402"/>
                  <a:gd name="connsiteX409" fmla="*/ 2969644 w 4603109"/>
                  <a:gd name="connsiteY409" fmla="*/ 0 h 924402"/>
                  <a:gd name="connsiteX410" fmla="*/ 2972667 w 4603109"/>
                  <a:gd name="connsiteY410" fmla="*/ 0 h 924402"/>
                  <a:gd name="connsiteX411" fmla="*/ 2977114 w 4603109"/>
                  <a:gd name="connsiteY411" fmla="*/ 0 h 924402"/>
                  <a:gd name="connsiteX412" fmla="*/ 2984829 w 4603109"/>
                  <a:gd name="connsiteY412" fmla="*/ 0 h 924402"/>
                  <a:gd name="connsiteX413" fmla="*/ 2985727 w 4603109"/>
                  <a:gd name="connsiteY413" fmla="*/ 0 h 924402"/>
                  <a:gd name="connsiteX414" fmla="*/ 2999370 w 4603109"/>
                  <a:gd name="connsiteY414" fmla="*/ 0 h 924402"/>
                  <a:gd name="connsiteX415" fmla="*/ 3021815 w 4603109"/>
                  <a:gd name="connsiteY415" fmla="*/ 0 h 924402"/>
                  <a:gd name="connsiteX416" fmla="*/ 3031265 w 4603109"/>
                  <a:gd name="connsiteY416" fmla="*/ 0 h 924402"/>
                  <a:gd name="connsiteX417" fmla="*/ 3042230 w 4603109"/>
                  <a:gd name="connsiteY417" fmla="*/ 0 h 924402"/>
                  <a:gd name="connsiteX418" fmla="*/ 3044946 w 4603109"/>
                  <a:gd name="connsiteY418" fmla="*/ 0 h 924402"/>
                  <a:gd name="connsiteX419" fmla="*/ 3051880 w 4603109"/>
                  <a:gd name="connsiteY419" fmla="*/ 0 h 924402"/>
                  <a:gd name="connsiteX420" fmla="*/ 3061330 w 4603109"/>
                  <a:gd name="connsiteY420" fmla="*/ 0 h 924402"/>
                  <a:gd name="connsiteX421" fmla="*/ 3067349 w 4603109"/>
                  <a:gd name="connsiteY421" fmla="*/ 0 h 924402"/>
                  <a:gd name="connsiteX422" fmla="*/ 3069312 w 4603109"/>
                  <a:gd name="connsiteY422" fmla="*/ 0 h 924402"/>
                  <a:gd name="connsiteX423" fmla="*/ 3073355 w 4603109"/>
                  <a:gd name="connsiteY423" fmla="*/ 0 h 924402"/>
                  <a:gd name="connsiteX424" fmla="*/ 3073518 w 4603109"/>
                  <a:gd name="connsiteY424" fmla="*/ 0 h 924402"/>
                  <a:gd name="connsiteX425" fmla="*/ 3075011 w 4603109"/>
                  <a:gd name="connsiteY425" fmla="*/ 0 h 924402"/>
                  <a:gd name="connsiteX426" fmla="*/ 3077801 w 4603109"/>
                  <a:gd name="connsiteY426" fmla="*/ 0 h 924402"/>
                  <a:gd name="connsiteX427" fmla="*/ 3095921 w 4603109"/>
                  <a:gd name="connsiteY427" fmla="*/ 0 h 924402"/>
                  <a:gd name="connsiteX428" fmla="*/ 3097413 w 4603109"/>
                  <a:gd name="connsiteY428" fmla="*/ 0 h 924402"/>
                  <a:gd name="connsiteX429" fmla="*/ 3100436 w 4603109"/>
                  <a:gd name="connsiteY429" fmla="*/ 0 h 924402"/>
                  <a:gd name="connsiteX430" fmla="*/ 3103552 w 4603109"/>
                  <a:gd name="connsiteY430" fmla="*/ 0 h 924402"/>
                  <a:gd name="connsiteX431" fmla="*/ 3104883 w 4603109"/>
                  <a:gd name="connsiteY431" fmla="*/ 0 h 924402"/>
                  <a:gd name="connsiteX432" fmla="*/ 3120023 w 4603109"/>
                  <a:gd name="connsiteY432" fmla="*/ 0 h 924402"/>
                  <a:gd name="connsiteX433" fmla="*/ 3120445 w 4603109"/>
                  <a:gd name="connsiteY433" fmla="*/ 0 h 924402"/>
                  <a:gd name="connsiteX434" fmla="*/ 3149018 w 4603109"/>
                  <a:gd name="connsiteY434" fmla="*/ 0 h 924402"/>
                  <a:gd name="connsiteX435" fmla="*/ 3150088 w 4603109"/>
                  <a:gd name="connsiteY435" fmla="*/ 0 h 924402"/>
                  <a:gd name="connsiteX436" fmla="*/ 3150509 w 4603109"/>
                  <a:gd name="connsiteY436" fmla="*/ 0 h 924402"/>
                  <a:gd name="connsiteX437" fmla="*/ 3171054 w 4603109"/>
                  <a:gd name="connsiteY437" fmla="*/ 0 h 924402"/>
                  <a:gd name="connsiteX438" fmla="*/ 3172715 w 4603109"/>
                  <a:gd name="connsiteY438" fmla="*/ 0 h 924402"/>
                  <a:gd name="connsiteX439" fmla="*/ 3199627 w 4603109"/>
                  <a:gd name="connsiteY439" fmla="*/ 0 h 924402"/>
                  <a:gd name="connsiteX440" fmla="*/ 3201119 w 4603109"/>
                  <a:gd name="connsiteY440" fmla="*/ 0 h 924402"/>
                  <a:gd name="connsiteX441" fmla="*/ 3201287 w 4603109"/>
                  <a:gd name="connsiteY441" fmla="*/ 0 h 924402"/>
                  <a:gd name="connsiteX442" fmla="*/ 3201751 w 4603109"/>
                  <a:gd name="connsiteY442" fmla="*/ 0 h 924402"/>
                  <a:gd name="connsiteX443" fmla="*/ 3202780 w 4603109"/>
                  <a:gd name="connsiteY443" fmla="*/ 0 h 924402"/>
                  <a:gd name="connsiteX444" fmla="*/ 3217515 w 4603109"/>
                  <a:gd name="connsiteY444" fmla="*/ 0 h 924402"/>
                  <a:gd name="connsiteX445" fmla="*/ 3224152 w 4603109"/>
                  <a:gd name="connsiteY445" fmla="*/ 0 h 924402"/>
                  <a:gd name="connsiteX446" fmla="*/ 3230324 w 4603109"/>
                  <a:gd name="connsiteY446" fmla="*/ 0 h 924402"/>
                  <a:gd name="connsiteX447" fmla="*/ 3231321 w 4603109"/>
                  <a:gd name="connsiteY447" fmla="*/ 0 h 924402"/>
                  <a:gd name="connsiteX448" fmla="*/ 3231816 w 4603109"/>
                  <a:gd name="connsiteY448" fmla="*/ 0 h 924402"/>
                  <a:gd name="connsiteX449" fmla="*/ 3243763 w 4603109"/>
                  <a:gd name="connsiteY449" fmla="*/ 0 h 924402"/>
                  <a:gd name="connsiteX450" fmla="*/ 3246088 w 4603109"/>
                  <a:gd name="connsiteY450" fmla="*/ 0 h 924402"/>
                  <a:gd name="connsiteX451" fmla="*/ 3247580 w 4603109"/>
                  <a:gd name="connsiteY451" fmla="*/ 0 h 924402"/>
                  <a:gd name="connsiteX452" fmla="*/ 3247792 w 4603109"/>
                  <a:gd name="connsiteY452" fmla="*/ 0 h 924402"/>
                  <a:gd name="connsiteX453" fmla="*/ 3248214 w 4603109"/>
                  <a:gd name="connsiteY453" fmla="*/ 0 h 924402"/>
                  <a:gd name="connsiteX454" fmla="*/ 3252725 w 4603109"/>
                  <a:gd name="connsiteY454" fmla="*/ 0 h 924402"/>
                  <a:gd name="connsiteX455" fmla="*/ 3254217 w 4603109"/>
                  <a:gd name="connsiteY455" fmla="*/ 0 h 924402"/>
                  <a:gd name="connsiteX456" fmla="*/ 3260235 w 4603109"/>
                  <a:gd name="connsiteY456" fmla="*/ 0 h 924402"/>
                  <a:gd name="connsiteX457" fmla="*/ 3276787 w 4603109"/>
                  <a:gd name="connsiteY457" fmla="*/ 0 h 924402"/>
                  <a:gd name="connsiteX458" fmla="*/ 3277857 w 4603109"/>
                  <a:gd name="connsiteY458" fmla="*/ 0 h 924402"/>
                  <a:gd name="connsiteX459" fmla="*/ 3278278 w 4603109"/>
                  <a:gd name="connsiteY459" fmla="*/ 0 h 924402"/>
                  <a:gd name="connsiteX460" fmla="*/ 3290300 w 4603109"/>
                  <a:gd name="connsiteY460" fmla="*/ 0 h 924402"/>
                  <a:gd name="connsiteX461" fmla="*/ 3298823 w 4603109"/>
                  <a:gd name="connsiteY461" fmla="*/ 0 h 924402"/>
                  <a:gd name="connsiteX462" fmla="*/ 3327396 w 4603109"/>
                  <a:gd name="connsiteY462" fmla="*/ 0 h 924402"/>
                  <a:gd name="connsiteX463" fmla="*/ 3328888 w 4603109"/>
                  <a:gd name="connsiteY463" fmla="*/ 0 h 924402"/>
                  <a:gd name="connsiteX464" fmla="*/ 3329520 w 4603109"/>
                  <a:gd name="connsiteY464" fmla="*/ 0 h 924402"/>
                  <a:gd name="connsiteX465" fmla="*/ 3345284 w 4603109"/>
                  <a:gd name="connsiteY465" fmla="*/ 0 h 924402"/>
                  <a:gd name="connsiteX466" fmla="*/ 3349129 w 4603109"/>
                  <a:gd name="connsiteY466" fmla="*/ 0 h 924402"/>
                  <a:gd name="connsiteX467" fmla="*/ 3351921 w 4603109"/>
                  <a:gd name="connsiteY467" fmla="*/ 0 h 924402"/>
                  <a:gd name="connsiteX468" fmla="*/ 3358093 w 4603109"/>
                  <a:gd name="connsiteY468" fmla="*/ 0 h 924402"/>
                  <a:gd name="connsiteX469" fmla="*/ 3359585 w 4603109"/>
                  <a:gd name="connsiteY469" fmla="*/ 0 h 924402"/>
                  <a:gd name="connsiteX470" fmla="*/ 3371532 w 4603109"/>
                  <a:gd name="connsiteY470" fmla="*/ 0 h 924402"/>
                  <a:gd name="connsiteX471" fmla="*/ 3373857 w 4603109"/>
                  <a:gd name="connsiteY471" fmla="*/ 0 h 924402"/>
                  <a:gd name="connsiteX472" fmla="*/ 3375349 w 4603109"/>
                  <a:gd name="connsiteY472" fmla="*/ 0 h 924402"/>
                  <a:gd name="connsiteX473" fmla="*/ 3380494 w 4603109"/>
                  <a:gd name="connsiteY473" fmla="*/ 0 h 924402"/>
                  <a:gd name="connsiteX474" fmla="*/ 3381986 w 4603109"/>
                  <a:gd name="connsiteY474" fmla="*/ 0 h 924402"/>
                  <a:gd name="connsiteX475" fmla="*/ 3388004 w 4603109"/>
                  <a:gd name="connsiteY475" fmla="*/ 0 h 924402"/>
                  <a:gd name="connsiteX476" fmla="*/ 3408282 w 4603109"/>
                  <a:gd name="connsiteY476" fmla="*/ 0 h 924402"/>
                  <a:gd name="connsiteX477" fmla="*/ 3418069 w 4603109"/>
                  <a:gd name="connsiteY477" fmla="*/ 0 h 924402"/>
                  <a:gd name="connsiteX478" fmla="*/ 3424207 w 4603109"/>
                  <a:gd name="connsiteY478" fmla="*/ 0 h 924402"/>
                  <a:gd name="connsiteX479" fmla="*/ 3424753 w 4603109"/>
                  <a:gd name="connsiteY479" fmla="*/ 0 h 924402"/>
                  <a:gd name="connsiteX480" fmla="*/ 3452733 w 4603109"/>
                  <a:gd name="connsiteY480" fmla="*/ 0 h 924402"/>
                  <a:gd name="connsiteX481" fmla="*/ 3454818 w 4603109"/>
                  <a:gd name="connsiteY481" fmla="*/ 0 h 924402"/>
                  <a:gd name="connsiteX482" fmla="*/ 3476898 w 4603109"/>
                  <a:gd name="connsiteY482" fmla="*/ 0 h 924402"/>
                  <a:gd name="connsiteX483" fmla="*/ 3496441 w 4603109"/>
                  <a:gd name="connsiteY483" fmla="*/ 0 h 924402"/>
                  <a:gd name="connsiteX484" fmla="*/ 3509236 w 4603109"/>
                  <a:gd name="connsiteY484" fmla="*/ 0 h 924402"/>
                  <a:gd name="connsiteX485" fmla="*/ 3518886 w 4603109"/>
                  <a:gd name="connsiteY485" fmla="*/ 0 h 924402"/>
                  <a:gd name="connsiteX486" fmla="*/ 3528336 w 4603109"/>
                  <a:gd name="connsiteY486" fmla="*/ 0 h 924402"/>
                  <a:gd name="connsiteX487" fmla="*/ 3536051 w 4603109"/>
                  <a:gd name="connsiteY487" fmla="*/ 0 h 924402"/>
                  <a:gd name="connsiteX488" fmla="*/ 3539301 w 4603109"/>
                  <a:gd name="connsiteY488" fmla="*/ 0 h 924402"/>
                  <a:gd name="connsiteX489" fmla="*/ 3540361 w 4603109"/>
                  <a:gd name="connsiteY489" fmla="*/ 0 h 924402"/>
                  <a:gd name="connsiteX490" fmla="*/ 3544807 w 4603109"/>
                  <a:gd name="connsiteY490" fmla="*/ 0 h 924402"/>
                  <a:gd name="connsiteX491" fmla="*/ 3551976 w 4603109"/>
                  <a:gd name="connsiteY491" fmla="*/ 0 h 924402"/>
                  <a:gd name="connsiteX492" fmla="*/ 3552522 w 4603109"/>
                  <a:gd name="connsiteY492" fmla="*/ 0 h 924402"/>
                  <a:gd name="connsiteX493" fmla="*/ 3564420 w 4603109"/>
                  <a:gd name="connsiteY493" fmla="*/ 0 h 924402"/>
                  <a:gd name="connsiteX494" fmla="*/ 3570426 w 4603109"/>
                  <a:gd name="connsiteY494" fmla="*/ 0 h 924402"/>
                  <a:gd name="connsiteX495" fmla="*/ 3574872 w 4603109"/>
                  <a:gd name="connsiteY495" fmla="*/ 0 h 924402"/>
                  <a:gd name="connsiteX496" fmla="*/ 3580502 w 4603109"/>
                  <a:gd name="connsiteY496" fmla="*/ 0 h 924402"/>
                  <a:gd name="connsiteX497" fmla="*/ 3582587 w 4603109"/>
                  <a:gd name="connsiteY497" fmla="*/ 0 h 924402"/>
                  <a:gd name="connsiteX498" fmla="*/ 3624210 w 4603109"/>
                  <a:gd name="connsiteY498" fmla="*/ 0 h 924402"/>
                  <a:gd name="connsiteX499" fmla="*/ 3637005 w 4603109"/>
                  <a:gd name="connsiteY499" fmla="*/ 0 h 924402"/>
                  <a:gd name="connsiteX500" fmla="*/ 3646655 w 4603109"/>
                  <a:gd name="connsiteY500" fmla="*/ 0 h 924402"/>
                  <a:gd name="connsiteX501" fmla="*/ 3656105 w 4603109"/>
                  <a:gd name="connsiteY501" fmla="*/ 0 h 924402"/>
                  <a:gd name="connsiteX502" fmla="*/ 3667070 w 4603109"/>
                  <a:gd name="connsiteY502" fmla="*/ 0 h 924402"/>
                  <a:gd name="connsiteX503" fmla="*/ 3668130 w 4603109"/>
                  <a:gd name="connsiteY503" fmla="*/ 0 h 924402"/>
                  <a:gd name="connsiteX504" fmla="*/ 3669786 w 4603109"/>
                  <a:gd name="connsiteY504" fmla="*/ 0 h 924402"/>
                  <a:gd name="connsiteX505" fmla="*/ 3672576 w 4603109"/>
                  <a:gd name="connsiteY505" fmla="*/ 0 h 924402"/>
                  <a:gd name="connsiteX506" fmla="*/ 3692189 w 4603109"/>
                  <a:gd name="connsiteY506" fmla="*/ 0 h 924402"/>
                  <a:gd name="connsiteX507" fmla="*/ 3698195 w 4603109"/>
                  <a:gd name="connsiteY507" fmla="*/ 0 h 924402"/>
                  <a:gd name="connsiteX508" fmla="*/ 3702641 w 4603109"/>
                  <a:gd name="connsiteY508" fmla="*/ 0 h 924402"/>
                  <a:gd name="connsiteX509" fmla="*/ 3744863 w 4603109"/>
                  <a:gd name="connsiteY509" fmla="*/ 0 h 924402"/>
                  <a:gd name="connsiteX510" fmla="*/ 3745285 w 4603109"/>
                  <a:gd name="connsiteY510" fmla="*/ 0 h 924402"/>
                  <a:gd name="connsiteX511" fmla="*/ 3795894 w 4603109"/>
                  <a:gd name="connsiteY511" fmla="*/ 0 h 924402"/>
                  <a:gd name="connsiteX512" fmla="*/ 3797555 w 4603109"/>
                  <a:gd name="connsiteY512" fmla="*/ 0 h 924402"/>
                  <a:gd name="connsiteX513" fmla="*/ 3826591 w 4603109"/>
                  <a:gd name="connsiteY513" fmla="*/ 0 h 924402"/>
                  <a:gd name="connsiteX514" fmla="*/ 3842355 w 4603109"/>
                  <a:gd name="connsiteY514" fmla="*/ 0 h 924402"/>
                  <a:gd name="connsiteX515" fmla="*/ 3848992 w 4603109"/>
                  <a:gd name="connsiteY515" fmla="*/ 0 h 924402"/>
                  <a:gd name="connsiteX516" fmla="*/ 3872632 w 4603109"/>
                  <a:gd name="connsiteY516" fmla="*/ 0 h 924402"/>
                  <a:gd name="connsiteX517" fmla="*/ 3873054 w 4603109"/>
                  <a:gd name="connsiteY517" fmla="*/ 0 h 924402"/>
                  <a:gd name="connsiteX518" fmla="*/ 3885075 w 4603109"/>
                  <a:gd name="connsiteY518" fmla="*/ 0 h 924402"/>
                  <a:gd name="connsiteX519" fmla="*/ 3923663 w 4603109"/>
                  <a:gd name="connsiteY519" fmla="*/ 0 h 924402"/>
                  <a:gd name="connsiteX520" fmla="*/ 3954360 w 4603109"/>
                  <a:gd name="connsiteY520" fmla="*/ 0 h 924402"/>
                  <a:gd name="connsiteX521" fmla="*/ 3970124 w 4603109"/>
                  <a:gd name="connsiteY521" fmla="*/ 0 h 924402"/>
                  <a:gd name="connsiteX522" fmla="*/ 3976761 w 4603109"/>
                  <a:gd name="connsiteY522" fmla="*/ 0 h 924402"/>
                  <a:gd name="connsiteX523" fmla="*/ 4012844 w 4603109"/>
                  <a:gd name="connsiteY523" fmla="*/ 0 h 924402"/>
                  <a:gd name="connsiteX524" fmla="*/ 4049593 w 4603109"/>
                  <a:gd name="connsiteY524" fmla="*/ 0 h 924402"/>
                  <a:gd name="connsiteX525" fmla="*/ 4169647 w 4603109"/>
                  <a:gd name="connsiteY525" fmla="*/ 0 h 924402"/>
                  <a:gd name="connsiteX526" fmla="*/ 4177362 w 4603109"/>
                  <a:gd name="connsiteY526" fmla="*/ 0 h 924402"/>
                  <a:gd name="connsiteX527" fmla="*/ 4297416 w 4603109"/>
                  <a:gd name="connsiteY527" fmla="*/ 0 h 924402"/>
                  <a:gd name="connsiteX528" fmla="*/ 4379339 w 4603109"/>
                  <a:gd name="connsiteY528" fmla="*/ 47054 h 924402"/>
                  <a:gd name="connsiteX529" fmla="*/ 4591731 w 4603109"/>
                  <a:gd name="connsiteY529" fmla="*/ 415146 h 924402"/>
                  <a:gd name="connsiteX530" fmla="*/ 4591731 w 4603109"/>
                  <a:gd name="connsiteY530" fmla="*/ 509257 h 924402"/>
                  <a:gd name="connsiteX531" fmla="*/ 4379339 w 4603109"/>
                  <a:gd name="connsiteY531" fmla="*/ 877348 h 924402"/>
                  <a:gd name="connsiteX532" fmla="*/ 4297416 w 4603109"/>
                  <a:gd name="connsiteY532" fmla="*/ 924402 h 924402"/>
                  <a:gd name="connsiteX533" fmla="*/ 4169647 w 4603109"/>
                  <a:gd name="connsiteY533" fmla="*/ 924402 h 924402"/>
                  <a:gd name="connsiteX534" fmla="*/ 3976761 w 4603109"/>
                  <a:gd name="connsiteY534" fmla="*/ 924402 h 924402"/>
                  <a:gd name="connsiteX535" fmla="*/ 3872632 w 4603109"/>
                  <a:gd name="connsiteY535" fmla="*/ 924402 h 924402"/>
                  <a:gd name="connsiteX536" fmla="*/ 3848992 w 4603109"/>
                  <a:gd name="connsiteY536" fmla="*/ 924402 h 924402"/>
                  <a:gd name="connsiteX537" fmla="*/ 3744863 w 4603109"/>
                  <a:gd name="connsiteY537" fmla="*/ 924402 h 924402"/>
                  <a:gd name="connsiteX538" fmla="*/ 3702641 w 4603109"/>
                  <a:gd name="connsiteY538" fmla="*/ 924402 h 924402"/>
                  <a:gd name="connsiteX539" fmla="*/ 3672576 w 4603109"/>
                  <a:gd name="connsiteY539" fmla="*/ 924402 h 924402"/>
                  <a:gd name="connsiteX540" fmla="*/ 3656105 w 4603109"/>
                  <a:gd name="connsiteY540" fmla="*/ 924402 h 924402"/>
                  <a:gd name="connsiteX541" fmla="*/ 3574872 w 4603109"/>
                  <a:gd name="connsiteY541" fmla="*/ 924402 h 924402"/>
                  <a:gd name="connsiteX542" fmla="*/ 3551976 w 4603109"/>
                  <a:gd name="connsiteY542" fmla="*/ 924402 h 924402"/>
                  <a:gd name="connsiteX543" fmla="*/ 3544807 w 4603109"/>
                  <a:gd name="connsiteY543" fmla="*/ 924402 h 924402"/>
                  <a:gd name="connsiteX544" fmla="*/ 3528336 w 4603109"/>
                  <a:gd name="connsiteY544" fmla="*/ 924402 h 924402"/>
                  <a:gd name="connsiteX545" fmla="*/ 3424207 w 4603109"/>
                  <a:gd name="connsiteY545" fmla="*/ 924402 h 924402"/>
                  <a:gd name="connsiteX546" fmla="*/ 3381986 w 4603109"/>
                  <a:gd name="connsiteY546" fmla="*/ 924402 h 924402"/>
                  <a:gd name="connsiteX547" fmla="*/ 3380494 w 4603109"/>
                  <a:gd name="connsiteY547" fmla="*/ 924402 h 924402"/>
                  <a:gd name="connsiteX548" fmla="*/ 3351921 w 4603109"/>
                  <a:gd name="connsiteY548" fmla="*/ 924402 h 924402"/>
                  <a:gd name="connsiteX549" fmla="*/ 3277857 w 4603109"/>
                  <a:gd name="connsiteY549" fmla="*/ 924402 h 924402"/>
                  <a:gd name="connsiteX550" fmla="*/ 3254217 w 4603109"/>
                  <a:gd name="connsiteY550" fmla="*/ 924402 h 924402"/>
                  <a:gd name="connsiteX551" fmla="*/ 3252725 w 4603109"/>
                  <a:gd name="connsiteY551" fmla="*/ 924402 h 924402"/>
                  <a:gd name="connsiteX552" fmla="*/ 3247792 w 4603109"/>
                  <a:gd name="connsiteY552" fmla="*/ 924402 h 924402"/>
                  <a:gd name="connsiteX553" fmla="*/ 3231321 w 4603109"/>
                  <a:gd name="connsiteY553" fmla="*/ 924402 h 924402"/>
                  <a:gd name="connsiteX554" fmla="*/ 3224152 w 4603109"/>
                  <a:gd name="connsiteY554" fmla="*/ 924402 h 924402"/>
                  <a:gd name="connsiteX555" fmla="*/ 3150088 w 4603109"/>
                  <a:gd name="connsiteY555" fmla="*/ 924402 h 924402"/>
                  <a:gd name="connsiteX556" fmla="*/ 3120023 w 4603109"/>
                  <a:gd name="connsiteY556" fmla="*/ 924402 h 924402"/>
                  <a:gd name="connsiteX557" fmla="*/ 3104883 w 4603109"/>
                  <a:gd name="connsiteY557" fmla="*/ 924402 h 924402"/>
                  <a:gd name="connsiteX558" fmla="*/ 3103552 w 4603109"/>
                  <a:gd name="connsiteY558" fmla="*/ 924402 h 924402"/>
                  <a:gd name="connsiteX559" fmla="*/ 3077801 w 4603109"/>
                  <a:gd name="connsiteY559" fmla="*/ 924402 h 924402"/>
                  <a:gd name="connsiteX560" fmla="*/ 3061330 w 4603109"/>
                  <a:gd name="connsiteY560" fmla="*/ 924402 h 924402"/>
                  <a:gd name="connsiteX561" fmla="*/ 3031265 w 4603109"/>
                  <a:gd name="connsiteY561" fmla="*/ 924402 h 924402"/>
                  <a:gd name="connsiteX562" fmla="*/ 2977114 w 4603109"/>
                  <a:gd name="connsiteY562" fmla="*/ 924402 h 924402"/>
                  <a:gd name="connsiteX563" fmla="*/ 2957200 w 4603109"/>
                  <a:gd name="connsiteY563" fmla="*/ 924402 h 924402"/>
                  <a:gd name="connsiteX564" fmla="*/ 2955709 w 4603109"/>
                  <a:gd name="connsiteY564" fmla="*/ 924402 h 924402"/>
                  <a:gd name="connsiteX565" fmla="*/ 2950032 w 4603109"/>
                  <a:gd name="connsiteY565" fmla="*/ 924402 h 924402"/>
                  <a:gd name="connsiteX566" fmla="*/ 2933561 w 4603109"/>
                  <a:gd name="connsiteY566" fmla="*/ 924402 h 924402"/>
                  <a:gd name="connsiteX567" fmla="*/ 2927136 w 4603109"/>
                  <a:gd name="connsiteY567" fmla="*/ 924402 h 924402"/>
                  <a:gd name="connsiteX568" fmla="*/ 2903496 w 4603109"/>
                  <a:gd name="connsiteY568" fmla="*/ 924402 h 924402"/>
                  <a:gd name="connsiteX569" fmla="*/ 2829431 w 4603109"/>
                  <a:gd name="connsiteY569" fmla="*/ 924402 h 924402"/>
                  <a:gd name="connsiteX570" fmla="*/ 2827940 w 4603109"/>
                  <a:gd name="connsiteY570" fmla="*/ 924402 h 924402"/>
                  <a:gd name="connsiteX571" fmla="*/ 2799367 w 4603109"/>
                  <a:gd name="connsiteY571" fmla="*/ 924402 h 924402"/>
                  <a:gd name="connsiteX572" fmla="*/ 2785719 w 4603109"/>
                  <a:gd name="connsiteY572" fmla="*/ 924402 h 924402"/>
                  <a:gd name="connsiteX573" fmla="*/ 2784228 w 4603109"/>
                  <a:gd name="connsiteY573" fmla="*/ 924402 h 924402"/>
                  <a:gd name="connsiteX574" fmla="*/ 2757146 w 4603109"/>
                  <a:gd name="connsiteY574" fmla="*/ 924402 h 924402"/>
                  <a:gd name="connsiteX575" fmla="*/ 2755654 w 4603109"/>
                  <a:gd name="connsiteY575" fmla="*/ 924402 h 924402"/>
                  <a:gd name="connsiteX576" fmla="*/ 2680098 w 4603109"/>
                  <a:gd name="connsiteY576" fmla="*/ 924402 h 924402"/>
                  <a:gd name="connsiteX577" fmla="*/ 2657950 w 4603109"/>
                  <a:gd name="connsiteY577" fmla="*/ 924402 h 924402"/>
                  <a:gd name="connsiteX578" fmla="*/ 2656459 w 4603109"/>
                  <a:gd name="connsiteY578" fmla="*/ 924402 h 924402"/>
                  <a:gd name="connsiteX579" fmla="*/ 2653017 w 4603109"/>
                  <a:gd name="connsiteY579" fmla="*/ 924402 h 924402"/>
                  <a:gd name="connsiteX580" fmla="*/ 2636545 w 4603109"/>
                  <a:gd name="connsiteY580" fmla="*/ 924402 h 924402"/>
                  <a:gd name="connsiteX581" fmla="*/ 2629377 w 4603109"/>
                  <a:gd name="connsiteY581" fmla="*/ 924402 h 924402"/>
                  <a:gd name="connsiteX582" fmla="*/ 2627885 w 4603109"/>
                  <a:gd name="connsiteY582" fmla="*/ 924402 h 924402"/>
                  <a:gd name="connsiteX583" fmla="*/ 2606481 w 4603109"/>
                  <a:gd name="connsiteY583" fmla="*/ 924402 h 924402"/>
                  <a:gd name="connsiteX584" fmla="*/ 2552329 w 4603109"/>
                  <a:gd name="connsiteY584" fmla="*/ 924402 h 924402"/>
                  <a:gd name="connsiteX585" fmla="*/ 2525248 w 4603109"/>
                  <a:gd name="connsiteY585" fmla="*/ 924402 h 924402"/>
                  <a:gd name="connsiteX586" fmla="*/ 2510108 w 4603109"/>
                  <a:gd name="connsiteY586" fmla="*/ 924402 h 924402"/>
                  <a:gd name="connsiteX587" fmla="*/ 2508776 w 4603109"/>
                  <a:gd name="connsiteY587" fmla="*/ 924402 h 924402"/>
                  <a:gd name="connsiteX588" fmla="*/ 2480043 w 4603109"/>
                  <a:gd name="connsiteY588" fmla="*/ 924402 h 924402"/>
                  <a:gd name="connsiteX589" fmla="*/ 2478712 w 4603109"/>
                  <a:gd name="connsiteY589" fmla="*/ 924402 h 924402"/>
                  <a:gd name="connsiteX590" fmla="*/ 2463572 w 4603109"/>
                  <a:gd name="connsiteY590" fmla="*/ 924402 h 924402"/>
                  <a:gd name="connsiteX591" fmla="*/ 2436490 w 4603109"/>
                  <a:gd name="connsiteY591" fmla="*/ 924402 h 924402"/>
                  <a:gd name="connsiteX592" fmla="*/ 2382339 w 4603109"/>
                  <a:gd name="connsiteY592" fmla="*/ 924402 h 924402"/>
                  <a:gd name="connsiteX593" fmla="*/ 2360934 w 4603109"/>
                  <a:gd name="connsiteY593" fmla="*/ 924402 h 924402"/>
                  <a:gd name="connsiteX594" fmla="*/ 2359443 w 4603109"/>
                  <a:gd name="connsiteY594" fmla="*/ 924402 h 924402"/>
                  <a:gd name="connsiteX595" fmla="*/ 2352274 w 4603109"/>
                  <a:gd name="connsiteY595" fmla="*/ 924402 h 924402"/>
                  <a:gd name="connsiteX596" fmla="*/ 2335803 w 4603109"/>
                  <a:gd name="connsiteY596" fmla="*/ 924402 h 924402"/>
                  <a:gd name="connsiteX597" fmla="*/ 2332360 w 4603109"/>
                  <a:gd name="connsiteY597" fmla="*/ 924402 h 924402"/>
                  <a:gd name="connsiteX598" fmla="*/ 2332328 w 4603109"/>
                  <a:gd name="connsiteY598" fmla="*/ 924402 h 924402"/>
                  <a:gd name="connsiteX599" fmla="*/ 2330869 w 4603109"/>
                  <a:gd name="connsiteY599" fmla="*/ 924402 h 924402"/>
                  <a:gd name="connsiteX600" fmla="*/ 2308721 w 4603109"/>
                  <a:gd name="connsiteY600" fmla="*/ 924402 h 924402"/>
                  <a:gd name="connsiteX601" fmla="*/ 2233165 w 4603109"/>
                  <a:gd name="connsiteY601" fmla="*/ 924402 h 924402"/>
                  <a:gd name="connsiteX602" fmla="*/ 2231674 w 4603109"/>
                  <a:gd name="connsiteY602" fmla="*/ 924402 h 924402"/>
                  <a:gd name="connsiteX603" fmla="*/ 2204591 w 4603109"/>
                  <a:gd name="connsiteY603" fmla="*/ 924402 h 924402"/>
                  <a:gd name="connsiteX604" fmla="*/ 2204559 w 4603109"/>
                  <a:gd name="connsiteY604" fmla="*/ 924402 h 924402"/>
                  <a:gd name="connsiteX605" fmla="*/ 2203100 w 4603109"/>
                  <a:gd name="connsiteY605" fmla="*/ 924402 h 924402"/>
                  <a:gd name="connsiteX606" fmla="*/ 2189452 w 4603109"/>
                  <a:gd name="connsiteY606" fmla="*/ 924402 h 924402"/>
                  <a:gd name="connsiteX607" fmla="*/ 2160879 w 4603109"/>
                  <a:gd name="connsiteY607" fmla="*/ 924402 h 924402"/>
                  <a:gd name="connsiteX608" fmla="*/ 2159388 w 4603109"/>
                  <a:gd name="connsiteY608" fmla="*/ 924402 h 924402"/>
                  <a:gd name="connsiteX609" fmla="*/ 2085323 w 4603109"/>
                  <a:gd name="connsiteY609" fmla="*/ 924402 h 924402"/>
                  <a:gd name="connsiteX610" fmla="*/ 2077294 w 4603109"/>
                  <a:gd name="connsiteY610" fmla="*/ 924402 h 924402"/>
                  <a:gd name="connsiteX611" fmla="*/ 2061683 w 4603109"/>
                  <a:gd name="connsiteY611" fmla="*/ 924402 h 924402"/>
                  <a:gd name="connsiteX612" fmla="*/ 2055258 w 4603109"/>
                  <a:gd name="connsiteY612" fmla="*/ 924402 h 924402"/>
                  <a:gd name="connsiteX613" fmla="*/ 2038787 w 4603109"/>
                  <a:gd name="connsiteY613" fmla="*/ 924402 h 924402"/>
                  <a:gd name="connsiteX614" fmla="*/ 2033110 w 4603109"/>
                  <a:gd name="connsiteY614" fmla="*/ 924402 h 924402"/>
                  <a:gd name="connsiteX615" fmla="*/ 2031619 w 4603109"/>
                  <a:gd name="connsiteY615" fmla="*/ 924402 h 924402"/>
                  <a:gd name="connsiteX616" fmla="*/ 2011705 w 4603109"/>
                  <a:gd name="connsiteY616" fmla="*/ 924402 h 924402"/>
                  <a:gd name="connsiteX617" fmla="*/ 1957554 w 4603109"/>
                  <a:gd name="connsiteY617" fmla="*/ 924402 h 924402"/>
                  <a:gd name="connsiteX618" fmla="*/ 1949525 w 4603109"/>
                  <a:gd name="connsiteY618" fmla="*/ 924402 h 924402"/>
                  <a:gd name="connsiteX619" fmla="*/ 1927489 w 4603109"/>
                  <a:gd name="connsiteY619" fmla="*/ 924402 h 924402"/>
                  <a:gd name="connsiteX620" fmla="*/ 1911018 w 4603109"/>
                  <a:gd name="connsiteY620" fmla="*/ 924402 h 924402"/>
                  <a:gd name="connsiteX621" fmla="*/ 1907543 w 4603109"/>
                  <a:gd name="connsiteY621" fmla="*/ 924402 h 924402"/>
                  <a:gd name="connsiteX622" fmla="*/ 1885268 w 4603109"/>
                  <a:gd name="connsiteY622" fmla="*/ 924402 h 924402"/>
                  <a:gd name="connsiteX623" fmla="*/ 1883936 w 4603109"/>
                  <a:gd name="connsiteY623" fmla="*/ 924402 h 924402"/>
                  <a:gd name="connsiteX624" fmla="*/ 1868796 w 4603109"/>
                  <a:gd name="connsiteY624" fmla="*/ 924402 h 924402"/>
                  <a:gd name="connsiteX625" fmla="*/ 1838732 w 4603109"/>
                  <a:gd name="connsiteY625" fmla="*/ 924402 h 924402"/>
                  <a:gd name="connsiteX626" fmla="*/ 1779774 w 4603109"/>
                  <a:gd name="connsiteY626" fmla="*/ 924402 h 924402"/>
                  <a:gd name="connsiteX627" fmla="*/ 1764668 w 4603109"/>
                  <a:gd name="connsiteY627" fmla="*/ 924402 h 924402"/>
                  <a:gd name="connsiteX628" fmla="*/ 1757499 w 4603109"/>
                  <a:gd name="connsiteY628" fmla="*/ 924402 h 924402"/>
                  <a:gd name="connsiteX629" fmla="*/ 1741027 w 4603109"/>
                  <a:gd name="connsiteY629" fmla="*/ 924402 h 924402"/>
                  <a:gd name="connsiteX630" fmla="*/ 1737552 w 4603109"/>
                  <a:gd name="connsiteY630" fmla="*/ 924402 h 924402"/>
                  <a:gd name="connsiteX631" fmla="*/ 1736094 w 4603109"/>
                  <a:gd name="connsiteY631" fmla="*/ 924402 h 924402"/>
                  <a:gd name="connsiteX632" fmla="*/ 1734603 w 4603109"/>
                  <a:gd name="connsiteY632" fmla="*/ 924402 h 924402"/>
                  <a:gd name="connsiteX633" fmla="*/ 1710963 w 4603109"/>
                  <a:gd name="connsiteY633" fmla="*/ 924402 h 924402"/>
                  <a:gd name="connsiteX634" fmla="*/ 1707488 w 4603109"/>
                  <a:gd name="connsiteY634" fmla="*/ 924402 h 924402"/>
                  <a:gd name="connsiteX635" fmla="*/ 1652509 w 4603109"/>
                  <a:gd name="connsiteY635" fmla="*/ 924402 h 924402"/>
                  <a:gd name="connsiteX636" fmla="*/ 1636899 w 4603109"/>
                  <a:gd name="connsiteY636" fmla="*/ 924402 h 924402"/>
                  <a:gd name="connsiteX637" fmla="*/ 1609783 w 4603109"/>
                  <a:gd name="connsiteY637" fmla="*/ 924402 h 924402"/>
                  <a:gd name="connsiteX638" fmla="*/ 1608325 w 4603109"/>
                  <a:gd name="connsiteY638" fmla="*/ 924402 h 924402"/>
                  <a:gd name="connsiteX639" fmla="*/ 1606834 w 4603109"/>
                  <a:gd name="connsiteY639" fmla="*/ 924402 h 924402"/>
                  <a:gd name="connsiteX640" fmla="*/ 1579719 w 4603109"/>
                  <a:gd name="connsiteY640" fmla="*/ 924402 h 924402"/>
                  <a:gd name="connsiteX641" fmla="*/ 1564612 w 4603109"/>
                  <a:gd name="connsiteY641" fmla="*/ 924402 h 924402"/>
                  <a:gd name="connsiteX642" fmla="*/ 1524740 w 4603109"/>
                  <a:gd name="connsiteY642" fmla="*/ 924402 h 924402"/>
                  <a:gd name="connsiteX643" fmla="*/ 1482518 w 4603109"/>
                  <a:gd name="connsiteY643" fmla="*/ 924402 h 924402"/>
                  <a:gd name="connsiteX644" fmla="*/ 1460483 w 4603109"/>
                  <a:gd name="connsiteY644" fmla="*/ 924402 h 924402"/>
                  <a:gd name="connsiteX645" fmla="*/ 1452454 w 4603109"/>
                  <a:gd name="connsiteY645" fmla="*/ 924402 h 924402"/>
                  <a:gd name="connsiteX646" fmla="*/ 1444011 w 4603109"/>
                  <a:gd name="connsiteY646" fmla="*/ 924402 h 924402"/>
                  <a:gd name="connsiteX647" fmla="*/ 1436843 w 4603109"/>
                  <a:gd name="connsiteY647" fmla="*/ 924402 h 924402"/>
                  <a:gd name="connsiteX648" fmla="*/ 1413947 w 4603109"/>
                  <a:gd name="connsiteY648" fmla="*/ 924402 h 924402"/>
                  <a:gd name="connsiteX649" fmla="*/ 1354749 w 4603109"/>
                  <a:gd name="connsiteY649" fmla="*/ 924402 h 924402"/>
                  <a:gd name="connsiteX650" fmla="*/ 1332714 w 4603109"/>
                  <a:gd name="connsiteY650" fmla="*/ 924402 h 924402"/>
                  <a:gd name="connsiteX651" fmla="*/ 1324685 w 4603109"/>
                  <a:gd name="connsiteY651" fmla="*/ 924402 h 924402"/>
                  <a:gd name="connsiteX652" fmla="*/ 1316242 w 4603109"/>
                  <a:gd name="connsiteY652" fmla="*/ 924402 h 924402"/>
                  <a:gd name="connsiteX653" fmla="*/ 1312767 w 4603109"/>
                  <a:gd name="connsiteY653" fmla="*/ 924402 h 924402"/>
                  <a:gd name="connsiteX654" fmla="*/ 1286178 w 4603109"/>
                  <a:gd name="connsiteY654" fmla="*/ 924402 h 924402"/>
                  <a:gd name="connsiteX655" fmla="*/ 1282703 w 4603109"/>
                  <a:gd name="connsiteY655" fmla="*/ 924402 h 924402"/>
                  <a:gd name="connsiteX656" fmla="*/ 1243956 w 4603109"/>
                  <a:gd name="connsiteY656" fmla="*/ 924402 h 924402"/>
                  <a:gd name="connsiteX657" fmla="*/ 1184998 w 4603109"/>
                  <a:gd name="connsiteY657" fmla="*/ 924402 h 924402"/>
                  <a:gd name="connsiteX658" fmla="*/ 1154934 w 4603109"/>
                  <a:gd name="connsiteY658" fmla="*/ 924402 h 924402"/>
                  <a:gd name="connsiteX659" fmla="*/ 1139828 w 4603109"/>
                  <a:gd name="connsiteY659" fmla="*/ 924402 h 924402"/>
                  <a:gd name="connsiteX660" fmla="*/ 1116187 w 4603109"/>
                  <a:gd name="connsiteY660" fmla="*/ 924402 h 924402"/>
                  <a:gd name="connsiteX661" fmla="*/ 1112712 w 4603109"/>
                  <a:gd name="connsiteY661" fmla="*/ 924402 h 924402"/>
                  <a:gd name="connsiteX662" fmla="*/ 1057734 w 4603109"/>
                  <a:gd name="connsiteY662" fmla="*/ 924402 h 924402"/>
                  <a:gd name="connsiteX663" fmla="*/ 1027669 w 4603109"/>
                  <a:gd name="connsiteY663" fmla="*/ 924402 h 924402"/>
                  <a:gd name="connsiteX664" fmla="*/ 1012059 w 4603109"/>
                  <a:gd name="connsiteY664" fmla="*/ 924402 h 924402"/>
                  <a:gd name="connsiteX665" fmla="*/ 984943 w 4603109"/>
                  <a:gd name="connsiteY665" fmla="*/ 924402 h 924402"/>
                  <a:gd name="connsiteX666" fmla="*/ 929965 w 4603109"/>
                  <a:gd name="connsiteY666" fmla="*/ 924402 h 924402"/>
                  <a:gd name="connsiteX667" fmla="*/ 899900 w 4603109"/>
                  <a:gd name="connsiteY667" fmla="*/ 924402 h 924402"/>
                  <a:gd name="connsiteX668" fmla="*/ 857678 w 4603109"/>
                  <a:gd name="connsiteY668" fmla="*/ 924402 h 924402"/>
                  <a:gd name="connsiteX669" fmla="*/ 819171 w 4603109"/>
                  <a:gd name="connsiteY669" fmla="*/ 924402 h 924402"/>
                  <a:gd name="connsiteX670" fmla="*/ 729909 w 4603109"/>
                  <a:gd name="connsiteY670" fmla="*/ 924402 h 924402"/>
                  <a:gd name="connsiteX671" fmla="*/ 691402 w 4603109"/>
                  <a:gd name="connsiteY671" fmla="*/ 924402 h 924402"/>
                  <a:gd name="connsiteX672" fmla="*/ 687927 w 4603109"/>
                  <a:gd name="connsiteY672" fmla="*/ 924402 h 924402"/>
                  <a:gd name="connsiteX673" fmla="*/ 560158 w 4603109"/>
                  <a:gd name="connsiteY673" fmla="*/ 924402 h 924402"/>
                  <a:gd name="connsiteX674" fmla="*/ 432894 w 4603109"/>
                  <a:gd name="connsiteY674" fmla="*/ 924402 h 924402"/>
                  <a:gd name="connsiteX675" fmla="*/ 305125 w 4603109"/>
                  <a:gd name="connsiteY675" fmla="*/ 924402 h 924402"/>
                  <a:gd name="connsiteX676" fmla="*/ 223202 w 4603109"/>
                  <a:gd name="connsiteY676" fmla="*/ 877348 h 924402"/>
                  <a:gd name="connsiteX677" fmla="*/ 10809 w 4603109"/>
                  <a:gd name="connsiteY677" fmla="*/ 509257 h 924402"/>
                  <a:gd name="connsiteX678" fmla="*/ 10809 w 4603109"/>
                  <a:gd name="connsiteY678" fmla="*/ 415146 h 924402"/>
                  <a:gd name="connsiteX679" fmla="*/ 223202 w 4603109"/>
                  <a:gd name="connsiteY679" fmla="*/ 47054 h 924402"/>
                  <a:gd name="connsiteX680" fmla="*/ 305125 w 4603109"/>
                  <a:gd name="connsiteY680" fmla="*/ 0 h 924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</a:cxnLst>
                <a:rect l="l" t="t" r="r" b="b"/>
                <a:pathLst>
                  <a:path w="4603109" h="924402">
                    <a:moveTo>
                      <a:pt x="305125" y="0"/>
                    </a:moveTo>
                    <a:lnTo>
                      <a:pt x="432894" y="0"/>
                    </a:lnTo>
                    <a:lnTo>
                      <a:pt x="445336" y="0"/>
                    </a:lnTo>
                    <a:cubicBezTo>
                      <a:pt x="485989" y="0"/>
                      <a:pt x="520835" y="0"/>
                      <a:pt x="550703" y="0"/>
                    </a:cubicBezTo>
                    <a:lnTo>
                      <a:pt x="560158" y="0"/>
                    </a:lnTo>
                    <a:lnTo>
                      <a:pt x="573105" y="0"/>
                    </a:lnTo>
                    <a:lnTo>
                      <a:pt x="626202" y="0"/>
                    </a:lnTo>
                    <a:cubicBezTo>
                      <a:pt x="646943" y="0"/>
                      <a:pt x="663537" y="0"/>
                      <a:pt x="676811" y="0"/>
                    </a:cubicBezTo>
                    <a:lnTo>
                      <a:pt x="678472" y="0"/>
                    </a:lnTo>
                    <a:lnTo>
                      <a:pt x="687927" y="0"/>
                    </a:lnTo>
                    <a:lnTo>
                      <a:pt x="691402" y="0"/>
                    </a:lnTo>
                    <a:lnTo>
                      <a:pt x="700371" y="0"/>
                    </a:lnTo>
                    <a:lnTo>
                      <a:pt x="707508" y="0"/>
                    </a:lnTo>
                    <a:cubicBezTo>
                      <a:pt x="729909" y="0"/>
                      <a:pt x="729909" y="0"/>
                      <a:pt x="729909" y="0"/>
                    </a:cubicBezTo>
                    <a:lnTo>
                      <a:pt x="753971" y="0"/>
                    </a:lnTo>
                    <a:lnTo>
                      <a:pt x="804580" y="0"/>
                    </a:lnTo>
                    <a:lnTo>
                      <a:pt x="805737" y="0"/>
                    </a:lnTo>
                    <a:lnTo>
                      <a:pt x="819171" y="0"/>
                    </a:lnTo>
                    <a:lnTo>
                      <a:pt x="828140" y="0"/>
                    </a:lnTo>
                    <a:lnTo>
                      <a:pt x="831615" y="0"/>
                    </a:lnTo>
                    <a:lnTo>
                      <a:pt x="835277" y="0"/>
                    </a:lnTo>
                    <a:lnTo>
                      <a:pt x="857678" y="0"/>
                    </a:lnTo>
                    <a:lnTo>
                      <a:pt x="864889" y="0"/>
                    </a:lnTo>
                    <a:lnTo>
                      <a:pt x="899900" y="0"/>
                    </a:lnTo>
                    <a:lnTo>
                      <a:pt x="909341" y="0"/>
                    </a:lnTo>
                    <a:lnTo>
                      <a:pt x="929965" y="0"/>
                    </a:lnTo>
                    <a:lnTo>
                      <a:pt x="933506" y="0"/>
                    </a:lnTo>
                    <a:lnTo>
                      <a:pt x="936982" y="0"/>
                    </a:lnTo>
                    <a:lnTo>
                      <a:pt x="959384" y="0"/>
                    </a:lnTo>
                    <a:lnTo>
                      <a:pt x="962542" y="0"/>
                    </a:lnTo>
                    <a:lnTo>
                      <a:pt x="984943" y="0"/>
                    </a:lnTo>
                    <a:lnTo>
                      <a:pt x="992658" y="0"/>
                    </a:lnTo>
                    <a:lnTo>
                      <a:pt x="1012059" y="0"/>
                    </a:lnTo>
                    <a:lnTo>
                      <a:pt x="1012480" y="0"/>
                    </a:lnTo>
                    <a:lnTo>
                      <a:pt x="1027669" y="0"/>
                    </a:lnTo>
                    <a:lnTo>
                      <a:pt x="1037110" y="0"/>
                    </a:lnTo>
                    <a:lnTo>
                      <a:pt x="1040112" y="0"/>
                    </a:lnTo>
                    <a:lnTo>
                      <a:pt x="1057734" y="0"/>
                    </a:lnTo>
                    <a:lnTo>
                      <a:pt x="1064751" y="0"/>
                    </a:lnTo>
                    <a:lnTo>
                      <a:pt x="1070177" y="0"/>
                    </a:lnTo>
                    <a:lnTo>
                      <a:pt x="1072436" y="0"/>
                    </a:lnTo>
                    <a:lnTo>
                      <a:pt x="1090311" y="0"/>
                    </a:lnTo>
                    <a:lnTo>
                      <a:pt x="1110718" y="0"/>
                    </a:lnTo>
                    <a:lnTo>
                      <a:pt x="1112712" y="0"/>
                    </a:lnTo>
                    <a:lnTo>
                      <a:pt x="1116187" y="0"/>
                    </a:lnTo>
                    <a:lnTo>
                      <a:pt x="1139828" y="0"/>
                    </a:lnTo>
                    <a:lnTo>
                      <a:pt x="1140249" y="0"/>
                    </a:lnTo>
                    <a:lnTo>
                      <a:pt x="1145480" y="0"/>
                    </a:lnTo>
                    <a:lnTo>
                      <a:pt x="1152270" y="0"/>
                    </a:lnTo>
                    <a:lnTo>
                      <a:pt x="1154934" y="0"/>
                    </a:lnTo>
                    <a:lnTo>
                      <a:pt x="1167881" y="0"/>
                    </a:lnTo>
                    <a:lnTo>
                      <a:pt x="1175544" y="0"/>
                    </a:lnTo>
                    <a:lnTo>
                      <a:pt x="1184998" y="0"/>
                    </a:lnTo>
                    <a:lnTo>
                      <a:pt x="1197946" y="0"/>
                    </a:lnTo>
                    <a:lnTo>
                      <a:pt x="1200205" y="0"/>
                    </a:lnTo>
                    <a:lnTo>
                      <a:pt x="1220978" y="0"/>
                    </a:lnTo>
                    <a:lnTo>
                      <a:pt x="1238487" y="0"/>
                    </a:lnTo>
                    <a:lnTo>
                      <a:pt x="1243956" y="0"/>
                    </a:lnTo>
                    <a:lnTo>
                      <a:pt x="1251042" y="0"/>
                    </a:lnTo>
                    <a:lnTo>
                      <a:pt x="1257637" y="0"/>
                    </a:lnTo>
                    <a:lnTo>
                      <a:pt x="1271587" y="0"/>
                    </a:lnTo>
                    <a:lnTo>
                      <a:pt x="1273249" y="0"/>
                    </a:lnTo>
                    <a:lnTo>
                      <a:pt x="1280039" y="0"/>
                    </a:lnTo>
                    <a:lnTo>
                      <a:pt x="1282703" y="0"/>
                    </a:lnTo>
                    <a:lnTo>
                      <a:pt x="1286178" y="0"/>
                    </a:lnTo>
                    <a:lnTo>
                      <a:pt x="1295146" y="0"/>
                    </a:lnTo>
                    <a:lnTo>
                      <a:pt x="1301651" y="0"/>
                    </a:lnTo>
                    <a:lnTo>
                      <a:pt x="1302284" y="0"/>
                    </a:lnTo>
                    <a:lnTo>
                      <a:pt x="1303313" y="0"/>
                    </a:lnTo>
                    <a:lnTo>
                      <a:pt x="1312767" y="0"/>
                    </a:lnTo>
                    <a:lnTo>
                      <a:pt x="1316242" y="0"/>
                    </a:lnTo>
                    <a:lnTo>
                      <a:pt x="1321886" y="0"/>
                    </a:lnTo>
                    <a:lnTo>
                      <a:pt x="1324685" y="0"/>
                    </a:lnTo>
                    <a:lnTo>
                      <a:pt x="1325211" y="0"/>
                    </a:lnTo>
                    <a:lnTo>
                      <a:pt x="1332348" y="0"/>
                    </a:lnTo>
                    <a:lnTo>
                      <a:pt x="1332714" y="0"/>
                    </a:lnTo>
                    <a:lnTo>
                      <a:pt x="1333135" y="0"/>
                    </a:lnTo>
                    <a:lnTo>
                      <a:pt x="1348747" y="0"/>
                    </a:lnTo>
                    <a:lnTo>
                      <a:pt x="1354749" y="0"/>
                    </a:lnTo>
                    <a:lnTo>
                      <a:pt x="1378811" y="0"/>
                    </a:lnTo>
                    <a:lnTo>
                      <a:pt x="1383745" y="0"/>
                    </a:lnTo>
                    <a:lnTo>
                      <a:pt x="1385406" y="0"/>
                    </a:lnTo>
                    <a:lnTo>
                      <a:pt x="1399356" y="0"/>
                    </a:lnTo>
                    <a:lnTo>
                      <a:pt x="1400513" y="0"/>
                    </a:lnTo>
                    <a:lnTo>
                      <a:pt x="1413947" y="0"/>
                    </a:lnTo>
                    <a:lnTo>
                      <a:pt x="1414442" y="0"/>
                    </a:lnTo>
                    <a:lnTo>
                      <a:pt x="1422915" y="0"/>
                    </a:lnTo>
                    <a:lnTo>
                      <a:pt x="1426390" y="0"/>
                    </a:lnTo>
                    <a:lnTo>
                      <a:pt x="1429420" y="0"/>
                    </a:lnTo>
                    <a:lnTo>
                      <a:pt x="1430053" y="0"/>
                    </a:lnTo>
                    <a:lnTo>
                      <a:pt x="1430206" y="0"/>
                    </a:lnTo>
                    <a:lnTo>
                      <a:pt x="1430577" y="0"/>
                    </a:lnTo>
                    <a:lnTo>
                      <a:pt x="1436843" y="0"/>
                    </a:lnTo>
                    <a:lnTo>
                      <a:pt x="1444011" y="0"/>
                    </a:lnTo>
                    <a:lnTo>
                      <a:pt x="1449655" y="0"/>
                    </a:lnTo>
                    <a:lnTo>
                      <a:pt x="1452454" y="0"/>
                    </a:lnTo>
                    <a:lnTo>
                      <a:pt x="1452980" y="0"/>
                    </a:lnTo>
                    <a:lnTo>
                      <a:pt x="1456455" y="0"/>
                    </a:lnTo>
                    <a:lnTo>
                      <a:pt x="1459664" y="0"/>
                    </a:lnTo>
                    <a:lnTo>
                      <a:pt x="1460117" y="0"/>
                    </a:lnTo>
                    <a:lnTo>
                      <a:pt x="1460483" y="0"/>
                    </a:lnTo>
                    <a:lnTo>
                      <a:pt x="1460904" y="0"/>
                    </a:lnTo>
                    <a:lnTo>
                      <a:pt x="1472926" y="0"/>
                    </a:lnTo>
                    <a:lnTo>
                      <a:pt x="1482518" y="0"/>
                    </a:lnTo>
                    <a:lnTo>
                      <a:pt x="1489729" y="0"/>
                    </a:lnTo>
                    <a:lnTo>
                      <a:pt x="1504116" y="0"/>
                    </a:lnTo>
                    <a:lnTo>
                      <a:pt x="1511514" y="0"/>
                    </a:lnTo>
                    <a:lnTo>
                      <a:pt x="1524740" y="0"/>
                    </a:lnTo>
                    <a:lnTo>
                      <a:pt x="1528282" y="0"/>
                    </a:lnTo>
                    <a:lnTo>
                      <a:pt x="1531757" y="0"/>
                    </a:lnTo>
                    <a:lnTo>
                      <a:pt x="1534181" y="0"/>
                    </a:lnTo>
                    <a:lnTo>
                      <a:pt x="1542211" y="0"/>
                    </a:lnTo>
                    <a:lnTo>
                      <a:pt x="1554159" y="0"/>
                    </a:lnTo>
                    <a:lnTo>
                      <a:pt x="1557318" y="0"/>
                    </a:lnTo>
                    <a:lnTo>
                      <a:pt x="1557975" y="0"/>
                    </a:lnTo>
                    <a:lnTo>
                      <a:pt x="1558346" y="0"/>
                    </a:lnTo>
                    <a:lnTo>
                      <a:pt x="1561822" y="0"/>
                    </a:lnTo>
                    <a:lnTo>
                      <a:pt x="1564612" y="0"/>
                    </a:lnTo>
                    <a:lnTo>
                      <a:pt x="1566857" y="0"/>
                    </a:lnTo>
                    <a:lnTo>
                      <a:pt x="1576919" y="0"/>
                    </a:lnTo>
                    <a:lnTo>
                      <a:pt x="1579719" y="0"/>
                    </a:lnTo>
                    <a:lnTo>
                      <a:pt x="1584224" y="0"/>
                    </a:lnTo>
                    <a:lnTo>
                      <a:pt x="1587382" y="0"/>
                    </a:lnTo>
                    <a:lnTo>
                      <a:pt x="1587433" y="0"/>
                    </a:lnTo>
                    <a:lnTo>
                      <a:pt x="1600695" y="0"/>
                    </a:lnTo>
                    <a:lnTo>
                      <a:pt x="1606834" y="0"/>
                    </a:lnTo>
                    <a:lnTo>
                      <a:pt x="1607256" y="0"/>
                    </a:lnTo>
                    <a:lnTo>
                      <a:pt x="1608325" y="0"/>
                    </a:lnTo>
                    <a:lnTo>
                      <a:pt x="1609783" y="0"/>
                    </a:lnTo>
                    <a:lnTo>
                      <a:pt x="1617498" y="0"/>
                    </a:lnTo>
                    <a:lnTo>
                      <a:pt x="1631885" y="0"/>
                    </a:lnTo>
                    <a:lnTo>
                      <a:pt x="1636899" y="0"/>
                    </a:lnTo>
                    <a:lnTo>
                      <a:pt x="1637320" y="0"/>
                    </a:lnTo>
                    <a:lnTo>
                      <a:pt x="1637445" y="0"/>
                    </a:lnTo>
                    <a:lnTo>
                      <a:pt x="1652509" y="0"/>
                    </a:lnTo>
                    <a:lnTo>
                      <a:pt x="1659526" y="0"/>
                    </a:lnTo>
                    <a:lnTo>
                      <a:pt x="1661950" y="0"/>
                    </a:lnTo>
                    <a:lnTo>
                      <a:pt x="1664952" y="0"/>
                    </a:lnTo>
                    <a:lnTo>
                      <a:pt x="1667212" y="0"/>
                    </a:lnTo>
                    <a:lnTo>
                      <a:pt x="1685087" y="0"/>
                    </a:lnTo>
                    <a:lnTo>
                      <a:pt x="1689591" y="0"/>
                    </a:lnTo>
                    <a:lnTo>
                      <a:pt x="1694626" y="0"/>
                    </a:lnTo>
                    <a:lnTo>
                      <a:pt x="1697276" y="0"/>
                    </a:lnTo>
                    <a:lnTo>
                      <a:pt x="1698000" y="0"/>
                    </a:lnTo>
                    <a:lnTo>
                      <a:pt x="1704688" y="0"/>
                    </a:lnTo>
                    <a:lnTo>
                      <a:pt x="1707488" y="0"/>
                    </a:lnTo>
                    <a:lnTo>
                      <a:pt x="1710963" y="0"/>
                    </a:lnTo>
                    <a:lnTo>
                      <a:pt x="1715151" y="0"/>
                    </a:lnTo>
                    <a:lnTo>
                      <a:pt x="1721928" y="0"/>
                    </a:lnTo>
                    <a:lnTo>
                      <a:pt x="1734603" y="0"/>
                    </a:lnTo>
                    <a:lnTo>
                      <a:pt x="1735025" y="0"/>
                    </a:lnTo>
                    <a:lnTo>
                      <a:pt x="1735558" y="0"/>
                    </a:lnTo>
                    <a:lnTo>
                      <a:pt x="1736094" y="0"/>
                    </a:lnTo>
                    <a:lnTo>
                      <a:pt x="1737552" y="0"/>
                    </a:lnTo>
                    <a:lnTo>
                      <a:pt x="1741027" y="0"/>
                    </a:lnTo>
                    <a:lnTo>
                      <a:pt x="1747046" y="0"/>
                    </a:lnTo>
                    <a:lnTo>
                      <a:pt x="1748537" y="0"/>
                    </a:lnTo>
                    <a:lnTo>
                      <a:pt x="1753052" y="0"/>
                    </a:lnTo>
                    <a:lnTo>
                      <a:pt x="1757499" y="0"/>
                    </a:lnTo>
                    <a:lnTo>
                      <a:pt x="1764668" y="0"/>
                    </a:lnTo>
                    <a:lnTo>
                      <a:pt x="1765089" y="0"/>
                    </a:lnTo>
                    <a:lnTo>
                      <a:pt x="1765214" y="0"/>
                    </a:lnTo>
                    <a:lnTo>
                      <a:pt x="1770320" y="0"/>
                    </a:lnTo>
                    <a:lnTo>
                      <a:pt x="1777110" y="0"/>
                    </a:lnTo>
                    <a:lnTo>
                      <a:pt x="1779774" y="0"/>
                    </a:lnTo>
                    <a:lnTo>
                      <a:pt x="1792721" y="0"/>
                    </a:lnTo>
                    <a:lnTo>
                      <a:pt x="1794981" y="0"/>
                    </a:lnTo>
                    <a:lnTo>
                      <a:pt x="1825045" y="0"/>
                    </a:lnTo>
                    <a:lnTo>
                      <a:pt x="1825769" y="0"/>
                    </a:lnTo>
                    <a:lnTo>
                      <a:pt x="1838732" y="0"/>
                    </a:lnTo>
                    <a:lnTo>
                      <a:pt x="1845818" y="0"/>
                    </a:lnTo>
                    <a:lnTo>
                      <a:pt x="1849697" y="0"/>
                    </a:lnTo>
                    <a:lnTo>
                      <a:pt x="1852412" y="0"/>
                    </a:lnTo>
                    <a:lnTo>
                      <a:pt x="1853903" y="0"/>
                    </a:lnTo>
                    <a:lnTo>
                      <a:pt x="1863327" y="0"/>
                    </a:lnTo>
                    <a:lnTo>
                      <a:pt x="1868796" y="0"/>
                    </a:lnTo>
                    <a:lnTo>
                      <a:pt x="1874815" y="0"/>
                    </a:lnTo>
                    <a:lnTo>
                      <a:pt x="1876306" y="0"/>
                    </a:lnTo>
                    <a:lnTo>
                      <a:pt x="1880821" y="0"/>
                    </a:lnTo>
                    <a:lnTo>
                      <a:pt x="1882477" y="0"/>
                    </a:lnTo>
                    <a:lnTo>
                      <a:pt x="1883936" y="0"/>
                    </a:lnTo>
                    <a:lnTo>
                      <a:pt x="1885268" y="0"/>
                    </a:lnTo>
                    <a:lnTo>
                      <a:pt x="1896427" y="0"/>
                    </a:lnTo>
                    <a:lnTo>
                      <a:pt x="1898089" y="0"/>
                    </a:lnTo>
                    <a:lnTo>
                      <a:pt x="1904879" y="0"/>
                    </a:lnTo>
                    <a:lnTo>
                      <a:pt x="1907543" y="0"/>
                    </a:lnTo>
                    <a:lnTo>
                      <a:pt x="1911018" y="0"/>
                    </a:lnTo>
                    <a:lnTo>
                      <a:pt x="1919986" y="0"/>
                    </a:lnTo>
                    <a:lnTo>
                      <a:pt x="1927124" y="0"/>
                    </a:lnTo>
                    <a:lnTo>
                      <a:pt x="1927489" y="0"/>
                    </a:lnTo>
                    <a:lnTo>
                      <a:pt x="1927911" y="0"/>
                    </a:lnTo>
                    <a:lnTo>
                      <a:pt x="1929402" y="0"/>
                    </a:lnTo>
                    <a:lnTo>
                      <a:pt x="1946726" y="0"/>
                    </a:lnTo>
                    <a:lnTo>
                      <a:pt x="1949525" y="0"/>
                    </a:lnTo>
                    <a:lnTo>
                      <a:pt x="1957554" y="0"/>
                    </a:lnTo>
                    <a:lnTo>
                      <a:pt x="1957975" y="0"/>
                    </a:lnTo>
                    <a:lnTo>
                      <a:pt x="1973587" y="0"/>
                    </a:lnTo>
                    <a:lnTo>
                      <a:pt x="1978520" y="0"/>
                    </a:lnTo>
                    <a:lnTo>
                      <a:pt x="1980012" y="0"/>
                    </a:lnTo>
                    <a:lnTo>
                      <a:pt x="1980181" y="0"/>
                    </a:lnTo>
                    <a:lnTo>
                      <a:pt x="1981672" y="0"/>
                    </a:lnTo>
                    <a:lnTo>
                      <a:pt x="2008585" y="0"/>
                    </a:lnTo>
                    <a:lnTo>
                      <a:pt x="2009218" y="0"/>
                    </a:lnTo>
                    <a:lnTo>
                      <a:pt x="2010246" y="0"/>
                    </a:lnTo>
                    <a:lnTo>
                      <a:pt x="2010709" y="0"/>
                    </a:lnTo>
                    <a:lnTo>
                      <a:pt x="2011705" y="0"/>
                    </a:lnTo>
                    <a:lnTo>
                      <a:pt x="2024147" y="0"/>
                    </a:lnTo>
                    <a:lnTo>
                      <a:pt x="2024196" y="0"/>
                    </a:lnTo>
                    <a:lnTo>
                      <a:pt x="2024981" y="0"/>
                    </a:lnTo>
                    <a:lnTo>
                      <a:pt x="2025353" y="0"/>
                    </a:lnTo>
                    <a:lnTo>
                      <a:pt x="2026473" y="0"/>
                    </a:lnTo>
                    <a:lnTo>
                      <a:pt x="2031619" y="0"/>
                    </a:lnTo>
                    <a:lnTo>
                      <a:pt x="2033110" y="0"/>
                    </a:lnTo>
                    <a:lnTo>
                      <a:pt x="2038787" y="0"/>
                    </a:lnTo>
                    <a:lnTo>
                      <a:pt x="2039282" y="0"/>
                    </a:lnTo>
                    <a:lnTo>
                      <a:pt x="2047755" y="0"/>
                    </a:lnTo>
                    <a:lnTo>
                      <a:pt x="2051230" y="0"/>
                    </a:lnTo>
                    <a:lnTo>
                      <a:pt x="2054893" y="0"/>
                    </a:lnTo>
                    <a:lnTo>
                      <a:pt x="2055046" y="0"/>
                    </a:lnTo>
                    <a:lnTo>
                      <a:pt x="2055258" y="0"/>
                    </a:lnTo>
                    <a:lnTo>
                      <a:pt x="2055680" y="0"/>
                    </a:lnTo>
                    <a:lnTo>
                      <a:pt x="2057171" y="0"/>
                    </a:lnTo>
                    <a:lnTo>
                      <a:pt x="2061683" y="0"/>
                    </a:lnTo>
                    <a:lnTo>
                      <a:pt x="2067702" y="0"/>
                    </a:lnTo>
                    <a:lnTo>
                      <a:pt x="2074495" y="0"/>
                    </a:lnTo>
                    <a:lnTo>
                      <a:pt x="2077294" y="0"/>
                    </a:lnTo>
                    <a:lnTo>
                      <a:pt x="2084504" y="0"/>
                    </a:lnTo>
                    <a:lnTo>
                      <a:pt x="2085323" y="0"/>
                    </a:lnTo>
                    <a:lnTo>
                      <a:pt x="2085744" y="0"/>
                    </a:lnTo>
                    <a:lnTo>
                      <a:pt x="2097766" y="0"/>
                    </a:lnTo>
                    <a:lnTo>
                      <a:pt x="2106289" y="0"/>
                    </a:lnTo>
                    <a:lnTo>
                      <a:pt x="2107781" y="0"/>
                    </a:lnTo>
                    <a:lnTo>
                      <a:pt x="2128956" y="0"/>
                    </a:lnTo>
                    <a:lnTo>
                      <a:pt x="2129514" y="0"/>
                    </a:lnTo>
                    <a:lnTo>
                      <a:pt x="2136354" y="0"/>
                    </a:lnTo>
                    <a:lnTo>
                      <a:pt x="2136987" y="0"/>
                    </a:lnTo>
                    <a:lnTo>
                      <a:pt x="2138478" y="0"/>
                    </a:lnTo>
                    <a:lnTo>
                      <a:pt x="2151916" y="0"/>
                    </a:lnTo>
                    <a:lnTo>
                      <a:pt x="2152750" y="0"/>
                    </a:lnTo>
                    <a:lnTo>
                      <a:pt x="2153122" y="0"/>
                    </a:lnTo>
                    <a:lnTo>
                      <a:pt x="2154242" y="0"/>
                    </a:lnTo>
                    <a:lnTo>
                      <a:pt x="2156597" y="0"/>
                    </a:lnTo>
                    <a:lnTo>
                      <a:pt x="2159388" y="0"/>
                    </a:lnTo>
                    <a:lnTo>
                      <a:pt x="2160879" y="0"/>
                    </a:lnTo>
                    <a:lnTo>
                      <a:pt x="2161633" y="0"/>
                    </a:lnTo>
                    <a:lnTo>
                      <a:pt x="2167051" y="0"/>
                    </a:lnTo>
                    <a:lnTo>
                      <a:pt x="2178999" y="0"/>
                    </a:lnTo>
                    <a:lnTo>
                      <a:pt x="2182158" y="0"/>
                    </a:lnTo>
                    <a:lnTo>
                      <a:pt x="2182815" y="0"/>
                    </a:lnTo>
                    <a:lnTo>
                      <a:pt x="2188666" y="0"/>
                    </a:lnTo>
                    <a:lnTo>
                      <a:pt x="2189452" y="0"/>
                    </a:lnTo>
                    <a:lnTo>
                      <a:pt x="2191697" y="0"/>
                    </a:lnTo>
                    <a:lnTo>
                      <a:pt x="2195471" y="0"/>
                    </a:lnTo>
                    <a:lnTo>
                      <a:pt x="2201759" y="0"/>
                    </a:lnTo>
                    <a:lnTo>
                      <a:pt x="2203100" y="0"/>
                    </a:lnTo>
                    <a:lnTo>
                      <a:pt x="2204559" y="0"/>
                    </a:lnTo>
                    <a:lnTo>
                      <a:pt x="2204591" y="0"/>
                    </a:lnTo>
                    <a:lnTo>
                      <a:pt x="2212273" y="0"/>
                    </a:lnTo>
                    <a:lnTo>
                      <a:pt x="2225535" y="0"/>
                    </a:lnTo>
                    <a:lnTo>
                      <a:pt x="2231674" y="0"/>
                    </a:lnTo>
                    <a:lnTo>
                      <a:pt x="2232096" y="0"/>
                    </a:lnTo>
                    <a:lnTo>
                      <a:pt x="2232220" y="0"/>
                    </a:lnTo>
                    <a:lnTo>
                      <a:pt x="2233118" y="0"/>
                    </a:lnTo>
                    <a:lnTo>
                      <a:pt x="2233165" y="0"/>
                    </a:lnTo>
                    <a:lnTo>
                      <a:pt x="2256725" y="0"/>
                    </a:lnTo>
                    <a:lnTo>
                      <a:pt x="2257283" y="0"/>
                    </a:lnTo>
                    <a:lnTo>
                      <a:pt x="2262285" y="0"/>
                    </a:lnTo>
                    <a:lnTo>
                      <a:pt x="2284366" y="0"/>
                    </a:lnTo>
                    <a:lnTo>
                      <a:pt x="2289402" y="0"/>
                    </a:lnTo>
                    <a:lnTo>
                      <a:pt x="2292052" y="0"/>
                    </a:lnTo>
                    <a:lnTo>
                      <a:pt x="2299271" y="0"/>
                    </a:lnTo>
                    <a:lnTo>
                      <a:pt x="2308721" y="0"/>
                    </a:lnTo>
                    <a:lnTo>
                      <a:pt x="2309927" y="0"/>
                    </a:lnTo>
                    <a:lnTo>
                      <a:pt x="2316435" y="0"/>
                    </a:lnTo>
                    <a:lnTo>
                      <a:pt x="2316703" y="0"/>
                    </a:lnTo>
                    <a:lnTo>
                      <a:pt x="2319466" y="0"/>
                    </a:lnTo>
                    <a:lnTo>
                      <a:pt x="2322840" y="0"/>
                    </a:lnTo>
                    <a:lnTo>
                      <a:pt x="2329528" y="0"/>
                    </a:lnTo>
                    <a:lnTo>
                      <a:pt x="2330869" y="0"/>
                    </a:lnTo>
                    <a:lnTo>
                      <a:pt x="2332328" y="0"/>
                    </a:lnTo>
                    <a:lnTo>
                      <a:pt x="2332360" y="0"/>
                    </a:lnTo>
                    <a:lnTo>
                      <a:pt x="2335803" y="0"/>
                    </a:lnTo>
                    <a:lnTo>
                      <a:pt x="2343312" y="0"/>
                    </a:lnTo>
                    <a:lnTo>
                      <a:pt x="2344804" y="0"/>
                    </a:lnTo>
                    <a:lnTo>
                      <a:pt x="2346768" y="0"/>
                    </a:lnTo>
                    <a:lnTo>
                      <a:pt x="2347827" y="0"/>
                    </a:lnTo>
                    <a:lnTo>
                      <a:pt x="2352274" y="0"/>
                    </a:lnTo>
                    <a:lnTo>
                      <a:pt x="2359443" y="0"/>
                    </a:lnTo>
                    <a:lnTo>
                      <a:pt x="2359865" y="0"/>
                    </a:lnTo>
                    <a:lnTo>
                      <a:pt x="2359989" y="0"/>
                    </a:lnTo>
                    <a:lnTo>
                      <a:pt x="2360887" y="0"/>
                    </a:lnTo>
                    <a:lnTo>
                      <a:pt x="2360934" y="0"/>
                    </a:lnTo>
                    <a:lnTo>
                      <a:pt x="2371886" y="0"/>
                    </a:lnTo>
                    <a:lnTo>
                      <a:pt x="2373377" y="0"/>
                    </a:lnTo>
                    <a:lnTo>
                      <a:pt x="2377892" y="0"/>
                    </a:lnTo>
                    <a:cubicBezTo>
                      <a:pt x="2382339" y="0"/>
                      <a:pt x="2382339" y="0"/>
                      <a:pt x="2382339" y="0"/>
                    </a:cubicBezTo>
                    <a:lnTo>
                      <a:pt x="2390054" y="0"/>
                    </a:lnTo>
                    <a:lnTo>
                      <a:pt x="2419821" y="0"/>
                    </a:lnTo>
                    <a:lnTo>
                      <a:pt x="2427040" y="0"/>
                    </a:lnTo>
                    <a:lnTo>
                      <a:pt x="2436490" y="0"/>
                    </a:lnTo>
                    <a:lnTo>
                      <a:pt x="2444472" y="0"/>
                    </a:lnTo>
                    <a:lnTo>
                      <a:pt x="2448678" y="0"/>
                    </a:lnTo>
                    <a:lnTo>
                      <a:pt x="2450171" y="0"/>
                    </a:lnTo>
                    <a:lnTo>
                      <a:pt x="2450609" y="0"/>
                    </a:lnTo>
                    <a:lnTo>
                      <a:pt x="2463572" y="0"/>
                    </a:lnTo>
                    <a:lnTo>
                      <a:pt x="2471081" y="0"/>
                    </a:lnTo>
                    <a:lnTo>
                      <a:pt x="2472573" y="0"/>
                    </a:lnTo>
                    <a:lnTo>
                      <a:pt x="2474537" y="0"/>
                    </a:lnTo>
                    <a:lnTo>
                      <a:pt x="2475596" y="0"/>
                    </a:lnTo>
                    <a:lnTo>
                      <a:pt x="2477252" y="0"/>
                    </a:lnTo>
                    <a:lnTo>
                      <a:pt x="2478712" y="0"/>
                    </a:lnTo>
                    <a:lnTo>
                      <a:pt x="2478743" y="0"/>
                    </a:lnTo>
                    <a:lnTo>
                      <a:pt x="2480043" y="0"/>
                    </a:lnTo>
                    <a:lnTo>
                      <a:pt x="2499655" y="0"/>
                    </a:lnTo>
                    <a:lnTo>
                      <a:pt x="2501146" y="0"/>
                    </a:lnTo>
                    <a:lnTo>
                      <a:pt x="2505661" y="0"/>
                    </a:lnTo>
                    <a:lnTo>
                      <a:pt x="2508776" y="0"/>
                    </a:lnTo>
                    <a:lnTo>
                      <a:pt x="2510108" y="0"/>
                    </a:lnTo>
                    <a:lnTo>
                      <a:pt x="2524178" y="0"/>
                    </a:lnTo>
                    <a:lnTo>
                      <a:pt x="2525248" y="0"/>
                    </a:lnTo>
                    <a:lnTo>
                      <a:pt x="2525669" y="0"/>
                    </a:lnTo>
                    <a:lnTo>
                      <a:pt x="2552329" y="0"/>
                    </a:lnTo>
                    <a:lnTo>
                      <a:pt x="2552751" y="0"/>
                    </a:lnTo>
                    <a:lnTo>
                      <a:pt x="2554242" y="0"/>
                    </a:lnTo>
                    <a:lnTo>
                      <a:pt x="2574787" y="0"/>
                    </a:lnTo>
                    <a:lnTo>
                      <a:pt x="2576279" y="0"/>
                    </a:lnTo>
                    <a:lnTo>
                      <a:pt x="2576447" y="0"/>
                    </a:lnTo>
                    <a:lnTo>
                      <a:pt x="2577940" y="0"/>
                    </a:lnTo>
                    <a:lnTo>
                      <a:pt x="2603360" y="0"/>
                    </a:lnTo>
                    <a:lnTo>
                      <a:pt x="2604852" y="0"/>
                    </a:lnTo>
                    <a:lnTo>
                      <a:pt x="2605021" y="0"/>
                    </a:lnTo>
                    <a:lnTo>
                      <a:pt x="2605484" y="0"/>
                    </a:lnTo>
                    <a:lnTo>
                      <a:pt x="2606481" y="0"/>
                    </a:lnTo>
                    <a:lnTo>
                      <a:pt x="2606512" y="0"/>
                    </a:lnTo>
                    <a:lnTo>
                      <a:pt x="2606976" y="0"/>
                    </a:lnTo>
                    <a:lnTo>
                      <a:pt x="2618923" y="0"/>
                    </a:lnTo>
                    <a:lnTo>
                      <a:pt x="2621248" y="0"/>
                    </a:lnTo>
                    <a:lnTo>
                      <a:pt x="2622740" y="0"/>
                    </a:lnTo>
                    <a:lnTo>
                      <a:pt x="2627885" y="0"/>
                    </a:lnTo>
                    <a:lnTo>
                      <a:pt x="2629377" y="0"/>
                    </a:lnTo>
                    <a:lnTo>
                      <a:pt x="2634058" y="0"/>
                    </a:lnTo>
                    <a:lnTo>
                      <a:pt x="2635549" y="0"/>
                    </a:lnTo>
                    <a:lnTo>
                      <a:pt x="2636545" y="0"/>
                    </a:lnTo>
                    <a:lnTo>
                      <a:pt x="2648987" y="0"/>
                    </a:lnTo>
                    <a:lnTo>
                      <a:pt x="2649821" y="0"/>
                    </a:lnTo>
                    <a:lnTo>
                      <a:pt x="2651313" y="0"/>
                    </a:lnTo>
                    <a:lnTo>
                      <a:pt x="2651947" y="0"/>
                    </a:lnTo>
                    <a:lnTo>
                      <a:pt x="2653017" y="0"/>
                    </a:lnTo>
                    <a:lnTo>
                      <a:pt x="2653438" y="0"/>
                    </a:lnTo>
                    <a:lnTo>
                      <a:pt x="2656459" y="0"/>
                    </a:lnTo>
                    <a:lnTo>
                      <a:pt x="2657950" y="0"/>
                    </a:lnTo>
                    <a:lnTo>
                      <a:pt x="2665460" y="0"/>
                    </a:lnTo>
                    <a:lnTo>
                      <a:pt x="2680098" y="0"/>
                    </a:lnTo>
                    <a:lnTo>
                      <a:pt x="2680520" y="0"/>
                    </a:lnTo>
                    <a:lnTo>
                      <a:pt x="2682011" y="0"/>
                    </a:lnTo>
                    <a:lnTo>
                      <a:pt x="2692542" y="0"/>
                    </a:lnTo>
                    <a:lnTo>
                      <a:pt x="2702556" y="0"/>
                    </a:lnTo>
                    <a:lnTo>
                      <a:pt x="2704048" y="0"/>
                    </a:lnTo>
                    <a:lnTo>
                      <a:pt x="2724289" y="0"/>
                    </a:lnTo>
                    <a:lnTo>
                      <a:pt x="2731129" y="0"/>
                    </a:lnTo>
                    <a:lnTo>
                      <a:pt x="2732621" y="0"/>
                    </a:lnTo>
                    <a:lnTo>
                      <a:pt x="2733253" y="0"/>
                    </a:lnTo>
                    <a:lnTo>
                      <a:pt x="2734745" y="0"/>
                    </a:lnTo>
                    <a:lnTo>
                      <a:pt x="2746692" y="0"/>
                    </a:lnTo>
                    <a:lnTo>
                      <a:pt x="2749017" y="0"/>
                    </a:lnTo>
                    <a:lnTo>
                      <a:pt x="2750509" y="0"/>
                    </a:lnTo>
                    <a:lnTo>
                      <a:pt x="2754354" y="0"/>
                    </a:lnTo>
                    <a:lnTo>
                      <a:pt x="2755654" y="0"/>
                    </a:lnTo>
                    <a:lnTo>
                      <a:pt x="2757146" y="0"/>
                    </a:lnTo>
                    <a:lnTo>
                      <a:pt x="2761827" y="0"/>
                    </a:lnTo>
                    <a:lnTo>
                      <a:pt x="2763318" y="0"/>
                    </a:lnTo>
                    <a:lnTo>
                      <a:pt x="2776756" y="0"/>
                    </a:lnTo>
                    <a:lnTo>
                      <a:pt x="2777590" y="0"/>
                    </a:lnTo>
                    <a:lnTo>
                      <a:pt x="2779082" y="0"/>
                    </a:lnTo>
                    <a:lnTo>
                      <a:pt x="2783442" y="0"/>
                    </a:lnTo>
                    <a:lnTo>
                      <a:pt x="2784228" y="0"/>
                    </a:lnTo>
                    <a:lnTo>
                      <a:pt x="2785719" y="0"/>
                    </a:lnTo>
                    <a:lnTo>
                      <a:pt x="2786473" y="0"/>
                    </a:lnTo>
                    <a:lnTo>
                      <a:pt x="2793229" y="0"/>
                    </a:lnTo>
                    <a:lnTo>
                      <a:pt x="2799367" y="0"/>
                    </a:lnTo>
                    <a:lnTo>
                      <a:pt x="2813506" y="0"/>
                    </a:lnTo>
                    <a:lnTo>
                      <a:pt x="2820311" y="0"/>
                    </a:lnTo>
                    <a:lnTo>
                      <a:pt x="2827893" y="0"/>
                    </a:lnTo>
                    <a:lnTo>
                      <a:pt x="2827940" y="0"/>
                    </a:lnTo>
                    <a:lnTo>
                      <a:pt x="2829431" y="0"/>
                    </a:lnTo>
                    <a:lnTo>
                      <a:pt x="2829978" y="0"/>
                    </a:lnTo>
                    <a:lnTo>
                      <a:pt x="2852058" y="0"/>
                    </a:lnTo>
                    <a:lnTo>
                      <a:pt x="2857060" y="0"/>
                    </a:lnTo>
                    <a:lnTo>
                      <a:pt x="2857958" y="0"/>
                    </a:lnTo>
                    <a:lnTo>
                      <a:pt x="2871601" y="0"/>
                    </a:lnTo>
                    <a:lnTo>
                      <a:pt x="2882123" y="0"/>
                    </a:lnTo>
                    <a:lnTo>
                      <a:pt x="2894046" y="0"/>
                    </a:lnTo>
                    <a:lnTo>
                      <a:pt x="2903496" y="0"/>
                    </a:lnTo>
                    <a:lnTo>
                      <a:pt x="2911211" y="0"/>
                    </a:lnTo>
                    <a:lnTo>
                      <a:pt x="2914242" y="0"/>
                    </a:lnTo>
                    <a:lnTo>
                      <a:pt x="2914461" y="0"/>
                    </a:lnTo>
                    <a:lnTo>
                      <a:pt x="2924111" y="0"/>
                    </a:lnTo>
                    <a:lnTo>
                      <a:pt x="2927136" y="0"/>
                    </a:lnTo>
                    <a:lnTo>
                      <a:pt x="2933561" y="0"/>
                    </a:lnTo>
                    <a:lnTo>
                      <a:pt x="2939580" y="0"/>
                    </a:lnTo>
                    <a:lnTo>
                      <a:pt x="2941275" y="0"/>
                    </a:lnTo>
                    <a:lnTo>
                      <a:pt x="2941543" y="0"/>
                    </a:lnTo>
                    <a:lnTo>
                      <a:pt x="2945586" y="0"/>
                    </a:lnTo>
                    <a:lnTo>
                      <a:pt x="2950032" y="0"/>
                    </a:lnTo>
                    <a:lnTo>
                      <a:pt x="2955662" y="0"/>
                    </a:lnTo>
                    <a:lnTo>
                      <a:pt x="2955709" y="0"/>
                    </a:lnTo>
                    <a:lnTo>
                      <a:pt x="2957200" y="0"/>
                    </a:lnTo>
                    <a:lnTo>
                      <a:pt x="2957747" y="0"/>
                    </a:lnTo>
                    <a:lnTo>
                      <a:pt x="2968152" y="0"/>
                    </a:lnTo>
                    <a:lnTo>
                      <a:pt x="2969644" y="0"/>
                    </a:lnTo>
                    <a:lnTo>
                      <a:pt x="2972667" y="0"/>
                    </a:lnTo>
                    <a:lnTo>
                      <a:pt x="2977114" y="0"/>
                    </a:lnTo>
                    <a:lnTo>
                      <a:pt x="2984829" y="0"/>
                    </a:lnTo>
                    <a:lnTo>
                      <a:pt x="2985727" y="0"/>
                    </a:lnTo>
                    <a:lnTo>
                      <a:pt x="2999370" y="0"/>
                    </a:lnTo>
                    <a:lnTo>
                      <a:pt x="3021815" y="0"/>
                    </a:lnTo>
                    <a:lnTo>
                      <a:pt x="3031265" y="0"/>
                    </a:lnTo>
                    <a:lnTo>
                      <a:pt x="3042230" y="0"/>
                    </a:lnTo>
                    <a:lnTo>
                      <a:pt x="3044946" y="0"/>
                    </a:lnTo>
                    <a:lnTo>
                      <a:pt x="3051880" y="0"/>
                    </a:lnTo>
                    <a:lnTo>
                      <a:pt x="3061330" y="0"/>
                    </a:lnTo>
                    <a:lnTo>
                      <a:pt x="3067349" y="0"/>
                    </a:lnTo>
                    <a:lnTo>
                      <a:pt x="3069312" y="0"/>
                    </a:lnTo>
                    <a:lnTo>
                      <a:pt x="3073355" y="0"/>
                    </a:lnTo>
                    <a:lnTo>
                      <a:pt x="3073518" y="0"/>
                    </a:lnTo>
                    <a:lnTo>
                      <a:pt x="3075011" y="0"/>
                    </a:lnTo>
                    <a:lnTo>
                      <a:pt x="3077801" y="0"/>
                    </a:lnTo>
                    <a:lnTo>
                      <a:pt x="3095921" y="0"/>
                    </a:lnTo>
                    <a:lnTo>
                      <a:pt x="3097413" y="0"/>
                    </a:lnTo>
                    <a:lnTo>
                      <a:pt x="3100436" y="0"/>
                    </a:lnTo>
                    <a:lnTo>
                      <a:pt x="3103552" y="0"/>
                    </a:lnTo>
                    <a:lnTo>
                      <a:pt x="3104883" y="0"/>
                    </a:lnTo>
                    <a:lnTo>
                      <a:pt x="3120023" y="0"/>
                    </a:lnTo>
                    <a:lnTo>
                      <a:pt x="3120445" y="0"/>
                    </a:lnTo>
                    <a:lnTo>
                      <a:pt x="3149018" y="0"/>
                    </a:lnTo>
                    <a:lnTo>
                      <a:pt x="3150088" y="0"/>
                    </a:lnTo>
                    <a:lnTo>
                      <a:pt x="3150509" y="0"/>
                    </a:lnTo>
                    <a:lnTo>
                      <a:pt x="3171054" y="0"/>
                    </a:lnTo>
                    <a:lnTo>
                      <a:pt x="3172715" y="0"/>
                    </a:lnTo>
                    <a:lnTo>
                      <a:pt x="3199627" y="0"/>
                    </a:lnTo>
                    <a:lnTo>
                      <a:pt x="3201119" y="0"/>
                    </a:lnTo>
                    <a:lnTo>
                      <a:pt x="3201287" y="0"/>
                    </a:lnTo>
                    <a:lnTo>
                      <a:pt x="3201751" y="0"/>
                    </a:lnTo>
                    <a:lnTo>
                      <a:pt x="3202780" y="0"/>
                    </a:lnTo>
                    <a:lnTo>
                      <a:pt x="3217515" y="0"/>
                    </a:lnTo>
                    <a:lnTo>
                      <a:pt x="3224152" y="0"/>
                    </a:lnTo>
                    <a:lnTo>
                      <a:pt x="3230324" y="0"/>
                    </a:lnTo>
                    <a:lnTo>
                      <a:pt x="3231321" y="0"/>
                    </a:lnTo>
                    <a:lnTo>
                      <a:pt x="3231816" y="0"/>
                    </a:lnTo>
                    <a:lnTo>
                      <a:pt x="3243763" y="0"/>
                    </a:lnTo>
                    <a:lnTo>
                      <a:pt x="3246088" y="0"/>
                    </a:lnTo>
                    <a:lnTo>
                      <a:pt x="3247580" y="0"/>
                    </a:lnTo>
                    <a:lnTo>
                      <a:pt x="3247792" y="0"/>
                    </a:lnTo>
                    <a:lnTo>
                      <a:pt x="3248214" y="0"/>
                    </a:lnTo>
                    <a:lnTo>
                      <a:pt x="3252725" y="0"/>
                    </a:lnTo>
                    <a:lnTo>
                      <a:pt x="3254217" y="0"/>
                    </a:lnTo>
                    <a:lnTo>
                      <a:pt x="3260235" y="0"/>
                    </a:lnTo>
                    <a:lnTo>
                      <a:pt x="3276787" y="0"/>
                    </a:lnTo>
                    <a:lnTo>
                      <a:pt x="3277857" y="0"/>
                    </a:lnTo>
                    <a:lnTo>
                      <a:pt x="3278278" y="0"/>
                    </a:lnTo>
                    <a:lnTo>
                      <a:pt x="3290300" y="0"/>
                    </a:lnTo>
                    <a:lnTo>
                      <a:pt x="3298823" y="0"/>
                    </a:lnTo>
                    <a:lnTo>
                      <a:pt x="3327396" y="0"/>
                    </a:lnTo>
                    <a:lnTo>
                      <a:pt x="3328888" y="0"/>
                    </a:lnTo>
                    <a:lnTo>
                      <a:pt x="3329520" y="0"/>
                    </a:lnTo>
                    <a:lnTo>
                      <a:pt x="3345284" y="0"/>
                    </a:lnTo>
                    <a:lnTo>
                      <a:pt x="3349129" y="0"/>
                    </a:lnTo>
                    <a:lnTo>
                      <a:pt x="3351921" y="0"/>
                    </a:lnTo>
                    <a:lnTo>
                      <a:pt x="3358093" y="0"/>
                    </a:lnTo>
                    <a:lnTo>
                      <a:pt x="3359585" y="0"/>
                    </a:lnTo>
                    <a:lnTo>
                      <a:pt x="3371532" y="0"/>
                    </a:lnTo>
                    <a:lnTo>
                      <a:pt x="3373857" y="0"/>
                    </a:lnTo>
                    <a:lnTo>
                      <a:pt x="3375349" y="0"/>
                    </a:lnTo>
                    <a:lnTo>
                      <a:pt x="3380494" y="0"/>
                    </a:lnTo>
                    <a:lnTo>
                      <a:pt x="3381986" y="0"/>
                    </a:lnTo>
                    <a:lnTo>
                      <a:pt x="3388004" y="0"/>
                    </a:lnTo>
                    <a:lnTo>
                      <a:pt x="3408282" y="0"/>
                    </a:lnTo>
                    <a:lnTo>
                      <a:pt x="3418069" y="0"/>
                    </a:lnTo>
                    <a:lnTo>
                      <a:pt x="3424207" y="0"/>
                    </a:lnTo>
                    <a:lnTo>
                      <a:pt x="3424753" y="0"/>
                    </a:lnTo>
                    <a:lnTo>
                      <a:pt x="3452733" y="0"/>
                    </a:lnTo>
                    <a:lnTo>
                      <a:pt x="3454818" y="0"/>
                    </a:lnTo>
                    <a:lnTo>
                      <a:pt x="3476898" y="0"/>
                    </a:lnTo>
                    <a:lnTo>
                      <a:pt x="3496441" y="0"/>
                    </a:lnTo>
                    <a:lnTo>
                      <a:pt x="3509236" y="0"/>
                    </a:lnTo>
                    <a:lnTo>
                      <a:pt x="3518886" y="0"/>
                    </a:lnTo>
                    <a:lnTo>
                      <a:pt x="3528336" y="0"/>
                    </a:lnTo>
                    <a:lnTo>
                      <a:pt x="3536051" y="0"/>
                    </a:lnTo>
                    <a:lnTo>
                      <a:pt x="3539301" y="0"/>
                    </a:lnTo>
                    <a:lnTo>
                      <a:pt x="3540361" y="0"/>
                    </a:lnTo>
                    <a:lnTo>
                      <a:pt x="3544807" y="0"/>
                    </a:lnTo>
                    <a:lnTo>
                      <a:pt x="3551976" y="0"/>
                    </a:lnTo>
                    <a:lnTo>
                      <a:pt x="3552522" y="0"/>
                    </a:lnTo>
                    <a:lnTo>
                      <a:pt x="3564420" y="0"/>
                    </a:lnTo>
                    <a:lnTo>
                      <a:pt x="3570426" y="0"/>
                    </a:lnTo>
                    <a:cubicBezTo>
                      <a:pt x="3574872" y="0"/>
                      <a:pt x="3574872" y="0"/>
                      <a:pt x="3574872" y="0"/>
                    </a:cubicBezTo>
                    <a:lnTo>
                      <a:pt x="3580502" y="0"/>
                    </a:lnTo>
                    <a:lnTo>
                      <a:pt x="3582587" y="0"/>
                    </a:lnTo>
                    <a:lnTo>
                      <a:pt x="3624210" y="0"/>
                    </a:lnTo>
                    <a:lnTo>
                      <a:pt x="3637005" y="0"/>
                    </a:lnTo>
                    <a:lnTo>
                      <a:pt x="3646655" y="0"/>
                    </a:lnTo>
                    <a:lnTo>
                      <a:pt x="3656105" y="0"/>
                    </a:lnTo>
                    <a:lnTo>
                      <a:pt x="3667070" y="0"/>
                    </a:lnTo>
                    <a:lnTo>
                      <a:pt x="3668130" y="0"/>
                    </a:lnTo>
                    <a:lnTo>
                      <a:pt x="3669786" y="0"/>
                    </a:lnTo>
                    <a:lnTo>
                      <a:pt x="3672576" y="0"/>
                    </a:lnTo>
                    <a:lnTo>
                      <a:pt x="3692189" y="0"/>
                    </a:lnTo>
                    <a:lnTo>
                      <a:pt x="3698195" y="0"/>
                    </a:lnTo>
                    <a:lnTo>
                      <a:pt x="3702641" y="0"/>
                    </a:lnTo>
                    <a:lnTo>
                      <a:pt x="3744863" y="0"/>
                    </a:lnTo>
                    <a:lnTo>
                      <a:pt x="3745285" y="0"/>
                    </a:lnTo>
                    <a:lnTo>
                      <a:pt x="3795894" y="0"/>
                    </a:lnTo>
                    <a:lnTo>
                      <a:pt x="3797555" y="0"/>
                    </a:lnTo>
                    <a:lnTo>
                      <a:pt x="3826591" y="0"/>
                    </a:lnTo>
                    <a:lnTo>
                      <a:pt x="3842355" y="0"/>
                    </a:lnTo>
                    <a:lnTo>
                      <a:pt x="3848992" y="0"/>
                    </a:lnTo>
                    <a:lnTo>
                      <a:pt x="3872632" y="0"/>
                    </a:lnTo>
                    <a:lnTo>
                      <a:pt x="3873054" y="0"/>
                    </a:lnTo>
                    <a:lnTo>
                      <a:pt x="3885075" y="0"/>
                    </a:lnTo>
                    <a:lnTo>
                      <a:pt x="3923663" y="0"/>
                    </a:lnTo>
                    <a:lnTo>
                      <a:pt x="3954360" y="0"/>
                    </a:lnTo>
                    <a:lnTo>
                      <a:pt x="3970124" y="0"/>
                    </a:lnTo>
                    <a:lnTo>
                      <a:pt x="3976761" y="0"/>
                    </a:lnTo>
                    <a:lnTo>
                      <a:pt x="4012844" y="0"/>
                    </a:lnTo>
                    <a:lnTo>
                      <a:pt x="4049593" y="0"/>
                    </a:lnTo>
                    <a:cubicBezTo>
                      <a:pt x="4169647" y="0"/>
                      <a:pt x="4169647" y="0"/>
                      <a:pt x="4169647" y="0"/>
                    </a:cubicBezTo>
                    <a:lnTo>
                      <a:pt x="4177362" y="0"/>
                    </a:lnTo>
                    <a:cubicBezTo>
                      <a:pt x="4297416" y="0"/>
                      <a:pt x="4297416" y="0"/>
                      <a:pt x="4297416" y="0"/>
                    </a:cubicBezTo>
                    <a:cubicBezTo>
                      <a:pt x="4327758" y="0"/>
                      <a:pt x="4364168" y="21251"/>
                      <a:pt x="4379339" y="47054"/>
                    </a:cubicBezTo>
                    <a:cubicBezTo>
                      <a:pt x="4591731" y="415146"/>
                      <a:pt x="4591731" y="415146"/>
                      <a:pt x="4591731" y="415146"/>
                    </a:cubicBezTo>
                    <a:cubicBezTo>
                      <a:pt x="4606902" y="440951"/>
                      <a:pt x="4606902" y="483452"/>
                      <a:pt x="4591731" y="509257"/>
                    </a:cubicBezTo>
                    <a:cubicBezTo>
                      <a:pt x="4379339" y="877348"/>
                      <a:pt x="4379339" y="877348"/>
                      <a:pt x="4379339" y="877348"/>
                    </a:cubicBezTo>
                    <a:cubicBezTo>
                      <a:pt x="4364168" y="903151"/>
                      <a:pt x="4327758" y="924402"/>
                      <a:pt x="4297416" y="924402"/>
                    </a:cubicBezTo>
                    <a:lnTo>
                      <a:pt x="4169647" y="924402"/>
                    </a:lnTo>
                    <a:lnTo>
                      <a:pt x="3976761" y="924402"/>
                    </a:lnTo>
                    <a:lnTo>
                      <a:pt x="3872632" y="924402"/>
                    </a:lnTo>
                    <a:lnTo>
                      <a:pt x="3848992" y="924402"/>
                    </a:lnTo>
                    <a:lnTo>
                      <a:pt x="3744863" y="924402"/>
                    </a:lnTo>
                    <a:lnTo>
                      <a:pt x="3702641" y="924402"/>
                    </a:lnTo>
                    <a:lnTo>
                      <a:pt x="3672576" y="924402"/>
                    </a:lnTo>
                    <a:lnTo>
                      <a:pt x="3656105" y="924402"/>
                    </a:lnTo>
                    <a:lnTo>
                      <a:pt x="3574872" y="924402"/>
                    </a:lnTo>
                    <a:lnTo>
                      <a:pt x="3551976" y="924402"/>
                    </a:lnTo>
                    <a:lnTo>
                      <a:pt x="3544807" y="924402"/>
                    </a:lnTo>
                    <a:lnTo>
                      <a:pt x="3528336" y="924402"/>
                    </a:lnTo>
                    <a:lnTo>
                      <a:pt x="3424207" y="924402"/>
                    </a:lnTo>
                    <a:lnTo>
                      <a:pt x="3381986" y="924402"/>
                    </a:lnTo>
                    <a:lnTo>
                      <a:pt x="3380494" y="924402"/>
                    </a:lnTo>
                    <a:lnTo>
                      <a:pt x="3351921" y="924402"/>
                    </a:lnTo>
                    <a:lnTo>
                      <a:pt x="3277857" y="924402"/>
                    </a:lnTo>
                    <a:lnTo>
                      <a:pt x="3254217" y="924402"/>
                    </a:lnTo>
                    <a:lnTo>
                      <a:pt x="3252725" y="924402"/>
                    </a:lnTo>
                    <a:lnTo>
                      <a:pt x="3247792" y="924402"/>
                    </a:lnTo>
                    <a:lnTo>
                      <a:pt x="3231321" y="924402"/>
                    </a:lnTo>
                    <a:lnTo>
                      <a:pt x="3224152" y="924402"/>
                    </a:lnTo>
                    <a:lnTo>
                      <a:pt x="3150088" y="924402"/>
                    </a:lnTo>
                    <a:lnTo>
                      <a:pt x="3120023" y="924402"/>
                    </a:lnTo>
                    <a:lnTo>
                      <a:pt x="3104883" y="924402"/>
                    </a:lnTo>
                    <a:lnTo>
                      <a:pt x="3103552" y="924402"/>
                    </a:lnTo>
                    <a:lnTo>
                      <a:pt x="3077801" y="924402"/>
                    </a:lnTo>
                    <a:lnTo>
                      <a:pt x="3061330" y="924402"/>
                    </a:lnTo>
                    <a:lnTo>
                      <a:pt x="3031265" y="924402"/>
                    </a:lnTo>
                    <a:lnTo>
                      <a:pt x="2977114" y="924402"/>
                    </a:lnTo>
                    <a:lnTo>
                      <a:pt x="2957200" y="924402"/>
                    </a:lnTo>
                    <a:lnTo>
                      <a:pt x="2955709" y="924402"/>
                    </a:lnTo>
                    <a:lnTo>
                      <a:pt x="2950032" y="924402"/>
                    </a:lnTo>
                    <a:lnTo>
                      <a:pt x="2933561" y="924402"/>
                    </a:lnTo>
                    <a:lnTo>
                      <a:pt x="2927136" y="924402"/>
                    </a:lnTo>
                    <a:lnTo>
                      <a:pt x="2903496" y="924402"/>
                    </a:lnTo>
                    <a:lnTo>
                      <a:pt x="2829431" y="924402"/>
                    </a:lnTo>
                    <a:lnTo>
                      <a:pt x="2827940" y="924402"/>
                    </a:lnTo>
                    <a:lnTo>
                      <a:pt x="2799367" y="924402"/>
                    </a:lnTo>
                    <a:lnTo>
                      <a:pt x="2785719" y="924402"/>
                    </a:lnTo>
                    <a:lnTo>
                      <a:pt x="2784228" y="924402"/>
                    </a:lnTo>
                    <a:lnTo>
                      <a:pt x="2757146" y="924402"/>
                    </a:lnTo>
                    <a:lnTo>
                      <a:pt x="2755654" y="924402"/>
                    </a:lnTo>
                    <a:lnTo>
                      <a:pt x="2680098" y="924402"/>
                    </a:lnTo>
                    <a:lnTo>
                      <a:pt x="2657950" y="924402"/>
                    </a:lnTo>
                    <a:lnTo>
                      <a:pt x="2656459" y="924402"/>
                    </a:lnTo>
                    <a:lnTo>
                      <a:pt x="2653017" y="924402"/>
                    </a:lnTo>
                    <a:lnTo>
                      <a:pt x="2636545" y="924402"/>
                    </a:lnTo>
                    <a:lnTo>
                      <a:pt x="2629377" y="924402"/>
                    </a:lnTo>
                    <a:lnTo>
                      <a:pt x="2627885" y="924402"/>
                    </a:lnTo>
                    <a:lnTo>
                      <a:pt x="2606481" y="924402"/>
                    </a:lnTo>
                    <a:lnTo>
                      <a:pt x="2552329" y="924402"/>
                    </a:lnTo>
                    <a:lnTo>
                      <a:pt x="2525248" y="924402"/>
                    </a:lnTo>
                    <a:lnTo>
                      <a:pt x="2510108" y="924402"/>
                    </a:lnTo>
                    <a:lnTo>
                      <a:pt x="2508776" y="924402"/>
                    </a:lnTo>
                    <a:lnTo>
                      <a:pt x="2480043" y="924402"/>
                    </a:lnTo>
                    <a:lnTo>
                      <a:pt x="2478712" y="924402"/>
                    </a:lnTo>
                    <a:lnTo>
                      <a:pt x="2463572" y="924402"/>
                    </a:lnTo>
                    <a:lnTo>
                      <a:pt x="2436490" y="924402"/>
                    </a:lnTo>
                    <a:lnTo>
                      <a:pt x="2382339" y="924402"/>
                    </a:lnTo>
                    <a:lnTo>
                      <a:pt x="2360934" y="924402"/>
                    </a:lnTo>
                    <a:lnTo>
                      <a:pt x="2359443" y="924402"/>
                    </a:lnTo>
                    <a:lnTo>
                      <a:pt x="2352274" y="924402"/>
                    </a:lnTo>
                    <a:lnTo>
                      <a:pt x="2335803" y="924402"/>
                    </a:lnTo>
                    <a:lnTo>
                      <a:pt x="2332360" y="924402"/>
                    </a:lnTo>
                    <a:lnTo>
                      <a:pt x="2332328" y="924402"/>
                    </a:lnTo>
                    <a:lnTo>
                      <a:pt x="2330869" y="924402"/>
                    </a:lnTo>
                    <a:lnTo>
                      <a:pt x="2308721" y="924402"/>
                    </a:lnTo>
                    <a:lnTo>
                      <a:pt x="2233165" y="924402"/>
                    </a:lnTo>
                    <a:lnTo>
                      <a:pt x="2231674" y="924402"/>
                    </a:lnTo>
                    <a:lnTo>
                      <a:pt x="2204591" y="924402"/>
                    </a:lnTo>
                    <a:lnTo>
                      <a:pt x="2204559" y="924402"/>
                    </a:lnTo>
                    <a:lnTo>
                      <a:pt x="2203100" y="924402"/>
                    </a:lnTo>
                    <a:lnTo>
                      <a:pt x="2189452" y="924402"/>
                    </a:lnTo>
                    <a:lnTo>
                      <a:pt x="2160879" y="924402"/>
                    </a:lnTo>
                    <a:lnTo>
                      <a:pt x="2159388" y="924402"/>
                    </a:lnTo>
                    <a:lnTo>
                      <a:pt x="2085323" y="924402"/>
                    </a:lnTo>
                    <a:lnTo>
                      <a:pt x="2077294" y="924402"/>
                    </a:lnTo>
                    <a:lnTo>
                      <a:pt x="2061683" y="924402"/>
                    </a:lnTo>
                    <a:lnTo>
                      <a:pt x="2055258" y="924402"/>
                    </a:lnTo>
                    <a:lnTo>
                      <a:pt x="2038787" y="924402"/>
                    </a:lnTo>
                    <a:lnTo>
                      <a:pt x="2033110" y="924402"/>
                    </a:lnTo>
                    <a:lnTo>
                      <a:pt x="2031619" y="924402"/>
                    </a:lnTo>
                    <a:lnTo>
                      <a:pt x="2011705" y="924402"/>
                    </a:lnTo>
                    <a:lnTo>
                      <a:pt x="1957554" y="924402"/>
                    </a:lnTo>
                    <a:lnTo>
                      <a:pt x="1949525" y="924402"/>
                    </a:lnTo>
                    <a:lnTo>
                      <a:pt x="1927489" y="924402"/>
                    </a:lnTo>
                    <a:lnTo>
                      <a:pt x="1911018" y="924402"/>
                    </a:lnTo>
                    <a:lnTo>
                      <a:pt x="1907543" y="924402"/>
                    </a:lnTo>
                    <a:lnTo>
                      <a:pt x="1885268" y="924402"/>
                    </a:lnTo>
                    <a:lnTo>
                      <a:pt x="1883936" y="924402"/>
                    </a:lnTo>
                    <a:lnTo>
                      <a:pt x="1868796" y="924402"/>
                    </a:lnTo>
                    <a:lnTo>
                      <a:pt x="1838732" y="924402"/>
                    </a:lnTo>
                    <a:lnTo>
                      <a:pt x="1779774" y="924402"/>
                    </a:lnTo>
                    <a:lnTo>
                      <a:pt x="1764668" y="924402"/>
                    </a:lnTo>
                    <a:lnTo>
                      <a:pt x="1757499" y="924402"/>
                    </a:lnTo>
                    <a:lnTo>
                      <a:pt x="1741027" y="924402"/>
                    </a:lnTo>
                    <a:lnTo>
                      <a:pt x="1737552" y="924402"/>
                    </a:lnTo>
                    <a:lnTo>
                      <a:pt x="1736094" y="924402"/>
                    </a:lnTo>
                    <a:lnTo>
                      <a:pt x="1734603" y="924402"/>
                    </a:lnTo>
                    <a:lnTo>
                      <a:pt x="1710963" y="924402"/>
                    </a:lnTo>
                    <a:lnTo>
                      <a:pt x="1707488" y="924402"/>
                    </a:lnTo>
                    <a:lnTo>
                      <a:pt x="1652509" y="924402"/>
                    </a:lnTo>
                    <a:lnTo>
                      <a:pt x="1636899" y="924402"/>
                    </a:lnTo>
                    <a:lnTo>
                      <a:pt x="1609783" y="924402"/>
                    </a:lnTo>
                    <a:lnTo>
                      <a:pt x="1608325" y="924402"/>
                    </a:lnTo>
                    <a:lnTo>
                      <a:pt x="1606834" y="924402"/>
                    </a:lnTo>
                    <a:lnTo>
                      <a:pt x="1579719" y="924402"/>
                    </a:lnTo>
                    <a:lnTo>
                      <a:pt x="1564612" y="924402"/>
                    </a:lnTo>
                    <a:lnTo>
                      <a:pt x="1524740" y="924402"/>
                    </a:lnTo>
                    <a:lnTo>
                      <a:pt x="1482518" y="924402"/>
                    </a:lnTo>
                    <a:lnTo>
                      <a:pt x="1460483" y="924402"/>
                    </a:lnTo>
                    <a:lnTo>
                      <a:pt x="1452454" y="924402"/>
                    </a:lnTo>
                    <a:lnTo>
                      <a:pt x="1444011" y="924402"/>
                    </a:lnTo>
                    <a:lnTo>
                      <a:pt x="1436843" y="924402"/>
                    </a:lnTo>
                    <a:lnTo>
                      <a:pt x="1413947" y="924402"/>
                    </a:lnTo>
                    <a:lnTo>
                      <a:pt x="1354749" y="924402"/>
                    </a:lnTo>
                    <a:lnTo>
                      <a:pt x="1332714" y="924402"/>
                    </a:lnTo>
                    <a:lnTo>
                      <a:pt x="1324685" y="924402"/>
                    </a:lnTo>
                    <a:lnTo>
                      <a:pt x="1316242" y="924402"/>
                    </a:lnTo>
                    <a:lnTo>
                      <a:pt x="1312767" y="924402"/>
                    </a:lnTo>
                    <a:lnTo>
                      <a:pt x="1286178" y="924402"/>
                    </a:lnTo>
                    <a:lnTo>
                      <a:pt x="1282703" y="924402"/>
                    </a:lnTo>
                    <a:lnTo>
                      <a:pt x="1243956" y="924402"/>
                    </a:lnTo>
                    <a:lnTo>
                      <a:pt x="1184998" y="924402"/>
                    </a:lnTo>
                    <a:lnTo>
                      <a:pt x="1154934" y="924402"/>
                    </a:lnTo>
                    <a:lnTo>
                      <a:pt x="1139828" y="924402"/>
                    </a:lnTo>
                    <a:lnTo>
                      <a:pt x="1116187" y="924402"/>
                    </a:lnTo>
                    <a:lnTo>
                      <a:pt x="1112712" y="924402"/>
                    </a:lnTo>
                    <a:lnTo>
                      <a:pt x="1057734" y="924402"/>
                    </a:lnTo>
                    <a:lnTo>
                      <a:pt x="1027669" y="924402"/>
                    </a:lnTo>
                    <a:lnTo>
                      <a:pt x="1012059" y="924402"/>
                    </a:lnTo>
                    <a:lnTo>
                      <a:pt x="984943" y="924402"/>
                    </a:lnTo>
                    <a:lnTo>
                      <a:pt x="929965" y="924402"/>
                    </a:lnTo>
                    <a:lnTo>
                      <a:pt x="899900" y="924402"/>
                    </a:lnTo>
                    <a:lnTo>
                      <a:pt x="857678" y="924402"/>
                    </a:lnTo>
                    <a:lnTo>
                      <a:pt x="819171" y="924402"/>
                    </a:lnTo>
                    <a:lnTo>
                      <a:pt x="729909" y="924402"/>
                    </a:lnTo>
                    <a:lnTo>
                      <a:pt x="691402" y="924402"/>
                    </a:lnTo>
                    <a:lnTo>
                      <a:pt x="687927" y="924402"/>
                    </a:lnTo>
                    <a:lnTo>
                      <a:pt x="560158" y="924402"/>
                    </a:lnTo>
                    <a:lnTo>
                      <a:pt x="432894" y="924402"/>
                    </a:lnTo>
                    <a:lnTo>
                      <a:pt x="305125" y="924402"/>
                    </a:lnTo>
                    <a:cubicBezTo>
                      <a:pt x="275541" y="924402"/>
                      <a:pt x="238373" y="903151"/>
                      <a:pt x="223202" y="877348"/>
                    </a:cubicBezTo>
                    <a:cubicBezTo>
                      <a:pt x="10809" y="509257"/>
                      <a:pt x="10809" y="509257"/>
                      <a:pt x="10809" y="509257"/>
                    </a:cubicBezTo>
                    <a:cubicBezTo>
                      <a:pt x="-3603" y="483452"/>
                      <a:pt x="-3603" y="440951"/>
                      <a:pt x="10809" y="415146"/>
                    </a:cubicBezTo>
                    <a:cubicBezTo>
                      <a:pt x="223202" y="47054"/>
                      <a:pt x="223202" y="47054"/>
                      <a:pt x="223202" y="47054"/>
                    </a:cubicBezTo>
                    <a:cubicBezTo>
                      <a:pt x="238373" y="21251"/>
                      <a:pt x="275541" y="0"/>
                      <a:pt x="305125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9050">
                <a:gradFill flip="none" rotWithShape="1">
                  <a:gsLst>
                    <a:gs pos="0">
                      <a:sysClr val="window" lastClr="FFFFFF">
                        <a:lumMod val="7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5" name="Freeform 5">
                <a:extLst>
                  <a:ext uri="{FF2B5EF4-FFF2-40B4-BE49-F238E27FC236}">
                    <a16:creationId xmlns:a16="http://schemas.microsoft.com/office/drawing/2014/main" id="{85E58982-C49B-4142-11AC-760539ADA6AA}"/>
                  </a:ext>
                </a:extLst>
              </p:cNvPr>
              <p:cNvSpPr/>
              <p:nvPr/>
            </p:nvSpPr>
            <p:spPr bwMode="auto">
              <a:xfrm>
                <a:off x="4530004" y="4831485"/>
                <a:ext cx="1268148" cy="1123545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>
                      <a:lumMod val="97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AB0573D8-905D-44C8-4F56-C9CF846940FB}"/>
                  </a:ext>
                </a:extLst>
              </p:cNvPr>
              <p:cNvSpPr/>
              <p:nvPr/>
            </p:nvSpPr>
            <p:spPr bwMode="auto">
              <a:xfrm>
                <a:off x="4702000" y="4983869"/>
                <a:ext cx="924153" cy="81877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01ACBE"/>
              </a:solidFill>
              <a:ln w="15875">
                <a:gradFill flip="none" rotWithShape="1"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0" name="Text Box 5">
                <a:extLst>
                  <a:ext uri="{FF2B5EF4-FFF2-40B4-BE49-F238E27FC236}">
                    <a16:creationId xmlns:a16="http://schemas.microsoft.com/office/drawing/2014/main" id="{0D7E7B5A-7E57-2824-54C7-2D5DF2179552}"/>
                  </a:ext>
                </a:extLst>
              </p:cNvPr>
              <p:cNvSpPr txBox="1"/>
              <p:nvPr/>
            </p:nvSpPr>
            <p:spPr>
              <a:xfrm>
                <a:off x="4828554" y="5131647"/>
                <a:ext cx="6710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</a:rPr>
                  <a:t>05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590CEB4-FBD0-DA6E-BD4E-237623316E8B}"/>
                  </a:ext>
                </a:extLst>
              </p:cNvPr>
              <p:cNvSpPr txBox="1"/>
              <p:nvPr/>
            </p:nvSpPr>
            <p:spPr>
              <a:xfrm>
                <a:off x="1336354" y="5016231"/>
                <a:ext cx="311806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Budget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8D011C0-4C23-5FF9-8CBE-7C4E43FABC8B}"/>
                </a:ext>
              </a:extLst>
            </p:cNvPr>
            <p:cNvGrpSpPr/>
            <p:nvPr/>
          </p:nvGrpSpPr>
          <p:grpSpPr>
            <a:xfrm>
              <a:off x="6432748" y="3266623"/>
              <a:ext cx="4714300" cy="1123545"/>
              <a:chOff x="6432748" y="3266624"/>
              <a:chExt cx="4714300" cy="1123545"/>
            </a:xfrm>
          </p:grpSpPr>
          <p:sp>
            <p:nvSpPr>
              <p:cNvPr id="15" name="4">
                <a:extLst>
                  <a:ext uri="{FF2B5EF4-FFF2-40B4-BE49-F238E27FC236}">
                    <a16:creationId xmlns:a16="http://schemas.microsoft.com/office/drawing/2014/main" id="{A24C7F52-AC03-7B2E-6CF2-E54260C29FE0}"/>
                  </a:ext>
                </a:extLst>
              </p:cNvPr>
              <p:cNvSpPr/>
              <p:nvPr/>
            </p:nvSpPr>
            <p:spPr bwMode="auto">
              <a:xfrm>
                <a:off x="6987929" y="3329331"/>
                <a:ext cx="4159119" cy="998130"/>
              </a:xfrm>
              <a:custGeom>
                <a:avLst/>
                <a:gdLst>
                  <a:gd name="connsiteX0" fmla="*/ 352810 w 4452260"/>
                  <a:gd name="connsiteY0" fmla="*/ 0 h 1068867"/>
                  <a:gd name="connsiteX1" fmla="*/ 636768 w 4452260"/>
                  <a:gd name="connsiteY1" fmla="*/ 0 h 1068867"/>
                  <a:gd name="connsiteX2" fmla="*/ 647700 w 4452260"/>
                  <a:gd name="connsiteY2" fmla="*/ 0 h 1068867"/>
                  <a:gd name="connsiteX3" fmla="*/ 724065 w 4452260"/>
                  <a:gd name="connsiteY3" fmla="*/ 0 h 1068867"/>
                  <a:gd name="connsiteX4" fmla="*/ 782584 w 4452260"/>
                  <a:gd name="connsiteY4" fmla="*/ 0 h 1068867"/>
                  <a:gd name="connsiteX5" fmla="*/ 799455 w 4452260"/>
                  <a:gd name="connsiteY5" fmla="*/ 0 h 1068867"/>
                  <a:gd name="connsiteX6" fmla="*/ 809825 w 4452260"/>
                  <a:gd name="connsiteY6" fmla="*/ 0 h 1068867"/>
                  <a:gd name="connsiteX7" fmla="*/ 818078 w 4452260"/>
                  <a:gd name="connsiteY7" fmla="*/ 0 h 1068867"/>
                  <a:gd name="connsiteX8" fmla="*/ 843980 w 4452260"/>
                  <a:gd name="connsiteY8" fmla="*/ 0 h 1068867"/>
                  <a:gd name="connsiteX9" fmla="*/ 931658 w 4452260"/>
                  <a:gd name="connsiteY9" fmla="*/ 0 h 1068867"/>
                  <a:gd name="connsiteX10" fmla="*/ 961580 w 4452260"/>
                  <a:gd name="connsiteY10" fmla="*/ 0 h 1068867"/>
                  <a:gd name="connsiteX11" fmla="*/ 1000055 w 4452260"/>
                  <a:gd name="connsiteY11" fmla="*/ 0 h 1068867"/>
                  <a:gd name="connsiteX12" fmla="*/ 1040537 w 4452260"/>
                  <a:gd name="connsiteY12" fmla="*/ 0 h 1068867"/>
                  <a:gd name="connsiteX13" fmla="*/ 1051453 w 4452260"/>
                  <a:gd name="connsiteY13" fmla="*/ 0 h 1068867"/>
                  <a:gd name="connsiteX14" fmla="*/ 1083414 w 4452260"/>
                  <a:gd name="connsiteY14" fmla="*/ 0 h 1068867"/>
                  <a:gd name="connsiteX15" fmla="*/ 1112969 w 4452260"/>
                  <a:gd name="connsiteY15" fmla="*/ 0 h 1068867"/>
                  <a:gd name="connsiteX16" fmla="*/ 1138871 w 4452260"/>
                  <a:gd name="connsiteY16" fmla="*/ 0 h 1068867"/>
                  <a:gd name="connsiteX17" fmla="*/ 1170224 w 4452260"/>
                  <a:gd name="connsiteY17" fmla="*/ 0 h 1068867"/>
                  <a:gd name="connsiteX18" fmla="*/ 1170711 w 4452260"/>
                  <a:gd name="connsiteY18" fmla="*/ 0 h 1068867"/>
                  <a:gd name="connsiteX19" fmla="*/ 1202662 w 4452260"/>
                  <a:gd name="connsiteY19" fmla="*/ 0 h 1068867"/>
                  <a:gd name="connsiteX20" fmla="*/ 1240037 w 4452260"/>
                  <a:gd name="connsiteY20" fmla="*/ 0 h 1068867"/>
                  <a:gd name="connsiteX21" fmla="*/ 1290626 w 4452260"/>
                  <a:gd name="connsiteY21" fmla="*/ 0 h 1068867"/>
                  <a:gd name="connsiteX22" fmla="*/ 1324496 w 4452260"/>
                  <a:gd name="connsiteY22" fmla="*/ 0 h 1068867"/>
                  <a:gd name="connsiteX23" fmla="*/ 1332348 w 4452260"/>
                  <a:gd name="connsiteY23" fmla="*/ 0 h 1068867"/>
                  <a:gd name="connsiteX24" fmla="*/ 1335428 w 4452260"/>
                  <a:gd name="connsiteY24" fmla="*/ 0 h 1068867"/>
                  <a:gd name="connsiteX25" fmla="*/ 1411793 w 4452260"/>
                  <a:gd name="connsiteY25" fmla="*/ 0 h 1068867"/>
                  <a:gd name="connsiteX26" fmla="*/ 1454182 w 4452260"/>
                  <a:gd name="connsiteY26" fmla="*/ 0 h 1068867"/>
                  <a:gd name="connsiteX27" fmla="*/ 1470312 w 4452260"/>
                  <a:gd name="connsiteY27" fmla="*/ 0 h 1068867"/>
                  <a:gd name="connsiteX28" fmla="*/ 1487183 w 4452260"/>
                  <a:gd name="connsiteY28" fmla="*/ 0 h 1068867"/>
                  <a:gd name="connsiteX29" fmla="*/ 1497552 w 4452260"/>
                  <a:gd name="connsiteY29" fmla="*/ 0 h 1068867"/>
                  <a:gd name="connsiteX30" fmla="*/ 1505806 w 4452260"/>
                  <a:gd name="connsiteY30" fmla="*/ 0 h 1068867"/>
                  <a:gd name="connsiteX31" fmla="*/ 1528471 w 4452260"/>
                  <a:gd name="connsiteY31" fmla="*/ 0 h 1068867"/>
                  <a:gd name="connsiteX32" fmla="*/ 1531708 w 4452260"/>
                  <a:gd name="connsiteY32" fmla="*/ 0 h 1068867"/>
                  <a:gd name="connsiteX33" fmla="*/ 1540992 w 4452260"/>
                  <a:gd name="connsiteY33" fmla="*/ 0 h 1068867"/>
                  <a:gd name="connsiteX34" fmla="*/ 1541479 w 4452260"/>
                  <a:gd name="connsiteY34" fmla="*/ 0 h 1068867"/>
                  <a:gd name="connsiteX35" fmla="*/ 1599998 w 4452260"/>
                  <a:gd name="connsiteY35" fmla="*/ 0 h 1068867"/>
                  <a:gd name="connsiteX36" fmla="*/ 1619386 w 4452260"/>
                  <a:gd name="connsiteY36" fmla="*/ 0 h 1068867"/>
                  <a:gd name="connsiteX37" fmla="*/ 1635492 w 4452260"/>
                  <a:gd name="connsiteY37" fmla="*/ 0 h 1068867"/>
                  <a:gd name="connsiteX38" fmla="*/ 1649308 w 4452260"/>
                  <a:gd name="connsiteY38" fmla="*/ 0 h 1068867"/>
                  <a:gd name="connsiteX39" fmla="*/ 1653720 w 4452260"/>
                  <a:gd name="connsiteY39" fmla="*/ 0 h 1068867"/>
                  <a:gd name="connsiteX40" fmla="*/ 1661394 w 4452260"/>
                  <a:gd name="connsiteY40" fmla="*/ 0 h 1068867"/>
                  <a:gd name="connsiteX41" fmla="*/ 1687782 w 4452260"/>
                  <a:gd name="connsiteY41" fmla="*/ 0 h 1068867"/>
                  <a:gd name="connsiteX42" fmla="*/ 1703116 w 4452260"/>
                  <a:gd name="connsiteY42" fmla="*/ 0 h 1068867"/>
                  <a:gd name="connsiteX43" fmla="*/ 1739181 w 4452260"/>
                  <a:gd name="connsiteY43" fmla="*/ 0 h 1068867"/>
                  <a:gd name="connsiteX44" fmla="*/ 1771141 w 4452260"/>
                  <a:gd name="connsiteY44" fmla="*/ 0 h 1068867"/>
                  <a:gd name="connsiteX45" fmla="*/ 1800697 w 4452260"/>
                  <a:gd name="connsiteY45" fmla="*/ 0 h 1068867"/>
                  <a:gd name="connsiteX46" fmla="*/ 1811727 w 4452260"/>
                  <a:gd name="connsiteY46" fmla="*/ 0 h 1068867"/>
                  <a:gd name="connsiteX47" fmla="*/ 1823361 w 4452260"/>
                  <a:gd name="connsiteY47" fmla="*/ 0 h 1068867"/>
                  <a:gd name="connsiteX48" fmla="*/ 1826599 w 4452260"/>
                  <a:gd name="connsiteY48" fmla="*/ 0 h 1068867"/>
                  <a:gd name="connsiteX49" fmla="*/ 1857951 w 4452260"/>
                  <a:gd name="connsiteY49" fmla="*/ 0 h 1068867"/>
                  <a:gd name="connsiteX50" fmla="*/ 1858439 w 4452260"/>
                  <a:gd name="connsiteY50" fmla="*/ 0 h 1068867"/>
                  <a:gd name="connsiteX51" fmla="*/ 1859676 w 4452260"/>
                  <a:gd name="connsiteY51" fmla="*/ 0 h 1068867"/>
                  <a:gd name="connsiteX52" fmla="*/ 1893346 w 4452260"/>
                  <a:gd name="connsiteY52" fmla="*/ 0 h 1068867"/>
                  <a:gd name="connsiteX53" fmla="*/ 1927765 w 4452260"/>
                  <a:gd name="connsiteY53" fmla="*/ 0 h 1068867"/>
                  <a:gd name="connsiteX54" fmla="*/ 1963365 w 4452260"/>
                  <a:gd name="connsiteY54" fmla="*/ 0 h 1068867"/>
                  <a:gd name="connsiteX55" fmla="*/ 1978354 w 4452260"/>
                  <a:gd name="connsiteY55" fmla="*/ 0 h 1068867"/>
                  <a:gd name="connsiteX56" fmla="*/ 1991032 w 4452260"/>
                  <a:gd name="connsiteY56" fmla="*/ 0 h 1068867"/>
                  <a:gd name="connsiteX57" fmla="*/ 2020076 w 4452260"/>
                  <a:gd name="connsiteY57" fmla="*/ 0 h 1068867"/>
                  <a:gd name="connsiteX58" fmla="*/ 2021800 w 4452260"/>
                  <a:gd name="connsiteY58" fmla="*/ 0 h 1068867"/>
                  <a:gd name="connsiteX59" fmla="*/ 2027021 w 4452260"/>
                  <a:gd name="connsiteY59" fmla="*/ 0 h 1068867"/>
                  <a:gd name="connsiteX60" fmla="*/ 2032162 w 4452260"/>
                  <a:gd name="connsiteY60" fmla="*/ 0 h 1068867"/>
                  <a:gd name="connsiteX61" fmla="*/ 2141909 w 4452260"/>
                  <a:gd name="connsiteY61" fmla="*/ 0 h 1068867"/>
                  <a:gd name="connsiteX62" fmla="*/ 2143633 w 4452260"/>
                  <a:gd name="connsiteY62" fmla="*/ 0 h 1068867"/>
                  <a:gd name="connsiteX63" fmla="*/ 2178359 w 4452260"/>
                  <a:gd name="connsiteY63" fmla="*/ 0 h 1068867"/>
                  <a:gd name="connsiteX64" fmla="*/ 2228719 w 4452260"/>
                  <a:gd name="connsiteY64" fmla="*/ 0 h 1068867"/>
                  <a:gd name="connsiteX65" fmla="*/ 2229207 w 4452260"/>
                  <a:gd name="connsiteY65" fmla="*/ 0 h 1068867"/>
                  <a:gd name="connsiteX66" fmla="*/ 2230931 w 4452260"/>
                  <a:gd name="connsiteY66" fmla="*/ 0 h 1068867"/>
                  <a:gd name="connsiteX67" fmla="*/ 2287725 w 4452260"/>
                  <a:gd name="connsiteY67" fmla="*/ 0 h 1068867"/>
                  <a:gd name="connsiteX68" fmla="*/ 2289450 w 4452260"/>
                  <a:gd name="connsiteY68" fmla="*/ 0 h 1068867"/>
                  <a:gd name="connsiteX69" fmla="*/ 2323220 w 4452260"/>
                  <a:gd name="connsiteY69" fmla="*/ 0 h 1068867"/>
                  <a:gd name="connsiteX70" fmla="*/ 2324944 w 4452260"/>
                  <a:gd name="connsiteY70" fmla="*/ 0 h 1068867"/>
                  <a:gd name="connsiteX71" fmla="*/ 2340483 w 4452260"/>
                  <a:gd name="connsiteY71" fmla="*/ 0 h 1068867"/>
                  <a:gd name="connsiteX72" fmla="*/ 2341447 w 4452260"/>
                  <a:gd name="connsiteY72" fmla="*/ 0 h 1068867"/>
                  <a:gd name="connsiteX73" fmla="*/ 2343172 w 4452260"/>
                  <a:gd name="connsiteY73" fmla="*/ 0 h 1068867"/>
                  <a:gd name="connsiteX74" fmla="*/ 2349122 w 4452260"/>
                  <a:gd name="connsiteY74" fmla="*/ 0 h 1068867"/>
                  <a:gd name="connsiteX75" fmla="*/ 2350846 w 4452260"/>
                  <a:gd name="connsiteY75" fmla="*/ 0 h 1068867"/>
                  <a:gd name="connsiteX76" fmla="*/ 2390844 w 4452260"/>
                  <a:gd name="connsiteY76" fmla="*/ 0 h 1068867"/>
                  <a:gd name="connsiteX77" fmla="*/ 2462317 w 4452260"/>
                  <a:gd name="connsiteY77" fmla="*/ 0 h 1068867"/>
                  <a:gd name="connsiteX78" fmla="*/ 2499455 w 4452260"/>
                  <a:gd name="connsiteY78" fmla="*/ 0 h 1068867"/>
                  <a:gd name="connsiteX79" fmla="*/ 2530713 w 4452260"/>
                  <a:gd name="connsiteY79" fmla="*/ 0 h 1068867"/>
                  <a:gd name="connsiteX80" fmla="*/ 2547403 w 4452260"/>
                  <a:gd name="connsiteY80" fmla="*/ 0 h 1068867"/>
                  <a:gd name="connsiteX81" fmla="*/ 2549127 w 4452260"/>
                  <a:gd name="connsiteY81" fmla="*/ 0 h 1068867"/>
                  <a:gd name="connsiteX82" fmla="*/ 2581074 w 4452260"/>
                  <a:gd name="connsiteY82" fmla="*/ 0 h 1068867"/>
                  <a:gd name="connsiteX83" fmla="*/ 2582112 w 4452260"/>
                  <a:gd name="connsiteY83" fmla="*/ 0 h 1068867"/>
                  <a:gd name="connsiteX84" fmla="*/ 2669530 w 4452260"/>
                  <a:gd name="connsiteY84" fmla="*/ 0 h 1068867"/>
                  <a:gd name="connsiteX85" fmla="*/ 2678759 w 4452260"/>
                  <a:gd name="connsiteY85" fmla="*/ 0 h 1068867"/>
                  <a:gd name="connsiteX86" fmla="*/ 2709527 w 4452260"/>
                  <a:gd name="connsiteY86" fmla="*/ 0 h 1068867"/>
                  <a:gd name="connsiteX87" fmla="*/ 2711252 w 4452260"/>
                  <a:gd name="connsiteY87" fmla="*/ 0 h 1068867"/>
                  <a:gd name="connsiteX88" fmla="*/ 2714748 w 4452260"/>
                  <a:gd name="connsiteY88" fmla="*/ 0 h 1068867"/>
                  <a:gd name="connsiteX89" fmla="*/ 2719890 w 4452260"/>
                  <a:gd name="connsiteY89" fmla="*/ 0 h 1068867"/>
                  <a:gd name="connsiteX90" fmla="*/ 2831360 w 4452260"/>
                  <a:gd name="connsiteY90" fmla="*/ 0 h 1068867"/>
                  <a:gd name="connsiteX91" fmla="*/ 2833086 w 4452260"/>
                  <a:gd name="connsiteY91" fmla="*/ 0 h 1068867"/>
                  <a:gd name="connsiteX92" fmla="*/ 2866087 w 4452260"/>
                  <a:gd name="connsiteY92" fmla="*/ 0 h 1068867"/>
                  <a:gd name="connsiteX93" fmla="*/ 2918659 w 4452260"/>
                  <a:gd name="connsiteY93" fmla="*/ 0 h 1068867"/>
                  <a:gd name="connsiteX94" fmla="*/ 2919896 w 4452260"/>
                  <a:gd name="connsiteY94" fmla="*/ 0 h 1068867"/>
                  <a:gd name="connsiteX95" fmla="*/ 2920383 w 4452260"/>
                  <a:gd name="connsiteY95" fmla="*/ 0 h 1068867"/>
                  <a:gd name="connsiteX96" fmla="*/ 2977177 w 4452260"/>
                  <a:gd name="connsiteY96" fmla="*/ 0 h 1068867"/>
                  <a:gd name="connsiteX97" fmla="*/ 2978902 w 4452260"/>
                  <a:gd name="connsiteY97" fmla="*/ 0 h 1068867"/>
                  <a:gd name="connsiteX98" fmla="*/ 3012671 w 4452260"/>
                  <a:gd name="connsiteY98" fmla="*/ 0 h 1068867"/>
                  <a:gd name="connsiteX99" fmla="*/ 3014397 w 4452260"/>
                  <a:gd name="connsiteY99" fmla="*/ 0 h 1068867"/>
                  <a:gd name="connsiteX100" fmla="*/ 3028211 w 4452260"/>
                  <a:gd name="connsiteY100" fmla="*/ 0 h 1068867"/>
                  <a:gd name="connsiteX101" fmla="*/ 3030899 w 4452260"/>
                  <a:gd name="connsiteY101" fmla="*/ 0 h 1068867"/>
                  <a:gd name="connsiteX102" fmla="*/ 3032624 w 4452260"/>
                  <a:gd name="connsiteY102" fmla="*/ 0 h 1068867"/>
                  <a:gd name="connsiteX103" fmla="*/ 3038573 w 4452260"/>
                  <a:gd name="connsiteY103" fmla="*/ 0 h 1068867"/>
                  <a:gd name="connsiteX104" fmla="*/ 3040298 w 4452260"/>
                  <a:gd name="connsiteY104" fmla="*/ 0 h 1068867"/>
                  <a:gd name="connsiteX105" fmla="*/ 3082021 w 4452260"/>
                  <a:gd name="connsiteY105" fmla="*/ 0 h 1068867"/>
                  <a:gd name="connsiteX106" fmla="*/ 3150044 w 4452260"/>
                  <a:gd name="connsiteY106" fmla="*/ 0 h 1068867"/>
                  <a:gd name="connsiteX107" fmla="*/ 3218441 w 4452260"/>
                  <a:gd name="connsiteY107" fmla="*/ 0 h 1068867"/>
                  <a:gd name="connsiteX108" fmla="*/ 3236855 w 4452260"/>
                  <a:gd name="connsiteY108" fmla="*/ 0 h 1068867"/>
                  <a:gd name="connsiteX109" fmla="*/ 3269839 w 4452260"/>
                  <a:gd name="connsiteY109" fmla="*/ 0 h 1068867"/>
                  <a:gd name="connsiteX110" fmla="*/ 3272250 w 4452260"/>
                  <a:gd name="connsiteY110" fmla="*/ 0 h 1068867"/>
                  <a:gd name="connsiteX111" fmla="*/ 3320378 w 4452260"/>
                  <a:gd name="connsiteY111" fmla="*/ 0 h 1068867"/>
                  <a:gd name="connsiteX112" fmla="*/ 3346330 w 4452260"/>
                  <a:gd name="connsiteY112" fmla="*/ 0 h 1068867"/>
                  <a:gd name="connsiteX113" fmla="*/ 3357257 w 4452260"/>
                  <a:gd name="connsiteY113" fmla="*/ 0 h 1068867"/>
                  <a:gd name="connsiteX114" fmla="*/ 3369936 w 4452260"/>
                  <a:gd name="connsiteY114" fmla="*/ 0 h 1068867"/>
                  <a:gd name="connsiteX115" fmla="*/ 3398980 w 4452260"/>
                  <a:gd name="connsiteY115" fmla="*/ 0 h 1068867"/>
                  <a:gd name="connsiteX116" fmla="*/ 3405925 w 4452260"/>
                  <a:gd name="connsiteY116" fmla="*/ 0 h 1068867"/>
                  <a:gd name="connsiteX117" fmla="*/ 3411066 w 4452260"/>
                  <a:gd name="connsiteY117" fmla="*/ 0 h 1068867"/>
                  <a:gd name="connsiteX118" fmla="*/ 3520813 w 4452260"/>
                  <a:gd name="connsiteY118" fmla="*/ 0 h 1068867"/>
                  <a:gd name="connsiteX119" fmla="*/ 3607623 w 4452260"/>
                  <a:gd name="connsiteY119" fmla="*/ 0 h 1068867"/>
                  <a:gd name="connsiteX120" fmla="*/ 3608111 w 4452260"/>
                  <a:gd name="connsiteY120" fmla="*/ 0 h 1068867"/>
                  <a:gd name="connsiteX121" fmla="*/ 3666629 w 4452260"/>
                  <a:gd name="connsiteY121" fmla="*/ 0 h 1068867"/>
                  <a:gd name="connsiteX122" fmla="*/ 3702124 w 4452260"/>
                  <a:gd name="connsiteY122" fmla="*/ 0 h 1068867"/>
                  <a:gd name="connsiteX123" fmla="*/ 3720351 w 4452260"/>
                  <a:gd name="connsiteY123" fmla="*/ 0 h 1068867"/>
                  <a:gd name="connsiteX124" fmla="*/ 3728025 w 4452260"/>
                  <a:gd name="connsiteY124" fmla="*/ 0 h 1068867"/>
                  <a:gd name="connsiteX125" fmla="*/ 3769748 w 4452260"/>
                  <a:gd name="connsiteY125" fmla="*/ 0 h 1068867"/>
                  <a:gd name="connsiteX126" fmla="*/ 4098793 w 4452260"/>
                  <a:gd name="connsiteY126" fmla="*/ 0 h 1068867"/>
                  <a:gd name="connsiteX127" fmla="*/ 4193519 w 4452260"/>
                  <a:gd name="connsiteY127" fmla="*/ 54408 h 1068867"/>
                  <a:gd name="connsiteX128" fmla="*/ 4439104 w 4452260"/>
                  <a:gd name="connsiteY128" fmla="*/ 480025 h 1068867"/>
                  <a:gd name="connsiteX129" fmla="*/ 4439104 w 4452260"/>
                  <a:gd name="connsiteY129" fmla="*/ 588843 h 1068867"/>
                  <a:gd name="connsiteX130" fmla="*/ 4193519 w 4452260"/>
                  <a:gd name="connsiteY130" fmla="*/ 1014459 h 1068867"/>
                  <a:gd name="connsiteX131" fmla="*/ 4098793 w 4452260"/>
                  <a:gd name="connsiteY131" fmla="*/ 1068867 h 1068867"/>
                  <a:gd name="connsiteX132" fmla="*/ 3728025 w 4452260"/>
                  <a:gd name="connsiteY132" fmla="*/ 1068867 h 1068867"/>
                  <a:gd name="connsiteX133" fmla="*/ 3607623 w 4452260"/>
                  <a:gd name="connsiteY133" fmla="*/ 1068867 h 1068867"/>
                  <a:gd name="connsiteX134" fmla="*/ 3411066 w 4452260"/>
                  <a:gd name="connsiteY134" fmla="*/ 1068867 h 1068867"/>
                  <a:gd name="connsiteX135" fmla="*/ 3357257 w 4452260"/>
                  <a:gd name="connsiteY135" fmla="*/ 1068867 h 1068867"/>
                  <a:gd name="connsiteX136" fmla="*/ 3236855 w 4452260"/>
                  <a:gd name="connsiteY136" fmla="*/ 1068867 h 1068867"/>
                  <a:gd name="connsiteX137" fmla="*/ 3040298 w 4452260"/>
                  <a:gd name="connsiteY137" fmla="*/ 1068867 h 1068867"/>
                  <a:gd name="connsiteX138" fmla="*/ 3038573 w 4452260"/>
                  <a:gd name="connsiteY138" fmla="*/ 1068867 h 1068867"/>
                  <a:gd name="connsiteX139" fmla="*/ 2919896 w 4452260"/>
                  <a:gd name="connsiteY139" fmla="*/ 1068867 h 1068867"/>
                  <a:gd name="connsiteX140" fmla="*/ 2866087 w 4452260"/>
                  <a:gd name="connsiteY140" fmla="*/ 1068867 h 1068867"/>
                  <a:gd name="connsiteX141" fmla="*/ 2719890 w 4452260"/>
                  <a:gd name="connsiteY141" fmla="*/ 1068867 h 1068867"/>
                  <a:gd name="connsiteX142" fmla="*/ 2669530 w 4452260"/>
                  <a:gd name="connsiteY142" fmla="*/ 1068867 h 1068867"/>
                  <a:gd name="connsiteX143" fmla="*/ 2549127 w 4452260"/>
                  <a:gd name="connsiteY143" fmla="*/ 1068867 h 1068867"/>
                  <a:gd name="connsiteX144" fmla="*/ 2547403 w 4452260"/>
                  <a:gd name="connsiteY144" fmla="*/ 1068867 h 1068867"/>
                  <a:gd name="connsiteX145" fmla="*/ 2350846 w 4452260"/>
                  <a:gd name="connsiteY145" fmla="*/ 1068867 h 1068867"/>
                  <a:gd name="connsiteX146" fmla="*/ 2349122 w 4452260"/>
                  <a:gd name="connsiteY146" fmla="*/ 1068867 h 1068867"/>
                  <a:gd name="connsiteX147" fmla="*/ 2228719 w 4452260"/>
                  <a:gd name="connsiteY147" fmla="*/ 1068867 h 1068867"/>
                  <a:gd name="connsiteX148" fmla="*/ 2178359 w 4452260"/>
                  <a:gd name="connsiteY148" fmla="*/ 1068867 h 1068867"/>
                  <a:gd name="connsiteX149" fmla="*/ 2032162 w 4452260"/>
                  <a:gd name="connsiteY149" fmla="*/ 1068867 h 1068867"/>
                  <a:gd name="connsiteX150" fmla="*/ 1978354 w 4452260"/>
                  <a:gd name="connsiteY150" fmla="*/ 1068867 h 1068867"/>
                  <a:gd name="connsiteX151" fmla="*/ 1859676 w 4452260"/>
                  <a:gd name="connsiteY151" fmla="*/ 1068867 h 1068867"/>
                  <a:gd name="connsiteX152" fmla="*/ 1857951 w 4452260"/>
                  <a:gd name="connsiteY152" fmla="*/ 1068867 h 1068867"/>
                  <a:gd name="connsiteX153" fmla="*/ 1826599 w 4452260"/>
                  <a:gd name="connsiteY153" fmla="*/ 1068867 h 1068867"/>
                  <a:gd name="connsiteX154" fmla="*/ 1661394 w 4452260"/>
                  <a:gd name="connsiteY154" fmla="*/ 1068867 h 1068867"/>
                  <a:gd name="connsiteX155" fmla="*/ 1540992 w 4452260"/>
                  <a:gd name="connsiteY155" fmla="*/ 1068867 h 1068867"/>
                  <a:gd name="connsiteX156" fmla="*/ 1531708 w 4452260"/>
                  <a:gd name="connsiteY156" fmla="*/ 1068867 h 1068867"/>
                  <a:gd name="connsiteX157" fmla="*/ 1487183 w 4452260"/>
                  <a:gd name="connsiteY157" fmla="*/ 1068867 h 1068867"/>
                  <a:gd name="connsiteX158" fmla="*/ 1335428 w 4452260"/>
                  <a:gd name="connsiteY158" fmla="*/ 1068867 h 1068867"/>
                  <a:gd name="connsiteX159" fmla="*/ 1290626 w 4452260"/>
                  <a:gd name="connsiteY159" fmla="*/ 1068867 h 1068867"/>
                  <a:gd name="connsiteX160" fmla="*/ 1170224 w 4452260"/>
                  <a:gd name="connsiteY160" fmla="*/ 1068867 h 1068867"/>
                  <a:gd name="connsiteX161" fmla="*/ 1138871 w 4452260"/>
                  <a:gd name="connsiteY161" fmla="*/ 1068867 h 1068867"/>
                  <a:gd name="connsiteX162" fmla="*/ 1040537 w 4452260"/>
                  <a:gd name="connsiteY162" fmla="*/ 1068867 h 1068867"/>
                  <a:gd name="connsiteX163" fmla="*/ 843980 w 4452260"/>
                  <a:gd name="connsiteY163" fmla="*/ 1068867 h 1068867"/>
                  <a:gd name="connsiteX164" fmla="*/ 799455 w 4452260"/>
                  <a:gd name="connsiteY164" fmla="*/ 1068867 h 1068867"/>
                  <a:gd name="connsiteX165" fmla="*/ 647700 w 4452260"/>
                  <a:gd name="connsiteY165" fmla="*/ 1068867 h 1068867"/>
                  <a:gd name="connsiteX166" fmla="*/ 352810 w 4452260"/>
                  <a:gd name="connsiteY166" fmla="*/ 1068867 h 1068867"/>
                  <a:gd name="connsiteX167" fmla="*/ 258084 w 4452260"/>
                  <a:gd name="connsiteY167" fmla="*/ 1014459 h 1068867"/>
                  <a:gd name="connsiteX168" fmla="*/ 12498 w 4452260"/>
                  <a:gd name="connsiteY168" fmla="*/ 588843 h 1068867"/>
                  <a:gd name="connsiteX169" fmla="*/ 12498 w 4452260"/>
                  <a:gd name="connsiteY169" fmla="*/ 480025 h 1068867"/>
                  <a:gd name="connsiteX170" fmla="*/ 258084 w 4452260"/>
                  <a:gd name="connsiteY170" fmla="*/ 54408 h 1068867"/>
                  <a:gd name="connsiteX171" fmla="*/ 352810 w 4452260"/>
                  <a:gd name="connsiteY171" fmla="*/ 0 h 1068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</a:cxnLst>
                <a:rect l="l" t="t" r="r" b="b"/>
                <a:pathLst>
                  <a:path w="4452260" h="1068867">
                    <a:moveTo>
                      <a:pt x="352810" y="0"/>
                    </a:moveTo>
                    <a:cubicBezTo>
                      <a:pt x="475602" y="0"/>
                      <a:pt x="567696" y="0"/>
                      <a:pt x="636768" y="0"/>
                    </a:cubicBezTo>
                    <a:lnTo>
                      <a:pt x="647700" y="0"/>
                    </a:lnTo>
                    <a:lnTo>
                      <a:pt x="724065" y="0"/>
                    </a:lnTo>
                    <a:cubicBezTo>
                      <a:pt x="748048" y="0"/>
                      <a:pt x="767235" y="0"/>
                      <a:pt x="782584" y="0"/>
                    </a:cubicBezTo>
                    <a:lnTo>
                      <a:pt x="799455" y="0"/>
                    </a:lnTo>
                    <a:lnTo>
                      <a:pt x="809825" y="0"/>
                    </a:lnTo>
                    <a:lnTo>
                      <a:pt x="818078" y="0"/>
                    </a:lnTo>
                    <a:cubicBezTo>
                      <a:pt x="843980" y="0"/>
                      <a:pt x="843980" y="0"/>
                      <a:pt x="843980" y="0"/>
                    </a:cubicBezTo>
                    <a:lnTo>
                      <a:pt x="931658" y="0"/>
                    </a:lnTo>
                    <a:lnTo>
                      <a:pt x="961580" y="0"/>
                    </a:lnTo>
                    <a:lnTo>
                      <a:pt x="1000055" y="0"/>
                    </a:lnTo>
                    <a:lnTo>
                      <a:pt x="1040537" y="0"/>
                    </a:lnTo>
                    <a:lnTo>
                      <a:pt x="1051453" y="0"/>
                    </a:lnTo>
                    <a:lnTo>
                      <a:pt x="1083414" y="0"/>
                    </a:lnTo>
                    <a:lnTo>
                      <a:pt x="1112969" y="0"/>
                    </a:lnTo>
                    <a:cubicBezTo>
                      <a:pt x="1138871" y="0"/>
                      <a:pt x="1138871" y="0"/>
                      <a:pt x="1138871" y="0"/>
                    </a:cubicBezTo>
                    <a:lnTo>
                      <a:pt x="1170224" y="0"/>
                    </a:lnTo>
                    <a:lnTo>
                      <a:pt x="1170711" y="0"/>
                    </a:lnTo>
                    <a:lnTo>
                      <a:pt x="1202662" y="0"/>
                    </a:lnTo>
                    <a:lnTo>
                      <a:pt x="1240037" y="0"/>
                    </a:lnTo>
                    <a:cubicBezTo>
                      <a:pt x="1290626" y="0"/>
                      <a:pt x="1290626" y="0"/>
                      <a:pt x="1290626" y="0"/>
                    </a:cubicBezTo>
                    <a:lnTo>
                      <a:pt x="1324496" y="0"/>
                    </a:lnTo>
                    <a:lnTo>
                      <a:pt x="1332348" y="0"/>
                    </a:lnTo>
                    <a:lnTo>
                      <a:pt x="1335428" y="0"/>
                    </a:lnTo>
                    <a:lnTo>
                      <a:pt x="1411793" y="0"/>
                    </a:lnTo>
                    <a:lnTo>
                      <a:pt x="1454182" y="0"/>
                    </a:lnTo>
                    <a:lnTo>
                      <a:pt x="1470312" y="0"/>
                    </a:lnTo>
                    <a:lnTo>
                      <a:pt x="1487183" y="0"/>
                    </a:lnTo>
                    <a:lnTo>
                      <a:pt x="1497552" y="0"/>
                    </a:lnTo>
                    <a:lnTo>
                      <a:pt x="1505806" y="0"/>
                    </a:lnTo>
                    <a:lnTo>
                      <a:pt x="1528471" y="0"/>
                    </a:lnTo>
                    <a:lnTo>
                      <a:pt x="1531708" y="0"/>
                    </a:lnTo>
                    <a:lnTo>
                      <a:pt x="1540992" y="0"/>
                    </a:lnTo>
                    <a:lnTo>
                      <a:pt x="1541479" y="0"/>
                    </a:lnTo>
                    <a:lnTo>
                      <a:pt x="1599998" y="0"/>
                    </a:lnTo>
                    <a:lnTo>
                      <a:pt x="1619386" y="0"/>
                    </a:lnTo>
                    <a:lnTo>
                      <a:pt x="1635492" y="0"/>
                    </a:lnTo>
                    <a:lnTo>
                      <a:pt x="1649308" y="0"/>
                    </a:lnTo>
                    <a:lnTo>
                      <a:pt x="1653720" y="0"/>
                    </a:lnTo>
                    <a:lnTo>
                      <a:pt x="1661394" y="0"/>
                    </a:lnTo>
                    <a:lnTo>
                      <a:pt x="1687782" y="0"/>
                    </a:lnTo>
                    <a:lnTo>
                      <a:pt x="1703116" y="0"/>
                    </a:lnTo>
                    <a:lnTo>
                      <a:pt x="1739181" y="0"/>
                    </a:lnTo>
                    <a:lnTo>
                      <a:pt x="1771141" y="0"/>
                    </a:lnTo>
                    <a:lnTo>
                      <a:pt x="1800697" y="0"/>
                    </a:lnTo>
                    <a:lnTo>
                      <a:pt x="1811727" y="0"/>
                    </a:lnTo>
                    <a:lnTo>
                      <a:pt x="1823361" y="0"/>
                    </a:lnTo>
                    <a:lnTo>
                      <a:pt x="1826599" y="0"/>
                    </a:lnTo>
                    <a:lnTo>
                      <a:pt x="1857951" y="0"/>
                    </a:lnTo>
                    <a:lnTo>
                      <a:pt x="1858439" y="0"/>
                    </a:lnTo>
                    <a:lnTo>
                      <a:pt x="1859676" y="0"/>
                    </a:lnTo>
                    <a:lnTo>
                      <a:pt x="1893346" y="0"/>
                    </a:lnTo>
                    <a:lnTo>
                      <a:pt x="1927765" y="0"/>
                    </a:lnTo>
                    <a:lnTo>
                      <a:pt x="1963365" y="0"/>
                    </a:lnTo>
                    <a:lnTo>
                      <a:pt x="1978354" y="0"/>
                    </a:lnTo>
                    <a:lnTo>
                      <a:pt x="1991032" y="0"/>
                    </a:lnTo>
                    <a:lnTo>
                      <a:pt x="2020076" y="0"/>
                    </a:lnTo>
                    <a:lnTo>
                      <a:pt x="2021800" y="0"/>
                    </a:lnTo>
                    <a:lnTo>
                      <a:pt x="2027021" y="0"/>
                    </a:lnTo>
                    <a:cubicBezTo>
                      <a:pt x="2032162" y="0"/>
                      <a:pt x="2032162" y="0"/>
                      <a:pt x="2032162" y="0"/>
                    </a:cubicBezTo>
                    <a:lnTo>
                      <a:pt x="2141909" y="0"/>
                    </a:lnTo>
                    <a:lnTo>
                      <a:pt x="2143633" y="0"/>
                    </a:lnTo>
                    <a:lnTo>
                      <a:pt x="2178359" y="0"/>
                    </a:lnTo>
                    <a:lnTo>
                      <a:pt x="2228719" y="0"/>
                    </a:lnTo>
                    <a:lnTo>
                      <a:pt x="2229207" y="0"/>
                    </a:lnTo>
                    <a:lnTo>
                      <a:pt x="2230931" y="0"/>
                    </a:lnTo>
                    <a:lnTo>
                      <a:pt x="2287725" y="0"/>
                    </a:lnTo>
                    <a:lnTo>
                      <a:pt x="2289450" y="0"/>
                    </a:lnTo>
                    <a:lnTo>
                      <a:pt x="2323220" y="0"/>
                    </a:lnTo>
                    <a:lnTo>
                      <a:pt x="2324944" y="0"/>
                    </a:lnTo>
                    <a:lnTo>
                      <a:pt x="2340483" y="0"/>
                    </a:lnTo>
                    <a:lnTo>
                      <a:pt x="2341447" y="0"/>
                    </a:lnTo>
                    <a:lnTo>
                      <a:pt x="2343172" y="0"/>
                    </a:lnTo>
                    <a:lnTo>
                      <a:pt x="2349122" y="0"/>
                    </a:lnTo>
                    <a:lnTo>
                      <a:pt x="2350846" y="0"/>
                    </a:lnTo>
                    <a:lnTo>
                      <a:pt x="2390844" y="0"/>
                    </a:lnTo>
                    <a:lnTo>
                      <a:pt x="2462317" y="0"/>
                    </a:lnTo>
                    <a:lnTo>
                      <a:pt x="2499455" y="0"/>
                    </a:lnTo>
                    <a:lnTo>
                      <a:pt x="2530713" y="0"/>
                    </a:lnTo>
                    <a:lnTo>
                      <a:pt x="2547403" y="0"/>
                    </a:lnTo>
                    <a:lnTo>
                      <a:pt x="2549127" y="0"/>
                    </a:lnTo>
                    <a:lnTo>
                      <a:pt x="2581074" y="0"/>
                    </a:lnTo>
                    <a:lnTo>
                      <a:pt x="2582112" y="0"/>
                    </a:lnTo>
                    <a:cubicBezTo>
                      <a:pt x="2669530" y="0"/>
                      <a:pt x="2669530" y="0"/>
                      <a:pt x="2669530" y="0"/>
                    </a:cubicBezTo>
                    <a:lnTo>
                      <a:pt x="2678759" y="0"/>
                    </a:lnTo>
                    <a:lnTo>
                      <a:pt x="2709527" y="0"/>
                    </a:lnTo>
                    <a:lnTo>
                      <a:pt x="2711252" y="0"/>
                    </a:lnTo>
                    <a:lnTo>
                      <a:pt x="2714748" y="0"/>
                    </a:lnTo>
                    <a:lnTo>
                      <a:pt x="2719890" y="0"/>
                    </a:lnTo>
                    <a:lnTo>
                      <a:pt x="2831360" y="0"/>
                    </a:lnTo>
                    <a:lnTo>
                      <a:pt x="2833086" y="0"/>
                    </a:lnTo>
                    <a:lnTo>
                      <a:pt x="2866087" y="0"/>
                    </a:lnTo>
                    <a:lnTo>
                      <a:pt x="2918659" y="0"/>
                    </a:lnTo>
                    <a:lnTo>
                      <a:pt x="2919896" y="0"/>
                    </a:lnTo>
                    <a:lnTo>
                      <a:pt x="2920383" y="0"/>
                    </a:lnTo>
                    <a:lnTo>
                      <a:pt x="2977177" y="0"/>
                    </a:lnTo>
                    <a:lnTo>
                      <a:pt x="2978902" y="0"/>
                    </a:lnTo>
                    <a:lnTo>
                      <a:pt x="3012671" y="0"/>
                    </a:lnTo>
                    <a:lnTo>
                      <a:pt x="3014397" y="0"/>
                    </a:lnTo>
                    <a:lnTo>
                      <a:pt x="3028211" y="0"/>
                    </a:lnTo>
                    <a:lnTo>
                      <a:pt x="3030899" y="0"/>
                    </a:lnTo>
                    <a:lnTo>
                      <a:pt x="3032624" y="0"/>
                    </a:lnTo>
                    <a:lnTo>
                      <a:pt x="3038573" y="0"/>
                    </a:lnTo>
                    <a:lnTo>
                      <a:pt x="3040298" y="0"/>
                    </a:lnTo>
                    <a:lnTo>
                      <a:pt x="3082021" y="0"/>
                    </a:lnTo>
                    <a:lnTo>
                      <a:pt x="3150044" y="0"/>
                    </a:lnTo>
                    <a:lnTo>
                      <a:pt x="3218441" y="0"/>
                    </a:lnTo>
                    <a:lnTo>
                      <a:pt x="3236855" y="0"/>
                    </a:lnTo>
                    <a:lnTo>
                      <a:pt x="3269839" y="0"/>
                    </a:lnTo>
                    <a:lnTo>
                      <a:pt x="3272250" y="0"/>
                    </a:lnTo>
                    <a:lnTo>
                      <a:pt x="3320378" y="0"/>
                    </a:lnTo>
                    <a:lnTo>
                      <a:pt x="3346330" y="0"/>
                    </a:lnTo>
                    <a:lnTo>
                      <a:pt x="3357257" y="0"/>
                    </a:lnTo>
                    <a:lnTo>
                      <a:pt x="3369936" y="0"/>
                    </a:lnTo>
                    <a:lnTo>
                      <a:pt x="3398980" y="0"/>
                    </a:lnTo>
                    <a:lnTo>
                      <a:pt x="3405925" y="0"/>
                    </a:lnTo>
                    <a:cubicBezTo>
                      <a:pt x="3411066" y="0"/>
                      <a:pt x="3411066" y="0"/>
                      <a:pt x="3411066" y="0"/>
                    </a:cubicBezTo>
                    <a:lnTo>
                      <a:pt x="3520813" y="0"/>
                    </a:lnTo>
                    <a:lnTo>
                      <a:pt x="3607623" y="0"/>
                    </a:lnTo>
                    <a:lnTo>
                      <a:pt x="3608111" y="0"/>
                    </a:lnTo>
                    <a:lnTo>
                      <a:pt x="3666629" y="0"/>
                    </a:lnTo>
                    <a:lnTo>
                      <a:pt x="3702124" y="0"/>
                    </a:lnTo>
                    <a:lnTo>
                      <a:pt x="3720351" y="0"/>
                    </a:lnTo>
                    <a:lnTo>
                      <a:pt x="3728025" y="0"/>
                    </a:lnTo>
                    <a:lnTo>
                      <a:pt x="3769748" y="0"/>
                    </a:lnTo>
                    <a:cubicBezTo>
                      <a:pt x="4098793" y="0"/>
                      <a:pt x="4098793" y="0"/>
                      <a:pt x="4098793" y="0"/>
                    </a:cubicBezTo>
                    <a:cubicBezTo>
                      <a:pt x="4133877" y="0"/>
                      <a:pt x="4175977" y="24572"/>
                      <a:pt x="4193519" y="54408"/>
                    </a:cubicBezTo>
                    <a:cubicBezTo>
                      <a:pt x="4439104" y="480025"/>
                      <a:pt x="4439104" y="480025"/>
                      <a:pt x="4439104" y="480025"/>
                    </a:cubicBezTo>
                    <a:cubicBezTo>
                      <a:pt x="4456646" y="509862"/>
                      <a:pt x="4456646" y="559005"/>
                      <a:pt x="4439104" y="588843"/>
                    </a:cubicBezTo>
                    <a:cubicBezTo>
                      <a:pt x="4193519" y="1014459"/>
                      <a:pt x="4193519" y="1014459"/>
                      <a:pt x="4193519" y="1014459"/>
                    </a:cubicBezTo>
                    <a:cubicBezTo>
                      <a:pt x="4175977" y="1044295"/>
                      <a:pt x="4133877" y="1068867"/>
                      <a:pt x="4098793" y="1068867"/>
                    </a:cubicBezTo>
                    <a:lnTo>
                      <a:pt x="3728025" y="1068867"/>
                    </a:lnTo>
                    <a:lnTo>
                      <a:pt x="3607623" y="1068867"/>
                    </a:lnTo>
                    <a:lnTo>
                      <a:pt x="3411066" y="1068867"/>
                    </a:lnTo>
                    <a:lnTo>
                      <a:pt x="3357257" y="1068867"/>
                    </a:lnTo>
                    <a:lnTo>
                      <a:pt x="3236855" y="1068867"/>
                    </a:lnTo>
                    <a:lnTo>
                      <a:pt x="3040298" y="1068867"/>
                    </a:lnTo>
                    <a:lnTo>
                      <a:pt x="3038573" y="1068867"/>
                    </a:lnTo>
                    <a:lnTo>
                      <a:pt x="2919896" y="1068867"/>
                    </a:lnTo>
                    <a:lnTo>
                      <a:pt x="2866087" y="1068867"/>
                    </a:lnTo>
                    <a:lnTo>
                      <a:pt x="2719890" y="1068867"/>
                    </a:lnTo>
                    <a:lnTo>
                      <a:pt x="2669530" y="1068867"/>
                    </a:lnTo>
                    <a:lnTo>
                      <a:pt x="2549127" y="1068867"/>
                    </a:lnTo>
                    <a:lnTo>
                      <a:pt x="2547403" y="1068867"/>
                    </a:lnTo>
                    <a:lnTo>
                      <a:pt x="2350846" y="1068867"/>
                    </a:lnTo>
                    <a:lnTo>
                      <a:pt x="2349122" y="1068867"/>
                    </a:lnTo>
                    <a:lnTo>
                      <a:pt x="2228719" y="1068867"/>
                    </a:lnTo>
                    <a:lnTo>
                      <a:pt x="2178359" y="1068867"/>
                    </a:lnTo>
                    <a:lnTo>
                      <a:pt x="2032162" y="1068867"/>
                    </a:lnTo>
                    <a:lnTo>
                      <a:pt x="1978354" y="1068867"/>
                    </a:lnTo>
                    <a:lnTo>
                      <a:pt x="1859676" y="1068867"/>
                    </a:lnTo>
                    <a:lnTo>
                      <a:pt x="1857951" y="1068867"/>
                    </a:lnTo>
                    <a:lnTo>
                      <a:pt x="1826599" y="1068867"/>
                    </a:lnTo>
                    <a:lnTo>
                      <a:pt x="1661394" y="1068867"/>
                    </a:lnTo>
                    <a:lnTo>
                      <a:pt x="1540992" y="1068867"/>
                    </a:lnTo>
                    <a:lnTo>
                      <a:pt x="1531708" y="1068867"/>
                    </a:lnTo>
                    <a:lnTo>
                      <a:pt x="1487183" y="1068867"/>
                    </a:lnTo>
                    <a:lnTo>
                      <a:pt x="1335428" y="1068867"/>
                    </a:lnTo>
                    <a:lnTo>
                      <a:pt x="1290626" y="1068867"/>
                    </a:lnTo>
                    <a:lnTo>
                      <a:pt x="1170224" y="1068867"/>
                    </a:lnTo>
                    <a:lnTo>
                      <a:pt x="1138871" y="1068867"/>
                    </a:lnTo>
                    <a:lnTo>
                      <a:pt x="1040537" y="1068867"/>
                    </a:lnTo>
                    <a:lnTo>
                      <a:pt x="843980" y="1068867"/>
                    </a:lnTo>
                    <a:lnTo>
                      <a:pt x="799455" y="1068867"/>
                    </a:lnTo>
                    <a:lnTo>
                      <a:pt x="647700" y="1068867"/>
                    </a:lnTo>
                    <a:lnTo>
                      <a:pt x="352810" y="1068867"/>
                    </a:lnTo>
                    <a:cubicBezTo>
                      <a:pt x="318603" y="1068867"/>
                      <a:pt x="275626" y="1044295"/>
                      <a:pt x="258084" y="1014459"/>
                    </a:cubicBezTo>
                    <a:cubicBezTo>
                      <a:pt x="12498" y="588843"/>
                      <a:pt x="12498" y="588843"/>
                      <a:pt x="12498" y="588843"/>
                    </a:cubicBezTo>
                    <a:cubicBezTo>
                      <a:pt x="-4166" y="559005"/>
                      <a:pt x="-4166" y="509862"/>
                      <a:pt x="12498" y="480025"/>
                    </a:cubicBezTo>
                    <a:cubicBezTo>
                      <a:pt x="258084" y="54408"/>
                      <a:pt x="258084" y="54408"/>
                      <a:pt x="258084" y="54408"/>
                    </a:cubicBezTo>
                    <a:cubicBezTo>
                      <a:pt x="275626" y="24572"/>
                      <a:pt x="318603" y="0"/>
                      <a:pt x="35281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5000"/>
                    </a:sysClr>
                  </a:gs>
                  <a:gs pos="0">
                    <a:srgbClr val="D3D3D3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6" name="3">
                <a:extLst>
                  <a:ext uri="{FF2B5EF4-FFF2-40B4-BE49-F238E27FC236}">
                    <a16:creationId xmlns:a16="http://schemas.microsoft.com/office/drawing/2014/main" id="{8DC3C987-FA43-7DC4-5AE9-092B6F5BB40A}"/>
                  </a:ext>
                </a:extLst>
              </p:cNvPr>
              <p:cNvSpPr/>
              <p:nvPr/>
            </p:nvSpPr>
            <p:spPr bwMode="auto">
              <a:xfrm>
                <a:off x="7145714" y="3440827"/>
                <a:ext cx="3861240" cy="775139"/>
              </a:xfrm>
              <a:custGeom>
                <a:avLst/>
                <a:gdLst>
                  <a:gd name="connsiteX0" fmla="*/ 305125 w 4603109"/>
                  <a:gd name="connsiteY0" fmla="*/ 0 h 924402"/>
                  <a:gd name="connsiteX1" fmla="*/ 432894 w 4603109"/>
                  <a:gd name="connsiteY1" fmla="*/ 0 h 924402"/>
                  <a:gd name="connsiteX2" fmla="*/ 445336 w 4603109"/>
                  <a:gd name="connsiteY2" fmla="*/ 0 h 924402"/>
                  <a:gd name="connsiteX3" fmla="*/ 550703 w 4603109"/>
                  <a:gd name="connsiteY3" fmla="*/ 0 h 924402"/>
                  <a:gd name="connsiteX4" fmla="*/ 560158 w 4603109"/>
                  <a:gd name="connsiteY4" fmla="*/ 0 h 924402"/>
                  <a:gd name="connsiteX5" fmla="*/ 573105 w 4603109"/>
                  <a:gd name="connsiteY5" fmla="*/ 0 h 924402"/>
                  <a:gd name="connsiteX6" fmla="*/ 626202 w 4603109"/>
                  <a:gd name="connsiteY6" fmla="*/ 0 h 924402"/>
                  <a:gd name="connsiteX7" fmla="*/ 676811 w 4603109"/>
                  <a:gd name="connsiteY7" fmla="*/ 0 h 924402"/>
                  <a:gd name="connsiteX8" fmla="*/ 678472 w 4603109"/>
                  <a:gd name="connsiteY8" fmla="*/ 0 h 924402"/>
                  <a:gd name="connsiteX9" fmla="*/ 687927 w 4603109"/>
                  <a:gd name="connsiteY9" fmla="*/ 0 h 924402"/>
                  <a:gd name="connsiteX10" fmla="*/ 691402 w 4603109"/>
                  <a:gd name="connsiteY10" fmla="*/ 0 h 924402"/>
                  <a:gd name="connsiteX11" fmla="*/ 700371 w 4603109"/>
                  <a:gd name="connsiteY11" fmla="*/ 0 h 924402"/>
                  <a:gd name="connsiteX12" fmla="*/ 707508 w 4603109"/>
                  <a:gd name="connsiteY12" fmla="*/ 0 h 924402"/>
                  <a:gd name="connsiteX13" fmla="*/ 729909 w 4603109"/>
                  <a:gd name="connsiteY13" fmla="*/ 0 h 924402"/>
                  <a:gd name="connsiteX14" fmla="*/ 753971 w 4603109"/>
                  <a:gd name="connsiteY14" fmla="*/ 0 h 924402"/>
                  <a:gd name="connsiteX15" fmla="*/ 804580 w 4603109"/>
                  <a:gd name="connsiteY15" fmla="*/ 0 h 924402"/>
                  <a:gd name="connsiteX16" fmla="*/ 805737 w 4603109"/>
                  <a:gd name="connsiteY16" fmla="*/ 0 h 924402"/>
                  <a:gd name="connsiteX17" fmla="*/ 819171 w 4603109"/>
                  <a:gd name="connsiteY17" fmla="*/ 0 h 924402"/>
                  <a:gd name="connsiteX18" fmla="*/ 828140 w 4603109"/>
                  <a:gd name="connsiteY18" fmla="*/ 0 h 924402"/>
                  <a:gd name="connsiteX19" fmla="*/ 831615 w 4603109"/>
                  <a:gd name="connsiteY19" fmla="*/ 0 h 924402"/>
                  <a:gd name="connsiteX20" fmla="*/ 835277 w 4603109"/>
                  <a:gd name="connsiteY20" fmla="*/ 0 h 924402"/>
                  <a:gd name="connsiteX21" fmla="*/ 857678 w 4603109"/>
                  <a:gd name="connsiteY21" fmla="*/ 0 h 924402"/>
                  <a:gd name="connsiteX22" fmla="*/ 864889 w 4603109"/>
                  <a:gd name="connsiteY22" fmla="*/ 0 h 924402"/>
                  <a:gd name="connsiteX23" fmla="*/ 899900 w 4603109"/>
                  <a:gd name="connsiteY23" fmla="*/ 0 h 924402"/>
                  <a:gd name="connsiteX24" fmla="*/ 909341 w 4603109"/>
                  <a:gd name="connsiteY24" fmla="*/ 0 h 924402"/>
                  <a:gd name="connsiteX25" fmla="*/ 929965 w 4603109"/>
                  <a:gd name="connsiteY25" fmla="*/ 0 h 924402"/>
                  <a:gd name="connsiteX26" fmla="*/ 933506 w 4603109"/>
                  <a:gd name="connsiteY26" fmla="*/ 0 h 924402"/>
                  <a:gd name="connsiteX27" fmla="*/ 936982 w 4603109"/>
                  <a:gd name="connsiteY27" fmla="*/ 0 h 924402"/>
                  <a:gd name="connsiteX28" fmla="*/ 959384 w 4603109"/>
                  <a:gd name="connsiteY28" fmla="*/ 0 h 924402"/>
                  <a:gd name="connsiteX29" fmla="*/ 962542 w 4603109"/>
                  <a:gd name="connsiteY29" fmla="*/ 0 h 924402"/>
                  <a:gd name="connsiteX30" fmla="*/ 984943 w 4603109"/>
                  <a:gd name="connsiteY30" fmla="*/ 0 h 924402"/>
                  <a:gd name="connsiteX31" fmla="*/ 992658 w 4603109"/>
                  <a:gd name="connsiteY31" fmla="*/ 0 h 924402"/>
                  <a:gd name="connsiteX32" fmla="*/ 1012059 w 4603109"/>
                  <a:gd name="connsiteY32" fmla="*/ 0 h 924402"/>
                  <a:gd name="connsiteX33" fmla="*/ 1012480 w 4603109"/>
                  <a:gd name="connsiteY33" fmla="*/ 0 h 924402"/>
                  <a:gd name="connsiteX34" fmla="*/ 1027669 w 4603109"/>
                  <a:gd name="connsiteY34" fmla="*/ 0 h 924402"/>
                  <a:gd name="connsiteX35" fmla="*/ 1037110 w 4603109"/>
                  <a:gd name="connsiteY35" fmla="*/ 0 h 924402"/>
                  <a:gd name="connsiteX36" fmla="*/ 1040112 w 4603109"/>
                  <a:gd name="connsiteY36" fmla="*/ 0 h 924402"/>
                  <a:gd name="connsiteX37" fmla="*/ 1057734 w 4603109"/>
                  <a:gd name="connsiteY37" fmla="*/ 0 h 924402"/>
                  <a:gd name="connsiteX38" fmla="*/ 1064751 w 4603109"/>
                  <a:gd name="connsiteY38" fmla="*/ 0 h 924402"/>
                  <a:gd name="connsiteX39" fmla="*/ 1070177 w 4603109"/>
                  <a:gd name="connsiteY39" fmla="*/ 0 h 924402"/>
                  <a:gd name="connsiteX40" fmla="*/ 1072436 w 4603109"/>
                  <a:gd name="connsiteY40" fmla="*/ 0 h 924402"/>
                  <a:gd name="connsiteX41" fmla="*/ 1090311 w 4603109"/>
                  <a:gd name="connsiteY41" fmla="*/ 0 h 924402"/>
                  <a:gd name="connsiteX42" fmla="*/ 1110718 w 4603109"/>
                  <a:gd name="connsiteY42" fmla="*/ 0 h 924402"/>
                  <a:gd name="connsiteX43" fmla="*/ 1112712 w 4603109"/>
                  <a:gd name="connsiteY43" fmla="*/ 0 h 924402"/>
                  <a:gd name="connsiteX44" fmla="*/ 1116187 w 4603109"/>
                  <a:gd name="connsiteY44" fmla="*/ 0 h 924402"/>
                  <a:gd name="connsiteX45" fmla="*/ 1139828 w 4603109"/>
                  <a:gd name="connsiteY45" fmla="*/ 0 h 924402"/>
                  <a:gd name="connsiteX46" fmla="*/ 1140249 w 4603109"/>
                  <a:gd name="connsiteY46" fmla="*/ 0 h 924402"/>
                  <a:gd name="connsiteX47" fmla="*/ 1145480 w 4603109"/>
                  <a:gd name="connsiteY47" fmla="*/ 0 h 924402"/>
                  <a:gd name="connsiteX48" fmla="*/ 1152270 w 4603109"/>
                  <a:gd name="connsiteY48" fmla="*/ 0 h 924402"/>
                  <a:gd name="connsiteX49" fmla="*/ 1154934 w 4603109"/>
                  <a:gd name="connsiteY49" fmla="*/ 0 h 924402"/>
                  <a:gd name="connsiteX50" fmla="*/ 1167881 w 4603109"/>
                  <a:gd name="connsiteY50" fmla="*/ 0 h 924402"/>
                  <a:gd name="connsiteX51" fmla="*/ 1175544 w 4603109"/>
                  <a:gd name="connsiteY51" fmla="*/ 0 h 924402"/>
                  <a:gd name="connsiteX52" fmla="*/ 1184998 w 4603109"/>
                  <a:gd name="connsiteY52" fmla="*/ 0 h 924402"/>
                  <a:gd name="connsiteX53" fmla="*/ 1197946 w 4603109"/>
                  <a:gd name="connsiteY53" fmla="*/ 0 h 924402"/>
                  <a:gd name="connsiteX54" fmla="*/ 1200205 w 4603109"/>
                  <a:gd name="connsiteY54" fmla="*/ 0 h 924402"/>
                  <a:gd name="connsiteX55" fmla="*/ 1220978 w 4603109"/>
                  <a:gd name="connsiteY55" fmla="*/ 0 h 924402"/>
                  <a:gd name="connsiteX56" fmla="*/ 1238487 w 4603109"/>
                  <a:gd name="connsiteY56" fmla="*/ 0 h 924402"/>
                  <a:gd name="connsiteX57" fmla="*/ 1243956 w 4603109"/>
                  <a:gd name="connsiteY57" fmla="*/ 0 h 924402"/>
                  <a:gd name="connsiteX58" fmla="*/ 1251042 w 4603109"/>
                  <a:gd name="connsiteY58" fmla="*/ 0 h 924402"/>
                  <a:gd name="connsiteX59" fmla="*/ 1257637 w 4603109"/>
                  <a:gd name="connsiteY59" fmla="*/ 0 h 924402"/>
                  <a:gd name="connsiteX60" fmla="*/ 1271587 w 4603109"/>
                  <a:gd name="connsiteY60" fmla="*/ 0 h 924402"/>
                  <a:gd name="connsiteX61" fmla="*/ 1273249 w 4603109"/>
                  <a:gd name="connsiteY61" fmla="*/ 0 h 924402"/>
                  <a:gd name="connsiteX62" fmla="*/ 1280039 w 4603109"/>
                  <a:gd name="connsiteY62" fmla="*/ 0 h 924402"/>
                  <a:gd name="connsiteX63" fmla="*/ 1282703 w 4603109"/>
                  <a:gd name="connsiteY63" fmla="*/ 0 h 924402"/>
                  <a:gd name="connsiteX64" fmla="*/ 1286178 w 4603109"/>
                  <a:gd name="connsiteY64" fmla="*/ 0 h 924402"/>
                  <a:gd name="connsiteX65" fmla="*/ 1295146 w 4603109"/>
                  <a:gd name="connsiteY65" fmla="*/ 0 h 924402"/>
                  <a:gd name="connsiteX66" fmla="*/ 1301651 w 4603109"/>
                  <a:gd name="connsiteY66" fmla="*/ 0 h 924402"/>
                  <a:gd name="connsiteX67" fmla="*/ 1302284 w 4603109"/>
                  <a:gd name="connsiteY67" fmla="*/ 0 h 924402"/>
                  <a:gd name="connsiteX68" fmla="*/ 1303313 w 4603109"/>
                  <a:gd name="connsiteY68" fmla="*/ 0 h 924402"/>
                  <a:gd name="connsiteX69" fmla="*/ 1312767 w 4603109"/>
                  <a:gd name="connsiteY69" fmla="*/ 0 h 924402"/>
                  <a:gd name="connsiteX70" fmla="*/ 1316242 w 4603109"/>
                  <a:gd name="connsiteY70" fmla="*/ 0 h 924402"/>
                  <a:gd name="connsiteX71" fmla="*/ 1321886 w 4603109"/>
                  <a:gd name="connsiteY71" fmla="*/ 0 h 924402"/>
                  <a:gd name="connsiteX72" fmla="*/ 1324685 w 4603109"/>
                  <a:gd name="connsiteY72" fmla="*/ 0 h 924402"/>
                  <a:gd name="connsiteX73" fmla="*/ 1325211 w 4603109"/>
                  <a:gd name="connsiteY73" fmla="*/ 0 h 924402"/>
                  <a:gd name="connsiteX74" fmla="*/ 1332348 w 4603109"/>
                  <a:gd name="connsiteY74" fmla="*/ 0 h 924402"/>
                  <a:gd name="connsiteX75" fmla="*/ 1332714 w 4603109"/>
                  <a:gd name="connsiteY75" fmla="*/ 0 h 924402"/>
                  <a:gd name="connsiteX76" fmla="*/ 1333135 w 4603109"/>
                  <a:gd name="connsiteY76" fmla="*/ 0 h 924402"/>
                  <a:gd name="connsiteX77" fmla="*/ 1348747 w 4603109"/>
                  <a:gd name="connsiteY77" fmla="*/ 0 h 924402"/>
                  <a:gd name="connsiteX78" fmla="*/ 1354749 w 4603109"/>
                  <a:gd name="connsiteY78" fmla="*/ 0 h 924402"/>
                  <a:gd name="connsiteX79" fmla="*/ 1378811 w 4603109"/>
                  <a:gd name="connsiteY79" fmla="*/ 0 h 924402"/>
                  <a:gd name="connsiteX80" fmla="*/ 1383745 w 4603109"/>
                  <a:gd name="connsiteY80" fmla="*/ 0 h 924402"/>
                  <a:gd name="connsiteX81" fmla="*/ 1385406 w 4603109"/>
                  <a:gd name="connsiteY81" fmla="*/ 0 h 924402"/>
                  <a:gd name="connsiteX82" fmla="*/ 1399356 w 4603109"/>
                  <a:gd name="connsiteY82" fmla="*/ 0 h 924402"/>
                  <a:gd name="connsiteX83" fmla="*/ 1400513 w 4603109"/>
                  <a:gd name="connsiteY83" fmla="*/ 0 h 924402"/>
                  <a:gd name="connsiteX84" fmla="*/ 1413947 w 4603109"/>
                  <a:gd name="connsiteY84" fmla="*/ 0 h 924402"/>
                  <a:gd name="connsiteX85" fmla="*/ 1414442 w 4603109"/>
                  <a:gd name="connsiteY85" fmla="*/ 0 h 924402"/>
                  <a:gd name="connsiteX86" fmla="*/ 1422915 w 4603109"/>
                  <a:gd name="connsiteY86" fmla="*/ 0 h 924402"/>
                  <a:gd name="connsiteX87" fmla="*/ 1426390 w 4603109"/>
                  <a:gd name="connsiteY87" fmla="*/ 0 h 924402"/>
                  <a:gd name="connsiteX88" fmla="*/ 1429420 w 4603109"/>
                  <a:gd name="connsiteY88" fmla="*/ 0 h 924402"/>
                  <a:gd name="connsiteX89" fmla="*/ 1430053 w 4603109"/>
                  <a:gd name="connsiteY89" fmla="*/ 0 h 924402"/>
                  <a:gd name="connsiteX90" fmla="*/ 1430206 w 4603109"/>
                  <a:gd name="connsiteY90" fmla="*/ 0 h 924402"/>
                  <a:gd name="connsiteX91" fmla="*/ 1430577 w 4603109"/>
                  <a:gd name="connsiteY91" fmla="*/ 0 h 924402"/>
                  <a:gd name="connsiteX92" fmla="*/ 1436843 w 4603109"/>
                  <a:gd name="connsiteY92" fmla="*/ 0 h 924402"/>
                  <a:gd name="connsiteX93" fmla="*/ 1444011 w 4603109"/>
                  <a:gd name="connsiteY93" fmla="*/ 0 h 924402"/>
                  <a:gd name="connsiteX94" fmla="*/ 1449655 w 4603109"/>
                  <a:gd name="connsiteY94" fmla="*/ 0 h 924402"/>
                  <a:gd name="connsiteX95" fmla="*/ 1452454 w 4603109"/>
                  <a:gd name="connsiteY95" fmla="*/ 0 h 924402"/>
                  <a:gd name="connsiteX96" fmla="*/ 1452980 w 4603109"/>
                  <a:gd name="connsiteY96" fmla="*/ 0 h 924402"/>
                  <a:gd name="connsiteX97" fmla="*/ 1456455 w 4603109"/>
                  <a:gd name="connsiteY97" fmla="*/ 0 h 924402"/>
                  <a:gd name="connsiteX98" fmla="*/ 1459664 w 4603109"/>
                  <a:gd name="connsiteY98" fmla="*/ 0 h 924402"/>
                  <a:gd name="connsiteX99" fmla="*/ 1460117 w 4603109"/>
                  <a:gd name="connsiteY99" fmla="*/ 0 h 924402"/>
                  <a:gd name="connsiteX100" fmla="*/ 1460483 w 4603109"/>
                  <a:gd name="connsiteY100" fmla="*/ 0 h 924402"/>
                  <a:gd name="connsiteX101" fmla="*/ 1460904 w 4603109"/>
                  <a:gd name="connsiteY101" fmla="*/ 0 h 924402"/>
                  <a:gd name="connsiteX102" fmla="*/ 1472926 w 4603109"/>
                  <a:gd name="connsiteY102" fmla="*/ 0 h 924402"/>
                  <a:gd name="connsiteX103" fmla="*/ 1482518 w 4603109"/>
                  <a:gd name="connsiteY103" fmla="*/ 0 h 924402"/>
                  <a:gd name="connsiteX104" fmla="*/ 1489729 w 4603109"/>
                  <a:gd name="connsiteY104" fmla="*/ 0 h 924402"/>
                  <a:gd name="connsiteX105" fmla="*/ 1504116 w 4603109"/>
                  <a:gd name="connsiteY105" fmla="*/ 0 h 924402"/>
                  <a:gd name="connsiteX106" fmla="*/ 1511514 w 4603109"/>
                  <a:gd name="connsiteY106" fmla="*/ 0 h 924402"/>
                  <a:gd name="connsiteX107" fmla="*/ 1524740 w 4603109"/>
                  <a:gd name="connsiteY107" fmla="*/ 0 h 924402"/>
                  <a:gd name="connsiteX108" fmla="*/ 1528282 w 4603109"/>
                  <a:gd name="connsiteY108" fmla="*/ 0 h 924402"/>
                  <a:gd name="connsiteX109" fmla="*/ 1531757 w 4603109"/>
                  <a:gd name="connsiteY109" fmla="*/ 0 h 924402"/>
                  <a:gd name="connsiteX110" fmla="*/ 1534181 w 4603109"/>
                  <a:gd name="connsiteY110" fmla="*/ 0 h 924402"/>
                  <a:gd name="connsiteX111" fmla="*/ 1542211 w 4603109"/>
                  <a:gd name="connsiteY111" fmla="*/ 0 h 924402"/>
                  <a:gd name="connsiteX112" fmla="*/ 1554159 w 4603109"/>
                  <a:gd name="connsiteY112" fmla="*/ 0 h 924402"/>
                  <a:gd name="connsiteX113" fmla="*/ 1557318 w 4603109"/>
                  <a:gd name="connsiteY113" fmla="*/ 0 h 924402"/>
                  <a:gd name="connsiteX114" fmla="*/ 1557975 w 4603109"/>
                  <a:gd name="connsiteY114" fmla="*/ 0 h 924402"/>
                  <a:gd name="connsiteX115" fmla="*/ 1558346 w 4603109"/>
                  <a:gd name="connsiteY115" fmla="*/ 0 h 924402"/>
                  <a:gd name="connsiteX116" fmla="*/ 1561822 w 4603109"/>
                  <a:gd name="connsiteY116" fmla="*/ 0 h 924402"/>
                  <a:gd name="connsiteX117" fmla="*/ 1564612 w 4603109"/>
                  <a:gd name="connsiteY117" fmla="*/ 0 h 924402"/>
                  <a:gd name="connsiteX118" fmla="*/ 1566857 w 4603109"/>
                  <a:gd name="connsiteY118" fmla="*/ 0 h 924402"/>
                  <a:gd name="connsiteX119" fmla="*/ 1576919 w 4603109"/>
                  <a:gd name="connsiteY119" fmla="*/ 0 h 924402"/>
                  <a:gd name="connsiteX120" fmla="*/ 1579719 w 4603109"/>
                  <a:gd name="connsiteY120" fmla="*/ 0 h 924402"/>
                  <a:gd name="connsiteX121" fmla="*/ 1584224 w 4603109"/>
                  <a:gd name="connsiteY121" fmla="*/ 0 h 924402"/>
                  <a:gd name="connsiteX122" fmla="*/ 1587382 w 4603109"/>
                  <a:gd name="connsiteY122" fmla="*/ 0 h 924402"/>
                  <a:gd name="connsiteX123" fmla="*/ 1587433 w 4603109"/>
                  <a:gd name="connsiteY123" fmla="*/ 0 h 924402"/>
                  <a:gd name="connsiteX124" fmla="*/ 1600695 w 4603109"/>
                  <a:gd name="connsiteY124" fmla="*/ 0 h 924402"/>
                  <a:gd name="connsiteX125" fmla="*/ 1606834 w 4603109"/>
                  <a:gd name="connsiteY125" fmla="*/ 0 h 924402"/>
                  <a:gd name="connsiteX126" fmla="*/ 1607256 w 4603109"/>
                  <a:gd name="connsiteY126" fmla="*/ 0 h 924402"/>
                  <a:gd name="connsiteX127" fmla="*/ 1608325 w 4603109"/>
                  <a:gd name="connsiteY127" fmla="*/ 0 h 924402"/>
                  <a:gd name="connsiteX128" fmla="*/ 1609783 w 4603109"/>
                  <a:gd name="connsiteY128" fmla="*/ 0 h 924402"/>
                  <a:gd name="connsiteX129" fmla="*/ 1617498 w 4603109"/>
                  <a:gd name="connsiteY129" fmla="*/ 0 h 924402"/>
                  <a:gd name="connsiteX130" fmla="*/ 1631885 w 4603109"/>
                  <a:gd name="connsiteY130" fmla="*/ 0 h 924402"/>
                  <a:gd name="connsiteX131" fmla="*/ 1636899 w 4603109"/>
                  <a:gd name="connsiteY131" fmla="*/ 0 h 924402"/>
                  <a:gd name="connsiteX132" fmla="*/ 1637320 w 4603109"/>
                  <a:gd name="connsiteY132" fmla="*/ 0 h 924402"/>
                  <a:gd name="connsiteX133" fmla="*/ 1637445 w 4603109"/>
                  <a:gd name="connsiteY133" fmla="*/ 0 h 924402"/>
                  <a:gd name="connsiteX134" fmla="*/ 1652509 w 4603109"/>
                  <a:gd name="connsiteY134" fmla="*/ 0 h 924402"/>
                  <a:gd name="connsiteX135" fmla="*/ 1659526 w 4603109"/>
                  <a:gd name="connsiteY135" fmla="*/ 0 h 924402"/>
                  <a:gd name="connsiteX136" fmla="*/ 1661950 w 4603109"/>
                  <a:gd name="connsiteY136" fmla="*/ 0 h 924402"/>
                  <a:gd name="connsiteX137" fmla="*/ 1664952 w 4603109"/>
                  <a:gd name="connsiteY137" fmla="*/ 0 h 924402"/>
                  <a:gd name="connsiteX138" fmla="*/ 1667212 w 4603109"/>
                  <a:gd name="connsiteY138" fmla="*/ 0 h 924402"/>
                  <a:gd name="connsiteX139" fmla="*/ 1685087 w 4603109"/>
                  <a:gd name="connsiteY139" fmla="*/ 0 h 924402"/>
                  <a:gd name="connsiteX140" fmla="*/ 1689591 w 4603109"/>
                  <a:gd name="connsiteY140" fmla="*/ 0 h 924402"/>
                  <a:gd name="connsiteX141" fmla="*/ 1694626 w 4603109"/>
                  <a:gd name="connsiteY141" fmla="*/ 0 h 924402"/>
                  <a:gd name="connsiteX142" fmla="*/ 1697276 w 4603109"/>
                  <a:gd name="connsiteY142" fmla="*/ 0 h 924402"/>
                  <a:gd name="connsiteX143" fmla="*/ 1698000 w 4603109"/>
                  <a:gd name="connsiteY143" fmla="*/ 0 h 924402"/>
                  <a:gd name="connsiteX144" fmla="*/ 1704688 w 4603109"/>
                  <a:gd name="connsiteY144" fmla="*/ 0 h 924402"/>
                  <a:gd name="connsiteX145" fmla="*/ 1707488 w 4603109"/>
                  <a:gd name="connsiteY145" fmla="*/ 0 h 924402"/>
                  <a:gd name="connsiteX146" fmla="*/ 1710963 w 4603109"/>
                  <a:gd name="connsiteY146" fmla="*/ 0 h 924402"/>
                  <a:gd name="connsiteX147" fmla="*/ 1715151 w 4603109"/>
                  <a:gd name="connsiteY147" fmla="*/ 0 h 924402"/>
                  <a:gd name="connsiteX148" fmla="*/ 1721928 w 4603109"/>
                  <a:gd name="connsiteY148" fmla="*/ 0 h 924402"/>
                  <a:gd name="connsiteX149" fmla="*/ 1734603 w 4603109"/>
                  <a:gd name="connsiteY149" fmla="*/ 0 h 924402"/>
                  <a:gd name="connsiteX150" fmla="*/ 1735025 w 4603109"/>
                  <a:gd name="connsiteY150" fmla="*/ 0 h 924402"/>
                  <a:gd name="connsiteX151" fmla="*/ 1735558 w 4603109"/>
                  <a:gd name="connsiteY151" fmla="*/ 0 h 924402"/>
                  <a:gd name="connsiteX152" fmla="*/ 1736094 w 4603109"/>
                  <a:gd name="connsiteY152" fmla="*/ 0 h 924402"/>
                  <a:gd name="connsiteX153" fmla="*/ 1737552 w 4603109"/>
                  <a:gd name="connsiteY153" fmla="*/ 0 h 924402"/>
                  <a:gd name="connsiteX154" fmla="*/ 1741027 w 4603109"/>
                  <a:gd name="connsiteY154" fmla="*/ 0 h 924402"/>
                  <a:gd name="connsiteX155" fmla="*/ 1747046 w 4603109"/>
                  <a:gd name="connsiteY155" fmla="*/ 0 h 924402"/>
                  <a:gd name="connsiteX156" fmla="*/ 1748537 w 4603109"/>
                  <a:gd name="connsiteY156" fmla="*/ 0 h 924402"/>
                  <a:gd name="connsiteX157" fmla="*/ 1753052 w 4603109"/>
                  <a:gd name="connsiteY157" fmla="*/ 0 h 924402"/>
                  <a:gd name="connsiteX158" fmla="*/ 1757499 w 4603109"/>
                  <a:gd name="connsiteY158" fmla="*/ 0 h 924402"/>
                  <a:gd name="connsiteX159" fmla="*/ 1764668 w 4603109"/>
                  <a:gd name="connsiteY159" fmla="*/ 0 h 924402"/>
                  <a:gd name="connsiteX160" fmla="*/ 1765089 w 4603109"/>
                  <a:gd name="connsiteY160" fmla="*/ 0 h 924402"/>
                  <a:gd name="connsiteX161" fmla="*/ 1765214 w 4603109"/>
                  <a:gd name="connsiteY161" fmla="*/ 0 h 924402"/>
                  <a:gd name="connsiteX162" fmla="*/ 1770320 w 4603109"/>
                  <a:gd name="connsiteY162" fmla="*/ 0 h 924402"/>
                  <a:gd name="connsiteX163" fmla="*/ 1777110 w 4603109"/>
                  <a:gd name="connsiteY163" fmla="*/ 0 h 924402"/>
                  <a:gd name="connsiteX164" fmla="*/ 1779774 w 4603109"/>
                  <a:gd name="connsiteY164" fmla="*/ 0 h 924402"/>
                  <a:gd name="connsiteX165" fmla="*/ 1792721 w 4603109"/>
                  <a:gd name="connsiteY165" fmla="*/ 0 h 924402"/>
                  <a:gd name="connsiteX166" fmla="*/ 1794981 w 4603109"/>
                  <a:gd name="connsiteY166" fmla="*/ 0 h 924402"/>
                  <a:gd name="connsiteX167" fmla="*/ 1825045 w 4603109"/>
                  <a:gd name="connsiteY167" fmla="*/ 0 h 924402"/>
                  <a:gd name="connsiteX168" fmla="*/ 1825769 w 4603109"/>
                  <a:gd name="connsiteY168" fmla="*/ 0 h 924402"/>
                  <a:gd name="connsiteX169" fmla="*/ 1838732 w 4603109"/>
                  <a:gd name="connsiteY169" fmla="*/ 0 h 924402"/>
                  <a:gd name="connsiteX170" fmla="*/ 1845818 w 4603109"/>
                  <a:gd name="connsiteY170" fmla="*/ 0 h 924402"/>
                  <a:gd name="connsiteX171" fmla="*/ 1849697 w 4603109"/>
                  <a:gd name="connsiteY171" fmla="*/ 0 h 924402"/>
                  <a:gd name="connsiteX172" fmla="*/ 1852412 w 4603109"/>
                  <a:gd name="connsiteY172" fmla="*/ 0 h 924402"/>
                  <a:gd name="connsiteX173" fmla="*/ 1853903 w 4603109"/>
                  <a:gd name="connsiteY173" fmla="*/ 0 h 924402"/>
                  <a:gd name="connsiteX174" fmla="*/ 1863327 w 4603109"/>
                  <a:gd name="connsiteY174" fmla="*/ 0 h 924402"/>
                  <a:gd name="connsiteX175" fmla="*/ 1868796 w 4603109"/>
                  <a:gd name="connsiteY175" fmla="*/ 0 h 924402"/>
                  <a:gd name="connsiteX176" fmla="*/ 1874815 w 4603109"/>
                  <a:gd name="connsiteY176" fmla="*/ 0 h 924402"/>
                  <a:gd name="connsiteX177" fmla="*/ 1876306 w 4603109"/>
                  <a:gd name="connsiteY177" fmla="*/ 0 h 924402"/>
                  <a:gd name="connsiteX178" fmla="*/ 1880821 w 4603109"/>
                  <a:gd name="connsiteY178" fmla="*/ 0 h 924402"/>
                  <a:gd name="connsiteX179" fmla="*/ 1882477 w 4603109"/>
                  <a:gd name="connsiteY179" fmla="*/ 0 h 924402"/>
                  <a:gd name="connsiteX180" fmla="*/ 1883936 w 4603109"/>
                  <a:gd name="connsiteY180" fmla="*/ 0 h 924402"/>
                  <a:gd name="connsiteX181" fmla="*/ 1885268 w 4603109"/>
                  <a:gd name="connsiteY181" fmla="*/ 0 h 924402"/>
                  <a:gd name="connsiteX182" fmla="*/ 1896427 w 4603109"/>
                  <a:gd name="connsiteY182" fmla="*/ 0 h 924402"/>
                  <a:gd name="connsiteX183" fmla="*/ 1898089 w 4603109"/>
                  <a:gd name="connsiteY183" fmla="*/ 0 h 924402"/>
                  <a:gd name="connsiteX184" fmla="*/ 1904879 w 4603109"/>
                  <a:gd name="connsiteY184" fmla="*/ 0 h 924402"/>
                  <a:gd name="connsiteX185" fmla="*/ 1907543 w 4603109"/>
                  <a:gd name="connsiteY185" fmla="*/ 0 h 924402"/>
                  <a:gd name="connsiteX186" fmla="*/ 1911018 w 4603109"/>
                  <a:gd name="connsiteY186" fmla="*/ 0 h 924402"/>
                  <a:gd name="connsiteX187" fmla="*/ 1919986 w 4603109"/>
                  <a:gd name="connsiteY187" fmla="*/ 0 h 924402"/>
                  <a:gd name="connsiteX188" fmla="*/ 1927124 w 4603109"/>
                  <a:gd name="connsiteY188" fmla="*/ 0 h 924402"/>
                  <a:gd name="connsiteX189" fmla="*/ 1927489 w 4603109"/>
                  <a:gd name="connsiteY189" fmla="*/ 0 h 924402"/>
                  <a:gd name="connsiteX190" fmla="*/ 1927911 w 4603109"/>
                  <a:gd name="connsiteY190" fmla="*/ 0 h 924402"/>
                  <a:gd name="connsiteX191" fmla="*/ 1929402 w 4603109"/>
                  <a:gd name="connsiteY191" fmla="*/ 0 h 924402"/>
                  <a:gd name="connsiteX192" fmla="*/ 1946726 w 4603109"/>
                  <a:gd name="connsiteY192" fmla="*/ 0 h 924402"/>
                  <a:gd name="connsiteX193" fmla="*/ 1949525 w 4603109"/>
                  <a:gd name="connsiteY193" fmla="*/ 0 h 924402"/>
                  <a:gd name="connsiteX194" fmla="*/ 1957554 w 4603109"/>
                  <a:gd name="connsiteY194" fmla="*/ 0 h 924402"/>
                  <a:gd name="connsiteX195" fmla="*/ 1957975 w 4603109"/>
                  <a:gd name="connsiteY195" fmla="*/ 0 h 924402"/>
                  <a:gd name="connsiteX196" fmla="*/ 1973587 w 4603109"/>
                  <a:gd name="connsiteY196" fmla="*/ 0 h 924402"/>
                  <a:gd name="connsiteX197" fmla="*/ 1978520 w 4603109"/>
                  <a:gd name="connsiteY197" fmla="*/ 0 h 924402"/>
                  <a:gd name="connsiteX198" fmla="*/ 1980012 w 4603109"/>
                  <a:gd name="connsiteY198" fmla="*/ 0 h 924402"/>
                  <a:gd name="connsiteX199" fmla="*/ 1980181 w 4603109"/>
                  <a:gd name="connsiteY199" fmla="*/ 0 h 924402"/>
                  <a:gd name="connsiteX200" fmla="*/ 1981672 w 4603109"/>
                  <a:gd name="connsiteY200" fmla="*/ 0 h 924402"/>
                  <a:gd name="connsiteX201" fmla="*/ 2008585 w 4603109"/>
                  <a:gd name="connsiteY201" fmla="*/ 0 h 924402"/>
                  <a:gd name="connsiteX202" fmla="*/ 2009218 w 4603109"/>
                  <a:gd name="connsiteY202" fmla="*/ 0 h 924402"/>
                  <a:gd name="connsiteX203" fmla="*/ 2010246 w 4603109"/>
                  <a:gd name="connsiteY203" fmla="*/ 0 h 924402"/>
                  <a:gd name="connsiteX204" fmla="*/ 2010709 w 4603109"/>
                  <a:gd name="connsiteY204" fmla="*/ 0 h 924402"/>
                  <a:gd name="connsiteX205" fmla="*/ 2011705 w 4603109"/>
                  <a:gd name="connsiteY205" fmla="*/ 0 h 924402"/>
                  <a:gd name="connsiteX206" fmla="*/ 2024147 w 4603109"/>
                  <a:gd name="connsiteY206" fmla="*/ 0 h 924402"/>
                  <a:gd name="connsiteX207" fmla="*/ 2024196 w 4603109"/>
                  <a:gd name="connsiteY207" fmla="*/ 0 h 924402"/>
                  <a:gd name="connsiteX208" fmla="*/ 2024981 w 4603109"/>
                  <a:gd name="connsiteY208" fmla="*/ 0 h 924402"/>
                  <a:gd name="connsiteX209" fmla="*/ 2025353 w 4603109"/>
                  <a:gd name="connsiteY209" fmla="*/ 0 h 924402"/>
                  <a:gd name="connsiteX210" fmla="*/ 2026473 w 4603109"/>
                  <a:gd name="connsiteY210" fmla="*/ 0 h 924402"/>
                  <a:gd name="connsiteX211" fmla="*/ 2031619 w 4603109"/>
                  <a:gd name="connsiteY211" fmla="*/ 0 h 924402"/>
                  <a:gd name="connsiteX212" fmla="*/ 2033110 w 4603109"/>
                  <a:gd name="connsiteY212" fmla="*/ 0 h 924402"/>
                  <a:gd name="connsiteX213" fmla="*/ 2038787 w 4603109"/>
                  <a:gd name="connsiteY213" fmla="*/ 0 h 924402"/>
                  <a:gd name="connsiteX214" fmla="*/ 2039282 w 4603109"/>
                  <a:gd name="connsiteY214" fmla="*/ 0 h 924402"/>
                  <a:gd name="connsiteX215" fmla="*/ 2047755 w 4603109"/>
                  <a:gd name="connsiteY215" fmla="*/ 0 h 924402"/>
                  <a:gd name="connsiteX216" fmla="*/ 2051230 w 4603109"/>
                  <a:gd name="connsiteY216" fmla="*/ 0 h 924402"/>
                  <a:gd name="connsiteX217" fmla="*/ 2054893 w 4603109"/>
                  <a:gd name="connsiteY217" fmla="*/ 0 h 924402"/>
                  <a:gd name="connsiteX218" fmla="*/ 2055046 w 4603109"/>
                  <a:gd name="connsiteY218" fmla="*/ 0 h 924402"/>
                  <a:gd name="connsiteX219" fmla="*/ 2055258 w 4603109"/>
                  <a:gd name="connsiteY219" fmla="*/ 0 h 924402"/>
                  <a:gd name="connsiteX220" fmla="*/ 2055680 w 4603109"/>
                  <a:gd name="connsiteY220" fmla="*/ 0 h 924402"/>
                  <a:gd name="connsiteX221" fmla="*/ 2057171 w 4603109"/>
                  <a:gd name="connsiteY221" fmla="*/ 0 h 924402"/>
                  <a:gd name="connsiteX222" fmla="*/ 2061683 w 4603109"/>
                  <a:gd name="connsiteY222" fmla="*/ 0 h 924402"/>
                  <a:gd name="connsiteX223" fmla="*/ 2067702 w 4603109"/>
                  <a:gd name="connsiteY223" fmla="*/ 0 h 924402"/>
                  <a:gd name="connsiteX224" fmla="*/ 2074495 w 4603109"/>
                  <a:gd name="connsiteY224" fmla="*/ 0 h 924402"/>
                  <a:gd name="connsiteX225" fmla="*/ 2077294 w 4603109"/>
                  <a:gd name="connsiteY225" fmla="*/ 0 h 924402"/>
                  <a:gd name="connsiteX226" fmla="*/ 2084504 w 4603109"/>
                  <a:gd name="connsiteY226" fmla="*/ 0 h 924402"/>
                  <a:gd name="connsiteX227" fmla="*/ 2085323 w 4603109"/>
                  <a:gd name="connsiteY227" fmla="*/ 0 h 924402"/>
                  <a:gd name="connsiteX228" fmla="*/ 2085744 w 4603109"/>
                  <a:gd name="connsiteY228" fmla="*/ 0 h 924402"/>
                  <a:gd name="connsiteX229" fmla="*/ 2097766 w 4603109"/>
                  <a:gd name="connsiteY229" fmla="*/ 0 h 924402"/>
                  <a:gd name="connsiteX230" fmla="*/ 2106289 w 4603109"/>
                  <a:gd name="connsiteY230" fmla="*/ 0 h 924402"/>
                  <a:gd name="connsiteX231" fmla="*/ 2107781 w 4603109"/>
                  <a:gd name="connsiteY231" fmla="*/ 0 h 924402"/>
                  <a:gd name="connsiteX232" fmla="*/ 2128956 w 4603109"/>
                  <a:gd name="connsiteY232" fmla="*/ 0 h 924402"/>
                  <a:gd name="connsiteX233" fmla="*/ 2129514 w 4603109"/>
                  <a:gd name="connsiteY233" fmla="*/ 0 h 924402"/>
                  <a:gd name="connsiteX234" fmla="*/ 2136354 w 4603109"/>
                  <a:gd name="connsiteY234" fmla="*/ 0 h 924402"/>
                  <a:gd name="connsiteX235" fmla="*/ 2136987 w 4603109"/>
                  <a:gd name="connsiteY235" fmla="*/ 0 h 924402"/>
                  <a:gd name="connsiteX236" fmla="*/ 2138478 w 4603109"/>
                  <a:gd name="connsiteY236" fmla="*/ 0 h 924402"/>
                  <a:gd name="connsiteX237" fmla="*/ 2151916 w 4603109"/>
                  <a:gd name="connsiteY237" fmla="*/ 0 h 924402"/>
                  <a:gd name="connsiteX238" fmla="*/ 2152750 w 4603109"/>
                  <a:gd name="connsiteY238" fmla="*/ 0 h 924402"/>
                  <a:gd name="connsiteX239" fmla="*/ 2153122 w 4603109"/>
                  <a:gd name="connsiteY239" fmla="*/ 0 h 924402"/>
                  <a:gd name="connsiteX240" fmla="*/ 2154242 w 4603109"/>
                  <a:gd name="connsiteY240" fmla="*/ 0 h 924402"/>
                  <a:gd name="connsiteX241" fmla="*/ 2156597 w 4603109"/>
                  <a:gd name="connsiteY241" fmla="*/ 0 h 924402"/>
                  <a:gd name="connsiteX242" fmla="*/ 2159388 w 4603109"/>
                  <a:gd name="connsiteY242" fmla="*/ 0 h 924402"/>
                  <a:gd name="connsiteX243" fmla="*/ 2160879 w 4603109"/>
                  <a:gd name="connsiteY243" fmla="*/ 0 h 924402"/>
                  <a:gd name="connsiteX244" fmla="*/ 2161633 w 4603109"/>
                  <a:gd name="connsiteY244" fmla="*/ 0 h 924402"/>
                  <a:gd name="connsiteX245" fmla="*/ 2167051 w 4603109"/>
                  <a:gd name="connsiteY245" fmla="*/ 0 h 924402"/>
                  <a:gd name="connsiteX246" fmla="*/ 2178999 w 4603109"/>
                  <a:gd name="connsiteY246" fmla="*/ 0 h 924402"/>
                  <a:gd name="connsiteX247" fmla="*/ 2182158 w 4603109"/>
                  <a:gd name="connsiteY247" fmla="*/ 0 h 924402"/>
                  <a:gd name="connsiteX248" fmla="*/ 2182815 w 4603109"/>
                  <a:gd name="connsiteY248" fmla="*/ 0 h 924402"/>
                  <a:gd name="connsiteX249" fmla="*/ 2188666 w 4603109"/>
                  <a:gd name="connsiteY249" fmla="*/ 0 h 924402"/>
                  <a:gd name="connsiteX250" fmla="*/ 2189452 w 4603109"/>
                  <a:gd name="connsiteY250" fmla="*/ 0 h 924402"/>
                  <a:gd name="connsiteX251" fmla="*/ 2191697 w 4603109"/>
                  <a:gd name="connsiteY251" fmla="*/ 0 h 924402"/>
                  <a:gd name="connsiteX252" fmla="*/ 2195471 w 4603109"/>
                  <a:gd name="connsiteY252" fmla="*/ 0 h 924402"/>
                  <a:gd name="connsiteX253" fmla="*/ 2201759 w 4603109"/>
                  <a:gd name="connsiteY253" fmla="*/ 0 h 924402"/>
                  <a:gd name="connsiteX254" fmla="*/ 2203100 w 4603109"/>
                  <a:gd name="connsiteY254" fmla="*/ 0 h 924402"/>
                  <a:gd name="connsiteX255" fmla="*/ 2204559 w 4603109"/>
                  <a:gd name="connsiteY255" fmla="*/ 0 h 924402"/>
                  <a:gd name="connsiteX256" fmla="*/ 2204591 w 4603109"/>
                  <a:gd name="connsiteY256" fmla="*/ 0 h 924402"/>
                  <a:gd name="connsiteX257" fmla="*/ 2212273 w 4603109"/>
                  <a:gd name="connsiteY257" fmla="*/ 0 h 924402"/>
                  <a:gd name="connsiteX258" fmla="*/ 2225535 w 4603109"/>
                  <a:gd name="connsiteY258" fmla="*/ 0 h 924402"/>
                  <a:gd name="connsiteX259" fmla="*/ 2231674 w 4603109"/>
                  <a:gd name="connsiteY259" fmla="*/ 0 h 924402"/>
                  <a:gd name="connsiteX260" fmla="*/ 2232096 w 4603109"/>
                  <a:gd name="connsiteY260" fmla="*/ 0 h 924402"/>
                  <a:gd name="connsiteX261" fmla="*/ 2232220 w 4603109"/>
                  <a:gd name="connsiteY261" fmla="*/ 0 h 924402"/>
                  <a:gd name="connsiteX262" fmla="*/ 2233118 w 4603109"/>
                  <a:gd name="connsiteY262" fmla="*/ 0 h 924402"/>
                  <a:gd name="connsiteX263" fmla="*/ 2233165 w 4603109"/>
                  <a:gd name="connsiteY263" fmla="*/ 0 h 924402"/>
                  <a:gd name="connsiteX264" fmla="*/ 2256725 w 4603109"/>
                  <a:gd name="connsiteY264" fmla="*/ 0 h 924402"/>
                  <a:gd name="connsiteX265" fmla="*/ 2257283 w 4603109"/>
                  <a:gd name="connsiteY265" fmla="*/ 0 h 924402"/>
                  <a:gd name="connsiteX266" fmla="*/ 2262285 w 4603109"/>
                  <a:gd name="connsiteY266" fmla="*/ 0 h 924402"/>
                  <a:gd name="connsiteX267" fmla="*/ 2284366 w 4603109"/>
                  <a:gd name="connsiteY267" fmla="*/ 0 h 924402"/>
                  <a:gd name="connsiteX268" fmla="*/ 2289402 w 4603109"/>
                  <a:gd name="connsiteY268" fmla="*/ 0 h 924402"/>
                  <a:gd name="connsiteX269" fmla="*/ 2292052 w 4603109"/>
                  <a:gd name="connsiteY269" fmla="*/ 0 h 924402"/>
                  <a:gd name="connsiteX270" fmla="*/ 2299271 w 4603109"/>
                  <a:gd name="connsiteY270" fmla="*/ 0 h 924402"/>
                  <a:gd name="connsiteX271" fmla="*/ 2308721 w 4603109"/>
                  <a:gd name="connsiteY271" fmla="*/ 0 h 924402"/>
                  <a:gd name="connsiteX272" fmla="*/ 2309927 w 4603109"/>
                  <a:gd name="connsiteY272" fmla="*/ 0 h 924402"/>
                  <a:gd name="connsiteX273" fmla="*/ 2316435 w 4603109"/>
                  <a:gd name="connsiteY273" fmla="*/ 0 h 924402"/>
                  <a:gd name="connsiteX274" fmla="*/ 2316703 w 4603109"/>
                  <a:gd name="connsiteY274" fmla="*/ 0 h 924402"/>
                  <a:gd name="connsiteX275" fmla="*/ 2319466 w 4603109"/>
                  <a:gd name="connsiteY275" fmla="*/ 0 h 924402"/>
                  <a:gd name="connsiteX276" fmla="*/ 2322840 w 4603109"/>
                  <a:gd name="connsiteY276" fmla="*/ 0 h 924402"/>
                  <a:gd name="connsiteX277" fmla="*/ 2329528 w 4603109"/>
                  <a:gd name="connsiteY277" fmla="*/ 0 h 924402"/>
                  <a:gd name="connsiteX278" fmla="*/ 2330869 w 4603109"/>
                  <a:gd name="connsiteY278" fmla="*/ 0 h 924402"/>
                  <a:gd name="connsiteX279" fmla="*/ 2332328 w 4603109"/>
                  <a:gd name="connsiteY279" fmla="*/ 0 h 924402"/>
                  <a:gd name="connsiteX280" fmla="*/ 2332360 w 4603109"/>
                  <a:gd name="connsiteY280" fmla="*/ 0 h 924402"/>
                  <a:gd name="connsiteX281" fmla="*/ 2335803 w 4603109"/>
                  <a:gd name="connsiteY281" fmla="*/ 0 h 924402"/>
                  <a:gd name="connsiteX282" fmla="*/ 2343312 w 4603109"/>
                  <a:gd name="connsiteY282" fmla="*/ 0 h 924402"/>
                  <a:gd name="connsiteX283" fmla="*/ 2344804 w 4603109"/>
                  <a:gd name="connsiteY283" fmla="*/ 0 h 924402"/>
                  <a:gd name="connsiteX284" fmla="*/ 2346768 w 4603109"/>
                  <a:gd name="connsiteY284" fmla="*/ 0 h 924402"/>
                  <a:gd name="connsiteX285" fmla="*/ 2347827 w 4603109"/>
                  <a:gd name="connsiteY285" fmla="*/ 0 h 924402"/>
                  <a:gd name="connsiteX286" fmla="*/ 2352274 w 4603109"/>
                  <a:gd name="connsiteY286" fmla="*/ 0 h 924402"/>
                  <a:gd name="connsiteX287" fmla="*/ 2359443 w 4603109"/>
                  <a:gd name="connsiteY287" fmla="*/ 0 h 924402"/>
                  <a:gd name="connsiteX288" fmla="*/ 2359865 w 4603109"/>
                  <a:gd name="connsiteY288" fmla="*/ 0 h 924402"/>
                  <a:gd name="connsiteX289" fmla="*/ 2359989 w 4603109"/>
                  <a:gd name="connsiteY289" fmla="*/ 0 h 924402"/>
                  <a:gd name="connsiteX290" fmla="*/ 2360887 w 4603109"/>
                  <a:gd name="connsiteY290" fmla="*/ 0 h 924402"/>
                  <a:gd name="connsiteX291" fmla="*/ 2360934 w 4603109"/>
                  <a:gd name="connsiteY291" fmla="*/ 0 h 924402"/>
                  <a:gd name="connsiteX292" fmla="*/ 2371886 w 4603109"/>
                  <a:gd name="connsiteY292" fmla="*/ 0 h 924402"/>
                  <a:gd name="connsiteX293" fmla="*/ 2373377 w 4603109"/>
                  <a:gd name="connsiteY293" fmla="*/ 0 h 924402"/>
                  <a:gd name="connsiteX294" fmla="*/ 2377892 w 4603109"/>
                  <a:gd name="connsiteY294" fmla="*/ 0 h 924402"/>
                  <a:gd name="connsiteX295" fmla="*/ 2382339 w 4603109"/>
                  <a:gd name="connsiteY295" fmla="*/ 0 h 924402"/>
                  <a:gd name="connsiteX296" fmla="*/ 2390054 w 4603109"/>
                  <a:gd name="connsiteY296" fmla="*/ 0 h 924402"/>
                  <a:gd name="connsiteX297" fmla="*/ 2419821 w 4603109"/>
                  <a:gd name="connsiteY297" fmla="*/ 0 h 924402"/>
                  <a:gd name="connsiteX298" fmla="*/ 2427040 w 4603109"/>
                  <a:gd name="connsiteY298" fmla="*/ 0 h 924402"/>
                  <a:gd name="connsiteX299" fmla="*/ 2436490 w 4603109"/>
                  <a:gd name="connsiteY299" fmla="*/ 0 h 924402"/>
                  <a:gd name="connsiteX300" fmla="*/ 2444472 w 4603109"/>
                  <a:gd name="connsiteY300" fmla="*/ 0 h 924402"/>
                  <a:gd name="connsiteX301" fmla="*/ 2448678 w 4603109"/>
                  <a:gd name="connsiteY301" fmla="*/ 0 h 924402"/>
                  <a:gd name="connsiteX302" fmla="*/ 2450171 w 4603109"/>
                  <a:gd name="connsiteY302" fmla="*/ 0 h 924402"/>
                  <a:gd name="connsiteX303" fmla="*/ 2450609 w 4603109"/>
                  <a:gd name="connsiteY303" fmla="*/ 0 h 924402"/>
                  <a:gd name="connsiteX304" fmla="*/ 2463572 w 4603109"/>
                  <a:gd name="connsiteY304" fmla="*/ 0 h 924402"/>
                  <a:gd name="connsiteX305" fmla="*/ 2471081 w 4603109"/>
                  <a:gd name="connsiteY305" fmla="*/ 0 h 924402"/>
                  <a:gd name="connsiteX306" fmla="*/ 2472573 w 4603109"/>
                  <a:gd name="connsiteY306" fmla="*/ 0 h 924402"/>
                  <a:gd name="connsiteX307" fmla="*/ 2474537 w 4603109"/>
                  <a:gd name="connsiteY307" fmla="*/ 0 h 924402"/>
                  <a:gd name="connsiteX308" fmla="*/ 2475596 w 4603109"/>
                  <a:gd name="connsiteY308" fmla="*/ 0 h 924402"/>
                  <a:gd name="connsiteX309" fmla="*/ 2477252 w 4603109"/>
                  <a:gd name="connsiteY309" fmla="*/ 0 h 924402"/>
                  <a:gd name="connsiteX310" fmla="*/ 2478712 w 4603109"/>
                  <a:gd name="connsiteY310" fmla="*/ 0 h 924402"/>
                  <a:gd name="connsiteX311" fmla="*/ 2478743 w 4603109"/>
                  <a:gd name="connsiteY311" fmla="*/ 0 h 924402"/>
                  <a:gd name="connsiteX312" fmla="*/ 2480043 w 4603109"/>
                  <a:gd name="connsiteY312" fmla="*/ 0 h 924402"/>
                  <a:gd name="connsiteX313" fmla="*/ 2499655 w 4603109"/>
                  <a:gd name="connsiteY313" fmla="*/ 0 h 924402"/>
                  <a:gd name="connsiteX314" fmla="*/ 2501146 w 4603109"/>
                  <a:gd name="connsiteY314" fmla="*/ 0 h 924402"/>
                  <a:gd name="connsiteX315" fmla="*/ 2505661 w 4603109"/>
                  <a:gd name="connsiteY315" fmla="*/ 0 h 924402"/>
                  <a:gd name="connsiteX316" fmla="*/ 2508776 w 4603109"/>
                  <a:gd name="connsiteY316" fmla="*/ 0 h 924402"/>
                  <a:gd name="connsiteX317" fmla="*/ 2510108 w 4603109"/>
                  <a:gd name="connsiteY317" fmla="*/ 0 h 924402"/>
                  <a:gd name="connsiteX318" fmla="*/ 2524178 w 4603109"/>
                  <a:gd name="connsiteY318" fmla="*/ 0 h 924402"/>
                  <a:gd name="connsiteX319" fmla="*/ 2525248 w 4603109"/>
                  <a:gd name="connsiteY319" fmla="*/ 0 h 924402"/>
                  <a:gd name="connsiteX320" fmla="*/ 2525669 w 4603109"/>
                  <a:gd name="connsiteY320" fmla="*/ 0 h 924402"/>
                  <a:gd name="connsiteX321" fmla="*/ 2552329 w 4603109"/>
                  <a:gd name="connsiteY321" fmla="*/ 0 h 924402"/>
                  <a:gd name="connsiteX322" fmla="*/ 2552751 w 4603109"/>
                  <a:gd name="connsiteY322" fmla="*/ 0 h 924402"/>
                  <a:gd name="connsiteX323" fmla="*/ 2554242 w 4603109"/>
                  <a:gd name="connsiteY323" fmla="*/ 0 h 924402"/>
                  <a:gd name="connsiteX324" fmla="*/ 2574787 w 4603109"/>
                  <a:gd name="connsiteY324" fmla="*/ 0 h 924402"/>
                  <a:gd name="connsiteX325" fmla="*/ 2576279 w 4603109"/>
                  <a:gd name="connsiteY325" fmla="*/ 0 h 924402"/>
                  <a:gd name="connsiteX326" fmla="*/ 2576447 w 4603109"/>
                  <a:gd name="connsiteY326" fmla="*/ 0 h 924402"/>
                  <a:gd name="connsiteX327" fmla="*/ 2577940 w 4603109"/>
                  <a:gd name="connsiteY327" fmla="*/ 0 h 924402"/>
                  <a:gd name="connsiteX328" fmla="*/ 2603360 w 4603109"/>
                  <a:gd name="connsiteY328" fmla="*/ 0 h 924402"/>
                  <a:gd name="connsiteX329" fmla="*/ 2604852 w 4603109"/>
                  <a:gd name="connsiteY329" fmla="*/ 0 h 924402"/>
                  <a:gd name="connsiteX330" fmla="*/ 2605021 w 4603109"/>
                  <a:gd name="connsiteY330" fmla="*/ 0 h 924402"/>
                  <a:gd name="connsiteX331" fmla="*/ 2605484 w 4603109"/>
                  <a:gd name="connsiteY331" fmla="*/ 0 h 924402"/>
                  <a:gd name="connsiteX332" fmla="*/ 2606481 w 4603109"/>
                  <a:gd name="connsiteY332" fmla="*/ 0 h 924402"/>
                  <a:gd name="connsiteX333" fmla="*/ 2606512 w 4603109"/>
                  <a:gd name="connsiteY333" fmla="*/ 0 h 924402"/>
                  <a:gd name="connsiteX334" fmla="*/ 2606976 w 4603109"/>
                  <a:gd name="connsiteY334" fmla="*/ 0 h 924402"/>
                  <a:gd name="connsiteX335" fmla="*/ 2618923 w 4603109"/>
                  <a:gd name="connsiteY335" fmla="*/ 0 h 924402"/>
                  <a:gd name="connsiteX336" fmla="*/ 2621248 w 4603109"/>
                  <a:gd name="connsiteY336" fmla="*/ 0 h 924402"/>
                  <a:gd name="connsiteX337" fmla="*/ 2622740 w 4603109"/>
                  <a:gd name="connsiteY337" fmla="*/ 0 h 924402"/>
                  <a:gd name="connsiteX338" fmla="*/ 2627885 w 4603109"/>
                  <a:gd name="connsiteY338" fmla="*/ 0 h 924402"/>
                  <a:gd name="connsiteX339" fmla="*/ 2629377 w 4603109"/>
                  <a:gd name="connsiteY339" fmla="*/ 0 h 924402"/>
                  <a:gd name="connsiteX340" fmla="*/ 2634058 w 4603109"/>
                  <a:gd name="connsiteY340" fmla="*/ 0 h 924402"/>
                  <a:gd name="connsiteX341" fmla="*/ 2635549 w 4603109"/>
                  <a:gd name="connsiteY341" fmla="*/ 0 h 924402"/>
                  <a:gd name="connsiteX342" fmla="*/ 2636545 w 4603109"/>
                  <a:gd name="connsiteY342" fmla="*/ 0 h 924402"/>
                  <a:gd name="connsiteX343" fmla="*/ 2648987 w 4603109"/>
                  <a:gd name="connsiteY343" fmla="*/ 0 h 924402"/>
                  <a:gd name="connsiteX344" fmla="*/ 2649821 w 4603109"/>
                  <a:gd name="connsiteY344" fmla="*/ 0 h 924402"/>
                  <a:gd name="connsiteX345" fmla="*/ 2651313 w 4603109"/>
                  <a:gd name="connsiteY345" fmla="*/ 0 h 924402"/>
                  <a:gd name="connsiteX346" fmla="*/ 2651947 w 4603109"/>
                  <a:gd name="connsiteY346" fmla="*/ 0 h 924402"/>
                  <a:gd name="connsiteX347" fmla="*/ 2653017 w 4603109"/>
                  <a:gd name="connsiteY347" fmla="*/ 0 h 924402"/>
                  <a:gd name="connsiteX348" fmla="*/ 2653438 w 4603109"/>
                  <a:gd name="connsiteY348" fmla="*/ 0 h 924402"/>
                  <a:gd name="connsiteX349" fmla="*/ 2656459 w 4603109"/>
                  <a:gd name="connsiteY349" fmla="*/ 0 h 924402"/>
                  <a:gd name="connsiteX350" fmla="*/ 2657950 w 4603109"/>
                  <a:gd name="connsiteY350" fmla="*/ 0 h 924402"/>
                  <a:gd name="connsiteX351" fmla="*/ 2665460 w 4603109"/>
                  <a:gd name="connsiteY351" fmla="*/ 0 h 924402"/>
                  <a:gd name="connsiteX352" fmla="*/ 2680098 w 4603109"/>
                  <a:gd name="connsiteY352" fmla="*/ 0 h 924402"/>
                  <a:gd name="connsiteX353" fmla="*/ 2680520 w 4603109"/>
                  <a:gd name="connsiteY353" fmla="*/ 0 h 924402"/>
                  <a:gd name="connsiteX354" fmla="*/ 2682011 w 4603109"/>
                  <a:gd name="connsiteY354" fmla="*/ 0 h 924402"/>
                  <a:gd name="connsiteX355" fmla="*/ 2692542 w 4603109"/>
                  <a:gd name="connsiteY355" fmla="*/ 0 h 924402"/>
                  <a:gd name="connsiteX356" fmla="*/ 2702556 w 4603109"/>
                  <a:gd name="connsiteY356" fmla="*/ 0 h 924402"/>
                  <a:gd name="connsiteX357" fmla="*/ 2704048 w 4603109"/>
                  <a:gd name="connsiteY357" fmla="*/ 0 h 924402"/>
                  <a:gd name="connsiteX358" fmla="*/ 2724289 w 4603109"/>
                  <a:gd name="connsiteY358" fmla="*/ 0 h 924402"/>
                  <a:gd name="connsiteX359" fmla="*/ 2731129 w 4603109"/>
                  <a:gd name="connsiteY359" fmla="*/ 0 h 924402"/>
                  <a:gd name="connsiteX360" fmla="*/ 2732621 w 4603109"/>
                  <a:gd name="connsiteY360" fmla="*/ 0 h 924402"/>
                  <a:gd name="connsiteX361" fmla="*/ 2733253 w 4603109"/>
                  <a:gd name="connsiteY361" fmla="*/ 0 h 924402"/>
                  <a:gd name="connsiteX362" fmla="*/ 2734745 w 4603109"/>
                  <a:gd name="connsiteY362" fmla="*/ 0 h 924402"/>
                  <a:gd name="connsiteX363" fmla="*/ 2746692 w 4603109"/>
                  <a:gd name="connsiteY363" fmla="*/ 0 h 924402"/>
                  <a:gd name="connsiteX364" fmla="*/ 2749017 w 4603109"/>
                  <a:gd name="connsiteY364" fmla="*/ 0 h 924402"/>
                  <a:gd name="connsiteX365" fmla="*/ 2750509 w 4603109"/>
                  <a:gd name="connsiteY365" fmla="*/ 0 h 924402"/>
                  <a:gd name="connsiteX366" fmla="*/ 2754354 w 4603109"/>
                  <a:gd name="connsiteY366" fmla="*/ 0 h 924402"/>
                  <a:gd name="connsiteX367" fmla="*/ 2755654 w 4603109"/>
                  <a:gd name="connsiteY367" fmla="*/ 0 h 924402"/>
                  <a:gd name="connsiteX368" fmla="*/ 2757146 w 4603109"/>
                  <a:gd name="connsiteY368" fmla="*/ 0 h 924402"/>
                  <a:gd name="connsiteX369" fmla="*/ 2761827 w 4603109"/>
                  <a:gd name="connsiteY369" fmla="*/ 0 h 924402"/>
                  <a:gd name="connsiteX370" fmla="*/ 2763318 w 4603109"/>
                  <a:gd name="connsiteY370" fmla="*/ 0 h 924402"/>
                  <a:gd name="connsiteX371" fmla="*/ 2776756 w 4603109"/>
                  <a:gd name="connsiteY371" fmla="*/ 0 h 924402"/>
                  <a:gd name="connsiteX372" fmla="*/ 2777590 w 4603109"/>
                  <a:gd name="connsiteY372" fmla="*/ 0 h 924402"/>
                  <a:gd name="connsiteX373" fmla="*/ 2779082 w 4603109"/>
                  <a:gd name="connsiteY373" fmla="*/ 0 h 924402"/>
                  <a:gd name="connsiteX374" fmla="*/ 2783442 w 4603109"/>
                  <a:gd name="connsiteY374" fmla="*/ 0 h 924402"/>
                  <a:gd name="connsiteX375" fmla="*/ 2784228 w 4603109"/>
                  <a:gd name="connsiteY375" fmla="*/ 0 h 924402"/>
                  <a:gd name="connsiteX376" fmla="*/ 2785719 w 4603109"/>
                  <a:gd name="connsiteY376" fmla="*/ 0 h 924402"/>
                  <a:gd name="connsiteX377" fmla="*/ 2786473 w 4603109"/>
                  <a:gd name="connsiteY377" fmla="*/ 0 h 924402"/>
                  <a:gd name="connsiteX378" fmla="*/ 2793229 w 4603109"/>
                  <a:gd name="connsiteY378" fmla="*/ 0 h 924402"/>
                  <a:gd name="connsiteX379" fmla="*/ 2799367 w 4603109"/>
                  <a:gd name="connsiteY379" fmla="*/ 0 h 924402"/>
                  <a:gd name="connsiteX380" fmla="*/ 2813506 w 4603109"/>
                  <a:gd name="connsiteY380" fmla="*/ 0 h 924402"/>
                  <a:gd name="connsiteX381" fmla="*/ 2820311 w 4603109"/>
                  <a:gd name="connsiteY381" fmla="*/ 0 h 924402"/>
                  <a:gd name="connsiteX382" fmla="*/ 2827893 w 4603109"/>
                  <a:gd name="connsiteY382" fmla="*/ 0 h 924402"/>
                  <a:gd name="connsiteX383" fmla="*/ 2827940 w 4603109"/>
                  <a:gd name="connsiteY383" fmla="*/ 0 h 924402"/>
                  <a:gd name="connsiteX384" fmla="*/ 2829431 w 4603109"/>
                  <a:gd name="connsiteY384" fmla="*/ 0 h 924402"/>
                  <a:gd name="connsiteX385" fmla="*/ 2829978 w 4603109"/>
                  <a:gd name="connsiteY385" fmla="*/ 0 h 924402"/>
                  <a:gd name="connsiteX386" fmla="*/ 2852058 w 4603109"/>
                  <a:gd name="connsiteY386" fmla="*/ 0 h 924402"/>
                  <a:gd name="connsiteX387" fmla="*/ 2857060 w 4603109"/>
                  <a:gd name="connsiteY387" fmla="*/ 0 h 924402"/>
                  <a:gd name="connsiteX388" fmla="*/ 2857958 w 4603109"/>
                  <a:gd name="connsiteY388" fmla="*/ 0 h 924402"/>
                  <a:gd name="connsiteX389" fmla="*/ 2871601 w 4603109"/>
                  <a:gd name="connsiteY389" fmla="*/ 0 h 924402"/>
                  <a:gd name="connsiteX390" fmla="*/ 2882123 w 4603109"/>
                  <a:gd name="connsiteY390" fmla="*/ 0 h 924402"/>
                  <a:gd name="connsiteX391" fmla="*/ 2894046 w 4603109"/>
                  <a:gd name="connsiteY391" fmla="*/ 0 h 924402"/>
                  <a:gd name="connsiteX392" fmla="*/ 2903496 w 4603109"/>
                  <a:gd name="connsiteY392" fmla="*/ 0 h 924402"/>
                  <a:gd name="connsiteX393" fmla="*/ 2911211 w 4603109"/>
                  <a:gd name="connsiteY393" fmla="*/ 0 h 924402"/>
                  <a:gd name="connsiteX394" fmla="*/ 2914242 w 4603109"/>
                  <a:gd name="connsiteY394" fmla="*/ 0 h 924402"/>
                  <a:gd name="connsiteX395" fmla="*/ 2914461 w 4603109"/>
                  <a:gd name="connsiteY395" fmla="*/ 0 h 924402"/>
                  <a:gd name="connsiteX396" fmla="*/ 2924111 w 4603109"/>
                  <a:gd name="connsiteY396" fmla="*/ 0 h 924402"/>
                  <a:gd name="connsiteX397" fmla="*/ 2927136 w 4603109"/>
                  <a:gd name="connsiteY397" fmla="*/ 0 h 924402"/>
                  <a:gd name="connsiteX398" fmla="*/ 2933561 w 4603109"/>
                  <a:gd name="connsiteY398" fmla="*/ 0 h 924402"/>
                  <a:gd name="connsiteX399" fmla="*/ 2939580 w 4603109"/>
                  <a:gd name="connsiteY399" fmla="*/ 0 h 924402"/>
                  <a:gd name="connsiteX400" fmla="*/ 2941275 w 4603109"/>
                  <a:gd name="connsiteY400" fmla="*/ 0 h 924402"/>
                  <a:gd name="connsiteX401" fmla="*/ 2941543 w 4603109"/>
                  <a:gd name="connsiteY401" fmla="*/ 0 h 924402"/>
                  <a:gd name="connsiteX402" fmla="*/ 2945586 w 4603109"/>
                  <a:gd name="connsiteY402" fmla="*/ 0 h 924402"/>
                  <a:gd name="connsiteX403" fmla="*/ 2950032 w 4603109"/>
                  <a:gd name="connsiteY403" fmla="*/ 0 h 924402"/>
                  <a:gd name="connsiteX404" fmla="*/ 2955662 w 4603109"/>
                  <a:gd name="connsiteY404" fmla="*/ 0 h 924402"/>
                  <a:gd name="connsiteX405" fmla="*/ 2955709 w 4603109"/>
                  <a:gd name="connsiteY405" fmla="*/ 0 h 924402"/>
                  <a:gd name="connsiteX406" fmla="*/ 2957200 w 4603109"/>
                  <a:gd name="connsiteY406" fmla="*/ 0 h 924402"/>
                  <a:gd name="connsiteX407" fmla="*/ 2957747 w 4603109"/>
                  <a:gd name="connsiteY407" fmla="*/ 0 h 924402"/>
                  <a:gd name="connsiteX408" fmla="*/ 2968152 w 4603109"/>
                  <a:gd name="connsiteY408" fmla="*/ 0 h 924402"/>
                  <a:gd name="connsiteX409" fmla="*/ 2969644 w 4603109"/>
                  <a:gd name="connsiteY409" fmla="*/ 0 h 924402"/>
                  <a:gd name="connsiteX410" fmla="*/ 2972667 w 4603109"/>
                  <a:gd name="connsiteY410" fmla="*/ 0 h 924402"/>
                  <a:gd name="connsiteX411" fmla="*/ 2977114 w 4603109"/>
                  <a:gd name="connsiteY411" fmla="*/ 0 h 924402"/>
                  <a:gd name="connsiteX412" fmla="*/ 2984829 w 4603109"/>
                  <a:gd name="connsiteY412" fmla="*/ 0 h 924402"/>
                  <a:gd name="connsiteX413" fmla="*/ 2985727 w 4603109"/>
                  <a:gd name="connsiteY413" fmla="*/ 0 h 924402"/>
                  <a:gd name="connsiteX414" fmla="*/ 2999370 w 4603109"/>
                  <a:gd name="connsiteY414" fmla="*/ 0 h 924402"/>
                  <a:gd name="connsiteX415" fmla="*/ 3021815 w 4603109"/>
                  <a:gd name="connsiteY415" fmla="*/ 0 h 924402"/>
                  <a:gd name="connsiteX416" fmla="*/ 3031265 w 4603109"/>
                  <a:gd name="connsiteY416" fmla="*/ 0 h 924402"/>
                  <a:gd name="connsiteX417" fmla="*/ 3042230 w 4603109"/>
                  <a:gd name="connsiteY417" fmla="*/ 0 h 924402"/>
                  <a:gd name="connsiteX418" fmla="*/ 3044946 w 4603109"/>
                  <a:gd name="connsiteY418" fmla="*/ 0 h 924402"/>
                  <a:gd name="connsiteX419" fmla="*/ 3051880 w 4603109"/>
                  <a:gd name="connsiteY419" fmla="*/ 0 h 924402"/>
                  <a:gd name="connsiteX420" fmla="*/ 3061330 w 4603109"/>
                  <a:gd name="connsiteY420" fmla="*/ 0 h 924402"/>
                  <a:gd name="connsiteX421" fmla="*/ 3067349 w 4603109"/>
                  <a:gd name="connsiteY421" fmla="*/ 0 h 924402"/>
                  <a:gd name="connsiteX422" fmla="*/ 3069312 w 4603109"/>
                  <a:gd name="connsiteY422" fmla="*/ 0 h 924402"/>
                  <a:gd name="connsiteX423" fmla="*/ 3073355 w 4603109"/>
                  <a:gd name="connsiteY423" fmla="*/ 0 h 924402"/>
                  <a:gd name="connsiteX424" fmla="*/ 3073518 w 4603109"/>
                  <a:gd name="connsiteY424" fmla="*/ 0 h 924402"/>
                  <a:gd name="connsiteX425" fmla="*/ 3075011 w 4603109"/>
                  <a:gd name="connsiteY425" fmla="*/ 0 h 924402"/>
                  <a:gd name="connsiteX426" fmla="*/ 3077801 w 4603109"/>
                  <a:gd name="connsiteY426" fmla="*/ 0 h 924402"/>
                  <a:gd name="connsiteX427" fmla="*/ 3095921 w 4603109"/>
                  <a:gd name="connsiteY427" fmla="*/ 0 h 924402"/>
                  <a:gd name="connsiteX428" fmla="*/ 3097413 w 4603109"/>
                  <a:gd name="connsiteY428" fmla="*/ 0 h 924402"/>
                  <a:gd name="connsiteX429" fmla="*/ 3100436 w 4603109"/>
                  <a:gd name="connsiteY429" fmla="*/ 0 h 924402"/>
                  <a:gd name="connsiteX430" fmla="*/ 3103552 w 4603109"/>
                  <a:gd name="connsiteY430" fmla="*/ 0 h 924402"/>
                  <a:gd name="connsiteX431" fmla="*/ 3104883 w 4603109"/>
                  <a:gd name="connsiteY431" fmla="*/ 0 h 924402"/>
                  <a:gd name="connsiteX432" fmla="*/ 3120023 w 4603109"/>
                  <a:gd name="connsiteY432" fmla="*/ 0 h 924402"/>
                  <a:gd name="connsiteX433" fmla="*/ 3120445 w 4603109"/>
                  <a:gd name="connsiteY433" fmla="*/ 0 h 924402"/>
                  <a:gd name="connsiteX434" fmla="*/ 3149018 w 4603109"/>
                  <a:gd name="connsiteY434" fmla="*/ 0 h 924402"/>
                  <a:gd name="connsiteX435" fmla="*/ 3150088 w 4603109"/>
                  <a:gd name="connsiteY435" fmla="*/ 0 h 924402"/>
                  <a:gd name="connsiteX436" fmla="*/ 3150509 w 4603109"/>
                  <a:gd name="connsiteY436" fmla="*/ 0 h 924402"/>
                  <a:gd name="connsiteX437" fmla="*/ 3171054 w 4603109"/>
                  <a:gd name="connsiteY437" fmla="*/ 0 h 924402"/>
                  <a:gd name="connsiteX438" fmla="*/ 3172715 w 4603109"/>
                  <a:gd name="connsiteY438" fmla="*/ 0 h 924402"/>
                  <a:gd name="connsiteX439" fmla="*/ 3199627 w 4603109"/>
                  <a:gd name="connsiteY439" fmla="*/ 0 h 924402"/>
                  <a:gd name="connsiteX440" fmla="*/ 3201119 w 4603109"/>
                  <a:gd name="connsiteY440" fmla="*/ 0 h 924402"/>
                  <a:gd name="connsiteX441" fmla="*/ 3201287 w 4603109"/>
                  <a:gd name="connsiteY441" fmla="*/ 0 h 924402"/>
                  <a:gd name="connsiteX442" fmla="*/ 3201751 w 4603109"/>
                  <a:gd name="connsiteY442" fmla="*/ 0 h 924402"/>
                  <a:gd name="connsiteX443" fmla="*/ 3202780 w 4603109"/>
                  <a:gd name="connsiteY443" fmla="*/ 0 h 924402"/>
                  <a:gd name="connsiteX444" fmla="*/ 3217515 w 4603109"/>
                  <a:gd name="connsiteY444" fmla="*/ 0 h 924402"/>
                  <a:gd name="connsiteX445" fmla="*/ 3224152 w 4603109"/>
                  <a:gd name="connsiteY445" fmla="*/ 0 h 924402"/>
                  <a:gd name="connsiteX446" fmla="*/ 3230324 w 4603109"/>
                  <a:gd name="connsiteY446" fmla="*/ 0 h 924402"/>
                  <a:gd name="connsiteX447" fmla="*/ 3231321 w 4603109"/>
                  <a:gd name="connsiteY447" fmla="*/ 0 h 924402"/>
                  <a:gd name="connsiteX448" fmla="*/ 3231816 w 4603109"/>
                  <a:gd name="connsiteY448" fmla="*/ 0 h 924402"/>
                  <a:gd name="connsiteX449" fmla="*/ 3243763 w 4603109"/>
                  <a:gd name="connsiteY449" fmla="*/ 0 h 924402"/>
                  <a:gd name="connsiteX450" fmla="*/ 3246088 w 4603109"/>
                  <a:gd name="connsiteY450" fmla="*/ 0 h 924402"/>
                  <a:gd name="connsiteX451" fmla="*/ 3247580 w 4603109"/>
                  <a:gd name="connsiteY451" fmla="*/ 0 h 924402"/>
                  <a:gd name="connsiteX452" fmla="*/ 3247792 w 4603109"/>
                  <a:gd name="connsiteY452" fmla="*/ 0 h 924402"/>
                  <a:gd name="connsiteX453" fmla="*/ 3248214 w 4603109"/>
                  <a:gd name="connsiteY453" fmla="*/ 0 h 924402"/>
                  <a:gd name="connsiteX454" fmla="*/ 3252725 w 4603109"/>
                  <a:gd name="connsiteY454" fmla="*/ 0 h 924402"/>
                  <a:gd name="connsiteX455" fmla="*/ 3254217 w 4603109"/>
                  <a:gd name="connsiteY455" fmla="*/ 0 h 924402"/>
                  <a:gd name="connsiteX456" fmla="*/ 3260235 w 4603109"/>
                  <a:gd name="connsiteY456" fmla="*/ 0 h 924402"/>
                  <a:gd name="connsiteX457" fmla="*/ 3276787 w 4603109"/>
                  <a:gd name="connsiteY457" fmla="*/ 0 h 924402"/>
                  <a:gd name="connsiteX458" fmla="*/ 3277857 w 4603109"/>
                  <a:gd name="connsiteY458" fmla="*/ 0 h 924402"/>
                  <a:gd name="connsiteX459" fmla="*/ 3278278 w 4603109"/>
                  <a:gd name="connsiteY459" fmla="*/ 0 h 924402"/>
                  <a:gd name="connsiteX460" fmla="*/ 3290300 w 4603109"/>
                  <a:gd name="connsiteY460" fmla="*/ 0 h 924402"/>
                  <a:gd name="connsiteX461" fmla="*/ 3298823 w 4603109"/>
                  <a:gd name="connsiteY461" fmla="*/ 0 h 924402"/>
                  <a:gd name="connsiteX462" fmla="*/ 3327396 w 4603109"/>
                  <a:gd name="connsiteY462" fmla="*/ 0 h 924402"/>
                  <a:gd name="connsiteX463" fmla="*/ 3328888 w 4603109"/>
                  <a:gd name="connsiteY463" fmla="*/ 0 h 924402"/>
                  <a:gd name="connsiteX464" fmla="*/ 3329520 w 4603109"/>
                  <a:gd name="connsiteY464" fmla="*/ 0 h 924402"/>
                  <a:gd name="connsiteX465" fmla="*/ 3345284 w 4603109"/>
                  <a:gd name="connsiteY465" fmla="*/ 0 h 924402"/>
                  <a:gd name="connsiteX466" fmla="*/ 3349129 w 4603109"/>
                  <a:gd name="connsiteY466" fmla="*/ 0 h 924402"/>
                  <a:gd name="connsiteX467" fmla="*/ 3351921 w 4603109"/>
                  <a:gd name="connsiteY467" fmla="*/ 0 h 924402"/>
                  <a:gd name="connsiteX468" fmla="*/ 3358093 w 4603109"/>
                  <a:gd name="connsiteY468" fmla="*/ 0 h 924402"/>
                  <a:gd name="connsiteX469" fmla="*/ 3359585 w 4603109"/>
                  <a:gd name="connsiteY469" fmla="*/ 0 h 924402"/>
                  <a:gd name="connsiteX470" fmla="*/ 3371532 w 4603109"/>
                  <a:gd name="connsiteY470" fmla="*/ 0 h 924402"/>
                  <a:gd name="connsiteX471" fmla="*/ 3373857 w 4603109"/>
                  <a:gd name="connsiteY471" fmla="*/ 0 h 924402"/>
                  <a:gd name="connsiteX472" fmla="*/ 3375349 w 4603109"/>
                  <a:gd name="connsiteY472" fmla="*/ 0 h 924402"/>
                  <a:gd name="connsiteX473" fmla="*/ 3380494 w 4603109"/>
                  <a:gd name="connsiteY473" fmla="*/ 0 h 924402"/>
                  <a:gd name="connsiteX474" fmla="*/ 3381986 w 4603109"/>
                  <a:gd name="connsiteY474" fmla="*/ 0 h 924402"/>
                  <a:gd name="connsiteX475" fmla="*/ 3388004 w 4603109"/>
                  <a:gd name="connsiteY475" fmla="*/ 0 h 924402"/>
                  <a:gd name="connsiteX476" fmla="*/ 3408282 w 4603109"/>
                  <a:gd name="connsiteY476" fmla="*/ 0 h 924402"/>
                  <a:gd name="connsiteX477" fmla="*/ 3418069 w 4603109"/>
                  <a:gd name="connsiteY477" fmla="*/ 0 h 924402"/>
                  <a:gd name="connsiteX478" fmla="*/ 3424207 w 4603109"/>
                  <a:gd name="connsiteY478" fmla="*/ 0 h 924402"/>
                  <a:gd name="connsiteX479" fmla="*/ 3424753 w 4603109"/>
                  <a:gd name="connsiteY479" fmla="*/ 0 h 924402"/>
                  <a:gd name="connsiteX480" fmla="*/ 3452733 w 4603109"/>
                  <a:gd name="connsiteY480" fmla="*/ 0 h 924402"/>
                  <a:gd name="connsiteX481" fmla="*/ 3454818 w 4603109"/>
                  <a:gd name="connsiteY481" fmla="*/ 0 h 924402"/>
                  <a:gd name="connsiteX482" fmla="*/ 3476898 w 4603109"/>
                  <a:gd name="connsiteY482" fmla="*/ 0 h 924402"/>
                  <a:gd name="connsiteX483" fmla="*/ 3496441 w 4603109"/>
                  <a:gd name="connsiteY483" fmla="*/ 0 h 924402"/>
                  <a:gd name="connsiteX484" fmla="*/ 3509236 w 4603109"/>
                  <a:gd name="connsiteY484" fmla="*/ 0 h 924402"/>
                  <a:gd name="connsiteX485" fmla="*/ 3518886 w 4603109"/>
                  <a:gd name="connsiteY485" fmla="*/ 0 h 924402"/>
                  <a:gd name="connsiteX486" fmla="*/ 3528336 w 4603109"/>
                  <a:gd name="connsiteY486" fmla="*/ 0 h 924402"/>
                  <a:gd name="connsiteX487" fmla="*/ 3536051 w 4603109"/>
                  <a:gd name="connsiteY487" fmla="*/ 0 h 924402"/>
                  <a:gd name="connsiteX488" fmla="*/ 3539301 w 4603109"/>
                  <a:gd name="connsiteY488" fmla="*/ 0 h 924402"/>
                  <a:gd name="connsiteX489" fmla="*/ 3540361 w 4603109"/>
                  <a:gd name="connsiteY489" fmla="*/ 0 h 924402"/>
                  <a:gd name="connsiteX490" fmla="*/ 3544807 w 4603109"/>
                  <a:gd name="connsiteY490" fmla="*/ 0 h 924402"/>
                  <a:gd name="connsiteX491" fmla="*/ 3551976 w 4603109"/>
                  <a:gd name="connsiteY491" fmla="*/ 0 h 924402"/>
                  <a:gd name="connsiteX492" fmla="*/ 3552522 w 4603109"/>
                  <a:gd name="connsiteY492" fmla="*/ 0 h 924402"/>
                  <a:gd name="connsiteX493" fmla="*/ 3564420 w 4603109"/>
                  <a:gd name="connsiteY493" fmla="*/ 0 h 924402"/>
                  <a:gd name="connsiteX494" fmla="*/ 3570426 w 4603109"/>
                  <a:gd name="connsiteY494" fmla="*/ 0 h 924402"/>
                  <a:gd name="connsiteX495" fmla="*/ 3574872 w 4603109"/>
                  <a:gd name="connsiteY495" fmla="*/ 0 h 924402"/>
                  <a:gd name="connsiteX496" fmla="*/ 3580502 w 4603109"/>
                  <a:gd name="connsiteY496" fmla="*/ 0 h 924402"/>
                  <a:gd name="connsiteX497" fmla="*/ 3582587 w 4603109"/>
                  <a:gd name="connsiteY497" fmla="*/ 0 h 924402"/>
                  <a:gd name="connsiteX498" fmla="*/ 3624210 w 4603109"/>
                  <a:gd name="connsiteY498" fmla="*/ 0 h 924402"/>
                  <a:gd name="connsiteX499" fmla="*/ 3637005 w 4603109"/>
                  <a:gd name="connsiteY499" fmla="*/ 0 h 924402"/>
                  <a:gd name="connsiteX500" fmla="*/ 3646655 w 4603109"/>
                  <a:gd name="connsiteY500" fmla="*/ 0 h 924402"/>
                  <a:gd name="connsiteX501" fmla="*/ 3656105 w 4603109"/>
                  <a:gd name="connsiteY501" fmla="*/ 0 h 924402"/>
                  <a:gd name="connsiteX502" fmla="*/ 3667070 w 4603109"/>
                  <a:gd name="connsiteY502" fmla="*/ 0 h 924402"/>
                  <a:gd name="connsiteX503" fmla="*/ 3668130 w 4603109"/>
                  <a:gd name="connsiteY503" fmla="*/ 0 h 924402"/>
                  <a:gd name="connsiteX504" fmla="*/ 3669786 w 4603109"/>
                  <a:gd name="connsiteY504" fmla="*/ 0 h 924402"/>
                  <a:gd name="connsiteX505" fmla="*/ 3672576 w 4603109"/>
                  <a:gd name="connsiteY505" fmla="*/ 0 h 924402"/>
                  <a:gd name="connsiteX506" fmla="*/ 3692189 w 4603109"/>
                  <a:gd name="connsiteY506" fmla="*/ 0 h 924402"/>
                  <a:gd name="connsiteX507" fmla="*/ 3698195 w 4603109"/>
                  <a:gd name="connsiteY507" fmla="*/ 0 h 924402"/>
                  <a:gd name="connsiteX508" fmla="*/ 3702641 w 4603109"/>
                  <a:gd name="connsiteY508" fmla="*/ 0 h 924402"/>
                  <a:gd name="connsiteX509" fmla="*/ 3744863 w 4603109"/>
                  <a:gd name="connsiteY509" fmla="*/ 0 h 924402"/>
                  <a:gd name="connsiteX510" fmla="*/ 3745285 w 4603109"/>
                  <a:gd name="connsiteY510" fmla="*/ 0 h 924402"/>
                  <a:gd name="connsiteX511" fmla="*/ 3795894 w 4603109"/>
                  <a:gd name="connsiteY511" fmla="*/ 0 h 924402"/>
                  <a:gd name="connsiteX512" fmla="*/ 3797555 w 4603109"/>
                  <a:gd name="connsiteY512" fmla="*/ 0 h 924402"/>
                  <a:gd name="connsiteX513" fmla="*/ 3826591 w 4603109"/>
                  <a:gd name="connsiteY513" fmla="*/ 0 h 924402"/>
                  <a:gd name="connsiteX514" fmla="*/ 3842355 w 4603109"/>
                  <a:gd name="connsiteY514" fmla="*/ 0 h 924402"/>
                  <a:gd name="connsiteX515" fmla="*/ 3848992 w 4603109"/>
                  <a:gd name="connsiteY515" fmla="*/ 0 h 924402"/>
                  <a:gd name="connsiteX516" fmla="*/ 3872632 w 4603109"/>
                  <a:gd name="connsiteY516" fmla="*/ 0 h 924402"/>
                  <a:gd name="connsiteX517" fmla="*/ 3873054 w 4603109"/>
                  <a:gd name="connsiteY517" fmla="*/ 0 h 924402"/>
                  <a:gd name="connsiteX518" fmla="*/ 3885075 w 4603109"/>
                  <a:gd name="connsiteY518" fmla="*/ 0 h 924402"/>
                  <a:gd name="connsiteX519" fmla="*/ 3923663 w 4603109"/>
                  <a:gd name="connsiteY519" fmla="*/ 0 h 924402"/>
                  <a:gd name="connsiteX520" fmla="*/ 3954360 w 4603109"/>
                  <a:gd name="connsiteY520" fmla="*/ 0 h 924402"/>
                  <a:gd name="connsiteX521" fmla="*/ 3970124 w 4603109"/>
                  <a:gd name="connsiteY521" fmla="*/ 0 h 924402"/>
                  <a:gd name="connsiteX522" fmla="*/ 3976761 w 4603109"/>
                  <a:gd name="connsiteY522" fmla="*/ 0 h 924402"/>
                  <a:gd name="connsiteX523" fmla="*/ 4012844 w 4603109"/>
                  <a:gd name="connsiteY523" fmla="*/ 0 h 924402"/>
                  <a:gd name="connsiteX524" fmla="*/ 4049593 w 4603109"/>
                  <a:gd name="connsiteY524" fmla="*/ 0 h 924402"/>
                  <a:gd name="connsiteX525" fmla="*/ 4169647 w 4603109"/>
                  <a:gd name="connsiteY525" fmla="*/ 0 h 924402"/>
                  <a:gd name="connsiteX526" fmla="*/ 4177362 w 4603109"/>
                  <a:gd name="connsiteY526" fmla="*/ 0 h 924402"/>
                  <a:gd name="connsiteX527" fmla="*/ 4297416 w 4603109"/>
                  <a:gd name="connsiteY527" fmla="*/ 0 h 924402"/>
                  <a:gd name="connsiteX528" fmla="*/ 4379339 w 4603109"/>
                  <a:gd name="connsiteY528" fmla="*/ 47054 h 924402"/>
                  <a:gd name="connsiteX529" fmla="*/ 4591731 w 4603109"/>
                  <a:gd name="connsiteY529" fmla="*/ 415146 h 924402"/>
                  <a:gd name="connsiteX530" fmla="*/ 4591731 w 4603109"/>
                  <a:gd name="connsiteY530" fmla="*/ 509257 h 924402"/>
                  <a:gd name="connsiteX531" fmla="*/ 4379339 w 4603109"/>
                  <a:gd name="connsiteY531" fmla="*/ 877348 h 924402"/>
                  <a:gd name="connsiteX532" fmla="*/ 4297416 w 4603109"/>
                  <a:gd name="connsiteY532" fmla="*/ 924402 h 924402"/>
                  <a:gd name="connsiteX533" fmla="*/ 4169647 w 4603109"/>
                  <a:gd name="connsiteY533" fmla="*/ 924402 h 924402"/>
                  <a:gd name="connsiteX534" fmla="*/ 3976761 w 4603109"/>
                  <a:gd name="connsiteY534" fmla="*/ 924402 h 924402"/>
                  <a:gd name="connsiteX535" fmla="*/ 3872632 w 4603109"/>
                  <a:gd name="connsiteY535" fmla="*/ 924402 h 924402"/>
                  <a:gd name="connsiteX536" fmla="*/ 3848992 w 4603109"/>
                  <a:gd name="connsiteY536" fmla="*/ 924402 h 924402"/>
                  <a:gd name="connsiteX537" fmla="*/ 3744863 w 4603109"/>
                  <a:gd name="connsiteY537" fmla="*/ 924402 h 924402"/>
                  <a:gd name="connsiteX538" fmla="*/ 3702641 w 4603109"/>
                  <a:gd name="connsiteY538" fmla="*/ 924402 h 924402"/>
                  <a:gd name="connsiteX539" fmla="*/ 3672576 w 4603109"/>
                  <a:gd name="connsiteY539" fmla="*/ 924402 h 924402"/>
                  <a:gd name="connsiteX540" fmla="*/ 3656105 w 4603109"/>
                  <a:gd name="connsiteY540" fmla="*/ 924402 h 924402"/>
                  <a:gd name="connsiteX541" fmla="*/ 3574872 w 4603109"/>
                  <a:gd name="connsiteY541" fmla="*/ 924402 h 924402"/>
                  <a:gd name="connsiteX542" fmla="*/ 3551976 w 4603109"/>
                  <a:gd name="connsiteY542" fmla="*/ 924402 h 924402"/>
                  <a:gd name="connsiteX543" fmla="*/ 3544807 w 4603109"/>
                  <a:gd name="connsiteY543" fmla="*/ 924402 h 924402"/>
                  <a:gd name="connsiteX544" fmla="*/ 3528336 w 4603109"/>
                  <a:gd name="connsiteY544" fmla="*/ 924402 h 924402"/>
                  <a:gd name="connsiteX545" fmla="*/ 3424207 w 4603109"/>
                  <a:gd name="connsiteY545" fmla="*/ 924402 h 924402"/>
                  <a:gd name="connsiteX546" fmla="*/ 3381986 w 4603109"/>
                  <a:gd name="connsiteY546" fmla="*/ 924402 h 924402"/>
                  <a:gd name="connsiteX547" fmla="*/ 3380494 w 4603109"/>
                  <a:gd name="connsiteY547" fmla="*/ 924402 h 924402"/>
                  <a:gd name="connsiteX548" fmla="*/ 3351921 w 4603109"/>
                  <a:gd name="connsiteY548" fmla="*/ 924402 h 924402"/>
                  <a:gd name="connsiteX549" fmla="*/ 3277857 w 4603109"/>
                  <a:gd name="connsiteY549" fmla="*/ 924402 h 924402"/>
                  <a:gd name="connsiteX550" fmla="*/ 3254217 w 4603109"/>
                  <a:gd name="connsiteY550" fmla="*/ 924402 h 924402"/>
                  <a:gd name="connsiteX551" fmla="*/ 3252725 w 4603109"/>
                  <a:gd name="connsiteY551" fmla="*/ 924402 h 924402"/>
                  <a:gd name="connsiteX552" fmla="*/ 3247792 w 4603109"/>
                  <a:gd name="connsiteY552" fmla="*/ 924402 h 924402"/>
                  <a:gd name="connsiteX553" fmla="*/ 3231321 w 4603109"/>
                  <a:gd name="connsiteY553" fmla="*/ 924402 h 924402"/>
                  <a:gd name="connsiteX554" fmla="*/ 3224152 w 4603109"/>
                  <a:gd name="connsiteY554" fmla="*/ 924402 h 924402"/>
                  <a:gd name="connsiteX555" fmla="*/ 3150088 w 4603109"/>
                  <a:gd name="connsiteY555" fmla="*/ 924402 h 924402"/>
                  <a:gd name="connsiteX556" fmla="*/ 3120023 w 4603109"/>
                  <a:gd name="connsiteY556" fmla="*/ 924402 h 924402"/>
                  <a:gd name="connsiteX557" fmla="*/ 3104883 w 4603109"/>
                  <a:gd name="connsiteY557" fmla="*/ 924402 h 924402"/>
                  <a:gd name="connsiteX558" fmla="*/ 3103552 w 4603109"/>
                  <a:gd name="connsiteY558" fmla="*/ 924402 h 924402"/>
                  <a:gd name="connsiteX559" fmla="*/ 3077801 w 4603109"/>
                  <a:gd name="connsiteY559" fmla="*/ 924402 h 924402"/>
                  <a:gd name="connsiteX560" fmla="*/ 3061330 w 4603109"/>
                  <a:gd name="connsiteY560" fmla="*/ 924402 h 924402"/>
                  <a:gd name="connsiteX561" fmla="*/ 3031265 w 4603109"/>
                  <a:gd name="connsiteY561" fmla="*/ 924402 h 924402"/>
                  <a:gd name="connsiteX562" fmla="*/ 2977114 w 4603109"/>
                  <a:gd name="connsiteY562" fmla="*/ 924402 h 924402"/>
                  <a:gd name="connsiteX563" fmla="*/ 2957200 w 4603109"/>
                  <a:gd name="connsiteY563" fmla="*/ 924402 h 924402"/>
                  <a:gd name="connsiteX564" fmla="*/ 2955709 w 4603109"/>
                  <a:gd name="connsiteY564" fmla="*/ 924402 h 924402"/>
                  <a:gd name="connsiteX565" fmla="*/ 2950032 w 4603109"/>
                  <a:gd name="connsiteY565" fmla="*/ 924402 h 924402"/>
                  <a:gd name="connsiteX566" fmla="*/ 2933561 w 4603109"/>
                  <a:gd name="connsiteY566" fmla="*/ 924402 h 924402"/>
                  <a:gd name="connsiteX567" fmla="*/ 2927136 w 4603109"/>
                  <a:gd name="connsiteY567" fmla="*/ 924402 h 924402"/>
                  <a:gd name="connsiteX568" fmla="*/ 2903496 w 4603109"/>
                  <a:gd name="connsiteY568" fmla="*/ 924402 h 924402"/>
                  <a:gd name="connsiteX569" fmla="*/ 2829431 w 4603109"/>
                  <a:gd name="connsiteY569" fmla="*/ 924402 h 924402"/>
                  <a:gd name="connsiteX570" fmla="*/ 2827940 w 4603109"/>
                  <a:gd name="connsiteY570" fmla="*/ 924402 h 924402"/>
                  <a:gd name="connsiteX571" fmla="*/ 2799367 w 4603109"/>
                  <a:gd name="connsiteY571" fmla="*/ 924402 h 924402"/>
                  <a:gd name="connsiteX572" fmla="*/ 2785719 w 4603109"/>
                  <a:gd name="connsiteY572" fmla="*/ 924402 h 924402"/>
                  <a:gd name="connsiteX573" fmla="*/ 2784228 w 4603109"/>
                  <a:gd name="connsiteY573" fmla="*/ 924402 h 924402"/>
                  <a:gd name="connsiteX574" fmla="*/ 2757146 w 4603109"/>
                  <a:gd name="connsiteY574" fmla="*/ 924402 h 924402"/>
                  <a:gd name="connsiteX575" fmla="*/ 2755654 w 4603109"/>
                  <a:gd name="connsiteY575" fmla="*/ 924402 h 924402"/>
                  <a:gd name="connsiteX576" fmla="*/ 2680098 w 4603109"/>
                  <a:gd name="connsiteY576" fmla="*/ 924402 h 924402"/>
                  <a:gd name="connsiteX577" fmla="*/ 2657950 w 4603109"/>
                  <a:gd name="connsiteY577" fmla="*/ 924402 h 924402"/>
                  <a:gd name="connsiteX578" fmla="*/ 2656459 w 4603109"/>
                  <a:gd name="connsiteY578" fmla="*/ 924402 h 924402"/>
                  <a:gd name="connsiteX579" fmla="*/ 2653017 w 4603109"/>
                  <a:gd name="connsiteY579" fmla="*/ 924402 h 924402"/>
                  <a:gd name="connsiteX580" fmla="*/ 2636545 w 4603109"/>
                  <a:gd name="connsiteY580" fmla="*/ 924402 h 924402"/>
                  <a:gd name="connsiteX581" fmla="*/ 2629377 w 4603109"/>
                  <a:gd name="connsiteY581" fmla="*/ 924402 h 924402"/>
                  <a:gd name="connsiteX582" fmla="*/ 2627885 w 4603109"/>
                  <a:gd name="connsiteY582" fmla="*/ 924402 h 924402"/>
                  <a:gd name="connsiteX583" fmla="*/ 2606481 w 4603109"/>
                  <a:gd name="connsiteY583" fmla="*/ 924402 h 924402"/>
                  <a:gd name="connsiteX584" fmla="*/ 2552329 w 4603109"/>
                  <a:gd name="connsiteY584" fmla="*/ 924402 h 924402"/>
                  <a:gd name="connsiteX585" fmla="*/ 2525248 w 4603109"/>
                  <a:gd name="connsiteY585" fmla="*/ 924402 h 924402"/>
                  <a:gd name="connsiteX586" fmla="*/ 2510108 w 4603109"/>
                  <a:gd name="connsiteY586" fmla="*/ 924402 h 924402"/>
                  <a:gd name="connsiteX587" fmla="*/ 2508776 w 4603109"/>
                  <a:gd name="connsiteY587" fmla="*/ 924402 h 924402"/>
                  <a:gd name="connsiteX588" fmla="*/ 2480043 w 4603109"/>
                  <a:gd name="connsiteY588" fmla="*/ 924402 h 924402"/>
                  <a:gd name="connsiteX589" fmla="*/ 2478712 w 4603109"/>
                  <a:gd name="connsiteY589" fmla="*/ 924402 h 924402"/>
                  <a:gd name="connsiteX590" fmla="*/ 2463572 w 4603109"/>
                  <a:gd name="connsiteY590" fmla="*/ 924402 h 924402"/>
                  <a:gd name="connsiteX591" fmla="*/ 2436490 w 4603109"/>
                  <a:gd name="connsiteY591" fmla="*/ 924402 h 924402"/>
                  <a:gd name="connsiteX592" fmla="*/ 2382339 w 4603109"/>
                  <a:gd name="connsiteY592" fmla="*/ 924402 h 924402"/>
                  <a:gd name="connsiteX593" fmla="*/ 2360934 w 4603109"/>
                  <a:gd name="connsiteY593" fmla="*/ 924402 h 924402"/>
                  <a:gd name="connsiteX594" fmla="*/ 2359443 w 4603109"/>
                  <a:gd name="connsiteY594" fmla="*/ 924402 h 924402"/>
                  <a:gd name="connsiteX595" fmla="*/ 2352274 w 4603109"/>
                  <a:gd name="connsiteY595" fmla="*/ 924402 h 924402"/>
                  <a:gd name="connsiteX596" fmla="*/ 2335803 w 4603109"/>
                  <a:gd name="connsiteY596" fmla="*/ 924402 h 924402"/>
                  <a:gd name="connsiteX597" fmla="*/ 2332360 w 4603109"/>
                  <a:gd name="connsiteY597" fmla="*/ 924402 h 924402"/>
                  <a:gd name="connsiteX598" fmla="*/ 2332328 w 4603109"/>
                  <a:gd name="connsiteY598" fmla="*/ 924402 h 924402"/>
                  <a:gd name="connsiteX599" fmla="*/ 2330869 w 4603109"/>
                  <a:gd name="connsiteY599" fmla="*/ 924402 h 924402"/>
                  <a:gd name="connsiteX600" fmla="*/ 2308721 w 4603109"/>
                  <a:gd name="connsiteY600" fmla="*/ 924402 h 924402"/>
                  <a:gd name="connsiteX601" fmla="*/ 2233165 w 4603109"/>
                  <a:gd name="connsiteY601" fmla="*/ 924402 h 924402"/>
                  <a:gd name="connsiteX602" fmla="*/ 2231674 w 4603109"/>
                  <a:gd name="connsiteY602" fmla="*/ 924402 h 924402"/>
                  <a:gd name="connsiteX603" fmla="*/ 2204591 w 4603109"/>
                  <a:gd name="connsiteY603" fmla="*/ 924402 h 924402"/>
                  <a:gd name="connsiteX604" fmla="*/ 2204559 w 4603109"/>
                  <a:gd name="connsiteY604" fmla="*/ 924402 h 924402"/>
                  <a:gd name="connsiteX605" fmla="*/ 2203100 w 4603109"/>
                  <a:gd name="connsiteY605" fmla="*/ 924402 h 924402"/>
                  <a:gd name="connsiteX606" fmla="*/ 2189452 w 4603109"/>
                  <a:gd name="connsiteY606" fmla="*/ 924402 h 924402"/>
                  <a:gd name="connsiteX607" fmla="*/ 2160879 w 4603109"/>
                  <a:gd name="connsiteY607" fmla="*/ 924402 h 924402"/>
                  <a:gd name="connsiteX608" fmla="*/ 2159388 w 4603109"/>
                  <a:gd name="connsiteY608" fmla="*/ 924402 h 924402"/>
                  <a:gd name="connsiteX609" fmla="*/ 2085323 w 4603109"/>
                  <a:gd name="connsiteY609" fmla="*/ 924402 h 924402"/>
                  <a:gd name="connsiteX610" fmla="*/ 2077294 w 4603109"/>
                  <a:gd name="connsiteY610" fmla="*/ 924402 h 924402"/>
                  <a:gd name="connsiteX611" fmla="*/ 2061683 w 4603109"/>
                  <a:gd name="connsiteY611" fmla="*/ 924402 h 924402"/>
                  <a:gd name="connsiteX612" fmla="*/ 2055258 w 4603109"/>
                  <a:gd name="connsiteY612" fmla="*/ 924402 h 924402"/>
                  <a:gd name="connsiteX613" fmla="*/ 2038787 w 4603109"/>
                  <a:gd name="connsiteY613" fmla="*/ 924402 h 924402"/>
                  <a:gd name="connsiteX614" fmla="*/ 2033110 w 4603109"/>
                  <a:gd name="connsiteY614" fmla="*/ 924402 h 924402"/>
                  <a:gd name="connsiteX615" fmla="*/ 2031619 w 4603109"/>
                  <a:gd name="connsiteY615" fmla="*/ 924402 h 924402"/>
                  <a:gd name="connsiteX616" fmla="*/ 2011705 w 4603109"/>
                  <a:gd name="connsiteY616" fmla="*/ 924402 h 924402"/>
                  <a:gd name="connsiteX617" fmla="*/ 1957554 w 4603109"/>
                  <a:gd name="connsiteY617" fmla="*/ 924402 h 924402"/>
                  <a:gd name="connsiteX618" fmla="*/ 1949525 w 4603109"/>
                  <a:gd name="connsiteY618" fmla="*/ 924402 h 924402"/>
                  <a:gd name="connsiteX619" fmla="*/ 1927489 w 4603109"/>
                  <a:gd name="connsiteY619" fmla="*/ 924402 h 924402"/>
                  <a:gd name="connsiteX620" fmla="*/ 1911018 w 4603109"/>
                  <a:gd name="connsiteY620" fmla="*/ 924402 h 924402"/>
                  <a:gd name="connsiteX621" fmla="*/ 1907543 w 4603109"/>
                  <a:gd name="connsiteY621" fmla="*/ 924402 h 924402"/>
                  <a:gd name="connsiteX622" fmla="*/ 1885268 w 4603109"/>
                  <a:gd name="connsiteY622" fmla="*/ 924402 h 924402"/>
                  <a:gd name="connsiteX623" fmla="*/ 1883936 w 4603109"/>
                  <a:gd name="connsiteY623" fmla="*/ 924402 h 924402"/>
                  <a:gd name="connsiteX624" fmla="*/ 1868796 w 4603109"/>
                  <a:gd name="connsiteY624" fmla="*/ 924402 h 924402"/>
                  <a:gd name="connsiteX625" fmla="*/ 1838732 w 4603109"/>
                  <a:gd name="connsiteY625" fmla="*/ 924402 h 924402"/>
                  <a:gd name="connsiteX626" fmla="*/ 1779774 w 4603109"/>
                  <a:gd name="connsiteY626" fmla="*/ 924402 h 924402"/>
                  <a:gd name="connsiteX627" fmla="*/ 1764668 w 4603109"/>
                  <a:gd name="connsiteY627" fmla="*/ 924402 h 924402"/>
                  <a:gd name="connsiteX628" fmla="*/ 1757499 w 4603109"/>
                  <a:gd name="connsiteY628" fmla="*/ 924402 h 924402"/>
                  <a:gd name="connsiteX629" fmla="*/ 1741027 w 4603109"/>
                  <a:gd name="connsiteY629" fmla="*/ 924402 h 924402"/>
                  <a:gd name="connsiteX630" fmla="*/ 1737552 w 4603109"/>
                  <a:gd name="connsiteY630" fmla="*/ 924402 h 924402"/>
                  <a:gd name="connsiteX631" fmla="*/ 1736094 w 4603109"/>
                  <a:gd name="connsiteY631" fmla="*/ 924402 h 924402"/>
                  <a:gd name="connsiteX632" fmla="*/ 1734603 w 4603109"/>
                  <a:gd name="connsiteY632" fmla="*/ 924402 h 924402"/>
                  <a:gd name="connsiteX633" fmla="*/ 1710963 w 4603109"/>
                  <a:gd name="connsiteY633" fmla="*/ 924402 h 924402"/>
                  <a:gd name="connsiteX634" fmla="*/ 1707488 w 4603109"/>
                  <a:gd name="connsiteY634" fmla="*/ 924402 h 924402"/>
                  <a:gd name="connsiteX635" fmla="*/ 1652509 w 4603109"/>
                  <a:gd name="connsiteY635" fmla="*/ 924402 h 924402"/>
                  <a:gd name="connsiteX636" fmla="*/ 1636899 w 4603109"/>
                  <a:gd name="connsiteY636" fmla="*/ 924402 h 924402"/>
                  <a:gd name="connsiteX637" fmla="*/ 1609783 w 4603109"/>
                  <a:gd name="connsiteY637" fmla="*/ 924402 h 924402"/>
                  <a:gd name="connsiteX638" fmla="*/ 1608325 w 4603109"/>
                  <a:gd name="connsiteY638" fmla="*/ 924402 h 924402"/>
                  <a:gd name="connsiteX639" fmla="*/ 1606834 w 4603109"/>
                  <a:gd name="connsiteY639" fmla="*/ 924402 h 924402"/>
                  <a:gd name="connsiteX640" fmla="*/ 1579719 w 4603109"/>
                  <a:gd name="connsiteY640" fmla="*/ 924402 h 924402"/>
                  <a:gd name="connsiteX641" fmla="*/ 1564612 w 4603109"/>
                  <a:gd name="connsiteY641" fmla="*/ 924402 h 924402"/>
                  <a:gd name="connsiteX642" fmla="*/ 1524740 w 4603109"/>
                  <a:gd name="connsiteY642" fmla="*/ 924402 h 924402"/>
                  <a:gd name="connsiteX643" fmla="*/ 1482518 w 4603109"/>
                  <a:gd name="connsiteY643" fmla="*/ 924402 h 924402"/>
                  <a:gd name="connsiteX644" fmla="*/ 1460483 w 4603109"/>
                  <a:gd name="connsiteY644" fmla="*/ 924402 h 924402"/>
                  <a:gd name="connsiteX645" fmla="*/ 1452454 w 4603109"/>
                  <a:gd name="connsiteY645" fmla="*/ 924402 h 924402"/>
                  <a:gd name="connsiteX646" fmla="*/ 1444011 w 4603109"/>
                  <a:gd name="connsiteY646" fmla="*/ 924402 h 924402"/>
                  <a:gd name="connsiteX647" fmla="*/ 1436843 w 4603109"/>
                  <a:gd name="connsiteY647" fmla="*/ 924402 h 924402"/>
                  <a:gd name="connsiteX648" fmla="*/ 1413947 w 4603109"/>
                  <a:gd name="connsiteY648" fmla="*/ 924402 h 924402"/>
                  <a:gd name="connsiteX649" fmla="*/ 1354749 w 4603109"/>
                  <a:gd name="connsiteY649" fmla="*/ 924402 h 924402"/>
                  <a:gd name="connsiteX650" fmla="*/ 1332714 w 4603109"/>
                  <a:gd name="connsiteY650" fmla="*/ 924402 h 924402"/>
                  <a:gd name="connsiteX651" fmla="*/ 1324685 w 4603109"/>
                  <a:gd name="connsiteY651" fmla="*/ 924402 h 924402"/>
                  <a:gd name="connsiteX652" fmla="*/ 1316242 w 4603109"/>
                  <a:gd name="connsiteY652" fmla="*/ 924402 h 924402"/>
                  <a:gd name="connsiteX653" fmla="*/ 1312767 w 4603109"/>
                  <a:gd name="connsiteY653" fmla="*/ 924402 h 924402"/>
                  <a:gd name="connsiteX654" fmla="*/ 1286178 w 4603109"/>
                  <a:gd name="connsiteY654" fmla="*/ 924402 h 924402"/>
                  <a:gd name="connsiteX655" fmla="*/ 1282703 w 4603109"/>
                  <a:gd name="connsiteY655" fmla="*/ 924402 h 924402"/>
                  <a:gd name="connsiteX656" fmla="*/ 1243956 w 4603109"/>
                  <a:gd name="connsiteY656" fmla="*/ 924402 h 924402"/>
                  <a:gd name="connsiteX657" fmla="*/ 1184998 w 4603109"/>
                  <a:gd name="connsiteY657" fmla="*/ 924402 h 924402"/>
                  <a:gd name="connsiteX658" fmla="*/ 1154934 w 4603109"/>
                  <a:gd name="connsiteY658" fmla="*/ 924402 h 924402"/>
                  <a:gd name="connsiteX659" fmla="*/ 1139828 w 4603109"/>
                  <a:gd name="connsiteY659" fmla="*/ 924402 h 924402"/>
                  <a:gd name="connsiteX660" fmla="*/ 1116187 w 4603109"/>
                  <a:gd name="connsiteY660" fmla="*/ 924402 h 924402"/>
                  <a:gd name="connsiteX661" fmla="*/ 1112712 w 4603109"/>
                  <a:gd name="connsiteY661" fmla="*/ 924402 h 924402"/>
                  <a:gd name="connsiteX662" fmla="*/ 1057734 w 4603109"/>
                  <a:gd name="connsiteY662" fmla="*/ 924402 h 924402"/>
                  <a:gd name="connsiteX663" fmla="*/ 1027669 w 4603109"/>
                  <a:gd name="connsiteY663" fmla="*/ 924402 h 924402"/>
                  <a:gd name="connsiteX664" fmla="*/ 1012059 w 4603109"/>
                  <a:gd name="connsiteY664" fmla="*/ 924402 h 924402"/>
                  <a:gd name="connsiteX665" fmla="*/ 984943 w 4603109"/>
                  <a:gd name="connsiteY665" fmla="*/ 924402 h 924402"/>
                  <a:gd name="connsiteX666" fmla="*/ 929965 w 4603109"/>
                  <a:gd name="connsiteY666" fmla="*/ 924402 h 924402"/>
                  <a:gd name="connsiteX667" fmla="*/ 899900 w 4603109"/>
                  <a:gd name="connsiteY667" fmla="*/ 924402 h 924402"/>
                  <a:gd name="connsiteX668" fmla="*/ 857678 w 4603109"/>
                  <a:gd name="connsiteY668" fmla="*/ 924402 h 924402"/>
                  <a:gd name="connsiteX669" fmla="*/ 819171 w 4603109"/>
                  <a:gd name="connsiteY669" fmla="*/ 924402 h 924402"/>
                  <a:gd name="connsiteX670" fmla="*/ 729909 w 4603109"/>
                  <a:gd name="connsiteY670" fmla="*/ 924402 h 924402"/>
                  <a:gd name="connsiteX671" fmla="*/ 691402 w 4603109"/>
                  <a:gd name="connsiteY671" fmla="*/ 924402 h 924402"/>
                  <a:gd name="connsiteX672" fmla="*/ 687927 w 4603109"/>
                  <a:gd name="connsiteY672" fmla="*/ 924402 h 924402"/>
                  <a:gd name="connsiteX673" fmla="*/ 560158 w 4603109"/>
                  <a:gd name="connsiteY673" fmla="*/ 924402 h 924402"/>
                  <a:gd name="connsiteX674" fmla="*/ 432894 w 4603109"/>
                  <a:gd name="connsiteY674" fmla="*/ 924402 h 924402"/>
                  <a:gd name="connsiteX675" fmla="*/ 305125 w 4603109"/>
                  <a:gd name="connsiteY675" fmla="*/ 924402 h 924402"/>
                  <a:gd name="connsiteX676" fmla="*/ 223202 w 4603109"/>
                  <a:gd name="connsiteY676" fmla="*/ 877348 h 924402"/>
                  <a:gd name="connsiteX677" fmla="*/ 10809 w 4603109"/>
                  <a:gd name="connsiteY677" fmla="*/ 509257 h 924402"/>
                  <a:gd name="connsiteX678" fmla="*/ 10809 w 4603109"/>
                  <a:gd name="connsiteY678" fmla="*/ 415146 h 924402"/>
                  <a:gd name="connsiteX679" fmla="*/ 223202 w 4603109"/>
                  <a:gd name="connsiteY679" fmla="*/ 47054 h 924402"/>
                  <a:gd name="connsiteX680" fmla="*/ 305125 w 4603109"/>
                  <a:gd name="connsiteY680" fmla="*/ 0 h 924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</a:cxnLst>
                <a:rect l="l" t="t" r="r" b="b"/>
                <a:pathLst>
                  <a:path w="4603109" h="924402">
                    <a:moveTo>
                      <a:pt x="305125" y="0"/>
                    </a:moveTo>
                    <a:lnTo>
                      <a:pt x="432894" y="0"/>
                    </a:lnTo>
                    <a:lnTo>
                      <a:pt x="445336" y="0"/>
                    </a:lnTo>
                    <a:cubicBezTo>
                      <a:pt x="485989" y="0"/>
                      <a:pt x="520835" y="0"/>
                      <a:pt x="550703" y="0"/>
                    </a:cubicBezTo>
                    <a:lnTo>
                      <a:pt x="560158" y="0"/>
                    </a:lnTo>
                    <a:lnTo>
                      <a:pt x="573105" y="0"/>
                    </a:lnTo>
                    <a:lnTo>
                      <a:pt x="626202" y="0"/>
                    </a:lnTo>
                    <a:cubicBezTo>
                      <a:pt x="646943" y="0"/>
                      <a:pt x="663537" y="0"/>
                      <a:pt x="676811" y="0"/>
                    </a:cubicBezTo>
                    <a:lnTo>
                      <a:pt x="678472" y="0"/>
                    </a:lnTo>
                    <a:lnTo>
                      <a:pt x="687927" y="0"/>
                    </a:lnTo>
                    <a:lnTo>
                      <a:pt x="691402" y="0"/>
                    </a:lnTo>
                    <a:lnTo>
                      <a:pt x="700371" y="0"/>
                    </a:lnTo>
                    <a:lnTo>
                      <a:pt x="707508" y="0"/>
                    </a:lnTo>
                    <a:cubicBezTo>
                      <a:pt x="729909" y="0"/>
                      <a:pt x="729909" y="0"/>
                      <a:pt x="729909" y="0"/>
                    </a:cubicBezTo>
                    <a:lnTo>
                      <a:pt x="753971" y="0"/>
                    </a:lnTo>
                    <a:lnTo>
                      <a:pt x="804580" y="0"/>
                    </a:lnTo>
                    <a:lnTo>
                      <a:pt x="805737" y="0"/>
                    </a:lnTo>
                    <a:lnTo>
                      <a:pt x="819171" y="0"/>
                    </a:lnTo>
                    <a:lnTo>
                      <a:pt x="828140" y="0"/>
                    </a:lnTo>
                    <a:lnTo>
                      <a:pt x="831615" y="0"/>
                    </a:lnTo>
                    <a:lnTo>
                      <a:pt x="835277" y="0"/>
                    </a:lnTo>
                    <a:lnTo>
                      <a:pt x="857678" y="0"/>
                    </a:lnTo>
                    <a:lnTo>
                      <a:pt x="864889" y="0"/>
                    </a:lnTo>
                    <a:lnTo>
                      <a:pt x="899900" y="0"/>
                    </a:lnTo>
                    <a:lnTo>
                      <a:pt x="909341" y="0"/>
                    </a:lnTo>
                    <a:lnTo>
                      <a:pt x="929965" y="0"/>
                    </a:lnTo>
                    <a:lnTo>
                      <a:pt x="933506" y="0"/>
                    </a:lnTo>
                    <a:lnTo>
                      <a:pt x="936982" y="0"/>
                    </a:lnTo>
                    <a:lnTo>
                      <a:pt x="959384" y="0"/>
                    </a:lnTo>
                    <a:lnTo>
                      <a:pt x="962542" y="0"/>
                    </a:lnTo>
                    <a:lnTo>
                      <a:pt x="984943" y="0"/>
                    </a:lnTo>
                    <a:lnTo>
                      <a:pt x="992658" y="0"/>
                    </a:lnTo>
                    <a:lnTo>
                      <a:pt x="1012059" y="0"/>
                    </a:lnTo>
                    <a:lnTo>
                      <a:pt x="1012480" y="0"/>
                    </a:lnTo>
                    <a:lnTo>
                      <a:pt x="1027669" y="0"/>
                    </a:lnTo>
                    <a:lnTo>
                      <a:pt x="1037110" y="0"/>
                    </a:lnTo>
                    <a:lnTo>
                      <a:pt x="1040112" y="0"/>
                    </a:lnTo>
                    <a:lnTo>
                      <a:pt x="1057734" y="0"/>
                    </a:lnTo>
                    <a:lnTo>
                      <a:pt x="1064751" y="0"/>
                    </a:lnTo>
                    <a:lnTo>
                      <a:pt x="1070177" y="0"/>
                    </a:lnTo>
                    <a:lnTo>
                      <a:pt x="1072436" y="0"/>
                    </a:lnTo>
                    <a:lnTo>
                      <a:pt x="1090311" y="0"/>
                    </a:lnTo>
                    <a:lnTo>
                      <a:pt x="1110718" y="0"/>
                    </a:lnTo>
                    <a:lnTo>
                      <a:pt x="1112712" y="0"/>
                    </a:lnTo>
                    <a:lnTo>
                      <a:pt x="1116187" y="0"/>
                    </a:lnTo>
                    <a:lnTo>
                      <a:pt x="1139828" y="0"/>
                    </a:lnTo>
                    <a:lnTo>
                      <a:pt x="1140249" y="0"/>
                    </a:lnTo>
                    <a:lnTo>
                      <a:pt x="1145480" y="0"/>
                    </a:lnTo>
                    <a:lnTo>
                      <a:pt x="1152270" y="0"/>
                    </a:lnTo>
                    <a:lnTo>
                      <a:pt x="1154934" y="0"/>
                    </a:lnTo>
                    <a:lnTo>
                      <a:pt x="1167881" y="0"/>
                    </a:lnTo>
                    <a:lnTo>
                      <a:pt x="1175544" y="0"/>
                    </a:lnTo>
                    <a:lnTo>
                      <a:pt x="1184998" y="0"/>
                    </a:lnTo>
                    <a:lnTo>
                      <a:pt x="1197946" y="0"/>
                    </a:lnTo>
                    <a:lnTo>
                      <a:pt x="1200205" y="0"/>
                    </a:lnTo>
                    <a:lnTo>
                      <a:pt x="1220978" y="0"/>
                    </a:lnTo>
                    <a:lnTo>
                      <a:pt x="1238487" y="0"/>
                    </a:lnTo>
                    <a:lnTo>
                      <a:pt x="1243956" y="0"/>
                    </a:lnTo>
                    <a:lnTo>
                      <a:pt x="1251042" y="0"/>
                    </a:lnTo>
                    <a:lnTo>
                      <a:pt x="1257637" y="0"/>
                    </a:lnTo>
                    <a:lnTo>
                      <a:pt x="1271587" y="0"/>
                    </a:lnTo>
                    <a:lnTo>
                      <a:pt x="1273249" y="0"/>
                    </a:lnTo>
                    <a:lnTo>
                      <a:pt x="1280039" y="0"/>
                    </a:lnTo>
                    <a:lnTo>
                      <a:pt x="1282703" y="0"/>
                    </a:lnTo>
                    <a:lnTo>
                      <a:pt x="1286178" y="0"/>
                    </a:lnTo>
                    <a:lnTo>
                      <a:pt x="1295146" y="0"/>
                    </a:lnTo>
                    <a:lnTo>
                      <a:pt x="1301651" y="0"/>
                    </a:lnTo>
                    <a:lnTo>
                      <a:pt x="1302284" y="0"/>
                    </a:lnTo>
                    <a:lnTo>
                      <a:pt x="1303313" y="0"/>
                    </a:lnTo>
                    <a:lnTo>
                      <a:pt x="1312767" y="0"/>
                    </a:lnTo>
                    <a:lnTo>
                      <a:pt x="1316242" y="0"/>
                    </a:lnTo>
                    <a:lnTo>
                      <a:pt x="1321886" y="0"/>
                    </a:lnTo>
                    <a:lnTo>
                      <a:pt x="1324685" y="0"/>
                    </a:lnTo>
                    <a:lnTo>
                      <a:pt x="1325211" y="0"/>
                    </a:lnTo>
                    <a:lnTo>
                      <a:pt x="1332348" y="0"/>
                    </a:lnTo>
                    <a:lnTo>
                      <a:pt x="1332714" y="0"/>
                    </a:lnTo>
                    <a:lnTo>
                      <a:pt x="1333135" y="0"/>
                    </a:lnTo>
                    <a:lnTo>
                      <a:pt x="1348747" y="0"/>
                    </a:lnTo>
                    <a:lnTo>
                      <a:pt x="1354749" y="0"/>
                    </a:lnTo>
                    <a:lnTo>
                      <a:pt x="1378811" y="0"/>
                    </a:lnTo>
                    <a:lnTo>
                      <a:pt x="1383745" y="0"/>
                    </a:lnTo>
                    <a:lnTo>
                      <a:pt x="1385406" y="0"/>
                    </a:lnTo>
                    <a:lnTo>
                      <a:pt x="1399356" y="0"/>
                    </a:lnTo>
                    <a:lnTo>
                      <a:pt x="1400513" y="0"/>
                    </a:lnTo>
                    <a:lnTo>
                      <a:pt x="1413947" y="0"/>
                    </a:lnTo>
                    <a:lnTo>
                      <a:pt x="1414442" y="0"/>
                    </a:lnTo>
                    <a:lnTo>
                      <a:pt x="1422915" y="0"/>
                    </a:lnTo>
                    <a:lnTo>
                      <a:pt x="1426390" y="0"/>
                    </a:lnTo>
                    <a:lnTo>
                      <a:pt x="1429420" y="0"/>
                    </a:lnTo>
                    <a:lnTo>
                      <a:pt x="1430053" y="0"/>
                    </a:lnTo>
                    <a:lnTo>
                      <a:pt x="1430206" y="0"/>
                    </a:lnTo>
                    <a:lnTo>
                      <a:pt x="1430577" y="0"/>
                    </a:lnTo>
                    <a:lnTo>
                      <a:pt x="1436843" y="0"/>
                    </a:lnTo>
                    <a:lnTo>
                      <a:pt x="1444011" y="0"/>
                    </a:lnTo>
                    <a:lnTo>
                      <a:pt x="1449655" y="0"/>
                    </a:lnTo>
                    <a:lnTo>
                      <a:pt x="1452454" y="0"/>
                    </a:lnTo>
                    <a:lnTo>
                      <a:pt x="1452980" y="0"/>
                    </a:lnTo>
                    <a:lnTo>
                      <a:pt x="1456455" y="0"/>
                    </a:lnTo>
                    <a:lnTo>
                      <a:pt x="1459664" y="0"/>
                    </a:lnTo>
                    <a:lnTo>
                      <a:pt x="1460117" y="0"/>
                    </a:lnTo>
                    <a:lnTo>
                      <a:pt x="1460483" y="0"/>
                    </a:lnTo>
                    <a:lnTo>
                      <a:pt x="1460904" y="0"/>
                    </a:lnTo>
                    <a:lnTo>
                      <a:pt x="1472926" y="0"/>
                    </a:lnTo>
                    <a:lnTo>
                      <a:pt x="1482518" y="0"/>
                    </a:lnTo>
                    <a:lnTo>
                      <a:pt x="1489729" y="0"/>
                    </a:lnTo>
                    <a:lnTo>
                      <a:pt x="1504116" y="0"/>
                    </a:lnTo>
                    <a:lnTo>
                      <a:pt x="1511514" y="0"/>
                    </a:lnTo>
                    <a:lnTo>
                      <a:pt x="1524740" y="0"/>
                    </a:lnTo>
                    <a:lnTo>
                      <a:pt x="1528282" y="0"/>
                    </a:lnTo>
                    <a:lnTo>
                      <a:pt x="1531757" y="0"/>
                    </a:lnTo>
                    <a:lnTo>
                      <a:pt x="1534181" y="0"/>
                    </a:lnTo>
                    <a:lnTo>
                      <a:pt x="1542211" y="0"/>
                    </a:lnTo>
                    <a:lnTo>
                      <a:pt x="1554159" y="0"/>
                    </a:lnTo>
                    <a:lnTo>
                      <a:pt x="1557318" y="0"/>
                    </a:lnTo>
                    <a:lnTo>
                      <a:pt x="1557975" y="0"/>
                    </a:lnTo>
                    <a:lnTo>
                      <a:pt x="1558346" y="0"/>
                    </a:lnTo>
                    <a:lnTo>
                      <a:pt x="1561822" y="0"/>
                    </a:lnTo>
                    <a:lnTo>
                      <a:pt x="1564612" y="0"/>
                    </a:lnTo>
                    <a:lnTo>
                      <a:pt x="1566857" y="0"/>
                    </a:lnTo>
                    <a:lnTo>
                      <a:pt x="1576919" y="0"/>
                    </a:lnTo>
                    <a:lnTo>
                      <a:pt x="1579719" y="0"/>
                    </a:lnTo>
                    <a:lnTo>
                      <a:pt x="1584224" y="0"/>
                    </a:lnTo>
                    <a:lnTo>
                      <a:pt x="1587382" y="0"/>
                    </a:lnTo>
                    <a:lnTo>
                      <a:pt x="1587433" y="0"/>
                    </a:lnTo>
                    <a:lnTo>
                      <a:pt x="1600695" y="0"/>
                    </a:lnTo>
                    <a:lnTo>
                      <a:pt x="1606834" y="0"/>
                    </a:lnTo>
                    <a:lnTo>
                      <a:pt x="1607256" y="0"/>
                    </a:lnTo>
                    <a:lnTo>
                      <a:pt x="1608325" y="0"/>
                    </a:lnTo>
                    <a:lnTo>
                      <a:pt x="1609783" y="0"/>
                    </a:lnTo>
                    <a:lnTo>
                      <a:pt x="1617498" y="0"/>
                    </a:lnTo>
                    <a:lnTo>
                      <a:pt x="1631885" y="0"/>
                    </a:lnTo>
                    <a:lnTo>
                      <a:pt x="1636899" y="0"/>
                    </a:lnTo>
                    <a:lnTo>
                      <a:pt x="1637320" y="0"/>
                    </a:lnTo>
                    <a:lnTo>
                      <a:pt x="1637445" y="0"/>
                    </a:lnTo>
                    <a:lnTo>
                      <a:pt x="1652509" y="0"/>
                    </a:lnTo>
                    <a:lnTo>
                      <a:pt x="1659526" y="0"/>
                    </a:lnTo>
                    <a:lnTo>
                      <a:pt x="1661950" y="0"/>
                    </a:lnTo>
                    <a:lnTo>
                      <a:pt x="1664952" y="0"/>
                    </a:lnTo>
                    <a:lnTo>
                      <a:pt x="1667212" y="0"/>
                    </a:lnTo>
                    <a:lnTo>
                      <a:pt x="1685087" y="0"/>
                    </a:lnTo>
                    <a:lnTo>
                      <a:pt x="1689591" y="0"/>
                    </a:lnTo>
                    <a:lnTo>
                      <a:pt x="1694626" y="0"/>
                    </a:lnTo>
                    <a:lnTo>
                      <a:pt x="1697276" y="0"/>
                    </a:lnTo>
                    <a:lnTo>
                      <a:pt x="1698000" y="0"/>
                    </a:lnTo>
                    <a:lnTo>
                      <a:pt x="1704688" y="0"/>
                    </a:lnTo>
                    <a:lnTo>
                      <a:pt x="1707488" y="0"/>
                    </a:lnTo>
                    <a:lnTo>
                      <a:pt x="1710963" y="0"/>
                    </a:lnTo>
                    <a:lnTo>
                      <a:pt x="1715151" y="0"/>
                    </a:lnTo>
                    <a:lnTo>
                      <a:pt x="1721928" y="0"/>
                    </a:lnTo>
                    <a:lnTo>
                      <a:pt x="1734603" y="0"/>
                    </a:lnTo>
                    <a:lnTo>
                      <a:pt x="1735025" y="0"/>
                    </a:lnTo>
                    <a:lnTo>
                      <a:pt x="1735558" y="0"/>
                    </a:lnTo>
                    <a:lnTo>
                      <a:pt x="1736094" y="0"/>
                    </a:lnTo>
                    <a:lnTo>
                      <a:pt x="1737552" y="0"/>
                    </a:lnTo>
                    <a:lnTo>
                      <a:pt x="1741027" y="0"/>
                    </a:lnTo>
                    <a:lnTo>
                      <a:pt x="1747046" y="0"/>
                    </a:lnTo>
                    <a:lnTo>
                      <a:pt x="1748537" y="0"/>
                    </a:lnTo>
                    <a:lnTo>
                      <a:pt x="1753052" y="0"/>
                    </a:lnTo>
                    <a:lnTo>
                      <a:pt x="1757499" y="0"/>
                    </a:lnTo>
                    <a:lnTo>
                      <a:pt x="1764668" y="0"/>
                    </a:lnTo>
                    <a:lnTo>
                      <a:pt x="1765089" y="0"/>
                    </a:lnTo>
                    <a:lnTo>
                      <a:pt x="1765214" y="0"/>
                    </a:lnTo>
                    <a:lnTo>
                      <a:pt x="1770320" y="0"/>
                    </a:lnTo>
                    <a:lnTo>
                      <a:pt x="1777110" y="0"/>
                    </a:lnTo>
                    <a:lnTo>
                      <a:pt x="1779774" y="0"/>
                    </a:lnTo>
                    <a:lnTo>
                      <a:pt x="1792721" y="0"/>
                    </a:lnTo>
                    <a:lnTo>
                      <a:pt x="1794981" y="0"/>
                    </a:lnTo>
                    <a:lnTo>
                      <a:pt x="1825045" y="0"/>
                    </a:lnTo>
                    <a:lnTo>
                      <a:pt x="1825769" y="0"/>
                    </a:lnTo>
                    <a:lnTo>
                      <a:pt x="1838732" y="0"/>
                    </a:lnTo>
                    <a:lnTo>
                      <a:pt x="1845818" y="0"/>
                    </a:lnTo>
                    <a:lnTo>
                      <a:pt x="1849697" y="0"/>
                    </a:lnTo>
                    <a:lnTo>
                      <a:pt x="1852412" y="0"/>
                    </a:lnTo>
                    <a:lnTo>
                      <a:pt x="1853903" y="0"/>
                    </a:lnTo>
                    <a:lnTo>
                      <a:pt x="1863327" y="0"/>
                    </a:lnTo>
                    <a:lnTo>
                      <a:pt x="1868796" y="0"/>
                    </a:lnTo>
                    <a:lnTo>
                      <a:pt x="1874815" y="0"/>
                    </a:lnTo>
                    <a:lnTo>
                      <a:pt x="1876306" y="0"/>
                    </a:lnTo>
                    <a:lnTo>
                      <a:pt x="1880821" y="0"/>
                    </a:lnTo>
                    <a:lnTo>
                      <a:pt x="1882477" y="0"/>
                    </a:lnTo>
                    <a:lnTo>
                      <a:pt x="1883936" y="0"/>
                    </a:lnTo>
                    <a:lnTo>
                      <a:pt x="1885268" y="0"/>
                    </a:lnTo>
                    <a:lnTo>
                      <a:pt x="1896427" y="0"/>
                    </a:lnTo>
                    <a:lnTo>
                      <a:pt x="1898089" y="0"/>
                    </a:lnTo>
                    <a:lnTo>
                      <a:pt x="1904879" y="0"/>
                    </a:lnTo>
                    <a:lnTo>
                      <a:pt x="1907543" y="0"/>
                    </a:lnTo>
                    <a:lnTo>
                      <a:pt x="1911018" y="0"/>
                    </a:lnTo>
                    <a:lnTo>
                      <a:pt x="1919986" y="0"/>
                    </a:lnTo>
                    <a:lnTo>
                      <a:pt x="1927124" y="0"/>
                    </a:lnTo>
                    <a:lnTo>
                      <a:pt x="1927489" y="0"/>
                    </a:lnTo>
                    <a:lnTo>
                      <a:pt x="1927911" y="0"/>
                    </a:lnTo>
                    <a:lnTo>
                      <a:pt x="1929402" y="0"/>
                    </a:lnTo>
                    <a:lnTo>
                      <a:pt x="1946726" y="0"/>
                    </a:lnTo>
                    <a:lnTo>
                      <a:pt x="1949525" y="0"/>
                    </a:lnTo>
                    <a:lnTo>
                      <a:pt x="1957554" y="0"/>
                    </a:lnTo>
                    <a:lnTo>
                      <a:pt x="1957975" y="0"/>
                    </a:lnTo>
                    <a:lnTo>
                      <a:pt x="1973587" y="0"/>
                    </a:lnTo>
                    <a:lnTo>
                      <a:pt x="1978520" y="0"/>
                    </a:lnTo>
                    <a:lnTo>
                      <a:pt x="1980012" y="0"/>
                    </a:lnTo>
                    <a:lnTo>
                      <a:pt x="1980181" y="0"/>
                    </a:lnTo>
                    <a:lnTo>
                      <a:pt x="1981672" y="0"/>
                    </a:lnTo>
                    <a:lnTo>
                      <a:pt x="2008585" y="0"/>
                    </a:lnTo>
                    <a:lnTo>
                      <a:pt x="2009218" y="0"/>
                    </a:lnTo>
                    <a:lnTo>
                      <a:pt x="2010246" y="0"/>
                    </a:lnTo>
                    <a:lnTo>
                      <a:pt x="2010709" y="0"/>
                    </a:lnTo>
                    <a:lnTo>
                      <a:pt x="2011705" y="0"/>
                    </a:lnTo>
                    <a:lnTo>
                      <a:pt x="2024147" y="0"/>
                    </a:lnTo>
                    <a:lnTo>
                      <a:pt x="2024196" y="0"/>
                    </a:lnTo>
                    <a:lnTo>
                      <a:pt x="2024981" y="0"/>
                    </a:lnTo>
                    <a:lnTo>
                      <a:pt x="2025353" y="0"/>
                    </a:lnTo>
                    <a:lnTo>
                      <a:pt x="2026473" y="0"/>
                    </a:lnTo>
                    <a:lnTo>
                      <a:pt x="2031619" y="0"/>
                    </a:lnTo>
                    <a:lnTo>
                      <a:pt x="2033110" y="0"/>
                    </a:lnTo>
                    <a:lnTo>
                      <a:pt x="2038787" y="0"/>
                    </a:lnTo>
                    <a:lnTo>
                      <a:pt x="2039282" y="0"/>
                    </a:lnTo>
                    <a:lnTo>
                      <a:pt x="2047755" y="0"/>
                    </a:lnTo>
                    <a:lnTo>
                      <a:pt x="2051230" y="0"/>
                    </a:lnTo>
                    <a:lnTo>
                      <a:pt x="2054893" y="0"/>
                    </a:lnTo>
                    <a:lnTo>
                      <a:pt x="2055046" y="0"/>
                    </a:lnTo>
                    <a:lnTo>
                      <a:pt x="2055258" y="0"/>
                    </a:lnTo>
                    <a:lnTo>
                      <a:pt x="2055680" y="0"/>
                    </a:lnTo>
                    <a:lnTo>
                      <a:pt x="2057171" y="0"/>
                    </a:lnTo>
                    <a:lnTo>
                      <a:pt x="2061683" y="0"/>
                    </a:lnTo>
                    <a:lnTo>
                      <a:pt x="2067702" y="0"/>
                    </a:lnTo>
                    <a:lnTo>
                      <a:pt x="2074495" y="0"/>
                    </a:lnTo>
                    <a:lnTo>
                      <a:pt x="2077294" y="0"/>
                    </a:lnTo>
                    <a:lnTo>
                      <a:pt x="2084504" y="0"/>
                    </a:lnTo>
                    <a:lnTo>
                      <a:pt x="2085323" y="0"/>
                    </a:lnTo>
                    <a:lnTo>
                      <a:pt x="2085744" y="0"/>
                    </a:lnTo>
                    <a:lnTo>
                      <a:pt x="2097766" y="0"/>
                    </a:lnTo>
                    <a:lnTo>
                      <a:pt x="2106289" y="0"/>
                    </a:lnTo>
                    <a:lnTo>
                      <a:pt x="2107781" y="0"/>
                    </a:lnTo>
                    <a:lnTo>
                      <a:pt x="2128956" y="0"/>
                    </a:lnTo>
                    <a:lnTo>
                      <a:pt x="2129514" y="0"/>
                    </a:lnTo>
                    <a:lnTo>
                      <a:pt x="2136354" y="0"/>
                    </a:lnTo>
                    <a:lnTo>
                      <a:pt x="2136987" y="0"/>
                    </a:lnTo>
                    <a:lnTo>
                      <a:pt x="2138478" y="0"/>
                    </a:lnTo>
                    <a:lnTo>
                      <a:pt x="2151916" y="0"/>
                    </a:lnTo>
                    <a:lnTo>
                      <a:pt x="2152750" y="0"/>
                    </a:lnTo>
                    <a:lnTo>
                      <a:pt x="2153122" y="0"/>
                    </a:lnTo>
                    <a:lnTo>
                      <a:pt x="2154242" y="0"/>
                    </a:lnTo>
                    <a:lnTo>
                      <a:pt x="2156597" y="0"/>
                    </a:lnTo>
                    <a:lnTo>
                      <a:pt x="2159388" y="0"/>
                    </a:lnTo>
                    <a:lnTo>
                      <a:pt x="2160879" y="0"/>
                    </a:lnTo>
                    <a:lnTo>
                      <a:pt x="2161633" y="0"/>
                    </a:lnTo>
                    <a:lnTo>
                      <a:pt x="2167051" y="0"/>
                    </a:lnTo>
                    <a:lnTo>
                      <a:pt x="2178999" y="0"/>
                    </a:lnTo>
                    <a:lnTo>
                      <a:pt x="2182158" y="0"/>
                    </a:lnTo>
                    <a:lnTo>
                      <a:pt x="2182815" y="0"/>
                    </a:lnTo>
                    <a:lnTo>
                      <a:pt x="2188666" y="0"/>
                    </a:lnTo>
                    <a:lnTo>
                      <a:pt x="2189452" y="0"/>
                    </a:lnTo>
                    <a:lnTo>
                      <a:pt x="2191697" y="0"/>
                    </a:lnTo>
                    <a:lnTo>
                      <a:pt x="2195471" y="0"/>
                    </a:lnTo>
                    <a:lnTo>
                      <a:pt x="2201759" y="0"/>
                    </a:lnTo>
                    <a:lnTo>
                      <a:pt x="2203100" y="0"/>
                    </a:lnTo>
                    <a:lnTo>
                      <a:pt x="2204559" y="0"/>
                    </a:lnTo>
                    <a:lnTo>
                      <a:pt x="2204591" y="0"/>
                    </a:lnTo>
                    <a:lnTo>
                      <a:pt x="2212273" y="0"/>
                    </a:lnTo>
                    <a:lnTo>
                      <a:pt x="2225535" y="0"/>
                    </a:lnTo>
                    <a:lnTo>
                      <a:pt x="2231674" y="0"/>
                    </a:lnTo>
                    <a:lnTo>
                      <a:pt x="2232096" y="0"/>
                    </a:lnTo>
                    <a:lnTo>
                      <a:pt x="2232220" y="0"/>
                    </a:lnTo>
                    <a:lnTo>
                      <a:pt x="2233118" y="0"/>
                    </a:lnTo>
                    <a:lnTo>
                      <a:pt x="2233165" y="0"/>
                    </a:lnTo>
                    <a:lnTo>
                      <a:pt x="2256725" y="0"/>
                    </a:lnTo>
                    <a:lnTo>
                      <a:pt x="2257283" y="0"/>
                    </a:lnTo>
                    <a:lnTo>
                      <a:pt x="2262285" y="0"/>
                    </a:lnTo>
                    <a:lnTo>
                      <a:pt x="2284366" y="0"/>
                    </a:lnTo>
                    <a:lnTo>
                      <a:pt x="2289402" y="0"/>
                    </a:lnTo>
                    <a:lnTo>
                      <a:pt x="2292052" y="0"/>
                    </a:lnTo>
                    <a:lnTo>
                      <a:pt x="2299271" y="0"/>
                    </a:lnTo>
                    <a:lnTo>
                      <a:pt x="2308721" y="0"/>
                    </a:lnTo>
                    <a:lnTo>
                      <a:pt x="2309927" y="0"/>
                    </a:lnTo>
                    <a:lnTo>
                      <a:pt x="2316435" y="0"/>
                    </a:lnTo>
                    <a:lnTo>
                      <a:pt x="2316703" y="0"/>
                    </a:lnTo>
                    <a:lnTo>
                      <a:pt x="2319466" y="0"/>
                    </a:lnTo>
                    <a:lnTo>
                      <a:pt x="2322840" y="0"/>
                    </a:lnTo>
                    <a:lnTo>
                      <a:pt x="2329528" y="0"/>
                    </a:lnTo>
                    <a:lnTo>
                      <a:pt x="2330869" y="0"/>
                    </a:lnTo>
                    <a:lnTo>
                      <a:pt x="2332328" y="0"/>
                    </a:lnTo>
                    <a:lnTo>
                      <a:pt x="2332360" y="0"/>
                    </a:lnTo>
                    <a:lnTo>
                      <a:pt x="2335803" y="0"/>
                    </a:lnTo>
                    <a:lnTo>
                      <a:pt x="2343312" y="0"/>
                    </a:lnTo>
                    <a:lnTo>
                      <a:pt x="2344804" y="0"/>
                    </a:lnTo>
                    <a:lnTo>
                      <a:pt x="2346768" y="0"/>
                    </a:lnTo>
                    <a:lnTo>
                      <a:pt x="2347827" y="0"/>
                    </a:lnTo>
                    <a:lnTo>
                      <a:pt x="2352274" y="0"/>
                    </a:lnTo>
                    <a:lnTo>
                      <a:pt x="2359443" y="0"/>
                    </a:lnTo>
                    <a:lnTo>
                      <a:pt x="2359865" y="0"/>
                    </a:lnTo>
                    <a:lnTo>
                      <a:pt x="2359989" y="0"/>
                    </a:lnTo>
                    <a:lnTo>
                      <a:pt x="2360887" y="0"/>
                    </a:lnTo>
                    <a:lnTo>
                      <a:pt x="2360934" y="0"/>
                    </a:lnTo>
                    <a:lnTo>
                      <a:pt x="2371886" y="0"/>
                    </a:lnTo>
                    <a:lnTo>
                      <a:pt x="2373377" y="0"/>
                    </a:lnTo>
                    <a:lnTo>
                      <a:pt x="2377892" y="0"/>
                    </a:lnTo>
                    <a:cubicBezTo>
                      <a:pt x="2382339" y="0"/>
                      <a:pt x="2382339" y="0"/>
                      <a:pt x="2382339" y="0"/>
                    </a:cubicBezTo>
                    <a:lnTo>
                      <a:pt x="2390054" y="0"/>
                    </a:lnTo>
                    <a:lnTo>
                      <a:pt x="2419821" y="0"/>
                    </a:lnTo>
                    <a:lnTo>
                      <a:pt x="2427040" y="0"/>
                    </a:lnTo>
                    <a:lnTo>
                      <a:pt x="2436490" y="0"/>
                    </a:lnTo>
                    <a:lnTo>
                      <a:pt x="2444472" y="0"/>
                    </a:lnTo>
                    <a:lnTo>
                      <a:pt x="2448678" y="0"/>
                    </a:lnTo>
                    <a:lnTo>
                      <a:pt x="2450171" y="0"/>
                    </a:lnTo>
                    <a:lnTo>
                      <a:pt x="2450609" y="0"/>
                    </a:lnTo>
                    <a:lnTo>
                      <a:pt x="2463572" y="0"/>
                    </a:lnTo>
                    <a:lnTo>
                      <a:pt x="2471081" y="0"/>
                    </a:lnTo>
                    <a:lnTo>
                      <a:pt x="2472573" y="0"/>
                    </a:lnTo>
                    <a:lnTo>
                      <a:pt x="2474537" y="0"/>
                    </a:lnTo>
                    <a:lnTo>
                      <a:pt x="2475596" y="0"/>
                    </a:lnTo>
                    <a:lnTo>
                      <a:pt x="2477252" y="0"/>
                    </a:lnTo>
                    <a:lnTo>
                      <a:pt x="2478712" y="0"/>
                    </a:lnTo>
                    <a:lnTo>
                      <a:pt x="2478743" y="0"/>
                    </a:lnTo>
                    <a:lnTo>
                      <a:pt x="2480043" y="0"/>
                    </a:lnTo>
                    <a:lnTo>
                      <a:pt x="2499655" y="0"/>
                    </a:lnTo>
                    <a:lnTo>
                      <a:pt x="2501146" y="0"/>
                    </a:lnTo>
                    <a:lnTo>
                      <a:pt x="2505661" y="0"/>
                    </a:lnTo>
                    <a:lnTo>
                      <a:pt x="2508776" y="0"/>
                    </a:lnTo>
                    <a:lnTo>
                      <a:pt x="2510108" y="0"/>
                    </a:lnTo>
                    <a:lnTo>
                      <a:pt x="2524178" y="0"/>
                    </a:lnTo>
                    <a:lnTo>
                      <a:pt x="2525248" y="0"/>
                    </a:lnTo>
                    <a:lnTo>
                      <a:pt x="2525669" y="0"/>
                    </a:lnTo>
                    <a:lnTo>
                      <a:pt x="2552329" y="0"/>
                    </a:lnTo>
                    <a:lnTo>
                      <a:pt x="2552751" y="0"/>
                    </a:lnTo>
                    <a:lnTo>
                      <a:pt x="2554242" y="0"/>
                    </a:lnTo>
                    <a:lnTo>
                      <a:pt x="2574787" y="0"/>
                    </a:lnTo>
                    <a:lnTo>
                      <a:pt x="2576279" y="0"/>
                    </a:lnTo>
                    <a:lnTo>
                      <a:pt x="2576447" y="0"/>
                    </a:lnTo>
                    <a:lnTo>
                      <a:pt x="2577940" y="0"/>
                    </a:lnTo>
                    <a:lnTo>
                      <a:pt x="2603360" y="0"/>
                    </a:lnTo>
                    <a:lnTo>
                      <a:pt x="2604852" y="0"/>
                    </a:lnTo>
                    <a:lnTo>
                      <a:pt x="2605021" y="0"/>
                    </a:lnTo>
                    <a:lnTo>
                      <a:pt x="2605484" y="0"/>
                    </a:lnTo>
                    <a:lnTo>
                      <a:pt x="2606481" y="0"/>
                    </a:lnTo>
                    <a:lnTo>
                      <a:pt x="2606512" y="0"/>
                    </a:lnTo>
                    <a:lnTo>
                      <a:pt x="2606976" y="0"/>
                    </a:lnTo>
                    <a:lnTo>
                      <a:pt x="2618923" y="0"/>
                    </a:lnTo>
                    <a:lnTo>
                      <a:pt x="2621248" y="0"/>
                    </a:lnTo>
                    <a:lnTo>
                      <a:pt x="2622740" y="0"/>
                    </a:lnTo>
                    <a:lnTo>
                      <a:pt x="2627885" y="0"/>
                    </a:lnTo>
                    <a:lnTo>
                      <a:pt x="2629377" y="0"/>
                    </a:lnTo>
                    <a:lnTo>
                      <a:pt x="2634058" y="0"/>
                    </a:lnTo>
                    <a:lnTo>
                      <a:pt x="2635549" y="0"/>
                    </a:lnTo>
                    <a:lnTo>
                      <a:pt x="2636545" y="0"/>
                    </a:lnTo>
                    <a:lnTo>
                      <a:pt x="2648987" y="0"/>
                    </a:lnTo>
                    <a:lnTo>
                      <a:pt x="2649821" y="0"/>
                    </a:lnTo>
                    <a:lnTo>
                      <a:pt x="2651313" y="0"/>
                    </a:lnTo>
                    <a:lnTo>
                      <a:pt x="2651947" y="0"/>
                    </a:lnTo>
                    <a:lnTo>
                      <a:pt x="2653017" y="0"/>
                    </a:lnTo>
                    <a:lnTo>
                      <a:pt x="2653438" y="0"/>
                    </a:lnTo>
                    <a:lnTo>
                      <a:pt x="2656459" y="0"/>
                    </a:lnTo>
                    <a:lnTo>
                      <a:pt x="2657950" y="0"/>
                    </a:lnTo>
                    <a:lnTo>
                      <a:pt x="2665460" y="0"/>
                    </a:lnTo>
                    <a:lnTo>
                      <a:pt x="2680098" y="0"/>
                    </a:lnTo>
                    <a:lnTo>
                      <a:pt x="2680520" y="0"/>
                    </a:lnTo>
                    <a:lnTo>
                      <a:pt x="2682011" y="0"/>
                    </a:lnTo>
                    <a:lnTo>
                      <a:pt x="2692542" y="0"/>
                    </a:lnTo>
                    <a:lnTo>
                      <a:pt x="2702556" y="0"/>
                    </a:lnTo>
                    <a:lnTo>
                      <a:pt x="2704048" y="0"/>
                    </a:lnTo>
                    <a:lnTo>
                      <a:pt x="2724289" y="0"/>
                    </a:lnTo>
                    <a:lnTo>
                      <a:pt x="2731129" y="0"/>
                    </a:lnTo>
                    <a:lnTo>
                      <a:pt x="2732621" y="0"/>
                    </a:lnTo>
                    <a:lnTo>
                      <a:pt x="2733253" y="0"/>
                    </a:lnTo>
                    <a:lnTo>
                      <a:pt x="2734745" y="0"/>
                    </a:lnTo>
                    <a:lnTo>
                      <a:pt x="2746692" y="0"/>
                    </a:lnTo>
                    <a:lnTo>
                      <a:pt x="2749017" y="0"/>
                    </a:lnTo>
                    <a:lnTo>
                      <a:pt x="2750509" y="0"/>
                    </a:lnTo>
                    <a:lnTo>
                      <a:pt x="2754354" y="0"/>
                    </a:lnTo>
                    <a:lnTo>
                      <a:pt x="2755654" y="0"/>
                    </a:lnTo>
                    <a:lnTo>
                      <a:pt x="2757146" y="0"/>
                    </a:lnTo>
                    <a:lnTo>
                      <a:pt x="2761827" y="0"/>
                    </a:lnTo>
                    <a:lnTo>
                      <a:pt x="2763318" y="0"/>
                    </a:lnTo>
                    <a:lnTo>
                      <a:pt x="2776756" y="0"/>
                    </a:lnTo>
                    <a:lnTo>
                      <a:pt x="2777590" y="0"/>
                    </a:lnTo>
                    <a:lnTo>
                      <a:pt x="2779082" y="0"/>
                    </a:lnTo>
                    <a:lnTo>
                      <a:pt x="2783442" y="0"/>
                    </a:lnTo>
                    <a:lnTo>
                      <a:pt x="2784228" y="0"/>
                    </a:lnTo>
                    <a:lnTo>
                      <a:pt x="2785719" y="0"/>
                    </a:lnTo>
                    <a:lnTo>
                      <a:pt x="2786473" y="0"/>
                    </a:lnTo>
                    <a:lnTo>
                      <a:pt x="2793229" y="0"/>
                    </a:lnTo>
                    <a:lnTo>
                      <a:pt x="2799367" y="0"/>
                    </a:lnTo>
                    <a:lnTo>
                      <a:pt x="2813506" y="0"/>
                    </a:lnTo>
                    <a:lnTo>
                      <a:pt x="2820311" y="0"/>
                    </a:lnTo>
                    <a:lnTo>
                      <a:pt x="2827893" y="0"/>
                    </a:lnTo>
                    <a:lnTo>
                      <a:pt x="2827940" y="0"/>
                    </a:lnTo>
                    <a:lnTo>
                      <a:pt x="2829431" y="0"/>
                    </a:lnTo>
                    <a:lnTo>
                      <a:pt x="2829978" y="0"/>
                    </a:lnTo>
                    <a:lnTo>
                      <a:pt x="2852058" y="0"/>
                    </a:lnTo>
                    <a:lnTo>
                      <a:pt x="2857060" y="0"/>
                    </a:lnTo>
                    <a:lnTo>
                      <a:pt x="2857958" y="0"/>
                    </a:lnTo>
                    <a:lnTo>
                      <a:pt x="2871601" y="0"/>
                    </a:lnTo>
                    <a:lnTo>
                      <a:pt x="2882123" y="0"/>
                    </a:lnTo>
                    <a:lnTo>
                      <a:pt x="2894046" y="0"/>
                    </a:lnTo>
                    <a:lnTo>
                      <a:pt x="2903496" y="0"/>
                    </a:lnTo>
                    <a:lnTo>
                      <a:pt x="2911211" y="0"/>
                    </a:lnTo>
                    <a:lnTo>
                      <a:pt x="2914242" y="0"/>
                    </a:lnTo>
                    <a:lnTo>
                      <a:pt x="2914461" y="0"/>
                    </a:lnTo>
                    <a:lnTo>
                      <a:pt x="2924111" y="0"/>
                    </a:lnTo>
                    <a:lnTo>
                      <a:pt x="2927136" y="0"/>
                    </a:lnTo>
                    <a:lnTo>
                      <a:pt x="2933561" y="0"/>
                    </a:lnTo>
                    <a:lnTo>
                      <a:pt x="2939580" y="0"/>
                    </a:lnTo>
                    <a:lnTo>
                      <a:pt x="2941275" y="0"/>
                    </a:lnTo>
                    <a:lnTo>
                      <a:pt x="2941543" y="0"/>
                    </a:lnTo>
                    <a:lnTo>
                      <a:pt x="2945586" y="0"/>
                    </a:lnTo>
                    <a:lnTo>
                      <a:pt x="2950032" y="0"/>
                    </a:lnTo>
                    <a:lnTo>
                      <a:pt x="2955662" y="0"/>
                    </a:lnTo>
                    <a:lnTo>
                      <a:pt x="2955709" y="0"/>
                    </a:lnTo>
                    <a:lnTo>
                      <a:pt x="2957200" y="0"/>
                    </a:lnTo>
                    <a:lnTo>
                      <a:pt x="2957747" y="0"/>
                    </a:lnTo>
                    <a:lnTo>
                      <a:pt x="2968152" y="0"/>
                    </a:lnTo>
                    <a:lnTo>
                      <a:pt x="2969644" y="0"/>
                    </a:lnTo>
                    <a:lnTo>
                      <a:pt x="2972667" y="0"/>
                    </a:lnTo>
                    <a:lnTo>
                      <a:pt x="2977114" y="0"/>
                    </a:lnTo>
                    <a:lnTo>
                      <a:pt x="2984829" y="0"/>
                    </a:lnTo>
                    <a:lnTo>
                      <a:pt x="2985727" y="0"/>
                    </a:lnTo>
                    <a:lnTo>
                      <a:pt x="2999370" y="0"/>
                    </a:lnTo>
                    <a:lnTo>
                      <a:pt x="3021815" y="0"/>
                    </a:lnTo>
                    <a:lnTo>
                      <a:pt x="3031265" y="0"/>
                    </a:lnTo>
                    <a:lnTo>
                      <a:pt x="3042230" y="0"/>
                    </a:lnTo>
                    <a:lnTo>
                      <a:pt x="3044946" y="0"/>
                    </a:lnTo>
                    <a:lnTo>
                      <a:pt x="3051880" y="0"/>
                    </a:lnTo>
                    <a:lnTo>
                      <a:pt x="3061330" y="0"/>
                    </a:lnTo>
                    <a:lnTo>
                      <a:pt x="3067349" y="0"/>
                    </a:lnTo>
                    <a:lnTo>
                      <a:pt x="3069312" y="0"/>
                    </a:lnTo>
                    <a:lnTo>
                      <a:pt x="3073355" y="0"/>
                    </a:lnTo>
                    <a:lnTo>
                      <a:pt x="3073518" y="0"/>
                    </a:lnTo>
                    <a:lnTo>
                      <a:pt x="3075011" y="0"/>
                    </a:lnTo>
                    <a:lnTo>
                      <a:pt x="3077801" y="0"/>
                    </a:lnTo>
                    <a:lnTo>
                      <a:pt x="3095921" y="0"/>
                    </a:lnTo>
                    <a:lnTo>
                      <a:pt x="3097413" y="0"/>
                    </a:lnTo>
                    <a:lnTo>
                      <a:pt x="3100436" y="0"/>
                    </a:lnTo>
                    <a:lnTo>
                      <a:pt x="3103552" y="0"/>
                    </a:lnTo>
                    <a:lnTo>
                      <a:pt x="3104883" y="0"/>
                    </a:lnTo>
                    <a:lnTo>
                      <a:pt x="3120023" y="0"/>
                    </a:lnTo>
                    <a:lnTo>
                      <a:pt x="3120445" y="0"/>
                    </a:lnTo>
                    <a:lnTo>
                      <a:pt x="3149018" y="0"/>
                    </a:lnTo>
                    <a:lnTo>
                      <a:pt x="3150088" y="0"/>
                    </a:lnTo>
                    <a:lnTo>
                      <a:pt x="3150509" y="0"/>
                    </a:lnTo>
                    <a:lnTo>
                      <a:pt x="3171054" y="0"/>
                    </a:lnTo>
                    <a:lnTo>
                      <a:pt x="3172715" y="0"/>
                    </a:lnTo>
                    <a:lnTo>
                      <a:pt x="3199627" y="0"/>
                    </a:lnTo>
                    <a:lnTo>
                      <a:pt x="3201119" y="0"/>
                    </a:lnTo>
                    <a:lnTo>
                      <a:pt x="3201287" y="0"/>
                    </a:lnTo>
                    <a:lnTo>
                      <a:pt x="3201751" y="0"/>
                    </a:lnTo>
                    <a:lnTo>
                      <a:pt x="3202780" y="0"/>
                    </a:lnTo>
                    <a:lnTo>
                      <a:pt x="3217515" y="0"/>
                    </a:lnTo>
                    <a:lnTo>
                      <a:pt x="3224152" y="0"/>
                    </a:lnTo>
                    <a:lnTo>
                      <a:pt x="3230324" y="0"/>
                    </a:lnTo>
                    <a:lnTo>
                      <a:pt x="3231321" y="0"/>
                    </a:lnTo>
                    <a:lnTo>
                      <a:pt x="3231816" y="0"/>
                    </a:lnTo>
                    <a:lnTo>
                      <a:pt x="3243763" y="0"/>
                    </a:lnTo>
                    <a:lnTo>
                      <a:pt x="3246088" y="0"/>
                    </a:lnTo>
                    <a:lnTo>
                      <a:pt x="3247580" y="0"/>
                    </a:lnTo>
                    <a:lnTo>
                      <a:pt x="3247792" y="0"/>
                    </a:lnTo>
                    <a:lnTo>
                      <a:pt x="3248214" y="0"/>
                    </a:lnTo>
                    <a:lnTo>
                      <a:pt x="3252725" y="0"/>
                    </a:lnTo>
                    <a:lnTo>
                      <a:pt x="3254217" y="0"/>
                    </a:lnTo>
                    <a:lnTo>
                      <a:pt x="3260235" y="0"/>
                    </a:lnTo>
                    <a:lnTo>
                      <a:pt x="3276787" y="0"/>
                    </a:lnTo>
                    <a:lnTo>
                      <a:pt x="3277857" y="0"/>
                    </a:lnTo>
                    <a:lnTo>
                      <a:pt x="3278278" y="0"/>
                    </a:lnTo>
                    <a:lnTo>
                      <a:pt x="3290300" y="0"/>
                    </a:lnTo>
                    <a:lnTo>
                      <a:pt x="3298823" y="0"/>
                    </a:lnTo>
                    <a:lnTo>
                      <a:pt x="3327396" y="0"/>
                    </a:lnTo>
                    <a:lnTo>
                      <a:pt x="3328888" y="0"/>
                    </a:lnTo>
                    <a:lnTo>
                      <a:pt x="3329520" y="0"/>
                    </a:lnTo>
                    <a:lnTo>
                      <a:pt x="3345284" y="0"/>
                    </a:lnTo>
                    <a:lnTo>
                      <a:pt x="3349129" y="0"/>
                    </a:lnTo>
                    <a:lnTo>
                      <a:pt x="3351921" y="0"/>
                    </a:lnTo>
                    <a:lnTo>
                      <a:pt x="3358093" y="0"/>
                    </a:lnTo>
                    <a:lnTo>
                      <a:pt x="3359585" y="0"/>
                    </a:lnTo>
                    <a:lnTo>
                      <a:pt x="3371532" y="0"/>
                    </a:lnTo>
                    <a:lnTo>
                      <a:pt x="3373857" y="0"/>
                    </a:lnTo>
                    <a:lnTo>
                      <a:pt x="3375349" y="0"/>
                    </a:lnTo>
                    <a:lnTo>
                      <a:pt x="3380494" y="0"/>
                    </a:lnTo>
                    <a:lnTo>
                      <a:pt x="3381986" y="0"/>
                    </a:lnTo>
                    <a:lnTo>
                      <a:pt x="3388004" y="0"/>
                    </a:lnTo>
                    <a:lnTo>
                      <a:pt x="3408282" y="0"/>
                    </a:lnTo>
                    <a:lnTo>
                      <a:pt x="3418069" y="0"/>
                    </a:lnTo>
                    <a:lnTo>
                      <a:pt x="3424207" y="0"/>
                    </a:lnTo>
                    <a:lnTo>
                      <a:pt x="3424753" y="0"/>
                    </a:lnTo>
                    <a:lnTo>
                      <a:pt x="3452733" y="0"/>
                    </a:lnTo>
                    <a:lnTo>
                      <a:pt x="3454818" y="0"/>
                    </a:lnTo>
                    <a:lnTo>
                      <a:pt x="3476898" y="0"/>
                    </a:lnTo>
                    <a:lnTo>
                      <a:pt x="3496441" y="0"/>
                    </a:lnTo>
                    <a:lnTo>
                      <a:pt x="3509236" y="0"/>
                    </a:lnTo>
                    <a:lnTo>
                      <a:pt x="3518886" y="0"/>
                    </a:lnTo>
                    <a:lnTo>
                      <a:pt x="3528336" y="0"/>
                    </a:lnTo>
                    <a:lnTo>
                      <a:pt x="3536051" y="0"/>
                    </a:lnTo>
                    <a:lnTo>
                      <a:pt x="3539301" y="0"/>
                    </a:lnTo>
                    <a:lnTo>
                      <a:pt x="3540361" y="0"/>
                    </a:lnTo>
                    <a:lnTo>
                      <a:pt x="3544807" y="0"/>
                    </a:lnTo>
                    <a:lnTo>
                      <a:pt x="3551976" y="0"/>
                    </a:lnTo>
                    <a:lnTo>
                      <a:pt x="3552522" y="0"/>
                    </a:lnTo>
                    <a:lnTo>
                      <a:pt x="3564420" y="0"/>
                    </a:lnTo>
                    <a:lnTo>
                      <a:pt x="3570426" y="0"/>
                    </a:lnTo>
                    <a:cubicBezTo>
                      <a:pt x="3574872" y="0"/>
                      <a:pt x="3574872" y="0"/>
                      <a:pt x="3574872" y="0"/>
                    </a:cubicBezTo>
                    <a:lnTo>
                      <a:pt x="3580502" y="0"/>
                    </a:lnTo>
                    <a:lnTo>
                      <a:pt x="3582587" y="0"/>
                    </a:lnTo>
                    <a:lnTo>
                      <a:pt x="3624210" y="0"/>
                    </a:lnTo>
                    <a:lnTo>
                      <a:pt x="3637005" y="0"/>
                    </a:lnTo>
                    <a:lnTo>
                      <a:pt x="3646655" y="0"/>
                    </a:lnTo>
                    <a:lnTo>
                      <a:pt x="3656105" y="0"/>
                    </a:lnTo>
                    <a:lnTo>
                      <a:pt x="3667070" y="0"/>
                    </a:lnTo>
                    <a:lnTo>
                      <a:pt x="3668130" y="0"/>
                    </a:lnTo>
                    <a:lnTo>
                      <a:pt x="3669786" y="0"/>
                    </a:lnTo>
                    <a:lnTo>
                      <a:pt x="3672576" y="0"/>
                    </a:lnTo>
                    <a:lnTo>
                      <a:pt x="3692189" y="0"/>
                    </a:lnTo>
                    <a:lnTo>
                      <a:pt x="3698195" y="0"/>
                    </a:lnTo>
                    <a:lnTo>
                      <a:pt x="3702641" y="0"/>
                    </a:lnTo>
                    <a:lnTo>
                      <a:pt x="3744863" y="0"/>
                    </a:lnTo>
                    <a:lnTo>
                      <a:pt x="3745285" y="0"/>
                    </a:lnTo>
                    <a:lnTo>
                      <a:pt x="3795894" y="0"/>
                    </a:lnTo>
                    <a:lnTo>
                      <a:pt x="3797555" y="0"/>
                    </a:lnTo>
                    <a:lnTo>
                      <a:pt x="3826591" y="0"/>
                    </a:lnTo>
                    <a:lnTo>
                      <a:pt x="3842355" y="0"/>
                    </a:lnTo>
                    <a:lnTo>
                      <a:pt x="3848992" y="0"/>
                    </a:lnTo>
                    <a:lnTo>
                      <a:pt x="3872632" y="0"/>
                    </a:lnTo>
                    <a:lnTo>
                      <a:pt x="3873054" y="0"/>
                    </a:lnTo>
                    <a:lnTo>
                      <a:pt x="3885075" y="0"/>
                    </a:lnTo>
                    <a:lnTo>
                      <a:pt x="3923663" y="0"/>
                    </a:lnTo>
                    <a:lnTo>
                      <a:pt x="3954360" y="0"/>
                    </a:lnTo>
                    <a:lnTo>
                      <a:pt x="3970124" y="0"/>
                    </a:lnTo>
                    <a:lnTo>
                      <a:pt x="3976761" y="0"/>
                    </a:lnTo>
                    <a:lnTo>
                      <a:pt x="4012844" y="0"/>
                    </a:lnTo>
                    <a:lnTo>
                      <a:pt x="4049593" y="0"/>
                    </a:lnTo>
                    <a:cubicBezTo>
                      <a:pt x="4169647" y="0"/>
                      <a:pt x="4169647" y="0"/>
                      <a:pt x="4169647" y="0"/>
                    </a:cubicBezTo>
                    <a:lnTo>
                      <a:pt x="4177362" y="0"/>
                    </a:lnTo>
                    <a:cubicBezTo>
                      <a:pt x="4297416" y="0"/>
                      <a:pt x="4297416" y="0"/>
                      <a:pt x="4297416" y="0"/>
                    </a:cubicBezTo>
                    <a:cubicBezTo>
                      <a:pt x="4327758" y="0"/>
                      <a:pt x="4364168" y="21251"/>
                      <a:pt x="4379339" y="47054"/>
                    </a:cubicBezTo>
                    <a:cubicBezTo>
                      <a:pt x="4591731" y="415146"/>
                      <a:pt x="4591731" y="415146"/>
                      <a:pt x="4591731" y="415146"/>
                    </a:cubicBezTo>
                    <a:cubicBezTo>
                      <a:pt x="4606902" y="440951"/>
                      <a:pt x="4606902" y="483452"/>
                      <a:pt x="4591731" y="509257"/>
                    </a:cubicBezTo>
                    <a:cubicBezTo>
                      <a:pt x="4379339" y="877348"/>
                      <a:pt x="4379339" y="877348"/>
                      <a:pt x="4379339" y="877348"/>
                    </a:cubicBezTo>
                    <a:cubicBezTo>
                      <a:pt x="4364168" y="903151"/>
                      <a:pt x="4327758" y="924402"/>
                      <a:pt x="4297416" y="924402"/>
                    </a:cubicBezTo>
                    <a:lnTo>
                      <a:pt x="4169647" y="924402"/>
                    </a:lnTo>
                    <a:lnTo>
                      <a:pt x="3976761" y="924402"/>
                    </a:lnTo>
                    <a:lnTo>
                      <a:pt x="3872632" y="924402"/>
                    </a:lnTo>
                    <a:lnTo>
                      <a:pt x="3848992" y="924402"/>
                    </a:lnTo>
                    <a:lnTo>
                      <a:pt x="3744863" y="924402"/>
                    </a:lnTo>
                    <a:lnTo>
                      <a:pt x="3702641" y="924402"/>
                    </a:lnTo>
                    <a:lnTo>
                      <a:pt x="3672576" y="924402"/>
                    </a:lnTo>
                    <a:lnTo>
                      <a:pt x="3656105" y="924402"/>
                    </a:lnTo>
                    <a:lnTo>
                      <a:pt x="3574872" y="924402"/>
                    </a:lnTo>
                    <a:lnTo>
                      <a:pt x="3551976" y="924402"/>
                    </a:lnTo>
                    <a:lnTo>
                      <a:pt x="3544807" y="924402"/>
                    </a:lnTo>
                    <a:lnTo>
                      <a:pt x="3528336" y="924402"/>
                    </a:lnTo>
                    <a:lnTo>
                      <a:pt x="3424207" y="924402"/>
                    </a:lnTo>
                    <a:lnTo>
                      <a:pt x="3381986" y="924402"/>
                    </a:lnTo>
                    <a:lnTo>
                      <a:pt x="3380494" y="924402"/>
                    </a:lnTo>
                    <a:lnTo>
                      <a:pt x="3351921" y="924402"/>
                    </a:lnTo>
                    <a:lnTo>
                      <a:pt x="3277857" y="924402"/>
                    </a:lnTo>
                    <a:lnTo>
                      <a:pt x="3254217" y="924402"/>
                    </a:lnTo>
                    <a:lnTo>
                      <a:pt x="3252725" y="924402"/>
                    </a:lnTo>
                    <a:lnTo>
                      <a:pt x="3247792" y="924402"/>
                    </a:lnTo>
                    <a:lnTo>
                      <a:pt x="3231321" y="924402"/>
                    </a:lnTo>
                    <a:lnTo>
                      <a:pt x="3224152" y="924402"/>
                    </a:lnTo>
                    <a:lnTo>
                      <a:pt x="3150088" y="924402"/>
                    </a:lnTo>
                    <a:lnTo>
                      <a:pt x="3120023" y="924402"/>
                    </a:lnTo>
                    <a:lnTo>
                      <a:pt x="3104883" y="924402"/>
                    </a:lnTo>
                    <a:lnTo>
                      <a:pt x="3103552" y="924402"/>
                    </a:lnTo>
                    <a:lnTo>
                      <a:pt x="3077801" y="924402"/>
                    </a:lnTo>
                    <a:lnTo>
                      <a:pt x="3061330" y="924402"/>
                    </a:lnTo>
                    <a:lnTo>
                      <a:pt x="3031265" y="924402"/>
                    </a:lnTo>
                    <a:lnTo>
                      <a:pt x="2977114" y="924402"/>
                    </a:lnTo>
                    <a:lnTo>
                      <a:pt x="2957200" y="924402"/>
                    </a:lnTo>
                    <a:lnTo>
                      <a:pt x="2955709" y="924402"/>
                    </a:lnTo>
                    <a:lnTo>
                      <a:pt x="2950032" y="924402"/>
                    </a:lnTo>
                    <a:lnTo>
                      <a:pt x="2933561" y="924402"/>
                    </a:lnTo>
                    <a:lnTo>
                      <a:pt x="2927136" y="924402"/>
                    </a:lnTo>
                    <a:lnTo>
                      <a:pt x="2903496" y="924402"/>
                    </a:lnTo>
                    <a:lnTo>
                      <a:pt x="2829431" y="924402"/>
                    </a:lnTo>
                    <a:lnTo>
                      <a:pt x="2827940" y="924402"/>
                    </a:lnTo>
                    <a:lnTo>
                      <a:pt x="2799367" y="924402"/>
                    </a:lnTo>
                    <a:lnTo>
                      <a:pt x="2785719" y="924402"/>
                    </a:lnTo>
                    <a:lnTo>
                      <a:pt x="2784228" y="924402"/>
                    </a:lnTo>
                    <a:lnTo>
                      <a:pt x="2757146" y="924402"/>
                    </a:lnTo>
                    <a:lnTo>
                      <a:pt x="2755654" y="924402"/>
                    </a:lnTo>
                    <a:lnTo>
                      <a:pt x="2680098" y="924402"/>
                    </a:lnTo>
                    <a:lnTo>
                      <a:pt x="2657950" y="924402"/>
                    </a:lnTo>
                    <a:lnTo>
                      <a:pt x="2656459" y="924402"/>
                    </a:lnTo>
                    <a:lnTo>
                      <a:pt x="2653017" y="924402"/>
                    </a:lnTo>
                    <a:lnTo>
                      <a:pt x="2636545" y="924402"/>
                    </a:lnTo>
                    <a:lnTo>
                      <a:pt x="2629377" y="924402"/>
                    </a:lnTo>
                    <a:lnTo>
                      <a:pt x="2627885" y="924402"/>
                    </a:lnTo>
                    <a:lnTo>
                      <a:pt x="2606481" y="924402"/>
                    </a:lnTo>
                    <a:lnTo>
                      <a:pt x="2552329" y="924402"/>
                    </a:lnTo>
                    <a:lnTo>
                      <a:pt x="2525248" y="924402"/>
                    </a:lnTo>
                    <a:lnTo>
                      <a:pt x="2510108" y="924402"/>
                    </a:lnTo>
                    <a:lnTo>
                      <a:pt x="2508776" y="924402"/>
                    </a:lnTo>
                    <a:lnTo>
                      <a:pt x="2480043" y="924402"/>
                    </a:lnTo>
                    <a:lnTo>
                      <a:pt x="2478712" y="924402"/>
                    </a:lnTo>
                    <a:lnTo>
                      <a:pt x="2463572" y="924402"/>
                    </a:lnTo>
                    <a:lnTo>
                      <a:pt x="2436490" y="924402"/>
                    </a:lnTo>
                    <a:lnTo>
                      <a:pt x="2382339" y="924402"/>
                    </a:lnTo>
                    <a:lnTo>
                      <a:pt x="2360934" y="924402"/>
                    </a:lnTo>
                    <a:lnTo>
                      <a:pt x="2359443" y="924402"/>
                    </a:lnTo>
                    <a:lnTo>
                      <a:pt x="2352274" y="924402"/>
                    </a:lnTo>
                    <a:lnTo>
                      <a:pt x="2335803" y="924402"/>
                    </a:lnTo>
                    <a:lnTo>
                      <a:pt x="2332360" y="924402"/>
                    </a:lnTo>
                    <a:lnTo>
                      <a:pt x="2332328" y="924402"/>
                    </a:lnTo>
                    <a:lnTo>
                      <a:pt x="2330869" y="924402"/>
                    </a:lnTo>
                    <a:lnTo>
                      <a:pt x="2308721" y="924402"/>
                    </a:lnTo>
                    <a:lnTo>
                      <a:pt x="2233165" y="924402"/>
                    </a:lnTo>
                    <a:lnTo>
                      <a:pt x="2231674" y="924402"/>
                    </a:lnTo>
                    <a:lnTo>
                      <a:pt x="2204591" y="924402"/>
                    </a:lnTo>
                    <a:lnTo>
                      <a:pt x="2204559" y="924402"/>
                    </a:lnTo>
                    <a:lnTo>
                      <a:pt x="2203100" y="924402"/>
                    </a:lnTo>
                    <a:lnTo>
                      <a:pt x="2189452" y="924402"/>
                    </a:lnTo>
                    <a:lnTo>
                      <a:pt x="2160879" y="924402"/>
                    </a:lnTo>
                    <a:lnTo>
                      <a:pt x="2159388" y="924402"/>
                    </a:lnTo>
                    <a:lnTo>
                      <a:pt x="2085323" y="924402"/>
                    </a:lnTo>
                    <a:lnTo>
                      <a:pt x="2077294" y="924402"/>
                    </a:lnTo>
                    <a:lnTo>
                      <a:pt x="2061683" y="924402"/>
                    </a:lnTo>
                    <a:lnTo>
                      <a:pt x="2055258" y="924402"/>
                    </a:lnTo>
                    <a:lnTo>
                      <a:pt x="2038787" y="924402"/>
                    </a:lnTo>
                    <a:lnTo>
                      <a:pt x="2033110" y="924402"/>
                    </a:lnTo>
                    <a:lnTo>
                      <a:pt x="2031619" y="924402"/>
                    </a:lnTo>
                    <a:lnTo>
                      <a:pt x="2011705" y="924402"/>
                    </a:lnTo>
                    <a:lnTo>
                      <a:pt x="1957554" y="924402"/>
                    </a:lnTo>
                    <a:lnTo>
                      <a:pt x="1949525" y="924402"/>
                    </a:lnTo>
                    <a:lnTo>
                      <a:pt x="1927489" y="924402"/>
                    </a:lnTo>
                    <a:lnTo>
                      <a:pt x="1911018" y="924402"/>
                    </a:lnTo>
                    <a:lnTo>
                      <a:pt x="1907543" y="924402"/>
                    </a:lnTo>
                    <a:lnTo>
                      <a:pt x="1885268" y="924402"/>
                    </a:lnTo>
                    <a:lnTo>
                      <a:pt x="1883936" y="924402"/>
                    </a:lnTo>
                    <a:lnTo>
                      <a:pt x="1868796" y="924402"/>
                    </a:lnTo>
                    <a:lnTo>
                      <a:pt x="1838732" y="924402"/>
                    </a:lnTo>
                    <a:lnTo>
                      <a:pt x="1779774" y="924402"/>
                    </a:lnTo>
                    <a:lnTo>
                      <a:pt x="1764668" y="924402"/>
                    </a:lnTo>
                    <a:lnTo>
                      <a:pt x="1757499" y="924402"/>
                    </a:lnTo>
                    <a:lnTo>
                      <a:pt x="1741027" y="924402"/>
                    </a:lnTo>
                    <a:lnTo>
                      <a:pt x="1737552" y="924402"/>
                    </a:lnTo>
                    <a:lnTo>
                      <a:pt x="1736094" y="924402"/>
                    </a:lnTo>
                    <a:lnTo>
                      <a:pt x="1734603" y="924402"/>
                    </a:lnTo>
                    <a:lnTo>
                      <a:pt x="1710963" y="924402"/>
                    </a:lnTo>
                    <a:lnTo>
                      <a:pt x="1707488" y="924402"/>
                    </a:lnTo>
                    <a:lnTo>
                      <a:pt x="1652509" y="924402"/>
                    </a:lnTo>
                    <a:lnTo>
                      <a:pt x="1636899" y="924402"/>
                    </a:lnTo>
                    <a:lnTo>
                      <a:pt x="1609783" y="924402"/>
                    </a:lnTo>
                    <a:lnTo>
                      <a:pt x="1608325" y="924402"/>
                    </a:lnTo>
                    <a:lnTo>
                      <a:pt x="1606834" y="924402"/>
                    </a:lnTo>
                    <a:lnTo>
                      <a:pt x="1579719" y="924402"/>
                    </a:lnTo>
                    <a:lnTo>
                      <a:pt x="1564612" y="924402"/>
                    </a:lnTo>
                    <a:lnTo>
                      <a:pt x="1524740" y="924402"/>
                    </a:lnTo>
                    <a:lnTo>
                      <a:pt x="1482518" y="924402"/>
                    </a:lnTo>
                    <a:lnTo>
                      <a:pt x="1460483" y="924402"/>
                    </a:lnTo>
                    <a:lnTo>
                      <a:pt x="1452454" y="924402"/>
                    </a:lnTo>
                    <a:lnTo>
                      <a:pt x="1444011" y="924402"/>
                    </a:lnTo>
                    <a:lnTo>
                      <a:pt x="1436843" y="924402"/>
                    </a:lnTo>
                    <a:lnTo>
                      <a:pt x="1413947" y="924402"/>
                    </a:lnTo>
                    <a:lnTo>
                      <a:pt x="1354749" y="924402"/>
                    </a:lnTo>
                    <a:lnTo>
                      <a:pt x="1332714" y="924402"/>
                    </a:lnTo>
                    <a:lnTo>
                      <a:pt x="1324685" y="924402"/>
                    </a:lnTo>
                    <a:lnTo>
                      <a:pt x="1316242" y="924402"/>
                    </a:lnTo>
                    <a:lnTo>
                      <a:pt x="1312767" y="924402"/>
                    </a:lnTo>
                    <a:lnTo>
                      <a:pt x="1286178" y="924402"/>
                    </a:lnTo>
                    <a:lnTo>
                      <a:pt x="1282703" y="924402"/>
                    </a:lnTo>
                    <a:lnTo>
                      <a:pt x="1243956" y="924402"/>
                    </a:lnTo>
                    <a:lnTo>
                      <a:pt x="1184998" y="924402"/>
                    </a:lnTo>
                    <a:lnTo>
                      <a:pt x="1154934" y="924402"/>
                    </a:lnTo>
                    <a:lnTo>
                      <a:pt x="1139828" y="924402"/>
                    </a:lnTo>
                    <a:lnTo>
                      <a:pt x="1116187" y="924402"/>
                    </a:lnTo>
                    <a:lnTo>
                      <a:pt x="1112712" y="924402"/>
                    </a:lnTo>
                    <a:lnTo>
                      <a:pt x="1057734" y="924402"/>
                    </a:lnTo>
                    <a:lnTo>
                      <a:pt x="1027669" y="924402"/>
                    </a:lnTo>
                    <a:lnTo>
                      <a:pt x="1012059" y="924402"/>
                    </a:lnTo>
                    <a:lnTo>
                      <a:pt x="984943" y="924402"/>
                    </a:lnTo>
                    <a:lnTo>
                      <a:pt x="929965" y="924402"/>
                    </a:lnTo>
                    <a:lnTo>
                      <a:pt x="899900" y="924402"/>
                    </a:lnTo>
                    <a:lnTo>
                      <a:pt x="857678" y="924402"/>
                    </a:lnTo>
                    <a:lnTo>
                      <a:pt x="819171" y="924402"/>
                    </a:lnTo>
                    <a:lnTo>
                      <a:pt x="729909" y="924402"/>
                    </a:lnTo>
                    <a:lnTo>
                      <a:pt x="691402" y="924402"/>
                    </a:lnTo>
                    <a:lnTo>
                      <a:pt x="687927" y="924402"/>
                    </a:lnTo>
                    <a:lnTo>
                      <a:pt x="560158" y="924402"/>
                    </a:lnTo>
                    <a:lnTo>
                      <a:pt x="432894" y="924402"/>
                    </a:lnTo>
                    <a:lnTo>
                      <a:pt x="305125" y="924402"/>
                    </a:lnTo>
                    <a:cubicBezTo>
                      <a:pt x="275541" y="924402"/>
                      <a:pt x="238373" y="903151"/>
                      <a:pt x="223202" y="877348"/>
                    </a:cubicBezTo>
                    <a:cubicBezTo>
                      <a:pt x="10809" y="509257"/>
                      <a:pt x="10809" y="509257"/>
                      <a:pt x="10809" y="509257"/>
                    </a:cubicBezTo>
                    <a:cubicBezTo>
                      <a:pt x="-3603" y="483452"/>
                      <a:pt x="-3603" y="440951"/>
                      <a:pt x="10809" y="415146"/>
                    </a:cubicBezTo>
                    <a:cubicBezTo>
                      <a:pt x="223202" y="47054"/>
                      <a:pt x="223202" y="47054"/>
                      <a:pt x="223202" y="47054"/>
                    </a:cubicBezTo>
                    <a:cubicBezTo>
                      <a:pt x="238373" y="21251"/>
                      <a:pt x="275541" y="0"/>
                      <a:pt x="305125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9050">
                <a:gradFill flip="none" rotWithShape="1">
                  <a:gsLst>
                    <a:gs pos="0">
                      <a:sysClr val="window" lastClr="FFFFFF">
                        <a:lumMod val="7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7" name="Freeform 5">
                <a:extLst>
                  <a:ext uri="{FF2B5EF4-FFF2-40B4-BE49-F238E27FC236}">
                    <a16:creationId xmlns:a16="http://schemas.microsoft.com/office/drawing/2014/main" id="{9705DEE9-D964-A043-B435-EE2D1D70C636}"/>
                  </a:ext>
                </a:extLst>
              </p:cNvPr>
              <p:cNvSpPr/>
              <p:nvPr/>
            </p:nvSpPr>
            <p:spPr bwMode="auto">
              <a:xfrm>
                <a:off x="6432748" y="3266624"/>
                <a:ext cx="1268148" cy="1123545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>
                      <a:lumMod val="97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8" name="Freeform 5">
                <a:extLst>
                  <a:ext uri="{FF2B5EF4-FFF2-40B4-BE49-F238E27FC236}">
                    <a16:creationId xmlns:a16="http://schemas.microsoft.com/office/drawing/2014/main" id="{E91FEFE0-FE9C-4F8A-CBDC-13E49698154A}"/>
                  </a:ext>
                </a:extLst>
              </p:cNvPr>
              <p:cNvSpPr/>
              <p:nvPr/>
            </p:nvSpPr>
            <p:spPr bwMode="auto">
              <a:xfrm>
                <a:off x="6604745" y="3419008"/>
                <a:ext cx="924154" cy="81877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00AF92"/>
              </a:solidFill>
              <a:ln w="15875">
                <a:gradFill flip="none" rotWithShape="1"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8" name="Text Box 4">
                <a:extLst>
                  <a:ext uri="{FF2B5EF4-FFF2-40B4-BE49-F238E27FC236}">
                    <a16:creationId xmlns:a16="http://schemas.microsoft.com/office/drawing/2014/main" id="{DCB75509-BC93-96E6-5480-C122F501C7BA}"/>
                  </a:ext>
                </a:extLst>
              </p:cNvPr>
              <p:cNvSpPr txBox="1"/>
              <p:nvPr/>
            </p:nvSpPr>
            <p:spPr>
              <a:xfrm>
                <a:off x="6731300" y="3566786"/>
                <a:ext cx="6710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</a:rPr>
                  <a:t>04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E85271-17C1-CCE2-C430-1F7A7169BC72}"/>
                  </a:ext>
                </a:extLst>
              </p:cNvPr>
              <p:cNvSpPr txBox="1"/>
              <p:nvPr/>
            </p:nvSpPr>
            <p:spPr>
              <a:xfrm>
                <a:off x="7750442" y="3451370"/>
                <a:ext cx="3105203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 &amp; Service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257B996-8BF6-9F5D-D310-6FFD14ED9924}"/>
                </a:ext>
              </a:extLst>
            </p:cNvPr>
            <p:cNvGrpSpPr/>
            <p:nvPr/>
          </p:nvGrpSpPr>
          <p:grpSpPr>
            <a:xfrm>
              <a:off x="6432748" y="4831485"/>
              <a:ext cx="4714300" cy="1123545"/>
              <a:chOff x="6432748" y="4831485"/>
              <a:chExt cx="4714300" cy="1123545"/>
            </a:xfrm>
          </p:grpSpPr>
          <p:sp>
            <p:nvSpPr>
              <p:cNvPr id="18" name="2">
                <a:extLst>
                  <a:ext uri="{FF2B5EF4-FFF2-40B4-BE49-F238E27FC236}">
                    <a16:creationId xmlns:a16="http://schemas.microsoft.com/office/drawing/2014/main" id="{7FC06496-097B-8228-18C1-9805C6E671E7}"/>
                  </a:ext>
                </a:extLst>
              </p:cNvPr>
              <p:cNvSpPr/>
              <p:nvPr/>
            </p:nvSpPr>
            <p:spPr bwMode="auto">
              <a:xfrm>
                <a:off x="6987929" y="4894192"/>
                <a:ext cx="4159119" cy="998130"/>
              </a:xfrm>
              <a:custGeom>
                <a:avLst/>
                <a:gdLst>
                  <a:gd name="connsiteX0" fmla="*/ 352810 w 4452260"/>
                  <a:gd name="connsiteY0" fmla="*/ 0 h 1068867"/>
                  <a:gd name="connsiteX1" fmla="*/ 636768 w 4452260"/>
                  <a:gd name="connsiteY1" fmla="*/ 0 h 1068867"/>
                  <a:gd name="connsiteX2" fmla="*/ 647700 w 4452260"/>
                  <a:gd name="connsiteY2" fmla="*/ 0 h 1068867"/>
                  <a:gd name="connsiteX3" fmla="*/ 724065 w 4452260"/>
                  <a:gd name="connsiteY3" fmla="*/ 0 h 1068867"/>
                  <a:gd name="connsiteX4" fmla="*/ 782584 w 4452260"/>
                  <a:gd name="connsiteY4" fmla="*/ 0 h 1068867"/>
                  <a:gd name="connsiteX5" fmla="*/ 799455 w 4452260"/>
                  <a:gd name="connsiteY5" fmla="*/ 0 h 1068867"/>
                  <a:gd name="connsiteX6" fmla="*/ 809825 w 4452260"/>
                  <a:gd name="connsiteY6" fmla="*/ 0 h 1068867"/>
                  <a:gd name="connsiteX7" fmla="*/ 818078 w 4452260"/>
                  <a:gd name="connsiteY7" fmla="*/ 0 h 1068867"/>
                  <a:gd name="connsiteX8" fmla="*/ 843980 w 4452260"/>
                  <a:gd name="connsiteY8" fmla="*/ 0 h 1068867"/>
                  <a:gd name="connsiteX9" fmla="*/ 931658 w 4452260"/>
                  <a:gd name="connsiteY9" fmla="*/ 0 h 1068867"/>
                  <a:gd name="connsiteX10" fmla="*/ 961580 w 4452260"/>
                  <a:gd name="connsiteY10" fmla="*/ 0 h 1068867"/>
                  <a:gd name="connsiteX11" fmla="*/ 1000055 w 4452260"/>
                  <a:gd name="connsiteY11" fmla="*/ 0 h 1068867"/>
                  <a:gd name="connsiteX12" fmla="*/ 1040537 w 4452260"/>
                  <a:gd name="connsiteY12" fmla="*/ 0 h 1068867"/>
                  <a:gd name="connsiteX13" fmla="*/ 1051453 w 4452260"/>
                  <a:gd name="connsiteY13" fmla="*/ 0 h 1068867"/>
                  <a:gd name="connsiteX14" fmla="*/ 1083414 w 4452260"/>
                  <a:gd name="connsiteY14" fmla="*/ 0 h 1068867"/>
                  <a:gd name="connsiteX15" fmla="*/ 1112969 w 4452260"/>
                  <a:gd name="connsiteY15" fmla="*/ 0 h 1068867"/>
                  <a:gd name="connsiteX16" fmla="*/ 1138871 w 4452260"/>
                  <a:gd name="connsiteY16" fmla="*/ 0 h 1068867"/>
                  <a:gd name="connsiteX17" fmla="*/ 1170224 w 4452260"/>
                  <a:gd name="connsiteY17" fmla="*/ 0 h 1068867"/>
                  <a:gd name="connsiteX18" fmla="*/ 1170711 w 4452260"/>
                  <a:gd name="connsiteY18" fmla="*/ 0 h 1068867"/>
                  <a:gd name="connsiteX19" fmla="*/ 1202662 w 4452260"/>
                  <a:gd name="connsiteY19" fmla="*/ 0 h 1068867"/>
                  <a:gd name="connsiteX20" fmla="*/ 1240037 w 4452260"/>
                  <a:gd name="connsiteY20" fmla="*/ 0 h 1068867"/>
                  <a:gd name="connsiteX21" fmla="*/ 1290626 w 4452260"/>
                  <a:gd name="connsiteY21" fmla="*/ 0 h 1068867"/>
                  <a:gd name="connsiteX22" fmla="*/ 1324496 w 4452260"/>
                  <a:gd name="connsiteY22" fmla="*/ 0 h 1068867"/>
                  <a:gd name="connsiteX23" fmla="*/ 1332348 w 4452260"/>
                  <a:gd name="connsiteY23" fmla="*/ 0 h 1068867"/>
                  <a:gd name="connsiteX24" fmla="*/ 1335428 w 4452260"/>
                  <a:gd name="connsiteY24" fmla="*/ 0 h 1068867"/>
                  <a:gd name="connsiteX25" fmla="*/ 1411793 w 4452260"/>
                  <a:gd name="connsiteY25" fmla="*/ 0 h 1068867"/>
                  <a:gd name="connsiteX26" fmla="*/ 1454182 w 4452260"/>
                  <a:gd name="connsiteY26" fmla="*/ 0 h 1068867"/>
                  <a:gd name="connsiteX27" fmla="*/ 1470312 w 4452260"/>
                  <a:gd name="connsiteY27" fmla="*/ 0 h 1068867"/>
                  <a:gd name="connsiteX28" fmla="*/ 1487183 w 4452260"/>
                  <a:gd name="connsiteY28" fmla="*/ 0 h 1068867"/>
                  <a:gd name="connsiteX29" fmla="*/ 1497552 w 4452260"/>
                  <a:gd name="connsiteY29" fmla="*/ 0 h 1068867"/>
                  <a:gd name="connsiteX30" fmla="*/ 1505806 w 4452260"/>
                  <a:gd name="connsiteY30" fmla="*/ 0 h 1068867"/>
                  <a:gd name="connsiteX31" fmla="*/ 1528471 w 4452260"/>
                  <a:gd name="connsiteY31" fmla="*/ 0 h 1068867"/>
                  <a:gd name="connsiteX32" fmla="*/ 1531708 w 4452260"/>
                  <a:gd name="connsiteY32" fmla="*/ 0 h 1068867"/>
                  <a:gd name="connsiteX33" fmla="*/ 1540992 w 4452260"/>
                  <a:gd name="connsiteY33" fmla="*/ 0 h 1068867"/>
                  <a:gd name="connsiteX34" fmla="*/ 1541479 w 4452260"/>
                  <a:gd name="connsiteY34" fmla="*/ 0 h 1068867"/>
                  <a:gd name="connsiteX35" fmla="*/ 1599998 w 4452260"/>
                  <a:gd name="connsiteY35" fmla="*/ 0 h 1068867"/>
                  <a:gd name="connsiteX36" fmla="*/ 1619386 w 4452260"/>
                  <a:gd name="connsiteY36" fmla="*/ 0 h 1068867"/>
                  <a:gd name="connsiteX37" fmla="*/ 1635492 w 4452260"/>
                  <a:gd name="connsiteY37" fmla="*/ 0 h 1068867"/>
                  <a:gd name="connsiteX38" fmla="*/ 1649308 w 4452260"/>
                  <a:gd name="connsiteY38" fmla="*/ 0 h 1068867"/>
                  <a:gd name="connsiteX39" fmla="*/ 1653720 w 4452260"/>
                  <a:gd name="connsiteY39" fmla="*/ 0 h 1068867"/>
                  <a:gd name="connsiteX40" fmla="*/ 1661394 w 4452260"/>
                  <a:gd name="connsiteY40" fmla="*/ 0 h 1068867"/>
                  <a:gd name="connsiteX41" fmla="*/ 1687782 w 4452260"/>
                  <a:gd name="connsiteY41" fmla="*/ 0 h 1068867"/>
                  <a:gd name="connsiteX42" fmla="*/ 1703116 w 4452260"/>
                  <a:gd name="connsiteY42" fmla="*/ 0 h 1068867"/>
                  <a:gd name="connsiteX43" fmla="*/ 1739181 w 4452260"/>
                  <a:gd name="connsiteY43" fmla="*/ 0 h 1068867"/>
                  <a:gd name="connsiteX44" fmla="*/ 1771141 w 4452260"/>
                  <a:gd name="connsiteY44" fmla="*/ 0 h 1068867"/>
                  <a:gd name="connsiteX45" fmla="*/ 1800697 w 4452260"/>
                  <a:gd name="connsiteY45" fmla="*/ 0 h 1068867"/>
                  <a:gd name="connsiteX46" fmla="*/ 1811727 w 4452260"/>
                  <a:gd name="connsiteY46" fmla="*/ 0 h 1068867"/>
                  <a:gd name="connsiteX47" fmla="*/ 1823361 w 4452260"/>
                  <a:gd name="connsiteY47" fmla="*/ 0 h 1068867"/>
                  <a:gd name="connsiteX48" fmla="*/ 1826599 w 4452260"/>
                  <a:gd name="connsiteY48" fmla="*/ 0 h 1068867"/>
                  <a:gd name="connsiteX49" fmla="*/ 1857951 w 4452260"/>
                  <a:gd name="connsiteY49" fmla="*/ 0 h 1068867"/>
                  <a:gd name="connsiteX50" fmla="*/ 1858439 w 4452260"/>
                  <a:gd name="connsiteY50" fmla="*/ 0 h 1068867"/>
                  <a:gd name="connsiteX51" fmla="*/ 1859676 w 4452260"/>
                  <a:gd name="connsiteY51" fmla="*/ 0 h 1068867"/>
                  <a:gd name="connsiteX52" fmla="*/ 1893346 w 4452260"/>
                  <a:gd name="connsiteY52" fmla="*/ 0 h 1068867"/>
                  <a:gd name="connsiteX53" fmla="*/ 1927765 w 4452260"/>
                  <a:gd name="connsiteY53" fmla="*/ 0 h 1068867"/>
                  <a:gd name="connsiteX54" fmla="*/ 1963365 w 4452260"/>
                  <a:gd name="connsiteY54" fmla="*/ 0 h 1068867"/>
                  <a:gd name="connsiteX55" fmla="*/ 1978354 w 4452260"/>
                  <a:gd name="connsiteY55" fmla="*/ 0 h 1068867"/>
                  <a:gd name="connsiteX56" fmla="*/ 1991032 w 4452260"/>
                  <a:gd name="connsiteY56" fmla="*/ 0 h 1068867"/>
                  <a:gd name="connsiteX57" fmla="*/ 2020076 w 4452260"/>
                  <a:gd name="connsiteY57" fmla="*/ 0 h 1068867"/>
                  <a:gd name="connsiteX58" fmla="*/ 2021800 w 4452260"/>
                  <a:gd name="connsiteY58" fmla="*/ 0 h 1068867"/>
                  <a:gd name="connsiteX59" fmla="*/ 2027021 w 4452260"/>
                  <a:gd name="connsiteY59" fmla="*/ 0 h 1068867"/>
                  <a:gd name="connsiteX60" fmla="*/ 2032162 w 4452260"/>
                  <a:gd name="connsiteY60" fmla="*/ 0 h 1068867"/>
                  <a:gd name="connsiteX61" fmla="*/ 2141909 w 4452260"/>
                  <a:gd name="connsiteY61" fmla="*/ 0 h 1068867"/>
                  <a:gd name="connsiteX62" fmla="*/ 2143633 w 4452260"/>
                  <a:gd name="connsiteY62" fmla="*/ 0 h 1068867"/>
                  <a:gd name="connsiteX63" fmla="*/ 2178359 w 4452260"/>
                  <a:gd name="connsiteY63" fmla="*/ 0 h 1068867"/>
                  <a:gd name="connsiteX64" fmla="*/ 2228719 w 4452260"/>
                  <a:gd name="connsiteY64" fmla="*/ 0 h 1068867"/>
                  <a:gd name="connsiteX65" fmla="*/ 2229207 w 4452260"/>
                  <a:gd name="connsiteY65" fmla="*/ 0 h 1068867"/>
                  <a:gd name="connsiteX66" fmla="*/ 2230931 w 4452260"/>
                  <a:gd name="connsiteY66" fmla="*/ 0 h 1068867"/>
                  <a:gd name="connsiteX67" fmla="*/ 2287725 w 4452260"/>
                  <a:gd name="connsiteY67" fmla="*/ 0 h 1068867"/>
                  <a:gd name="connsiteX68" fmla="*/ 2289450 w 4452260"/>
                  <a:gd name="connsiteY68" fmla="*/ 0 h 1068867"/>
                  <a:gd name="connsiteX69" fmla="*/ 2323220 w 4452260"/>
                  <a:gd name="connsiteY69" fmla="*/ 0 h 1068867"/>
                  <a:gd name="connsiteX70" fmla="*/ 2324944 w 4452260"/>
                  <a:gd name="connsiteY70" fmla="*/ 0 h 1068867"/>
                  <a:gd name="connsiteX71" fmla="*/ 2340483 w 4452260"/>
                  <a:gd name="connsiteY71" fmla="*/ 0 h 1068867"/>
                  <a:gd name="connsiteX72" fmla="*/ 2341447 w 4452260"/>
                  <a:gd name="connsiteY72" fmla="*/ 0 h 1068867"/>
                  <a:gd name="connsiteX73" fmla="*/ 2343172 w 4452260"/>
                  <a:gd name="connsiteY73" fmla="*/ 0 h 1068867"/>
                  <a:gd name="connsiteX74" fmla="*/ 2349122 w 4452260"/>
                  <a:gd name="connsiteY74" fmla="*/ 0 h 1068867"/>
                  <a:gd name="connsiteX75" fmla="*/ 2350846 w 4452260"/>
                  <a:gd name="connsiteY75" fmla="*/ 0 h 1068867"/>
                  <a:gd name="connsiteX76" fmla="*/ 2390844 w 4452260"/>
                  <a:gd name="connsiteY76" fmla="*/ 0 h 1068867"/>
                  <a:gd name="connsiteX77" fmla="*/ 2462317 w 4452260"/>
                  <a:gd name="connsiteY77" fmla="*/ 0 h 1068867"/>
                  <a:gd name="connsiteX78" fmla="*/ 2499455 w 4452260"/>
                  <a:gd name="connsiteY78" fmla="*/ 0 h 1068867"/>
                  <a:gd name="connsiteX79" fmla="*/ 2530713 w 4452260"/>
                  <a:gd name="connsiteY79" fmla="*/ 0 h 1068867"/>
                  <a:gd name="connsiteX80" fmla="*/ 2547403 w 4452260"/>
                  <a:gd name="connsiteY80" fmla="*/ 0 h 1068867"/>
                  <a:gd name="connsiteX81" fmla="*/ 2549127 w 4452260"/>
                  <a:gd name="connsiteY81" fmla="*/ 0 h 1068867"/>
                  <a:gd name="connsiteX82" fmla="*/ 2581074 w 4452260"/>
                  <a:gd name="connsiteY82" fmla="*/ 0 h 1068867"/>
                  <a:gd name="connsiteX83" fmla="*/ 2582112 w 4452260"/>
                  <a:gd name="connsiteY83" fmla="*/ 0 h 1068867"/>
                  <a:gd name="connsiteX84" fmla="*/ 2669530 w 4452260"/>
                  <a:gd name="connsiteY84" fmla="*/ 0 h 1068867"/>
                  <a:gd name="connsiteX85" fmla="*/ 2678759 w 4452260"/>
                  <a:gd name="connsiteY85" fmla="*/ 0 h 1068867"/>
                  <a:gd name="connsiteX86" fmla="*/ 2709527 w 4452260"/>
                  <a:gd name="connsiteY86" fmla="*/ 0 h 1068867"/>
                  <a:gd name="connsiteX87" fmla="*/ 2711252 w 4452260"/>
                  <a:gd name="connsiteY87" fmla="*/ 0 h 1068867"/>
                  <a:gd name="connsiteX88" fmla="*/ 2714748 w 4452260"/>
                  <a:gd name="connsiteY88" fmla="*/ 0 h 1068867"/>
                  <a:gd name="connsiteX89" fmla="*/ 2719890 w 4452260"/>
                  <a:gd name="connsiteY89" fmla="*/ 0 h 1068867"/>
                  <a:gd name="connsiteX90" fmla="*/ 2831360 w 4452260"/>
                  <a:gd name="connsiteY90" fmla="*/ 0 h 1068867"/>
                  <a:gd name="connsiteX91" fmla="*/ 2833086 w 4452260"/>
                  <a:gd name="connsiteY91" fmla="*/ 0 h 1068867"/>
                  <a:gd name="connsiteX92" fmla="*/ 2866087 w 4452260"/>
                  <a:gd name="connsiteY92" fmla="*/ 0 h 1068867"/>
                  <a:gd name="connsiteX93" fmla="*/ 2918659 w 4452260"/>
                  <a:gd name="connsiteY93" fmla="*/ 0 h 1068867"/>
                  <a:gd name="connsiteX94" fmla="*/ 2919896 w 4452260"/>
                  <a:gd name="connsiteY94" fmla="*/ 0 h 1068867"/>
                  <a:gd name="connsiteX95" fmla="*/ 2920383 w 4452260"/>
                  <a:gd name="connsiteY95" fmla="*/ 0 h 1068867"/>
                  <a:gd name="connsiteX96" fmla="*/ 2977177 w 4452260"/>
                  <a:gd name="connsiteY96" fmla="*/ 0 h 1068867"/>
                  <a:gd name="connsiteX97" fmla="*/ 2978902 w 4452260"/>
                  <a:gd name="connsiteY97" fmla="*/ 0 h 1068867"/>
                  <a:gd name="connsiteX98" fmla="*/ 3012671 w 4452260"/>
                  <a:gd name="connsiteY98" fmla="*/ 0 h 1068867"/>
                  <a:gd name="connsiteX99" fmla="*/ 3014397 w 4452260"/>
                  <a:gd name="connsiteY99" fmla="*/ 0 h 1068867"/>
                  <a:gd name="connsiteX100" fmla="*/ 3028211 w 4452260"/>
                  <a:gd name="connsiteY100" fmla="*/ 0 h 1068867"/>
                  <a:gd name="connsiteX101" fmla="*/ 3030899 w 4452260"/>
                  <a:gd name="connsiteY101" fmla="*/ 0 h 1068867"/>
                  <a:gd name="connsiteX102" fmla="*/ 3032624 w 4452260"/>
                  <a:gd name="connsiteY102" fmla="*/ 0 h 1068867"/>
                  <a:gd name="connsiteX103" fmla="*/ 3038573 w 4452260"/>
                  <a:gd name="connsiteY103" fmla="*/ 0 h 1068867"/>
                  <a:gd name="connsiteX104" fmla="*/ 3040298 w 4452260"/>
                  <a:gd name="connsiteY104" fmla="*/ 0 h 1068867"/>
                  <a:gd name="connsiteX105" fmla="*/ 3082021 w 4452260"/>
                  <a:gd name="connsiteY105" fmla="*/ 0 h 1068867"/>
                  <a:gd name="connsiteX106" fmla="*/ 3150044 w 4452260"/>
                  <a:gd name="connsiteY106" fmla="*/ 0 h 1068867"/>
                  <a:gd name="connsiteX107" fmla="*/ 3218441 w 4452260"/>
                  <a:gd name="connsiteY107" fmla="*/ 0 h 1068867"/>
                  <a:gd name="connsiteX108" fmla="*/ 3236855 w 4452260"/>
                  <a:gd name="connsiteY108" fmla="*/ 0 h 1068867"/>
                  <a:gd name="connsiteX109" fmla="*/ 3269839 w 4452260"/>
                  <a:gd name="connsiteY109" fmla="*/ 0 h 1068867"/>
                  <a:gd name="connsiteX110" fmla="*/ 3272250 w 4452260"/>
                  <a:gd name="connsiteY110" fmla="*/ 0 h 1068867"/>
                  <a:gd name="connsiteX111" fmla="*/ 3320378 w 4452260"/>
                  <a:gd name="connsiteY111" fmla="*/ 0 h 1068867"/>
                  <a:gd name="connsiteX112" fmla="*/ 3346330 w 4452260"/>
                  <a:gd name="connsiteY112" fmla="*/ 0 h 1068867"/>
                  <a:gd name="connsiteX113" fmla="*/ 3357257 w 4452260"/>
                  <a:gd name="connsiteY113" fmla="*/ 0 h 1068867"/>
                  <a:gd name="connsiteX114" fmla="*/ 3369936 w 4452260"/>
                  <a:gd name="connsiteY114" fmla="*/ 0 h 1068867"/>
                  <a:gd name="connsiteX115" fmla="*/ 3398980 w 4452260"/>
                  <a:gd name="connsiteY115" fmla="*/ 0 h 1068867"/>
                  <a:gd name="connsiteX116" fmla="*/ 3405925 w 4452260"/>
                  <a:gd name="connsiteY116" fmla="*/ 0 h 1068867"/>
                  <a:gd name="connsiteX117" fmla="*/ 3411066 w 4452260"/>
                  <a:gd name="connsiteY117" fmla="*/ 0 h 1068867"/>
                  <a:gd name="connsiteX118" fmla="*/ 3520813 w 4452260"/>
                  <a:gd name="connsiteY118" fmla="*/ 0 h 1068867"/>
                  <a:gd name="connsiteX119" fmla="*/ 3607623 w 4452260"/>
                  <a:gd name="connsiteY119" fmla="*/ 0 h 1068867"/>
                  <a:gd name="connsiteX120" fmla="*/ 3608111 w 4452260"/>
                  <a:gd name="connsiteY120" fmla="*/ 0 h 1068867"/>
                  <a:gd name="connsiteX121" fmla="*/ 3666629 w 4452260"/>
                  <a:gd name="connsiteY121" fmla="*/ 0 h 1068867"/>
                  <a:gd name="connsiteX122" fmla="*/ 3702124 w 4452260"/>
                  <a:gd name="connsiteY122" fmla="*/ 0 h 1068867"/>
                  <a:gd name="connsiteX123" fmla="*/ 3720351 w 4452260"/>
                  <a:gd name="connsiteY123" fmla="*/ 0 h 1068867"/>
                  <a:gd name="connsiteX124" fmla="*/ 3728025 w 4452260"/>
                  <a:gd name="connsiteY124" fmla="*/ 0 h 1068867"/>
                  <a:gd name="connsiteX125" fmla="*/ 3769748 w 4452260"/>
                  <a:gd name="connsiteY125" fmla="*/ 0 h 1068867"/>
                  <a:gd name="connsiteX126" fmla="*/ 4098793 w 4452260"/>
                  <a:gd name="connsiteY126" fmla="*/ 0 h 1068867"/>
                  <a:gd name="connsiteX127" fmla="*/ 4193519 w 4452260"/>
                  <a:gd name="connsiteY127" fmla="*/ 54408 h 1068867"/>
                  <a:gd name="connsiteX128" fmla="*/ 4439104 w 4452260"/>
                  <a:gd name="connsiteY128" fmla="*/ 480025 h 1068867"/>
                  <a:gd name="connsiteX129" fmla="*/ 4439104 w 4452260"/>
                  <a:gd name="connsiteY129" fmla="*/ 588843 h 1068867"/>
                  <a:gd name="connsiteX130" fmla="*/ 4193519 w 4452260"/>
                  <a:gd name="connsiteY130" fmla="*/ 1014459 h 1068867"/>
                  <a:gd name="connsiteX131" fmla="*/ 4098793 w 4452260"/>
                  <a:gd name="connsiteY131" fmla="*/ 1068867 h 1068867"/>
                  <a:gd name="connsiteX132" fmla="*/ 3728025 w 4452260"/>
                  <a:gd name="connsiteY132" fmla="*/ 1068867 h 1068867"/>
                  <a:gd name="connsiteX133" fmla="*/ 3607623 w 4452260"/>
                  <a:gd name="connsiteY133" fmla="*/ 1068867 h 1068867"/>
                  <a:gd name="connsiteX134" fmla="*/ 3411066 w 4452260"/>
                  <a:gd name="connsiteY134" fmla="*/ 1068867 h 1068867"/>
                  <a:gd name="connsiteX135" fmla="*/ 3357257 w 4452260"/>
                  <a:gd name="connsiteY135" fmla="*/ 1068867 h 1068867"/>
                  <a:gd name="connsiteX136" fmla="*/ 3236855 w 4452260"/>
                  <a:gd name="connsiteY136" fmla="*/ 1068867 h 1068867"/>
                  <a:gd name="connsiteX137" fmla="*/ 3040298 w 4452260"/>
                  <a:gd name="connsiteY137" fmla="*/ 1068867 h 1068867"/>
                  <a:gd name="connsiteX138" fmla="*/ 3038573 w 4452260"/>
                  <a:gd name="connsiteY138" fmla="*/ 1068867 h 1068867"/>
                  <a:gd name="connsiteX139" fmla="*/ 2919896 w 4452260"/>
                  <a:gd name="connsiteY139" fmla="*/ 1068867 h 1068867"/>
                  <a:gd name="connsiteX140" fmla="*/ 2866087 w 4452260"/>
                  <a:gd name="connsiteY140" fmla="*/ 1068867 h 1068867"/>
                  <a:gd name="connsiteX141" fmla="*/ 2719890 w 4452260"/>
                  <a:gd name="connsiteY141" fmla="*/ 1068867 h 1068867"/>
                  <a:gd name="connsiteX142" fmla="*/ 2669530 w 4452260"/>
                  <a:gd name="connsiteY142" fmla="*/ 1068867 h 1068867"/>
                  <a:gd name="connsiteX143" fmla="*/ 2549127 w 4452260"/>
                  <a:gd name="connsiteY143" fmla="*/ 1068867 h 1068867"/>
                  <a:gd name="connsiteX144" fmla="*/ 2547403 w 4452260"/>
                  <a:gd name="connsiteY144" fmla="*/ 1068867 h 1068867"/>
                  <a:gd name="connsiteX145" fmla="*/ 2350846 w 4452260"/>
                  <a:gd name="connsiteY145" fmla="*/ 1068867 h 1068867"/>
                  <a:gd name="connsiteX146" fmla="*/ 2349122 w 4452260"/>
                  <a:gd name="connsiteY146" fmla="*/ 1068867 h 1068867"/>
                  <a:gd name="connsiteX147" fmla="*/ 2228719 w 4452260"/>
                  <a:gd name="connsiteY147" fmla="*/ 1068867 h 1068867"/>
                  <a:gd name="connsiteX148" fmla="*/ 2178359 w 4452260"/>
                  <a:gd name="connsiteY148" fmla="*/ 1068867 h 1068867"/>
                  <a:gd name="connsiteX149" fmla="*/ 2032162 w 4452260"/>
                  <a:gd name="connsiteY149" fmla="*/ 1068867 h 1068867"/>
                  <a:gd name="connsiteX150" fmla="*/ 1978354 w 4452260"/>
                  <a:gd name="connsiteY150" fmla="*/ 1068867 h 1068867"/>
                  <a:gd name="connsiteX151" fmla="*/ 1859676 w 4452260"/>
                  <a:gd name="connsiteY151" fmla="*/ 1068867 h 1068867"/>
                  <a:gd name="connsiteX152" fmla="*/ 1857951 w 4452260"/>
                  <a:gd name="connsiteY152" fmla="*/ 1068867 h 1068867"/>
                  <a:gd name="connsiteX153" fmla="*/ 1826599 w 4452260"/>
                  <a:gd name="connsiteY153" fmla="*/ 1068867 h 1068867"/>
                  <a:gd name="connsiteX154" fmla="*/ 1661394 w 4452260"/>
                  <a:gd name="connsiteY154" fmla="*/ 1068867 h 1068867"/>
                  <a:gd name="connsiteX155" fmla="*/ 1540992 w 4452260"/>
                  <a:gd name="connsiteY155" fmla="*/ 1068867 h 1068867"/>
                  <a:gd name="connsiteX156" fmla="*/ 1531708 w 4452260"/>
                  <a:gd name="connsiteY156" fmla="*/ 1068867 h 1068867"/>
                  <a:gd name="connsiteX157" fmla="*/ 1487183 w 4452260"/>
                  <a:gd name="connsiteY157" fmla="*/ 1068867 h 1068867"/>
                  <a:gd name="connsiteX158" fmla="*/ 1335428 w 4452260"/>
                  <a:gd name="connsiteY158" fmla="*/ 1068867 h 1068867"/>
                  <a:gd name="connsiteX159" fmla="*/ 1290626 w 4452260"/>
                  <a:gd name="connsiteY159" fmla="*/ 1068867 h 1068867"/>
                  <a:gd name="connsiteX160" fmla="*/ 1170224 w 4452260"/>
                  <a:gd name="connsiteY160" fmla="*/ 1068867 h 1068867"/>
                  <a:gd name="connsiteX161" fmla="*/ 1138871 w 4452260"/>
                  <a:gd name="connsiteY161" fmla="*/ 1068867 h 1068867"/>
                  <a:gd name="connsiteX162" fmla="*/ 1040537 w 4452260"/>
                  <a:gd name="connsiteY162" fmla="*/ 1068867 h 1068867"/>
                  <a:gd name="connsiteX163" fmla="*/ 843980 w 4452260"/>
                  <a:gd name="connsiteY163" fmla="*/ 1068867 h 1068867"/>
                  <a:gd name="connsiteX164" fmla="*/ 799455 w 4452260"/>
                  <a:gd name="connsiteY164" fmla="*/ 1068867 h 1068867"/>
                  <a:gd name="connsiteX165" fmla="*/ 647700 w 4452260"/>
                  <a:gd name="connsiteY165" fmla="*/ 1068867 h 1068867"/>
                  <a:gd name="connsiteX166" fmla="*/ 352810 w 4452260"/>
                  <a:gd name="connsiteY166" fmla="*/ 1068867 h 1068867"/>
                  <a:gd name="connsiteX167" fmla="*/ 258084 w 4452260"/>
                  <a:gd name="connsiteY167" fmla="*/ 1014459 h 1068867"/>
                  <a:gd name="connsiteX168" fmla="*/ 12498 w 4452260"/>
                  <a:gd name="connsiteY168" fmla="*/ 588843 h 1068867"/>
                  <a:gd name="connsiteX169" fmla="*/ 12498 w 4452260"/>
                  <a:gd name="connsiteY169" fmla="*/ 480025 h 1068867"/>
                  <a:gd name="connsiteX170" fmla="*/ 258084 w 4452260"/>
                  <a:gd name="connsiteY170" fmla="*/ 54408 h 1068867"/>
                  <a:gd name="connsiteX171" fmla="*/ 352810 w 4452260"/>
                  <a:gd name="connsiteY171" fmla="*/ 0 h 1068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</a:cxnLst>
                <a:rect l="l" t="t" r="r" b="b"/>
                <a:pathLst>
                  <a:path w="4452260" h="1068867">
                    <a:moveTo>
                      <a:pt x="352810" y="0"/>
                    </a:moveTo>
                    <a:cubicBezTo>
                      <a:pt x="475602" y="0"/>
                      <a:pt x="567696" y="0"/>
                      <a:pt x="636768" y="0"/>
                    </a:cubicBezTo>
                    <a:lnTo>
                      <a:pt x="647700" y="0"/>
                    </a:lnTo>
                    <a:lnTo>
                      <a:pt x="724065" y="0"/>
                    </a:lnTo>
                    <a:cubicBezTo>
                      <a:pt x="748048" y="0"/>
                      <a:pt x="767235" y="0"/>
                      <a:pt x="782584" y="0"/>
                    </a:cubicBezTo>
                    <a:lnTo>
                      <a:pt x="799455" y="0"/>
                    </a:lnTo>
                    <a:lnTo>
                      <a:pt x="809825" y="0"/>
                    </a:lnTo>
                    <a:lnTo>
                      <a:pt x="818078" y="0"/>
                    </a:lnTo>
                    <a:cubicBezTo>
                      <a:pt x="843980" y="0"/>
                      <a:pt x="843980" y="0"/>
                      <a:pt x="843980" y="0"/>
                    </a:cubicBezTo>
                    <a:lnTo>
                      <a:pt x="931658" y="0"/>
                    </a:lnTo>
                    <a:lnTo>
                      <a:pt x="961580" y="0"/>
                    </a:lnTo>
                    <a:lnTo>
                      <a:pt x="1000055" y="0"/>
                    </a:lnTo>
                    <a:lnTo>
                      <a:pt x="1040537" y="0"/>
                    </a:lnTo>
                    <a:lnTo>
                      <a:pt x="1051453" y="0"/>
                    </a:lnTo>
                    <a:lnTo>
                      <a:pt x="1083414" y="0"/>
                    </a:lnTo>
                    <a:lnTo>
                      <a:pt x="1112969" y="0"/>
                    </a:lnTo>
                    <a:cubicBezTo>
                      <a:pt x="1138871" y="0"/>
                      <a:pt x="1138871" y="0"/>
                      <a:pt x="1138871" y="0"/>
                    </a:cubicBezTo>
                    <a:lnTo>
                      <a:pt x="1170224" y="0"/>
                    </a:lnTo>
                    <a:lnTo>
                      <a:pt x="1170711" y="0"/>
                    </a:lnTo>
                    <a:lnTo>
                      <a:pt x="1202662" y="0"/>
                    </a:lnTo>
                    <a:lnTo>
                      <a:pt x="1240037" y="0"/>
                    </a:lnTo>
                    <a:cubicBezTo>
                      <a:pt x="1290626" y="0"/>
                      <a:pt x="1290626" y="0"/>
                      <a:pt x="1290626" y="0"/>
                    </a:cubicBezTo>
                    <a:lnTo>
                      <a:pt x="1324496" y="0"/>
                    </a:lnTo>
                    <a:lnTo>
                      <a:pt x="1332348" y="0"/>
                    </a:lnTo>
                    <a:lnTo>
                      <a:pt x="1335428" y="0"/>
                    </a:lnTo>
                    <a:lnTo>
                      <a:pt x="1411793" y="0"/>
                    </a:lnTo>
                    <a:lnTo>
                      <a:pt x="1454182" y="0"/>
                    </a:lnTo>
                    <a:lnTo>
                      <a:pt x="1470312" y="0"/>
                    </a:lnTo>
                    <a:lnTo>
                      <a:pt x="1487183" y="0"/>
                    </a:lnTo>
                    <a:lnTo>
                      <a:pt x="1497552" y="0"/>
                    </a:lnTo>
                    <a:lnTo>
                      <a:pt x="1505806" y="0"/>
                    </a:lnTo>
                    <a:lnTo>
                      <a:pt x="1528471" y="0"/>
                    </a:lnTo>
                    <a:lnTo>
                      <a:pt x="1531708" y="0"/>
                    </a:lnTo>
                    <a:lnTo>
                      <a:pt x="1540992" y="0"/>
                    </a:lnTo>
                    <a:lnTo>
                      <a:pt x="1541479" y="0"/>
                    </a:lnTo>
                    <a:lnTo>
                      <a:pt x="1599998" y="0"/>
                    </a:lnTo>
                    <a:lnTo>
                      <a:pt x="1619386" y="0"/>
                    </a:lnTo>
                    <a:lnTo>
                      <a:pt x="1635492" y="0"/>
                    </a:lnTo>
                    <a:lnTo>
                      <a:pt x="1649308" y="0"/>
                    </a:lnTo>
                    <a:lnTo>
                      <a:pt x="1653720" y="0"/>
                    </a:lnTo>
                    <a:lnTo>
                      <a:pt x="1661394" y="0"/>
                    </a:lnTo>
                    <a:lnTo>
                      <a:pt x="1687782" y="0"/>
                    </a:lnTo>
                    <a:lnTo>
                      <a:pt x="1703116" y="0"/>
                    </a:lnTo>
                    <a:lnTo>
                      <a:pt x="1739181" y="0"/>
                    </a:lnTo>
                    <a:lnTo>
                      <a:pt x="1771141" y="0"/>
                    </a:lnTo>
                    <a:lnTo>
                      <a:pt x="1800697" y="0"/>
                    </a:lnTo>
                    <a:lnTo>
                      <a:pt x="1811727" y="0"/>
                    </a:lnTo>
                    <a:lnTo>
                      <a:pt x="1823361" y="0"/>
                    </a:lnTo>
                    <a:lnTo>
                      <a:pt x="1826599" y="0"/>
                    </a:lnTo>
                    <a:lnTo>
                      <a:pt x="1857951" y="0"/>
                    </a:lnTo>
                    <a:lnTo>
                      <a:pt x="1858439" y="0"/>
                    </a:lnTo>
                    <a:lnTo>
                      <a:pt x="1859676" y="0"/>
                    </a:lnTo>
                    <a:lnTo>
                      <a:pt x="1893346" y="0"/>
                    </a:lnTo>
                    <a:lnTo>
                      <a:pt x="1927765" y="0"/>
                    </a:lnTo>
                    <a:lnTo>
                      <a:pt x="1963365" y="0"/>
                    </a:lnTo>
                    <a:lnTo>
                      <a:pt x="1978354" y="0"/>
                    </a:lnTo>
                    <a:lnTo>
                      <a:pt x="1991032" y="0"/>
                    </a:lnTo>
                    <a:lnTo>
                      <a:pt x="2020076" y="0"/>
                    </a:lnTo>
                    <a:lnTo>
                      <a:pt x="2021800" y="0"/>
                    </a:lnTo>
                    <a:lnTo>
                      <a:pt x="2027021" y="0"/>
                    </a:lnTo>
                    <a:cubicBezTo>
                      <a:pt x="2032162" y="0"/>
                      <a:pt x="2032162" y="0"/>
                      <a:pt x="2032162" y="0"/>
                    </a:cubicBezTo>
                    <a:lnTo>
                      <a:pt x="2141909" y="0"/>
                    </a:lnTo>
                    <a:lnTo>
                      <a:pt x="2143633" y="0"/>
                    </a:lnTo>
                    <a:lnTo>
                      <a:pt x="2178359" y="0"/>
                    </a:lnTo>
                    <a:lnTo>
                      <a:pt x="2228719" y="0"/>
                    </a:lnTo>
                    <a:lnTo>
                      <a:pt x="2229207" y="0"/>
                    </a:lnTo>
                    <a:lnTo>
                      <a:pt x="2230931" y="0"/>
                    </a:lnTo>
                    <a:lnTo>
                      <a:pt x="2287725" y="0"/>
                    </a:lnTo>
                    <a:lnTo>
                      <a:pt x="2289450" y="0"/>
                    </a:lnTo>
                    <a:lnTo>
                      <a:pt x="2323220" y="0"/>
                    </a:lnTo>
                    <a:lnTo>
                      <a:pt x="2324944" y="0"/>
                    </a:lnTo>
                    <a:lnTo>
                      <a:pt x="2340483" y="0"/>
                    </a:lnTo>
                    <a:lnTo>
                      <a:pt x="2341447" y="0"/>
                    </a:lnTo>
                    <a:lnTo>
                      <a:pt x="2343172" y="0"/>
                    </a:lnTo>
                    <a:lnTo>
                      <a:pt x="2349122" y="0"/>
                    </a:lnTo>
                    <a:lnTo>
                      <a:pt x="2350846" y="0"/>
                    </a:lnTo>
                    <a:lnTo>
                      <a:pt x="2390844" y="0"/>
                    </a:lnTo>
                    <a:lnTo>
                      <a:pt x="2462317" y="0"/>
                    </a:lnTo>
                    <a:lnTo>
                      <a:pt x="2499455" y="0"/>
                    </a:lnTo>
                    <a:lnTo>
                      <a:pt x="2530713" y="0"/>
                    </a:lnTo>
                    <a:lnTo>
                      <a:pt x="2547403" y="0"/>
                    </a:lnTo>
                    <a:lnTo>
                      <a:pt x="2549127" y="0"/>
                    </a:lnTo>
                    <a:lnTo>
                      <a:pt x="2581074" y="0"/>
                    </a:lnTo>
                    <a:lnTo>
                      <a:pt x="2582112" y="0"/>
                    </a:lnTo>
                    <a:cubicBezTo>
                      <a:pt x="2669530" y="0"/>
                      <a:pt x="2669530" y="0"/>
                      <a:pt x="2669530" y="0"/>
                    </a:cubicBezTo>
                    <a:lnTo>
                      <a:pt x="2678759" y="0"/>
                    </a:lnTo>
                    <a:lnTo>
                      <a:pt x="2709527" y="0"/>
                    </a:lnTo>
                    <a:lnTo>
                      <a:pt x="2711252" y="0"/>
                    </a:lnTo>
                    <a:lnTo>
                      <a:pt x="2714748" y="0"/>
                    </a:lnTo>
                    <a:lnTo>
                      <a:pt x="2719890" y="0"/>
                    </a:lnTo>
                    <a:lnTo>
                      <a:pt x="2831360" y="0"/>
                    </a:lnTo>
                    <a:lnTo>
                      <a:pt x="2833086" y="0"/>
                    </a:lnTo>
                    <a:lnTo>
                      <a:pt x="2866087" y="0"/>
                    </a:lnTo>
                    <a:lnTo>
                      <a:pt x="2918659" y="0"/>
                    </a:lnTo>
                    <a:lnTo>
                      <a:pt x="2919896" y="0"/>
                    </a:lnTo>
                    <a:lnTo>
                      <a:pt x="2920383" y="0"/>
                    </a:lnTo>
                    <a:lnTo>
                      <a:pt x="2977177" y="0"/>
                    </a:lnTo>
                    <a:lnTo>
                      <a:pt x="2978902" y="0"/>
                    </a:lnTo>
                    <a:lnTo>
                      <a:pt x="3012671" y="0"/>
                    </a:lnTo>
                    <a:lnTo>
                      <a:pt x="3014397" y="0"/>
                    </a:lnTo>
                    <a:lnTo>
                      <a:pt x="3028211" y="0"/>
                    </a:lnTo>
                    <a:lnTo>
                      <a:pt x="3030899" y="0"/>
                    </a:lnTo>
                    <a:lnTo>
                      <a:pt x="3032624" y="0"/>
                    </a:lnTo>
                    <a:lnTo>
                      <a:pt x="3038573" y="0"/>
                    </a:lnTo>
                    <a:lnTo>
                      <a:pt x="3040298" y="0"/>
                    </a:lnTo>
                    <a:lnTo>
                      <a:pt x="3082021" y="0"/>
                    </a:lnTo>
                    <a:lnTo>
                      <a:pt x="3150044" y="0"/>
                    </a:lnTo>
                    <a:lnTo>
                      <a:pt x="3218441" y="0"/>
                    </a:lnTo>
                    <a:lnTo>
                      <a:pt x="3236855" y="0"/>
                    </a:lnTo>
                    <a:lnTo>
                      <a:pt x="3269839" y="0"/>
                    </a:lnTo>
                    <a:lnTo>
                      <a:pt x="3272250" y="0"/>
                    </a:lnTo>
                    <a:lnTo>
                      <a:pt x="3320378" y="0"/>
                    </a:lnTo>
                    <a:lnTo>
                      <a:pt x="3346330" y="0"/>
                    </a:lnTo>
                    <a:lnTo>
                      <a:pt x="3357257" y="0"/>
                    </a:lnTo>
                    <a:lnTo>
                      <a:pt x="3369936" y="0"/>
                    </a:lnTo>
                    <a:lnTo>
                      <a:pt x="3398980" y="0"/>
                    </a:lnTo>
                    <a:lnTo>
                      <a:pt x="3405925" y="0"/>
                    </a:lnTo>
                    <a:cubicBezTo>
                      <a:pt x="3411066" y="0"/>
                      <a:pt x="3411066" y="0"/>
                      <a:pt x="3411066" y="0"/>
                    </a:cubicBezTo>
                    <a:lnTo>
                      <a:pt x="3520813" y="0"/>
                    </a:lnTo>
                    <a:lnTo>
                      <a:pt x="3607623" y="0"/>
                    </a:lnTo>
                    <a:lnTo>
                      <a:pt x="3608111" y="0"/>
                    </a:lnTo>
                    <a:lnTo>
                      <a:pt x="3666629" y="0"/>
                    </a:lnTo>
                    <a:lnTo>
                      <a:pt x="3702124" y="0"/>
                    </a:lnTo>
                    <a:lnTo>
                      <a:pt x="3720351" y="0"/>
                    </a:lnTo>
                    <a:lnTo>
                      <a:pt x="3728025" y="0"/>
                    </a:lnTo>
                    <a:lnTo>
                      <a:pt x="3769748" y="0"/>
                    </a:lnTo>
                    <a:cubicBezTo>
                      <a:pt x="4098793" y="0"/>
                      <a:pt x="4098793" y="0"/>
                      <a:pt x="4098793" y="0"/>
                    </a:cubicBezTo>
                    <a:cubicBezTo>
                      <a:pt x="4133877" y="0"/>
                      <a:pt x="4175977" y="24572"/>
                      <a:pt x="4193519" y="54408"/>
                    </a:cubicBezTo>
                    <a:cubicBezTo>
                      <a:pt x="4439104" y="480025"/>
                      <a:pt x="4439104" y="480025"/>
                      <a:pt x="4439104" y="480025"/>
                    </a:cubicBezTo>
                    <a:cubicBezTo>
                      <a:pt x="4456646" y="509862"/>
                      <a:pt x="4456646" y="559005"/>
                      <a:pt x="4439104" y="588843"/>
                    </a:cubicBezTo>
                    <a:cubicBezTo>
                      <a:pt x="4193519" y="1014459"/>
                      <a:pt x="4193519" y="1014459"/>
                      <a:pt x="4193519" y="1014459"/>
                    </a:cubicBezTo>
                    <a:cubicBezTo>
                      <a:pt x="4175977" y="1044295"/>
                      <a:pt x="4133877" y="1068867"/>
                      <a:pt x="4098793" y="1068867"/>
                    </a:cubicBezTo>
                    <a:lnTo>
                      <a:pt x="3728025" y="1068867"/>
                    </a:lnTo>
                    <a:lnTo>
                      <a:pt x="3607623" y="1068867"/>
                    </a:lnTo>
                    <a:lnTo>
                      <a:pt x="3411066" y="1068867"/>
                    </a:lnTo>
                    <a:lnTo>
                      <a:pt x="3357257" y="1068867"/>
                    </a:lnTo>
                    <a:lnTo>
                      <a:pt x="3236855" y="1068867"/>
                    </a:lnTo>
                    <a:lnTo>
                      <a:pt x="3040298" y="1068867"/>
                    </a:lnTo>
                    <a:lnTo>
                      <a:pt x="3038573" y="1068867"/>
                    </a:lnTo>
                    <a:lnTo>
                      <a:pt x="2919896" y="1068867"/>
                    </a:lnTo>
                    <a:lnTo>
                      <a:pt x="2866087" y="1068867"/>
                    </a:lnTo>
                    <a:lnTo>
                      <a:pt x="2719890" y="1068867"/>
                    </a:lnTo>
                    <a:lnTo>
                      <a:pt x="2669530" y="1068867"/>
                    </a:lnTo>
                    <a:lnTo>
                      <a:pt x="2549127" y="1068867"/>
                    </a:lnTo>
                    <a:lnTo>
                      <a:pt x="2547403" y="1068867"/>
                    </a:lnTo>
                    <a:lnTo>
                      <a:pt x="2350846" y="1068867"/>
                    </a:lnTo>
                    <a:lnTo>
                      <a:pt x="2349122" y="1068867"/>
                    </a:lnTo>
                    <a:lnTo>
                      <a:pt x="2228719" y="1068867"/>
                    </a:lnTo>
                    <a:lnTo>
                      <a:pt x="2178359" y="1068867"/>
                    </a:lnTo>
                    <a:lnTo>
                      <a:pt x="2032162" y="1068867"/>
                    </a:lnTo>
                    <a:lnTo>
                      <a:pt x="1978354" y="1068867"/>
                    </a:lnTo>
                    <a:lnTo>
                      <a:pt x="1859676" y="1068867"/>
                    </a:lnTo>
                    <a:lnTo>
                      <a:pt x="1857951" y="1068867"/>
                    </a:lnTo>
                    <a:lnTo>
                      <a:pt x="1826599" y="1068867"/>
                    </a:lnTo>
                    <a:lnTo>
                      <a:pt x="1661394" y="1068867"/>
                    </a:lnTo>
                    <a:lnTo>
                      <a:pt x="1540992" y="1068867"/>
                    </a:lnTo>
                    <a:lnTo>
                      <a:pt x="1531708" y="1068867"/>
                    </a:lnTo>
                    <a:lnTo>
                      <a:pt x="1487183" y="1068867"/>
                    </a:lnTo>
                    <a:lnTo>
                      <a:pt x="1335428" y="1068867"/>
                    </a:lnTo>
                    <a:lnTo>
                      <a:pt x="1290626" y="1068867"/>
                    </a:lnTo>
                    <a:lnTo>
                      <a:pt x="1170224" y="1068867"/>
                    </a:lnTo>
                    <a:lnTo>
                      <a:pt x="1138871" y="1068867"/>
                    </a:lnTo>
                    <a:lnTo>
                      <a:pt x="1040537" y="1068867"/>
                    </a:lnTo>
                    <a:lnTo>
                      <a:pt x="843980" y="1068867"/>
                    </a:lnTo>
                    <a:lnTo>
                      <a:pt x="799455" y="1068867"/>
                    </a:lnTo>
                    <a:lnTo>
                      <a:pt x="647700" y="1068867"/>
                    </a:lnTo>
                    <a:lnTo>
                      <a:pt x="352810" y="1068867"/>
                    </a:lnTo>
                    <a:cubicBezTo>
                      <a:pt x="318603" y="1068867"/>
                      <a:pt x="275626" y="1044295"/>
                      <a:pt x="258084" y="1014459"/>
                    </a:cubicBezTo>
                    <a:cubicBezTo>
                      <a:pt x="12498" y="588843"/>
                      <a:pt x="12498" y="588843"/>
                      <a:pt x="12498" y="588843"/>
                    </a:cubicBezTo>
                    <a:cubicBezTo>
                      <a:pt x="-4166" y="559005"/>
                      <a:pt x="-4166" y="509862"/>
                      <a:pt x="12498" y="480025"/>
                    </a:cubicBezTo>
                    <a:cubicBezTo>
                      <a:pt x="258084" y="54408"/>
                      <a:pt x="258084" y="54408"/>
                      <a:pt x="258084" y="54408"/>
                    </a:cubicBezTo>
                    <a:cubicBezTo>
                      <a:pt x="275626" y="24572"/>
                      <a:pt x="318603" y="0"/>
                      <a:pt x="35281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5000"/>
                    </a:sysClr>
                  </a:gs>
                  <a:gs pos="0">
                    <a:srgbClr val="D3D3D3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9" name="1">
                <a:extLst>
                  <a:ext uri="{FF2B5EF4-FFF2-40B4-BE49-F238E27FC236}">
                    <a16:creationId xmlns:a16="http://schemas.microsoft.com/office/drawing/2014/main" id="{0B15B91E-55BA-C3A8-EE59-6E02B5EDC3EE}"/>
                  </a:ext>
                </a:extLst>
              </p:cNvPr>
              <p:cNvSpPr/>
              <p:nvPr/>
            </p:nvSpPr>
            <p:spPr bwMode="auto">
              <a:xfrm>
                <a:off x="7145714" y="5005688"/>
                <a:ext cx="3861240" cy="775139"/>
              </a:xfrm>
              <a:custGeom>
                <a:avLst/>
                <a:gdLst>
                  <a:gd name="connsiteX0" fmla="*/ 305125 w 4603109"/>
                  <a:gd name="connsiteY0" fmla="*/ 0 h 924402"/>
                  <a:gd name="connsiteX1" fmla="*/ 432894 w 4603109"/>
                  <a:gd name="connsiteY1" fmla="*/ 0 h 924402"/>
                  <a:gd name="connsiteX2" fmla="*/ 445336 w 4603109"/>
                  <a:gd name="connsiteY2" fmla="*/ 0 h 924402"/>
                  <a:gd name="connsiteX3" fmla="*/ 550703 w 4603109"/>
                  <a:gd name="connsiteY3" fmla="*/ 0 h 924402"/>
                  <a:gd name="connsiteX4" fmla="*/ 560158 w 4603109"/>
                  <a:gd name="connsiteY4" fmla="*/ 0 h 924402"/>
                  <a:gd name="connsiteX5" fmla="*/ 573105 w 4603109"/>
                  <a:gd name="connsiteY5" fmla="*/ 0 h 924402"/>
                  <a:gd name="connsiteX6" fmla="*/ 626202 w 4603109"/>
                  <a:gd name="connsiteY6" fmla="*/ 0 h 924402"/>
                  <a:gd name="connsiteX7" fmla="*/ 676811 w 4603109"/>
                  <a:gd name="connsiteY7" fmla="*/ 0 h 924402"/>
                  <a:gd name="connsiteX8" fmla="*/ 678472 w 4603109"/>
                  <a:gd name="connsiteY8" fmla="*/ 0 h 924402"/>
                  <a:gd name="connsiteX9" fmla="*/ 687927 w 4603109"/>
                  <a:gd name="connsiteY9" fmla="*/ 0 h 924402"/>
                  <a:gd name="connsiteX10" fmla="*/ 691402 w 4603109"/>
                  <a:gd name="connsiteY10" fmla="*/ 0 h 924402"/>
                  <a:gd name="connsiteX11" fmla="*/ 700371 w 4603109"/>
                  <a:gd name="connsiteY11" fmla="*/ 0 h 924402"/>
                  <a:gd name="connsiteX12" fmla="*/ 707508 w 4603109"/>
                  <a:gd name="connsiteY12" fmla="*/ 0 h 924402"/>
                  <a:gd name="connsiteX13" fmla="*/ 729909 w 4603109"/>
                  <a:gd name="connsiteY13" fmla="*/ 0 h 924402"/>
                  <a:gd name="connsiteX14" fmla="*/ 753971 w 4603109"/>
                  <a:gd name="connsiteY14" fmla="*/ 0 h 924402"/>
                  <a:gd name="connsiteX15" fmla="*/ 804580 w 4603109"/>
                  <a:gd name="connsiteY15" fmla="*/ 0 h 924402"/>
                  <a:gd name="connsiteX16" fmla="*/ 805737 w 4603109"/>
                  <a:gd name="connsiteY16" fmla="*/ 0 h 924402"/>
                  <a:gd name="connsiteX17" fmla="*/ 819171 w 4603109"/>
                  <a:gd name="connsiteY17" fmla="*/ 0 h 924402"/>
                  <a:gd name="connsiteX18" fmla="*/ 828140 w 4603109"/>
                  <a:gd name="connsiteY18" fmla="*/ 0 h 924402"/>
                  <a:gd name="connsiteX19" fmla="*/ 831615 w 4603109"/>
                  <a:gd name="connsiteY19" fmla="*/ 0 h 924402"/>
                  <a:gd name="connsiteX20" fmla="*/ 835277 w 4603109"/>
                  <a:gd name="connsiteY20" fmla="*/ 0 h 924402"/>
                  <a:gd name="connsiteX21" fmla="*/ 857678 w 4603109"/>
                  <a:gd name="connsiteY21" fmla="*/ 0 h 924402"/>
                  <a:gd name="connsiteX22" fmla="*/ 864889 w 4603109"/>
                  <a:gd name="connsiteY22" fmla="*/ 0 h 924402"/>
                  <a:gd name="connsiteX23" fmla="*/ 899900 w 4603109"/>
                  <a:gd name="connsiteY23" fmla="*/ 0 h 924402"/>
                  <a:gd name="connsiteX24" fmla="*/ 909341 w 4603109"/>
                  <a:gd name="connsiteY24" fmla="*/ 0 h 924402"/>
                  <a:gd name="connsiteX25" fmla="*/ 929965 w 4603109"/>
                  <a:gd name="connsiteY25" fmla="*/ 0 h 924402"/>
                  <a:gd name="connsiteX26" fmla="*/ 933506 w 4603109"/>
                  <a:gd name="connsiteY26" fmla="*/ 0 h 924402"/>
                  <a:gd name="connsiteX27" fmla="*/ 936982 w 4603109"/>
                  <a:gd name="connsiteY27" fmla="*/ 0 h 924402"/>
                  <a:gd name="connsiteX28" fmla="*/ 959384 w 4603109"/>
                  <a:gd name="connsiteY28" fmla="*/ 0 h 924402"/>
                  <a:gd name="connsiteX29" fmla="*/ 962542 w 4603109"/>
                  <a:gd name="connsiteY29" fmla="*/ 0 h 924402"/>
                  <a:gd name="connsiteX30" fmla="*/ 984943 w 4603109"/>
                  <a:gd name="connsiteY30" fmla="*/ 0 h 924402"/>
                  <a:gd name="connsiteX31" fmla="*/ 992658 w 4603109"/>
                  <a:gd name="connsiteY31" fmla="*/ 0 h 924402"/>
                  <a:gd name="connsiteX32" fmla="*/ 1012059 w 4603109"/>
                  <a:gd name="connsiteY32" fmla="*/ 0 h 924402"/>
                  <a:gd name="connsiteX33" fmla="*/ 1012480 w 4603109"/>
                  <a:gd name="connsiteY33" fmla="*/ 0 h 924402"/>
                  <a:gd name="connsiteX34" fmla="*/ 1027669 w 4603109"/>
                  <a:gd name="connsiteY34" fmla="*/ 0 h 924402"/>
                  <a:gd name="connsiteX35" fmla="*/ 1037110 w 4603109"/>
                  <a:gd name="connsiteY35" fmla="*/ 0 h 924402"/>
                  <a:gd name="connsiteX36" fmla="*/ 1040112 w 4603109"/>
                  <a:gd name="connsiteY36" fmla="*/ 0 h 924402"/>
                  <a:gd name="connsiteX37" fmla="*/ 1057734 w 4603109"/>
                  <a:gd name="connsiteY37" fmla="*/ 0 h 924402"/>
                  <a:gd name="connsiteX38" fmla="*/ 1064751 w 4603109"/>
                  <a:gd name="connsiteY38" fmla="*/ 0 h 924402"/>
                  <a:gd name="connsiteX39" fmla="*/ 1070177 w 4603109"/>
                  <a:gd name="connsiteY39" fmla="*/ 0 h 924402"/>
                  <a:gd name="connsiteX40" fmla="*/ 1072436 w 4603109"/>
                  <a:gd name="connsiteY40" fmla="*/ 0 h 924402"/>
                  <a:gd name="connsiteX41" fmla="*/ 1090311 w 4603109"/>
                  <a:gd name="connsiteY41" fmla="*/ 0 h 924402"/>
                  <a:gd name="connsiteX42" fmla="*/ 1110718 w 4603109"/>
                  <a:gd name="connsiteY42" fmla="*/ 0 h 924402"/>
                  <a:gd name="connsiteX43" fmla="*/ 1112712 w 4603109"/>
                  <a:gd name="connsiteY43" fmla="*/ 0 h 924402"/>
                  <a:gd name="connsiteX44" fmla="*/ 1116187 w 4603109"/>
                  <a:gd name="connsiteY44" fmla="*/ 0 h 924402"/>
                  <a:gd name="connsiteX45" fmla="*/ 1139828 w 4603109"/>
                  <a:gd name="connsiteY45" fmla="*/ 0 h 924402"/>
                  <a:gd name="connsiteX46" fmla="*/ 1140249 w 4603109"/>
                  <a:gd name="connsiteY46" fmla="*/ 0 h 924402"/>
                  <a:gd name="connsiteX47" fmla="*/ 1145480 w 4603109"/>
                  <a:gd name="connsiteY47" fmla="*/ 0 h 924402"/>
                  <a:gd name="connsiteX48" fmla="*/ 1152270 w 4603109"/>
                  <a:gd name="connsiteY48" fmla="*/ 0 h 924402"/>
                  <a:gd name="connsiteX49" fmla="*/ 1154934 w 4603109"/>
                  <a:gd name="connsiteY49" fmla="*/ 0 h 924402"/>
                  <a:gd name="connsiteX50" fmla="*/ 1167881 w 4603109"/>
                  <a:gd name="connsiteY50" fmla="*/ 0 h 924402"/>
                  <a:gd name="connsiteX51" fmla="*/ 1175544 w 4603109"/>
                  <a:gd name="connsiteY51" fmla="*/ 0 h 924402"/>
                  <a:gd name="connsiteX52" fmla="*/ 1184998 w 4603109"/>
                  <a:gd name="connsiteY52" fmla="*/ 0 h 924402"/>
                  <a:gd name="connsiteX53" fmla="*/ 1197946 w 4603109"/>
                  <a:gd name="connsiteY53" fmla="*/ 0 h 924402"/>
                  <a:gd name="connsiteX54" fmla="*/ 1200205 w 4603109"/>
                  <a:gd name="connsiteY54" fmla="*/ 0 h 924402"/>
                  <a:gd name="connsiteX55" fmla="*/ 1220978 w 4603109"/>
                  <a:gd name="connsiteY55" fmla="*/ 0 h 924402"/>
                  <a:gd name="connsiteX56" fmla="*/ 1238487 w 4603109"/>
                  <a:gd name="connsiteY56" fmla="*/ 0 h 924402"/>
                  <a:gd name="connsiteX57" fmla="*/ 1243956 w 4603109"/>
                  <a:gd name="connsiteY57" fmla="*/ 0 h 924402"/>
                  <a:gd name="connsiteX58" fmla="*/ 1251042 w 4603109"/>
                  <a:gd name="connsiteY58" fmla="*/ 0 h 924402"/>
                  <a:gd name="connsiteX59" fmla="*/ 1257637 w 4603109"/>
                  <a:gd name="connsiteY59" fmla="*/ 0 h 924402"/>
                  <a:gd name="connsiteX60" fmla="*/ 1271587 w 4603109"/>
                  <a:gd name="connsiteY60" fmla="*/ 0 h 924402"/>
                  <a:gd name="connsiteX61" fmla="*/ 1273249 w 4603109"/>
                  <a:gd name="connsiteY61" fmla="*/ 0 h 924402"/>
                  <a:gd name="connsiteX62" fmla="*/ 1280039 w 4603109"/>
                  <a:gd name="connsiteY62" fmla="*/ 0 h 924402"/>
                  <a:gd name="connsiteX63" fmla="*/ 1282703 w 4603109"/>
                  <a:gd name="connsiteY63" fmla="*/ 0 h 924402"/>
                  <a:gd name="connsiteX64" fmla="*/ 1286178 w 4603109"/>
                  <a:gd name="connsiteY64" fmla="*/ 0 h 924402"/>
                  <a:gd name="connsiteX65" fmla="*/ 1295146 w 4603109"/>
                  <a:gd name="connsiteY65" fmla="*/ 0 h 924402"/>
                  <a:gd name="connsiteX66" fmla="*/ 1301651 w 4603109"/>
                  <a:gd name="connsiteY66" fmla="*/ 0 h 924402"/>
                  <a:gd name="connsiteX67" fmla="*/ 1302284 w 4603109"/>
                  <a:gd name="connsiteY67" fmla="*/ 0 h 924402"/>
                  <a:gd name="connsiteX68" fmla="*/ 1303313 w 4603109"/>
                  <a:gd name="connsiteY68" fmla="*/ 0 h 924402"/>
                  <a:gd name="connsiteX69" fmla="*/ 1312767 w 4603109"/>
                  <a:gd name="connsiteY69" fmla="*/ 0 h 924402"/>
                  <a:gd name="connsiteX70" fmla="*/ 1316242 w 4603109"/>
                  <a:gd name="connsiteY70" fmla="*/ 0 h 924402"/>
                  <a:gd name="connsiteX71" fmla="*/ 1321886 w 4603109"/>
                  <a:gd name="connsiteY71" fmla="*/ 0 h 924402"/>
                  <a:gd name="connsiteX72" fmla="*/ 1324685 w 4603109"/>
                  <a:gd name="connsiteY72" fmla="*/ 0 h 924402"/>
                  <a:gd name="connsiteX73" fmla="*/ 1325211 w 4603109"/>
                  <a:gd name="connsiteY73" fmla="*/ 0 h 924402"/>
                  <a:gd name="connsiteX74" fmla="*/ 1332348 w 4603109"/>
                  <a:gd name="connsiteY74" fmla="*/ 0 h 924402"/>
                  <a:gd name="connsiteX75" fmla="*/ 1332714 w 4603109"/>
                  <a:gd name="connsiteY75" fmla="*/ 0 h 924402"/>
                  <a:gd name="connsiteX76" fmla="*/ 1333135 w 4603109"/>
                  <a:gd name="connsiteY76" fmla="*/ 0 h 924402"/>
                  <a:gd name="connsiteX77" fmla="*/ 1348747 w 4603109"/>
                  <a:gd name="connsiteY77" fmla="*/ 0 h 924402"/>
                  <a:gd name="connsiteX78" fmla="*/ 1354749 w 4603109"/>
                  <a:gd name="connsiteY78" fmla="*/ 0 h 924402"/>
                  <a:gd name="connsiteX79" fmla="*/ 1378811 w 4603109"/>
                  <a:gd name="connsiteY79" fmla="*/ 0 h 924402"/>
                  <a:gd name="connsiteX80" fmla="*/ 1383745 w 4603109"/>
                  <a:gd name="connsiteY80" fmla="*/ 0 h 924402"/>
                  <a:gd name="connsiteX81" fmla="*/ 1385406 w 4603109"/>
                  <a:gd name="connsiteY81" fmla="*/ 0 h 924402"/>
                  <a:gd name="connsiteX82" fmla="*/ 1399356 w 4603109"/>
                  <a:gd name="connsiteY82" fmla="*/ 0 h 924402"/>
                  <a:gd name="connsiteX83" fmla="*/ 1400513 w 4603109"/>
                  <a:gd name="connsiteY83" fmla="*/ 0 h 924402"/>
                  <a:gd name="connsiteX84" fmla="*/ 1413947 w 4603109"/>
                  <a:gd name="connsiteY84" fmla="*/ 0 h 924402"/>
                  <a:gd name="connsiteX85" fmla="*/ 1414442 w 4603109"/>
                  <a:gd name="connsiteY85" fmla="*/ 0 h 924402"/>
                  <a:gd name="connsiteX86" fmla="*/ 1422915 w 4603109"/>
                  <a:gd name="connsiteY86" fmla="*/ 0 h 924402"/>
                  <a:gd name="connsiteX87" fmla="*/ 1426390 w 4603109"/>
                  <a:gd name="connsiteY87" fmla="*/ 0 h 924402"/>
                  <a:gd name="connsiteX88" fmla="*/ 1429420 w 4603109"/>
                  <a:gd name="connsiteY88" fmla="*/ 0 h 924402"/>
                  <a:gd name="connsiteX89" fmla="*/ 1430053 w 4603109"/>
                  <a:gd name="connsiteY89" fmla="*/ 0 h 924402"/>
                  <a:gd name="connsiteX90" fmla="*/ 1430206 w 4603109"/>
                  <a:gd name="connsiteY90" fmla="*/ 0 h 924402"/>
                  <a:gd name="connsiteX91" fmla="*/ 1430577 w 4603109"/>
                  <a:gd name="connsiteY91" fmla="*/ 0 h 924402"/>
                  <a:gd name="connsiteX92" fmla="*/ 1436843 w 4603109"/>
                  <a:gd name="connsiteY92" fmla="*/ 0 h 924402"/>
                  <a:gd name="connsiteX93" fmla="*/ 1444011 w 4603109"/>
                  <a:gd name="connsiteY93" fmla="*/ 0 h 924402"/>
                  <a:gd name="connsiteX94" fmla="*/ 1449655 w 4603109"/>
                  <a:gd name="connsiteY94" fmla="*/ 0 h 924402"/>
                  <a:gd name="connsiteX95" fmla="*/ 1452454 w 4603109"/>
                  <a:gd name="connsiteY95" fmla="*/ 0 h 924402"/>
                  <a:gd name="connsiteX96" fmla="*/ 1452980 w 4603109"/>
                  <a:gd name="connsiteY96" fmla="*/ 0 h 924402"/>
                  <a:gd name="connsiteX97" fmla="*/ 1456455 w 4603109"/>
                  <a:gd name="connsiteY97" fmla="*/ 0 h 924402"/>
                  <a:gd name="connsiteX98" fmla="*/ 1459664 w 4603109"/>
                  <a:gd name="connsiteY98" fmla="*/ 0 h 924402"/>
                  <a:gd name="connsiteX99" fmla="*/ 1460117 w 4603109"/>
                  <a:gd name="connsiteY99" fmla="*/ 0 h 924402"/>
                  <a:gd name="connsiteX100" fmla="*/ 1460483 w 4603109"/>
                  <a:gd name="connsiteY100" fmla="*/ 0 h 924402"/>
                  <a:gd name="connsiteX101" fmla="*/ 1460904 w 4603109"/>
                  <a:gd name="connsiteY101" fmla="*/ 0 h 924402"/>
                  <a:gd name="connsiteX102" fmla="*/ 1472926 w 4603109"/>
                  <a:gd name="connsiteY102" fmla="*/ 0 h 924402"/>
                  <a:gd name="connsiteX103" fmla="*/ 1482518 w 4603109"/>
                  <a:gd name="connsiteY103" fmla="*/ 0 h 924402"/>
                  <a:gd name="connsiteX104" fmla="*/ 1489729 w 4603109"/>
                  <a:gd name="connsiteY104" fmla="*/ 0 h 924402"/>
                  <a:gd name="connsiteX105" fmla="*/ 1504116 w 4603109"/>
                  <a:gd name="connsiteY105" fmla="*/ 0 h 924402"/>
                  <a:gd name="connsiteX106" fmla="*/ 1511514 w 4603109"/>
                  <a:gd name="connsiteY106" fmla="*/ 0 h 924402"/>
                  <a:gd name="connsiteX107" fmla="*/ 1524740 w 4603109"/>
                  <a:gd name="connsiteY107" fmla="*/ 0 h 924402"/>
                  <a:gd name="connsiteX108" fmla="*/ 1528282 w 4603109"/>
                  <a:gd name="connsiteY108" fmla="*/ 0 h 924402"/>
                  <a:gd name="connsiteX109" fmla="*/ 1531757 w 4603109"/>
                  <a:gd name="connsiteY109" fmla="*/ 0 h 924402"/>
                  <a:gd name="connsiteX110" fmla="*/ 1534181 w 4603109"/>
                  <a:gd name="connsiteY110" fmla="*/ 0 h 924402"/>
                  <a:gd name="connsiteX111" fmla="*/ 1542211 w 4603109"/>
                  <a:gd name="connsiteY111" fmla="*/ 0 h 924402"/>
                  <a:gd name="connsiteX112" fmla="*/ 1554159 w 4603109"/>
                  <a:gd name="connsiteY112" fmla="*/ 0 h 924402"/>
                  <a:gd name="connsiteX113" fmla="*/ 1557318 w 4603109"/>
                  <a:gd name="connsiteY113" fmla="*/ 0 h 924402"/>
                  <a:gd name="connsiteX114" fmla="*/ 1557975 w 4603109"/>
                  <a:gd name="connsiteY114" fmla="*/ 0 h 924402"/>
                  <a:gd name="connsiteX115" fmla="*/ 1558346 w 4603109"/>
                  <a:gd name="connsiteY115" fmla="*/ 0 h 924402"/>
                  <a:gd name="connsiteX116" fmla="*/ 1561822 w 4603109"/>
                  <a:gd name="connsiteY116" fmla="*/ 0 h 924402"/>
                  <a:gd name="connsiteX117" fmla="*/ 1564612 w 4603109"/>
                  <a:gd name="connsiteY117" fmla="*/ 0 h 924402"/>
                  <a:gd name="connsiteX118" fmla="*/ 1566857 w 4603109"/>
                  <a:gd name="connsiteY118" fmla="*/ 0 h 924402"/>
                  <a:gd name="connsiteX119" fmla="*/ 1576919 w 4603109"/>
                  <a:gd name="connsiteY119" fmla="*/ 0 h 924402"/>
                  <a:gd name="connsiteX120" fmla="*/ 1579719 w 4603109"/>
                  <a:gd name="connsiteY120" fmla="*/ 0 h 924402"/>
                  <a:gd name="connsiteX121" fmla="*/ 1584224 w 4603109"/>
                  <a:gd name="connsiteY121" fmla="*/ 0 h 924402"/>
                  <a:gd name="connsiteX122" fmla="*/ 1587382 w 4603109"/>
                  <a:gd name="connsiteY122" fmla="*/ 0 h 924402"/>
                  <a:gd name="connsiteX123" fmla="*/ 1587433 w 4603109"/>
                  <a:gd name="connsiteY123" fmla="*/ 0 h 924402"/>
                  <a:gd name="connsiteX124" fmla="*/ 1600695 w 4603109"/>
                  <a:gd name="connsiteY124" fmla="*/ 0 h 924402"/>
                  <a:gd name="connsiteX125" fmla="*/ 1606834 w 4603109"/>
                  <a:gd name="connsiteY125" fmla="*/ 0 h 924402"/>
                  <a:gd name="connsiteX126" fmla="*/ 1607256 w 4603109"/>
                  <a:gd name="connsiteY126" fmla="*/ 0 h 924402"/>
                  <a:gd name="connsiteX127" fmla="*/ 1608325 w 4603109"/>
                  <a:gd name="connsiteY127" fmla="*/ 0 h 924402"/>
                  <a:gd name="connsiteX128" fmla="*/ 1609783 w 4603109"/>
                  <a:gd name="connsiteY128" fmla="*/ 0 h 924402"/>
                  <a:gd name="connsiteX129" fmla="*/ 1617498 w 4603109"/>
                  <a:gd name="connsiteY129" fmla="*/ 0 h 924402"/>
                  <a:gd name="connsiteX130" fmla="*/ 1631885 w 4603109"/>
                  <a:gd name="connsiteY130" fmla="*/ 0 h 924402"/>
                  <a:gd name="connsiteX131" fmla="*/ 1636899 w 4603109"/>
                  <a:gd name="connsiteY131" fmla="*/ 0 h 924402"/>
                  <a:gd name="connsiteX132" fmla="*/ 1637320 w 4603109"/>
                  <a:gd name="connsiteY132" fmla="*/ 0 h 924402"/>
                  <a:gd name="connsiteX133" fmla="*/ 1637445 w 4603109"/>
                  <a:gd name="connsiteY133" fmla="*/ 0 h 924402"/>
                  <a:gd name="connsiteX134" fmla="*/ 1652509 w 4603109"/>
                  <a:gd name="connsiteY134" fmla="*/ 0 h 924402"/>
                  <a:gd name="connsiteX135" fmla="*/ 1659526 w 4603109"/>
                  <a:gd name="connsiteY135" fmla="*/ 0 h 924402"/>
                  <a:gd name="connsiteX136" fmla="*/ 1661950 w 4603109"/>
                  <a:gd name="connsiteY136" fmla="*/ 0 h 924402"/>
                  <a:gd name="connsiteX137" fmla="*/ 1664952 w 4603109"/>
                  <a:gd name="connsiteY137" fmla="*/ 0 h 924402"/>
                  <a:gd name="connsiteX138" fmla="*/ 1667212 w 4603109"/>
                  <a:gd name="connsiteY138" fmla="*/ 0 h 924402"/>
                  <a:gd name="connsiteX139" fmla="*/ 1685087 w 4603109"/>
                  <a:gd name="connsiteY139" fmla="*/ 0 h 924402"/>
                  <a:gd name="connsiteX140" fmla="*/ 1689591 w 4603109"/>
                  <a:gd name="connsiteY140" fmla="*/ 0 h 924402"/>
                  <a:gd name="connsiteX141" fmla="*/ 1694626 w 4603109"/>
                  <a:gd name="connsiteY141" fmla="*/ 0 h 924402"/>
                  <a:gd name="connsiteX142" fmla="*/ 1697276 w 4603109"/>
                  <a:gd name="connsiteY142" fmla="*/ 0 h 924402"/>
                  <a:gd name="connsiteX143" fmla="*/ 1698000 w 4603109"/>
                  <a:gd name="connsiteY143" fmla="*/ 0 h 924402"/>
                  <a:gd name="connsiteX144" fmla="*/ 1704688 w 4603109"/>
                  <a:gd name="connsiteY144" fmla="*/ 0 h 924402"/>
                  <a:gd name="connsiteX145" fmla="*/ 1707488 w 4603109"/>
                  <a:gd name="connsiteY145" fmla="*/ 0 h 924402"/>
                  <a:gd name="connsiteX146" fmla="*/ 1710963 w 4603109"/>
                  <a:gd name="connsiteY146" fmla="*/ 0 h 924402"/>
                  <a:gd name="connsiteX147" fmla="*/ 1715151 w 4603109"/>
                  <a:gd name="connsiteY147" fmla="*/ 0 h 924402"/>
                  <a:gd name="connsiteX148" fmla="*/ 1721928 w 4603109"/>
                  <a:gd name="connsiteY148" fmla="*/ 0 h 924402"/>
                  <a:gd name="connsiteX149" fmla="*/ 1734603 w 4603109"/>
                  <a:gd name="connsiteY149" fmla="*/ 0 h 924402"/>
                  <a:gd name="connsiteX150" fmla="*/ 1735025 w 4603109"/>
                  <a:gd name="connsiteY150" fmla="*/ 0 h 924402"/>
                  <a:gd name="connsiteX151" fmla="*/ 1735558 w 4603109"/>
                  <a:gd name="connsiteY151" fmla="*/ 0 h 924402"/>
                  <a:gd name="connsiteX152" fmla="*/ 1736094 w 4603109"/>
                  <a:gd name="connsiteY152" fmla="*/ 0 h 924402"/>
                  <a:gd name="connsiteX153" fmla="*/ 1737552 w 4603109"/>
                  <a:gd name="connsiteY153" fmla="*/ 0 h 924402"/>
                  <a:gd name="connsiteX154" fmla="*/ 1741027 w 4603109"/>
                  <a:gd name="connsiteY154" fmla="*/ 0 h 924402"/>
                  <a:gd name="connsiteX155" fmla="*/ 1747046 w 4603109"/>
                  <a:gd name="connsiteY155" fmla="*/ 0 h 924402"/>
                  <a:gd name="connsiteX156" fmla="*/ 1748537 w 4603109"/>
                  <a:gd name="connsiteY156" fmla="*/ 0 h 924402"/>
                  <a:gd name="connsiteX157" fmla="*/ 1753052 w 4603109"/>
                  <a:gd name="connsiteY157" fmla="*/ 0 h 924402"/>
                  <a:gd name="connsiteX158" fmla="*/ 1757499 w 4603109"/>
                  <a:gd name="connsiteY158" fmla="*/ 0 h 924402"/>
                  <a:gd name="connsiteX159" fmla="*/ 1764668 w 4603109"/>
                  <a:gd name="connsiteY159" fmla="*/ 0 h 924402"/>
                  <a:gd name="connsiteX160" fmla="*/ 1765089 w 4603109"/>
                  <a:gd name="connsiteY160" fmla="*/ 0 h 924402"/>
                  <a:gd name="connsiteX161" fmla="*/ 1765214 w 4603109"/>
                  <a:gd name="connsiteY161" fmla="*/ 0 h 924402"/>
                  <a:gd name="connsiteX162" fmla="*/ 1770320 w 4603109"/>
                  <a:gd name="connsiteY162" fmla="*/ 0 h 924402"/>
                  <a:gd name="connsiteX163" fmla="*/ 1777110 w 4603109"/>
                  <a:gd name="connsiteY163" fmla="*/ 0 h 924402"/>
                  <a:gd name="connsiteX164" fmla="*/ 1779774 w 4603109"/>
                  <a:gd name="connsiteY164" fmla="*/ 0 h 924402"/>
                  <a:gd name="connsiteX165" fmla="*/ 1792721 w 4603109"/>
                  <a:gd name="connsiteY165" fmla="*/ 0 h 924402"/>
                  <a:gd name="connsiteX166" fmla="*/ 1794981 w 4603109"/>
                  <a:gd name="connsiteY166" fmla="*/ 0 h 924402"/>
                  <a:gd name="connsiteX167" fmla="*/ 1825045 w 4603109"/>
                  <a:gd name="connsiteY167" fmla="*/ 0 h 924402"/>
                  <a:gd name="connsiteX168" fmla="*/ 1825769 w 4603109"/>
                  <a:gd name="connsiteY168" fmla="*/ 0 h 924402"/>
                  <a:gd name="connsiteX169" fmla="*/ 1838732 w 4603109"/>
                  <a:gd name="connsiteY169" fmla="*/ 0 h 924402"/>
                  <a:gd name="connsiteX170" fmla="*/ 1845818 w 4603109"/>
                  <a:gd name="connsiteY170" fmla="*/ 0 h 924402"/>
                  <a:gd name="connsiteX171" fmla="*/ 1849697 w 4603109"/>
                  <a:gd name="connsiteY171" fmla="*/ 0 h 924402"/>
                  <a:gd name="connsiteX172" fmla="*/ 1852412 w 4603109"/>
                  <a:gd name="connsiteY172" fmla="*/ 0 h 924402"/>
                  <a:gd name="connsiteX173" fmla="*/ 1853903 w 4603109"/>
                  <a:gd name="connsiteY173" fmla="*/ 0 h 924402"/>
                  <a:gd name="connsiteX174" fmla="*/ 1863327 w 4603109"/>
                  <a:gd name="connsiteY174" fmla="*/ 0 h 924402"/>
                  <a:gd name="connsiteX175" fmla="*/ 1868796 w 4603109"/>
                  <a:gd name="connsiteY175" fmla="*/ 0 h 924402"/>
                  <a:gd name="connsiteX176" fmla="*/ 1874815 w 4603109"/>
                  <a:gd name="connsiteY176" fmla="*/ 0 h 924402"/>
                  <a:gd name="connsiteX177" fmla="*/ 1876306 w 4603109"/>
                  <a:gd name="connsiteY177" fmla="*/ 0 h 924402"/>
                  <a:gd name="connsiteX178" fmla="*/ 1880821 w 4603109"/>
                  <a:gd name="connsiteY178" fmla="*/ 0 h 924402"/>
                  <a:gd name="connsiteX179" fmla="*/ 1882477 w 4603109"/>
                  <a:gd name="connsiteY179" fmla="*/ 0 h 924402"/>
                  <a:gd name="connsiteX180" fmla="*/ 1883936 w 4603109"/>
                  <a:gd name="connsiteY180" fmla="*/ 0 h 924402"/>
                  <a:gd name="connsiteX181" fmla="*/ 1885268 w 4603109"/>
                  <a:gd name="connsiteY181" fmla="*/ 0 h 924402"/>
                  <a:gd name="connsiteX182" fmla="*/ 1896427 w 4603109"/>
                  <a:gd name="connsiteY182" fmla="*/ 0 h 924402"/>
                  <a:gd name="connsiteX183" fmla="*/ 1898089 w 4603109"/>
                  <a:gd name="connsiteY183" fmla="*/ 0 h 924402"/>
                  <a:gd name="connsiteX184" fmla="*/ 1904879 w 4603109"/>
                  <a:gd name="connsiteY184" fmla="*/ 0 h 924402"/>
                  <a:gd name="connsiteX185" fmla="*/ 1907543 w 4603109"/>
                  <a:gd name="connsiteY185" fmla="*/ 0 h 924402"/>
                  <a:gd name="connsiteX186" fmla="*/ 1911018 w 4603109"/>
                  <a:gd name="connsiteY186" fmla="*/ 0 h 924402"/>
                  <a:gd name="connsiteX187" fmla="*/ 1919986 w 4603109"/>
                  <a:gd name="connsiteY187" fmla="*/ 0 h 924402"/>
                  <a:gd name="connsiteX188" fmla="*/ 1927124 w 4603109"/>
                  <a:gd name="connsiteY188" fmla="*/ 0 h 924402"/>
                  <a:gd name="connsiteX189" fmla="*/ 1927489 w 4603109"/>
                  <a:gd name="connsiteY189" fmla="*/ 0 h 924402"/>
                  <a:gd name="connsiteX190" fmla="*/ 1927911 w 4603109"/>
                  <a:gd name="connsiteY190" fmla="*/ 0 h 924402"/>
                  <a:gd name="connsiteX191" fmla="*/ 1929402 w 4603109"/>
                  <a:gd name="connsiteY191" fmla="*/ 0 h 924402"/>
                  <a:gd name="connsiteX192" fmla="*/ 1946726 w 4603109"/>
                  <a:gd name="connsiteY192" fmla="*/ 0 h 924402"/>
                  <a:gd name="connsiteX193" fmla="*/ 1949525 w 4603109"/>
                  <a:gd name="connsiteY193" fmla="*/ 0 h 924402"/>
                  <a:gd name="connsiteX194" fmla="*/ 1957554 w 4603109"/>
                  <a:gd name="connsiteY194" fmla="*/ 0 h 924402"/>
                  <a:gd name="connsiteX195" fmla="*/ 1957975 w 4603109"/>
                  <a:gd name="connsiteY195" fmla="*/ 0 h 924402"/>
                  <a:gd name="connsiteX196" fmla="*/ 1973587 w 4603109"/>
                  <a:gd name="connsiteY196" fmla="*/ 0 h 924402"/>
                  <a:gd name="connsiteX197" fmla="*/ 1978520 w 4603109"/>
                  <a:gd name="connsiteY197" fmla="*/ 0 h 924402"/>
                  <a:gd name="connsiteX198" fmla="*/ 1980012 w 4603109"/>
                  <a:gd name="connsiteY198" fmla="*/ 0 h 924402"/>
                  <a:gd name="connsiteX199" fmla="*/ 1980181 w 4603109"/>
                  <a:gd name="connsiteY199" fmla="*/ 0 h 924402"/>
                  <a:gd name="connsiteX200" fmla="*/ 1981672 w 4603109"/>
                  <a:gd name="connsiteY200" fmla="*/ 0 h 924402"/>
                  <a:gd name="connsiteX201" fmla="*/ 2008585 w 4603109"/>
                  <a:gd name="connsiteY201" fmla="*/ 0 h 924402"/>
                  <a:gd name="connsiteX202" fmla="*/ 2009218 w 4603109"/>
                  <a:gd name="connsiteY202" fmla="*/ 0 h 924402"/>
                  <a:gd name="connsiteX203" fmla="*/ 2010246 w 4603109"/>
                  <a:gd name="connsiteY203" fmla="*/ 0 h 924402"/>
                  <a:gd name="connsiteX204" fmla="*/ 2010709 w 4603109"/>
                  <a:gd name="connsiteY204" fmla="*/ 0 h 924402"/>
                  <a:gd name="connsiteX205" fmla="*/ 2011705 w 4603109"/>
                  <a:gd name="connsiteY205" fmla="*/ 0 h 924402"/>
                  <a:gd name="connsiteX206" fmla="*/ 2024147 w 4603109"/>
                  <a:gd name="connsiteY206" fmla="*/ 0 h 924402"/>
                  <a:gd name="connsiteX207" fmla="*/ 2024196 w 4603109"/>
                  <a:gd name="connsiteY207" fmla="*/ 0 h 924402"/>
                  <a:gd name="connsiteX208" fmla="*/ 2024981 w 4603109"/>
                  <a:gd name="connsiteY208" fmla="*/ 0 h 924402"/>
                  <a:gd name="connsiteX209" fmla="*/ 2025353 w 4603109"/>
                  <a:gd name="connsiteY209" fmla="*/ 0 h 924402"/>
                  <a:gd name="connsiteX210" fmla="*/ 2026473 w 4603109"/>
                  <a:gd name="connsiteY210" fmla="*/ 0 h 924402"/>
                  <a:gd name="connsiteX211" fmla="*/ 2031619 w 4603109"/>
                  <a:gd name="connsiteY211" fmla="*/ 0 h 924402"/>
                  <a:gd name="connsiteX212" fmla="*/ 2033110 w 4603109"/>
                  <a:gd name="connsiteY212" fmla="*/ 0 h 924402"/>
                  <a:gd name="connsiteX213" fmla="*/ 2038787 w 4603109"/>
                  <a:gd name="connsiteY213" fmla="*/ 0 h 924402"/>
                  <a:gd name="connsiteX214" fmla="*/ 2039282 w 4603109"/>
                  <a:gd name="connsiteY214" fmla="*/ 0 h 924402"/>
                  <a:gd name="connsiteX215" fmla="*/ 2047755 w 4603109"/>
                  <a:gd name="connsiteY215" fmla="*/ 0 h 924402"/>
                  <a:gd name="connsiteX216" fmla="*/ 2051230 w 4603109"/>
                  <a:gd name="connsiteY216" fmla="*/ 0 h 924402"/>
                  <a:gd name="connsiteX217" fmla="*/ 2054893 w 4603109"/>
                  <a:gd name="connsiteY217" fmla="*/ 0 h 924402"/>
                  <a:gd name="connsiteX218" fmla="*/ 2055046 w 4603109"/>
                  <a:gd name="connsiteY218" fmla="*/ 0 h 924402"/>
                  <a:gd name="connsiteX219" fmla="*/ 2055258 w 4603109"/>
                  <a:gd name="connsiteY219" fmla="*/ 0 h 924402"/>
                  <a:gd name="connsiteX220" fmla="*/ 2055680 w 4603109"/>
                  <a:gd name="connsiteY220" fmla="*/ 0 h 924402"/>
                  <a:gd name="connsiteX221" fmla="*/ 2057171 w 4603109"/>
                  <a:gd name="connsiteY221" fmla="*/ 0 h 924402"/>
                  <a:gd name="connsiteX222" fmla="*/ 2061683 w 4603109"/>
                  <a:gd name="connsiteY222" fmla="*/ 0 h 924402"/>
                  <a:gd name="connsiteX223" fmla="*/ 2067702 w 4603109"/>
                  <a:gd name="connsiteY223" fmla="*/ 0 h 924402"/>
                  <a:gd name="connsiteX224" fmla="*/ 2074495 w 4603109"/>
                  <a:gd name="connsiteY224" fmla="*/ 0 h 924402"/>
                  <a:gd name="connsiteX225" fmla="*/ 2077294 w 4603109"/>
                  <a:gd name="connsiteY225" fmla="*/ 0 h 924402"/>
                  <a:gd name="connsiteX226" fmla="*/ 2084504 w 4603109"/>
                  <a:gd name="connsiteY226" fmla="*/ 0 h 924402"/>
                  <a:gd name="connsiteX227" fmla="*/ 2085323 w 4603109"/>
                  <a:gd name="connsiteY227" fmla="*/ 0 h 924402"/>
                  <a:gd name="connsiteX228" fmla="*/ 2085744 w 4603109"/>
                  <a:gd name="connsiteY228" fmla="*/ 0 h 924402"/>
                  <a:gd name="connsiteX229" fmla="*/ 2097766 w 4603109"/>
                  <a:gd name="connsiteY229" fmla="*/ 0 h 924402"/>
                  <a:gd name="connsiteX230" fmla="*/ 2106289 w 4603109"/>
                  <a:gd name="connsiteY230" fmla="*/ 0 h 924402"/>
                  <a:gd name="connsiteX231" fmla="*/ 2107781 w 4603109"/>
                  <a:gd name="connsiteY231" fmla="*/ 0 h 924402"/>
                  <a:gd name="connsiteX232" fmla="*/ 2128956 w 4603109"/>
                  <a:gd name="connsiteY232" fmla="*/ 0 h 924402"/>
                  <a:gd name="connsiteX233" fmla="*/ 2129514 w 4603109"/>
                  <a:gd name="connsiteY233" fmla="*/ 0 h 924402"/>
                  <a:gd name="connsiteX234" fmla="*/ 2136354 w 4603109"/>
                  <a:gd name="connsiteY234" fmla="*/ 0 h 924402"/>
                  <a:gd name="connsiteX235" fmla="*/ 2136987 w 4603109"/>
                  <a:gd name="connsiteY235" fmla="*/ 0 h 924402"/>
                  <a:gd name="connsiteX236" fmla="*/ 2138478 w 4603109"/>
                  <a:gd name="connsiteY236" fmla="*/ 0 h 924402"/>
                  <a:gd name="connsiteX237" fmla="*/ 2151916 w 4603109"/>
                  <a:gd name="connsiteY237" fmla="*/ 0 h 924402"/>
                  <a:gd name="connsiteX238" fmla="*/ 2152750 w 4603109"/>
                  <a:gd name="connsiteY238" fmla="*/ 0 h 924402"/>
                  <a:gd name="connsiteX239" fmla="*/ 2153122 w 4603109"/>
                  <a:gd name="connsiteY239" fmla="*/ 0 h 924402"/>
                  <a:gd name="connsiteX240" fmla="*/ 2154242 w 4603109"/>
                  <a:gd name="connsiteY240" fmla="*/ 0 h 924402"/>
                  <a:gd name="connsiteX241" fmla="*/ 2156597 w 4603109"/>
                  <a:gd name="connsiteY241" fmla="*/ 0 h 924402"/>
                  <a:gd name="connsiteX242" fmla="*/ 2159388 w 4603109"/>
                  <a:gd name="connsiteY242" fmla="*/ 0 h 924402"/>
                  <a:gd name="connsiteX243" fmla="*/ 2160879 w 4603109"/>
                  <a:gd name="connsiteY243" fmla="*/ 0 h 924402"/>
                  <a:gd name="connsiteX244" fmla="*/ 2161633 w 4603109"/>
                  <a:gd name="connsiteY244" fmla="*/ 0 h 924402"/>
                  <a:gd name="connsiteX245" fmla="*/ 2167051 w 4603109"/>
                  <a:gd name="connsiteY245" fmla="*/ 0 h 924402"/>
                  <a:gd name="connsiteX246" fmla="*/ 2178999 w 4603109"/>
                  <a:gd name="connsiteY246" fmla="*/ 0 h 924402"/>
                  <a:gd name="connsiteX247" fmla="*/ 2182158 w 4603109"/>
                  <a:gd name="connsiteY247" fmla="*/ 0 h 924402"/>
                  <a:gd name="connsiteX248" fmla="*/ 2182815 w 4603109"/>
                  <a:gd name="connsiteY248" fmla="*/ 0 h 924402"/>
                  <a:gd name="connsiteX249" fmla="*/ 2188666 w 4603109"/>
                  <a:gd name="connsiteY249" fmla="*/ 0 h 924402"/>
                  <a:gd name="connsiteX250" fmla="*/ 2189452 w 4603109"/>
                  <a:gd name="connsiteY250" fmla="*/ 0 h 924402"/>
                  <a:gd name="connsiteX251" fmla="*/ 2191697 w 4603109"/>
                  <a:gd name="connsiteY251" fmla="*/ 0 h 924402"/>
                  <a:gd name="connsiteX252" fmla="*/ 2195471 w 4603109"/>
                  <a:gd name="connsiteY252" fmla="*/ 0 h 924402"/>
                  <a:gd name="connsiteX253" fmla="*/ 2201759 w 4603109"/>
                  <a:gd name="connsiteY253" fmla="*/ 0 h 924402"/>
                  <a:gd name="connsiteX254" fmla="*/ 2203100 w 4603109"/>
                  <a:gd name="connsiteY254" fmla="*/ 0 h 924402"/>
                  <a:gd name="connsiteX255" fmla="*/ 2204559 w 4603109"/>
                  <a:gd name="connsiteY255" fmla="*/ 0 h 924402"/>
                  <a:gd name="connsiteX256" fmla="*/ 2204591 w 4603109"/>
                  <a:gd name="connsiteY256" fmla="*/ 0 h 924402"/>
                  <a:gd name="connsiteX257" fmla="*/ 2212273 w 4603109"/>
                  <a:gd name="connsiteY257" fmla="*/ 0 h 924402"/>
                  <a:gd name="connsiteX258" fmla="*/ 2225535 w 4603109"/>
                  <a:gd name="connsiteY258" fmla="*/ 0 h 924402"/>
                  <a:gd name="connsiteX259" fmla="*/ 2231674 w 4603109"/>
                  <a:gd name="connsiteY259" fmla="*/ 0 h 924402"/>
                  <a:gd name="connsiteX260" fmla="*/ 2232096 w 4603109"/>
                  <a:gd name="connsiteY260" fmla="*/ 0 h 924402"/>
                  <a:gd name="connsiteX261" fmla="*/ 2232220 w 4603109"/>
                  <a:gd name="connsiteY261" fmla="*/ 0 h 924402"/>
                  <a:gd name="connsiteX262" fmla="*/ 2233118 w 4603109"/>
                  <a:gd name="connsiteY262" fmla="*/ 0 h 924402"/>
                  <a:gd name="connsiteX263" fmla="*/ 2233165 w 4603109"/>
                  <a:gd name="connsiteY263" fmla="*/ 0 h 924402"/>
                  <a:gd name="connsiteX264" fmla="*/ 2256725 w 4603109"/>
                  <a:gd name="connsiteY264" fmla="*/ 0 h 924402"/>
                  <a:gd name="connsiteX265" fmla="*/ 2257283 w 4603109"/>
                  <a:gd name="connsiteY265" fmla="*/ 0 h 924402"/>
                  <a:gd name="connsiteX266" fmla="*/ 2262285 w 4603109"/>
                  <a:gd name="connsiteY266" fmla="*/ 0 h 924402"/>
                  <a:gd name="connsiteX267" fmla="*/ 2284366 w 4603109"/>
                  <a:gd name="connsiteY267" fmla="*/ 0 h 924402"/>
                  <a:gd name="connsiteX268" fmla="*/ 2289402 w 4603109"/>
                  <a:gd name="connsiteY268" fmla="*/ 0 h 924402"/>
                  <a:gd name="connsiteX269" fmla="*/ 2292052 w 4603109"/>
                  <a:gd name="connsiteY269" fmla="*/ 0 h 924402"/>
                  <a:gd name="connsiteX270" fmla="*/ 2299271 w 4603109"/>
                  <a:gd name="connsiteY270" fmla="*/ 0 h 924402"/>
                  <a:gd name="connsiteX271" fmla="*/ 2308721 w 4603109"/>
                  <a:gd name="connsiteY271" fmla="*/ 0 h 924402"/>
                  <a:gd name="connsiteX272" fmla="*/ 2309927 w 4603109"/>
                  <a:gd name="connsiteY272" fmla="*/ 0 h 924402"/>
                  <a:gd name="connsiteX273" fmla="*/ 2316435 w 4603109"/>
                  <a:gd name="connsiteY273" fmla="*/ 0 h 924402"/>
                  <a:gd name="connsiteX274" fmla="*/ 2316703 w 4603109"/>
                  <a:gd name="connsiteY274" fmla="*/ 0 h 924402"/>
                  <a:gd name="connsiteX275" fmla="*/ 2319466 w 4603109"/>
                  <a:gd name="connsiteY275" fmla="*/ 0 h 924402"/>
                  <a:gd name="connsiteX276" fmla="*/ 2322840 w 4603109"/>
                  <a:gd name="connsiteY276" fmla="*/ 0 h 924402"/>
                  <a:gd name="connsiteX277" fmla="*/ 2329528 w 4603109"/>
                  <a:gd name="connsiteY277" fmla="*/ 0 h 924402"/>
                  <a:gd name="connsiteX278" fmla="*/ 2330869 w 4603109"/>
                  <a:gd name="connsiteY278" fmla="*/ 0 h 924402"/>
                  <a:gd name="connsiteX279" fmla="*/ 2332328 w 4603109"/>
                  <a:gd name="connsiteY279" fmla="*/ 0 h 924402"/>
                  <a:gd name="connsiteX280" fmla="*/ 2332360 w 4603109"/>
                  <a:gd name="connsiteY280" fmla="*/ 0 h 924402"/>
                  <a:gd name="connsiteX281" fmla="*/ 2335803 w 4603109"/>
                  <a:gd name="connsiteY281" fmla="*/ 0 h 924402"/>
                  <a:gd name="connsiteX282" fmla="*/ 2343312 w 4603109"/>
                  <a:gd name="connsiteY282" fmla="*/ 0 h 924402"/>
                  <a:gd name="connsiteX283" fmla="*/ 2344804 w 4603109"/>
                  <a:gd name="connsiteY283" fmla="*/ 0 h 924402"/>
                  <a:gd name="connsiteX284" fmla="*/ 2346768 w 4603109"/>
                  <a:gd name="connsiteY284" fmla="*/ 0 h 924402"/>
                  <a:gd name="connsiteX285" fmla="*/ 2347827 w 4603109"/>
                  <a:gd name="connsiteY285" fmla="*/ 0 h 924402"/>
                  <a:gd name="connsiteX286" fmla="*/ 2352274 w 4603109"/>
                  <a:gd name="connsiteY286" fmla="*/ 0 h 924402"/>
                  <a:gd name="connsiteX287" fmla="*/ 2359443 w 4603109"/>
                  <a:gd name="connsiteY287" fmla="*/ 0 h 924402"/>
                  <a:gd name="connsiteX288" fmla="*/ 2359865 w 4603109"/>
                  <a:gd name="connsiteY288" fmla="*/ 0 h 924402"/>
                  <a:gd name="connsiteX289" fmla="*/ 2359989 w 4603109"/>
                  <a:gd name="connsiteY289" fmla="*/ 0 h 924402"/>
                  <a:gd name="connsiteX290" fmla="*/ 2360887 w 4603109"/>
                  <a:gd name="connsiteY290" fmla="*/ 0 h 924402"/>
                  <a:gd name="connsiteX291" fmla="*/ 2360934 w 4603109"/>
                  <a:gd name="connsiteY291" fmla="*/ 0 h 924402"/>
                  <a:gd name="connsiteX292" fmla="*/ 2371886 w 4603109"/>
                  <a:gd name="connsiteY292" fmla="*/ 0 h 924402"/>
                  <a:gd name="connsiteX293" fmla="*/ 2373377 w 4603109"/>
                  <a:gd name="connsiteY293" fmla="*/ 0 h 924402"/>
                  <a:gd name="connsiteX294" fmla="*/ 2377892 w 4603109"/>
                  <a:gd name="connsiteY294" fmla="*/ 0 h 924402"/>
                  <a:gd name="connsiteX295" fmla="*/ 2382339 w 4603109"/>
                  <a:gd name="connsiteY295" fmla="*/ 0 h 924402"/>
                  <a:gd name="connsiteX296" fmla="*/ 2390054 w 4603109"/>
                  <a:gd name="connsiteY296" fmla="*/ 0 h 924402"/>
                  <a:gd name="connsiteX297" fmla="*/ 2419821 w 4603109"/>
                  <a:gd name="connsiteY297" fmla="*/ 0 h 924402"/>
                  <a:gd name="connsiteX298" fmla="*/ 2427040 w 4603109"/>
                  <a:gd name="connsiteY298" fmla="*/ 0 h 924402"/>
                  <a:gd name="connsiteX299" fmla="*/ 2436490 w 4603109"/>
                  <a:gd name="connsiteY299" fmla="*/ 0 h 924402"/>
                  <a:gd name="connsiteX300" fmla="*/ 2444472 w 4603109"/>
                  <a:gd name="connsiteY300" fmla="*/ 0 h 924402"/>
                  <a:gd name="connsiteX301" fmla="*/ 2448678 w 4603109"/>
                  <a:gd name="connsiteY301" fmla="*/ 0 h 924402"/>
                  <a:gd name="connsiteX302" fmla="*/ 2450171 w 4603109"/>
                  <a:gd name="connsiteY302" fmla="*/ 0 h 924402"/>
                  <a:gd name="connsiteX303" fmla="*/ 2450609 w 4603109"/>
                  <a:gd name="connsiteY303" fmla="*/ 0 h 924402"/>
                  <a:gd name="connsiteX304" fmla="*/ 2463572 w 4603109"/>
                  <a:gd name="connsiteY304" fmla="*/ 0 h 924402"/>
                  <a:gd name="connsiteX305" fmla="*/ 2471081 w 4603109"/>
                  <a:gd name="connsiteY305" fmla="*/ 0 h 924402"/>
                  <a:gd name="connsiteX306" fmla="*/ 2472573 w 4603109"/>
                  <a:gd name="connsiteY306" fmla="*/ 0 h 924402"/>
                  <a:gd name="connsiteX307" fmla="*/ 2474537 w 4603109"/>
                  <a:gd name="connsiteY307" fmla="*/ 0 h 924402"/>
                  <a:gd name="connsiteX308" fmla="*/ 2475596 w 4603109"/>
                  <a:gd name="connsiteY308" fmla="*/ 0 h 924402"/>
                  <a:gd name="connsiteX309" fmla="*/ 2477252 w 4603109"/>
                  <a:gd name="connsiteY309" fmla="*/ 0 h 924402"/>
                  <a:gd name="connsiteX310" fmla="*/ 2478712 w 4603109"/>
                  <a:gd name="connsiteY310" fmla="*/ 0 h 924402"/>
                  <a:gd name="connsiteX311" fmla="*/ 2478743 w 4603109"/>
                  <a:gd name="connsiteY311" fmla="*/ 0 h 924402"/>
                  <a:gd name="connsiteX312" fmla="*/ 2480043 w 4603109"/>
                  <a:gd name="connsiteY312" fmla="*/ 0 h 924402"/>
                  <a:gd name="connsiteX313" fmla="*/ 2499655 w 4603109"/>
                  <a:gd name="connsiteY313" fmla="*/ 0 h 924402"/>
                  <a:gd name="connsiteX314" fmla="*/ 2501146 w 4603109"/>
                  <a:gd name="connsiteY314" fmla="*/ 0 h 924402"/>
                  <a:gd name="connsiteX315" fmla="*/ 2505661 w 4603109"/>
                  <a:gd name="connsiteY315" fmla="*/ 0 h 924402"/>
                  <a:gd name="connsiteX316" fmla="*/ 2508776 w 4603109"/>
                  <a:gd name="connsiteY316" fmla="*/ 0 h 924402"/>
                  <a:gd name="connsiteX317" fmla="*/ 2510108 w 4603109"/>
                  <a:gd name="connsiteY317" fmla="*/ 0 h 924402"/>
                  <a:gd name="connsiteX318" fmla="*/ 2524178 w 4603109"/>
                  <a:gd name="connsiteY318" fmla="*/ 0 h 924402"/>
                  <a:gd name="connsiteX319" fmla="*/ 2525248 w 4603109"/>
                  <a:gd name="connsiteY319" fmla="*/ 0 h 924402"/>
                  <a:gd name="connsiteX320" fmla="*/ 2525669 w 4603109"/>
                  <a:gd name="connsiteY320" fmla="*/ 0 h 924402"/>
                  <a:gd name="connsiteX321" fmla="*/ 2552329 w 4603109"/>
                  <a:gd name="connsiteY321" fmla="*/ 0 h 924402"/>
                  <a:gd name="connsiteX322" fmla="*/ 2552751 w 4603109"/>
                  <a:gd name="connsiteY322" fmla="*/ 0 h 924402"/>
                  <a:gd name="connsiteX323" fmla="*/ 2554242 w 4603109"/>
                  <a:gd name="connsiteY323" fmla="*/ 0 h 924402"/>
                  <a:gd name="connsiteX324" fmla="*/ 2574787 w 4603109"/>
                  <a:gd name="connsiteY324" fmla="*/ 0 h 924402"/>
                  <a:gd name="connsiteX325" fmla="*/ 2576279 w 4603109"/>
                  <a:gd name="connsiteY325" fmla="*/ 0 h 924402"/>
                  <a:gd name="connsiteX326" fmla="*/ 2576447 w 4603109"/>
                  <a:gd name="connsiteY326" fmla="*/ 0 h 924402"/>
                  <a:gd name="connsiteX327" fmla="*/ 2577940 w 4603109"/>
                  <a:gd name="connsiteY327" fmla="*/ 0 h 924402"/>
                  <a:gd name="connsiteX328" fmla="*/ 2603360 w 4603109"/>
                  <a:gd name="connsiteY328" fmla="*/ 0 h 924402"/>
                  <a:gd name="connsiteX329" fmla="*/ 2604852 w 4603109"/>
                  <a:gd name="connsiteY329" fmla="*/ 0 h 924402"/>
                  <a:gd name="connsiteX330" fmla="*/ 2605021 w 4603109"/>
                  <a:gd name="connsiteY330" fmla="*/ 0 h 924402"/>
                  <a:gd name="connsiteX331" fmla="*/ 2605484 w 4603109"/>
                  <a:gd name="connsiteY331" fmla="*/ 0 h 924402"/>
                  <a:gd name="connsiteX332" fmla="*/ 2606481 w 4603109"/>
                  <a:gd name="connsiteY332" fmla="*/ 0 h 924402"/>
                  <a:gd name="connsiteX333" fmla="*/ 2606512 w 4603109"/>
                  <a:gd name="connsiteY333" fmla="*/ 0 h 924402"/>
                  <a:gd name="connsiteX334" fmla="*/ 2606976 w 4603109"/>
                  <a:gd name="connsiteY334" fmla="*/ 0 h 924402"/>
                  <a:gd name="connsiteX335" fmla="*/ 2618923 w 4603109"/>
                  <a:gd name="connsiteY335" fmla="*/ 0 h 924402"/>
                  <a:gd name="connsiteX336" fmla="*/ 2621248 w 4603109"/>
                  <a:gd name="connsiteY336" fmla="*/ 0 h 924402"/>
                  <a:gd name="connsiteX337" fmla="*/ 2622740 w 4603109"/>
                  <a:gd name="connsiteY337" fmla="*/ 0 h 924402"/>
                  <a:gd name="connsiteX338" fmla="*/ 2627885 w 4603109"/>
                  <a:gd name="connsiteY338" fmla="*/ 0 h 924402"/>
                  <a:gd name="connsiteX339" fmla="*/ 2629377 w 4603109"/>
                  <a:gd name="connsiteY339" fmla="*/ 0 h 924402"/>
                  <a:gd name="connsiteX340" fmla="*/ 2634058 w 4603109"/>
                  <a:gd name="connsiteY340" fmla="*/ 0 h 924402"/>
                  <a:gd name="connsiteX341" fmla="*/ 2635549 w 4603109"/>
                  <a:gd name="connsiteY341" fmla="*/ 0 h 924402"/>
                  <a:gd name="connsiteX342" fmla="*/ 2636545 w 4603109"/>
                  <a:gd name="connsiteY342" fmla="*/ 0 h 924402"/>
                  <a:gd name="connsiteX343" fmla="*/ 2648987 w 4603109"/>
                  <a:gd name="connsiteY343" fmla="*/ 0 h 924402"/>
                  <a:gd name="connsiteX344" fmla="*/ 2649821 w 4603109"/>
                  <a:gd name="connsiteY344" fmla="*/ 0 h 924402"/>
                  <a:gd name="connsiteX345" fmla="*/ 2651313 w 4603109"/>
                  <a:gd name="connsiteY345" fmla="*/ 0 h 924402"/>
                  <a:gd name="connsiteX346" fmla="*/ 2651947 w 4603109"/>
                  <a:gd name="connsiteY346" fmla="*/ 0 h 924402"/>
                  <a:gd name="connsiteX347" fmla="*/ 2653017 w 4603109"/>
                  <a:gd name="connsiteY347" fmla="*/ 0 h 924402"/>
                  <a:gd name="connsiteX348" fmla="*/ 2653438 w 4603109"/>
                  <a:gd name="connsiteY348" fmla="*/ 0 h 924402"/>
                  <a:gd name="connsiteX349" fmla="*/ 2656459 w 4603109"/>
                  <a:gd name="connsiteY349" fmla="*/ 0 h 924402"/>
                  <a:gd name="connsiteX350" fmla="*/ 2657950 w 4603109"/>
                  <a:gd name="connsiteY350" fmla="*/ 0 h 924402"/>
                  <a:gd name="connsiteX351" fmla="*/ 2665460 w 4603109"/>
                  <a:gd name="connsiteY351" fmla="*/ 0 h 924402"/>
                  <a:gd name="connsiteX352" fmla="*/ 2680098 w 4603109"/>
                  <a:gd name="connsiteY352" fmla="*/ 0 h 924402"/>
                  <a:gd name="connsiteX353" fmla="*/ 2680520 w 4603109"/>
                  <a:gd name="connsiteY353" fmla="*/ 0 h 924402"/>
                  <a:gd name="connsiteX354" fmla="*/ 2682011 w 4603109"/>
                  <a:gd name="connsiteY354" fmla="*/ 0 h 924402"/>
                  <a:gd name="connsiteX355" fmla="*/ 2692542 w 4603109"/>
                  <a:gd name="connsiteY355" fmla="*/ 0 h 924402"/>
                  <a:gd name="connsiteX356" fmla="*/ 2702556 w 4603109"/>
                  <a:gd name="connsiteY356" fmla="*/ 0 h 924402"/>
                  <a:gd name="connsiteX357" fmla="*/ 2704048 w 4603109"/>
                  <a:gd name="connsiteY357" fmla="*/ 0 h 924402"/>
                  <a:gd name="connsiteX358" fmla="*/ 2724289 w 4603109"/>
                  <a:gd name="connsiteY358" fmla="*/ 0 h 924402"/>
                  <a:gd name="connsiteX359" fmla="*/ 2731129 w 4603109"/>
                  <a:gd name="connsiteY359" fmla="*/ 0 h 924402"/>
                  <a:gd name="connsiteX360" fmla="*/ 2732621 w 4603109"/>
                  <a:gd name="connsiteY360" fmla="*/ 0 h 924402"/>
                  <a:gd name="connsiteX361" fmla="*/ 2733253 w 4603109"/>
                  <a:gd name="connsiteY361" fmla="*/ 0 h 924402"/>
                  <a:gd name="connsiteX362" fmla="*/ 2734745 w 4603109"/>
                  <a:gd name="connsiteY362" fmla="*/ 0 h 924402"/>
                  <a:gd name="connsiteX363" fmla="*/ 2746692 w 4603109"/>
                  <a:gd name="connsiteY363" fmla="*/ 0 h 924402"/>
                  <a:gd name="connsiteX364" fmla="*/ 2749017 w 4603109"/>
                  <a:gd name="connsiteY364" fmla="*/ 0 h 924402"/>
                  <a:gd name="connsiteX365" fmla="*/ 2750509 w 4603109"/>
                  <a:gd name="connsiteY365" fmla="*/ 0 h 924402"/>
                  <a:gd name="connsiteX366" fmla="*/ 2754354 w 4603109"/>
                  <a:gd name="connsiteY366" fmla="*/ 0 h 924402"/>
                  <a:gd name="connsiteX367" fmla="*/ 2755654 w 4603109"/>
                  <a:gd name="connsiteY367" fmla="*/ 0 h 924402"/>
                  <a:gd name="connsiteX368" fmla="*/ 2757146 w 4603109"/>
                  <a:gd name="connsiteY368" fmla="*/ 0 h 924402"/>
                  <a:gd name="connsiteX369" fmla="*/ 2761827 w 4603109"/>
                  <a:gd name="connsiteY369" fmla="*/ 0 h 924402"/>
                  <a:gd name="connsiteX370" fmla="*/ 2763318 w 4603109"/>
                  <a:gd name="connsiteY370" fmla="*/ 0 h 924402"/>
                  <a:gd name="connsiteX371" fmla="*/ 2776756 w 4603109"/>
                  <a:gd name="connsiteY371" fmla="*/ 0 h 924402"/>
                  <a:gd name="connsiteX372" fmla="*/ 2777590 w 4603109"/>
                  <a:gd name="connsiteY372" fmla="*/ 0 h 924402"/>
                  <a:gd name="connsiteX373" fmla="*/ 2779082 w 4603109"/>
                  <a:gd name="connsiteY373" fmla="*/ 0 h 924402"/>
                  <a:gd name="connsiteX374" fmla="*/ 2783442 w 4603109"/>
                  <a:gd name="connsiteY374" fmla="*/ 0 h 924402"/>
                  <a:gd name="connsiteX375" fmla="*/ 2784228 w 4603109"/>
                  <a:gd name="connsiteY375" fmla="*/ 0 h 924402"/>
                  <a:gd name="connsiteX376" fmla="*/ 2785719 w 4603109"/>
                  <a:gd name="connsiteY376" fmla="*/ 0 h 924402"/>
                  <a:gd name="connsiteX377" fmla="*/ 2786473 w 4603109"/>
                  <a:gd name="connsiteY377" fmla="*/ 0 h 924402"/>
                  <a:gd name="connsiteX378" fmla="*/ 2793229 w 4603109"/>
                  <a:gd name="connsiteY378" fmla="*/ 0 h 924402"/>
                  <a:gd name="connsiteX379" fmla="*/ 2799367 w 4603109"/>
                  <a:gd name="connsiteY379" fmla="*/ 0 h 924402"/>
                  <a:gd name="connsiteX380" fmla="*/ 2813506 w 4603109"/>
                  <a:gd name="connsiteY380" fmla="*/ 0 h 924402"/>
                  <a:gd name="connsiteX381" fmla="*/ 2820311 w 4603109"/>
                  <a:gd name="connsiteY381" fmla="*/ 0 h 924402"/>
                  <a:gd name="connsiteX382" fmla="*/ 2827893 w 4603109"/>
                  <a:gd name="connsiteY382" fmla="*/ 0 h 924402"/>
                  <a:gd name="connsiteX383" fmla="*/ 2827940 w 4603109"/>
                  <a:gd name="connsiteY383" fmla="*/ 0 h 924402"/>
                  <a:gd name="connsiteX384" fmla="*/ 2829431 w 4603109"/>
                  <a:gd name="connsiteY384" fmla="*/ 0 h 924402"/>
                  <a:gd name="connsiteX385" fmla="*/ 2829978 w 4603109"/>
                  <a:gd name="connsiteY385" fmla="*/ 0 h 924402"/>
                  <a:gd name="connsiteX386" fmla="*/ 2852058 w 4603109"/>
                  <a:gd name="connsiteY386" fmla="*/ 0 h 924402"/>
                  <a:gd name="connsiteX387" fmla="*/ 2857060 w 4603109"/>
                  <a:gd name="connsiteY387" fmla="*/ 0 h 924402"/>
                  <a:gd name="connsiteX388" fmla="*/ 2857958 w 4603109"/>
                  <a:gd name="connsiteY388" fmla="*/ 0 h 924402"/>
                  <a:gd name="connsiteX389" fmla="*/ 2871601 w 4603109"/>
                  <a:gd name="connsiteY389" fmla="*/ 0 h 924402"/>
                  <a:gd name="connsiteX390" fmla="*/ 2882123 w 4603109"/>
                  <a:gd name="connsiteY390" fmla="*/ 0 h 924402"/>
                  <a:gd name="connsiteX391" fmla="*/ 2894046 w 4603109"/>
                  <a:gd name="connsiteY391" fmla="*/ 0 h 924402"/>
                  <a:gd name="connsiteX392" fmla="*/ 2903496 w 4603109"/>
                  <a:gd name="connsiteY392" fmla="*/ 0 h 924402"/>
                  <a:gd name="connsiteX393" fmla="*/ 2911211 w 4603109"/>
                  <a:gd name="connsiteY393" fmla="*/ 0 h 924402"/>
                  <a:gd name="connsiteX394" fmla="*/ 2914242 w 4603109"/>
                  <a:gd name="connsiteY394" fmla="*/ 0 h 924402"/>
                  <a:gd name="connsiteX395" fmla="*/ 2914461 w 4603109"/>
                  <a:gd name="connsiteY395" fmla="*/ 0 h 924402"/>
                  <a:gd name="connsiteX396" fmla="*/ 2924111 w 4603109"/>
                  <a:gd name="connsiteY396" fmla="*/ 0 h 924402"/>
                  <a:gd name="connsiteX397" fmla="*/ 2927136 w 4603109"/>
                  <a:gd name="connsiteY397" fmla="*/ 0 h 924402"/>
                  <a:gd name="connsiteX398" fmla="*/ 2933561 w 4603109"/>
                  <a:gd name="connsiteY398" fmla="*/ 0 h 924402"/>
                  <a:gd name="connsiteX399" fmla="*/ 2939580 w 4603109"/>
                  <a:gd name="connsiteY399" fmla="*/ 0 h 924402"/>
                  <a:gd name="connsiteX400" fmla="*/ 2941275 w 4603109"/>
                  <a:gd name="connsiteY400" fmla="*/ 0 h 924402"/>
                  <a:gd name="connsiteX401" fmla="*/ 2941543 w 4603109"/>
                  <a:gd name="connsiteY401" fmla="*/ 0 h 924402"/>
                  <a:gd name="connsiteX402" fmla="*/ 2945586 w 4603109"/>
                  <a:gd name="connsiteY402" fmla="*/ 0 h 924402"/>
                  <a:gd name="connsiteX403" fmla="*/ 2950032 w 4603109"/>
                  <a:gd name="connsiteY403" fmla="*/ 0 h 924402"/>
                  <a:gd name="connsiteX404" fmla="*/ 2955662 w 4603109"/>
                  <a:gd name="connsiteY404" fmla="*/ 0 h 924402"/>
                  <a:gd name="connsiteX405" fmla="*/ 2955709 w 4603109"/>
                  <a:gd name="connsiteY405" fmla="*/ 0 h 924402"/>
                  <a:gd name="connsiteX406" fmla="*/ 2957200 w 4603109"/>
                  <a:gd name="connsiteY406" fmla="*/ 0 h 924402"/>
                  <a:gd name="connsiteX407" fmla="*/ 2957747 w 4603109"/>
                  <a:gd name="connsiteY407" fmla="*/ 0 h 924402"/>
                  <a:gd name="connsiteX408" fmla="*/ 2968152 w 4603109"/>
                  <a:gd name="connsiteY408" fmla="*/ 0 h 924402"/>
                  <a:gd name="connsiteX409" fmla="*/ 2969644 w 4603109"/>
                  <a:gd name="connsiteY409" fmla="*/ 0 h 924402"/>
                  <a:gd name="connsiteX410" fmla="*/ 2972667 w 4603109"/>
                  <a:gd name="connsiteY410" fmla="*/ 0 h 924402"/>
                  <a:gd name="connsiteX411" fmla="*/ 2977114 w 4603109"/>
                  <a:gd name="connsiteY411" fmla="*/ 0 h 924402"/>
                  <a:gd name="connsiteX412" fmla="*/ 2984829 w 4603109"/>
                  <a:gd name="connsiteY412" fmla="*/ 0 h 924402"/>
                  <a:gd name="connsiteX413" fmla="*/ 2985727 w 4603109"/>
                  <a:gd name="connsiteY413" fmla="*/ 0 h 924402"/>
                  <a:gd name="connsiteX414" fmla="*/ 2999370 w 4603109"/>
                  <a:gd name="connsiteY414" fmla="*/ 0 h 924402"/>
                  <a:gd name="connsiteX415" fmla="*/ 3021815 w 4603109"/>
                  <a:gd name="connsiteY415" fmla="*/ 0 h 924402"/>
                  <a:gd name="connsiteX416" fmla="*/ 3031265 w 4603109"/>
                  <a:gd name="connsiteY416" fmla="*/ 0 h 924402"/>
                  <a:gd name="connsiteX417" fmla="*/ 3042230 w 4603109"/>
                  <a:gd name="connsiteY417" fmla="*/ 0 h 924402"/>
                  <a:gd name="connsiteX418" fmla="*/ 3044946 w 4603109"/>
                  <a:gd name="connsiteY418" fmla="*/ 0 h 924402"/>
                  <a:gd name="connsiteX419" fmla="*/ 3051880 w 4603109"/>
                  <a:gd name="connsiteY419" fmla="*/ 0 h 924402"/>
                  <a:gd name="connsiteX420" fmla="*/ 3061330 w 4603109"/>
                  <a:gd name="connsiteY420" fmla="*/ 0 h 924402"/>
                  <a:gd name="connsiteX421" fmla="*/ 3067349 w 4603109"/>
                  <a:gd name="connsiteY421" fmla="*/ 0 h 924402"/>
                  <a:gd name="connsiteX422" fmla="*/ 3069312 w 4603109"/>
                  <a:gd name="connsiteY422" fmla="*/ 0 h 924402"/>
                  <a:gd name="connsiteX423" fmla="*/ 3073355 w 4603109"/>
                  <a:gd name="connsiteY423" fmla="*/ 0 h 924402"/>
                  <a:gd name="connsiteX424" fmla="*/ 3073518 w 4603109"/>
                  <a:gd name="connsiteY424" fmla="*/ 0 h 924402"/>
                  <a:gd name="connsiteX425" fmla="*/ 3075011 w 4603109"/>
                  <a:gd name="connsiteY425" fmla="*/ 0 h 924402"/>
                  <a:gd name="connsiteX426" fmla="*/ 3077801 w 4603109"/>
                  <a:gd name="connsiteY426" fmla="*/ 0 h 924402"/>
                  <a:gd name="connsiteX427" fmla="*/ 3095921 w 4603109"/>
                  <a:gd name="connsiteY427" fmla="*/ 0 h 924402"/>
                  <a:gd name="connsiteX428" fmla="*/ 3097413 w 4603109"/>
                  <a:gd name="connsiteY428" fmla="*/ 0 h 924402"/>
                  <a:gd name="connsiteX429" fmla="*/ 3100436 w 4603109"/>
                  <a:gd name="connsiteY429" fmla="*/ 0 h 924402"/>
                  <a:gd name="connsiteX430" fmla="*/ 3103552 w 4603109"/>
                  <a:gd name="connsiteY430" fmla="*/ 0 h 924402"/>
                  <a:gd name="connsiteX431" fmla="*/ 3104883 w 4603109"/>
                  <a:gd name="connsiteY431" fmla="*/ 0 h 924402"/>
                  <a:gd name="connsiteX432" fmla="*/ 3120023 w 4603109"/>
                  <a:gd name="connsiteY432" fmla="*/ 0 h 924402"/>
                  <a:gd name="connsiteX433" fmla="*/ 3120445 w 4603109"/>
                  <a:gd name="connsiteY433" fmla="*/ 0 h 924402"/>
                  <a:gd name="connsiteX434" fmla="*/ 3149018 w 4603109"/>
                  <a:gd name="connsiteY434" fmla="*/ 0 h 924402"/>
                  <a:gd name="connsiteX435" fmla="*/ 3150088 w 4603109"/>
                  <a:gd name="connsiteY435" fmla="*/ 0 h 924402"/>
                  <a:gd name="connsiteX436" fmla="*/ 3150509 w 4603109"/>
                  <a:gd name="connsiteY436" fmla="*/ 0 h 924402"/>
                  <a:gd name="connsiteX437" fmla="*/ 3171054 w 4603109"/>
                  <a:gd name="connsiteY437" fmla="*/ 0 h 924402"/>
                  <a:gd name="connsiteX438" fmla="*/ 3172715 w 4603109"/>
                  <a:gd name="connsiteY438" fmla="*/ 0 h 924402"/>
                  <a:gd name="connsiteX439" fmla="*/ 3199627 w 4603109"/>
                  <a:gd name="connsiteY439" fmla="*/ 0 h 924402"/>
                  <a:gd name="connsiteX440" fmla="*/ 3201119 w 4603109"/>
                  <a:gd name="connsiteY440" fmla="*/ 0 h 924402"/>
                  <a:gd name="connsiteX441" fmla="*/ 3201287 w 4603109"/>
                  <a:gd name="connsiteY441" fmla="*/ 0 h 924402"/>
                  <a:gd name="connsiteX442" fmla="*/ 3201751 w 4603109"/>
                  <a:gd name="connsiteY442" fmla="*/ 0 h 924402"/>
                  <a:gd name="connsiteX443" fmla="*/ 3202780 w 4603109"/>
                  <a:gd name="connsiteY443" fmla="*/ 0 h 924402"/>
                  <a:gd name="connsiteX444" fmla="*/ 3217515 w 4603109"/>
                  <a:gd name="connsiteY444" fmla="*/ 0 h 924402"/>
                  <a:gd name="connsiteX445" fmla="*/ 3224152 w 4603109"/>
                  <a:gd name="connsiteY445" fmla="*/ 0 h 924402"/>
                  <a:gd name="connsiteX446" fmla="*/ 3230324 w 4603109"/>
                  <a:gd name="connsiteY446" fmla="*/ 0 h 924402"/>
                  <a:gd name="connsiteX447" fmla="*/ 3231321 w 4603109"/>
                  <a:gd name="connsiteY447" fmla="*/ 0 h 924402"/>
                  <a:gd name="connsiteX448" fmla="*/ 3231816 w 4603109"/>
                  <a:gd name="connsiteY448" fmla="*/ 0 h 924402"/>
                  <a:gd name="connsiteX449" fmla="*/ 3243763 w 4603109"/>
                  <a:gd name="connsiteY449" fmla="*/ 0 h 924402"/>
                  <a:gd name="connsiteX450" fmla="*/ 3246088 w 4603109"/>
                  <a:gd name="connsiteY450" fmla="*/ 0 h 924402"/>
                  <a:gd name="connsiteX451" fmla="*/ 3247580 w 4603109"/>
                  <a:gd name="connsiteY451" fmla="*/ 0 h 924402"/>
                  <a:gd name="connsiteX452" fmla="*/ 3247792 w 4603109"/>
                  <a:gd name="connsiteY452" fmla="*/ 0 h 924402"/>
                  <a:gd name="connsiteX453" fmla="*/ 3248214 w 4603109"/>
                  <a:gd name="connsiteY453" fmla="*/ 0 h 924402"/>
                  <a:gd name="connsiteX454" fmla="*/ 3252725 w 4603109"/>
                  <a:gd name="connsiteY454" fmla="*/ 0 h 924402"/>
                  <a:gd name="connsiteX455" fmla="*/ 3254217 w 4603109"/>
                  <a:gd name="connsiteY455" fmla="*/ 0 h 924402"/>
                  <a:gd name="connsiteX456" fmla="*/ 3260235 w 4603109"/>
                  <a:gd name="connsiteY456" fmla="*/ 0 h 924402"/>
                  <a:gd name="connsiteX457" fmla="*/ 3276787 w 4603109"/>
                  <a:gd name="connsiteY457" fmla="*/ 0 h 924402"/>
                  <a:gd name="connsiteX458" fmla="*/ 3277857 w 4603109"/>
                  <a:gd name="connsiteY458" fmla="*/ 0 h 924402"/>
                  <a:gd name="connsiteX459" fmla="*/ 3278278 w 4603109"/>
                  <a:gd name="connsiteY459" fmla="*/ 0 h 924402"/>
                  <a:gd name="connsiteX460" fmla="*/ 3290300 w 4603109"/>
                  <a:gd name="connsiteY460" fmla="*/ 0 h 924402"/>
                  <a:gd name="connsiteX461" fmla="*/ 3298823 w 4603109"/>
                  <a:gd name="connsiteY461" fmla="*/ 0 h 924402"/>
                  <a:gd name="connsiteX462" fmla="*/ 3327396 w 4603109"/>
                  <a:gd name="connsiteY462" fmla="*/ 0 h 924402"/>
                  <a:gd name="connsiteX463" fmla="*/ 3328888 w 4603109"/>
                  <a:gd name="connsiteY463" fmla="*/ 0 h 924402"/>
                  <a:gd name="connsiteX464" fmla="*/ 3329520 w 4603109"/>
                  <a:gd name="connsiteY464" fmla="*/ 0 h 924402"/>
                  <a:gd name="connsiteX465" fmla="*/ 3345284 w 4603109"/>
                  <a:gd name="connsiteY465" fmla="*/ 0 h 924402"/>
                  <a:gd name="connsiteX466" fmla="*/ 3349129 w 4603109"/>
                  <a:gd name="connsiteY466" fmla="*/ 0 h 924402"/>
                  <a:gd name="connsiteX467" fmla="*/ 3351921 w 4603109"/>
                  <a:gd name="connsiteY467" fmla="*/ 0 h 924402"/>
                  <a:gd name="connsiteX468" fmla="*/ 3358093 w 4603109"/>
                  <a:gd name="connsiteY468" fmla="*/ 0 h 924402"/>
                  <a:gd name="connsiteX469" fmla="*/ 3359585 w 4603109"/>
                  <a:gd name="connsiteY469" fmla="*/ 0 h 924402"/>
                  <a:gd name="connsiteX470" fmla="*/ 3371532 w 4603109"/>
                  <a:gd name="connsiteY470" fmla="*/ 0 h 924402"/>
                  <a:gd name="connsiteX471" fmla="*/ 3373857 w 4603109"/>
                  <a:gd name="connsiteY471" fmla="*/ 0 h 924402"/>
                  <a:gd name="connsiteX472" fmla="*/ 3375349 w 4603109"/>
                  <a:gd name="connsiteY472" fmla="*/ 0 h 924402"/>
                  <a:gd name="connsiteX473" fmla="*/ 3380494 w 4603109"/>
                  <a:gd name="connsiteY473" fmla="*/ 0 h 924402"/>
                  <a:gd name="connsiteX474" fmla="*/ 3381986 w 4603109"/>
                  <a:gd name="connsiteY474" fmla="*/ 0 h 924402"/>
                  <a:gd name="connsiteX475" fmla="*/ 3388004 w 4603109"/>
                  <a:gd name="connsiteY475" fmla="*/ 0 h 924402"/>
                  <a:gd name="connsiteX476" fmla="*/ 3408282 w 4603109"/>
                  <a:gd name="connsiteY476" fmla="*/ 0 h 924402"/>
                  <a:gd name="connsiteX477" fmla="*/ 3418069 w 4603109"/>
                  <a:gd name="connsiteY477" fmla="*/ 0 h 924402"/>
                  <a:gd name="connsiteX478" fmla="*/ 3424207 w 4603109"/>
                  <a:gd name="connsiteY478" fmla="*/ 0 h 924402"/>
                  <a:gd name="connsiteX479" fmla="*/ 3424753 w 4603109"/>
                  <a:gd name="connsiteY479" fmla="*/ 0 h 924402"/>
                  <a:gd name="connsiteX480" fmla="*/ 3452733 w 4603109"/>
                  <a:gd name="connsiteY480" fmla="*/ 0 h 924402"/>
                  <a:gd name="connsiteX481" fmla="*/ 3454818 w 4603109"/>
                  <a:gd name="connsiteY481" fmla="*/ 0 h 924402"/>
                  <a:gd name="connsiteX482" fmla="*/ 3476898 w 4603109"/>
                  <a:gd name="connsiteY482" fmla="*/ 0 h 924402"/>
                  <a:gd name="connsiteX483" fmla="*/ 3496441 w 4603109"/>
                  <a:gd name="connsiteY483" fmla="*/ 0 h 924402"/>
                  <a:gd name="connsiteX484" fmla="*/ 3509236 w 4603109"/>
                  <a:gd name="connsiteY484" fmla="*/ 0 h 924402"/>
                  <a:gd name="connsiteX485" fmla="*/ 3518886 w 4603109"/>
                  <a:gd name="connsiteY485" fmla="*/ 0 h 924402"/>
                  <a:gd name="connsiteX486" fmla="*/ 3528336 w 4603109"/>
                  <a:gd name="connsiteY486" fmla="*/ 0 h 924402"/>
                  <a:gd name="connsiteX487" fmla="*/ 3536051 w 4603109"/>
                  <a:gd name="connsiteY487" fmla="*/ 0 h 924402"/>
                  <a:gd name="connsiteX488" fmla="*/ 3539301 w 4603109"/>
                  <a:gd name="connsiteY488" fmla="*/ 0 h 924402"/>
                  <a:gd name="connsiteX489" fmla="*/ 3540361 w 4603109"/>
                  <a:gd name="connsiteY489" fmla="*/ 0 h 924402"/>
                  <a:gd name="connsiteX490" fmla="*/ 3544807 w 4603109"/>
                  <a:gd name="connsiteY490" fmla="*/ 0 h 924402"/>
                  <a:gd name="connsiteX491" fmla="*/ 3551976 w 4603109"/>
                  <a:gd name="connsiteY491" fmla="*/ 0 h 924402"/>
                  <a:gd name="connsiteX492" fmla="*/ 3552522 w 4603109"/>
                  <a:gd name="connsiteY492" fmla="*/ 0 h 924402"/>
                  <a:gd name="connsiteX493" fmla="*/ 3564420 w 4603109"/>
                  <a:gd name="connsiteY493" fmla="*/ 0 h 924402"/>
                  <a:gd name="connsiteX494" fmla="*/ 3570426 w 4603109"/>
                  <a:gd name="connsiteY494" fmla="*/ 0 h 924402"/>
                  <a:gd name="connsiteX495" fmla="*/ 3574872 w 4603109"/>
                  <a:gd name="connsiteY495" fmla="*/ 0 h 924402"/>
                  <a:gd name="connsiteX496" fmla="*/ 3580502 w 4603109"/>
                  <a:gd name="connsiteY496" fmla="*/ 0 h 924402"/>
                  <a:gd name="connsiteX497" fmla="*/ 3582587 w 4603109"/>
                  <a:gd name="connsiteY497" fmla="*/ 0 h 924402"/>
                  <a:gd name="connsiteX498" fmla="*/ 3624210 w 4603109"/>
                  <a:gd name="connsiteY498" fmla="*/ 0 h 924402"/>
                  <a:gd name="connsiteX499" fmla="*/ 3637005 w 4603109"/>
                  <a:gd name="connsiteY499" fmla="*/ 0 h 924402"/>
                  <a:gd name="connsiteX500" fmla="*/ 3646655 w 4603109"/>
                  <a:gd name="connsiteY500" fmla="*/ 0 h 924402"/>
                  <a:gd name="connsiteX501" fmla="*/ 3656105 w 4603109"/>
                  <a:gd name="connsiteY501" fmla="*/ 0 h 924402"/>
                  <a:gd name="connsiteX502" fmla="*/ 3667070 w 4603109"/>
                  <a:gd name="connsiteY502" fmla="*/ 0 h 924402"/>
                  <a:gd name="connsiteX503" fmla="*/ 3668130 w 4603109"/>
                  <a:gd name="connsiteY503" fmla="*/ 0 h 924402"/>
                  <a:gd name="connsiteX504" fmla="*/ 3669786 w 4603109"/>
                  <a:gd name="connsiteY504" fmla="*/ 0 h 924402"/>
                  <a:gd name="connsiteX505" fmla="*/ 3672576 w 4603109"/>
                  <a:gd name="connsiteY505" fmla="*/ 0 h 924402"/>
                  <a:gd name="connsiteX506" fmla="*/ 3692189 w 4603109"/>
                  <a:gd name="connsiteY506" fmla="*/ 0 h 924402"/>
                  <a:gd name="connsiteX507" fmla="*/ 3698195 w 4603109"/>
                  <a:gd name="connsiteY507" fmla="*/ 0 h 924402"/>
                  <a:gd name="connsiteX508" fmla="*/ 3702641 w 4603109"/>
                  <a:gd name="connsiteY508" fmla="*/ 0 h 924402"/>
                  <a:gd name="connsiteX509" fmla="*/ 3744863 w 4603109"/>
                  <a:gd name="connsiteY509" fmla="*/ 0 h 924402"/>
                  <a:gd name="connsiteX510" fmla="*/ 3745285 w 4603109"/>
                  <a:gd name="connsiteY510" fmla="*/ 0 h 924402"/>
                  <a:gd name="connsiteX511" fmla="*/ 3795894 w 4603109"/>
                  <a:gd name="connsiteY511" fmla="*/ 0 h 924402"/>
                  <a:gd name="connsiteX512" fmla="*/ 3797555 w 4603109"/>
                  <a:gd name="connsiteY512" fmla="*/ 0 h 924402"/>
                  <a:gd name="connsiteX513" fmla="*/ 3826591 w 4603109"/>
                  <a:gd name="connsiteY513" fmla="*/ 0 h 924402"/>
                  <a:gd name="connsiteX514" fmla="*/ 3842355 w 4603109"/>
                  <a:gd name="connsiteY514" fmla="*/ 0 h 924402"/>
                  <a:gd name="connsiteX515" fmla="*/ 3848992 w 4603109"/>
                  <a:gd name="connsiteY515" fmla="*/ 0 h 924402"/>
                  <a:gd name="connsiteX516" fmla="*/ 3872632 w 4603109"/>
                  <a:gd name="connsiteY516" fmla="*/ 0 h 924402"/>
                  <a:gd name="connsiteX517" fmla="*/ 3873054 w 4603109"/>
                  <a:gd name="connsiteY517" fmla="*/ 0 h 924402"/>
                  <a:gd name="connsiteX518" fmla="*/ 3885075 w 4603109"/>
                  <a:gd name="connsiteY518" fmla="*/ 0 h 924402"/>
                  <a:gd name="connsiteX519" fmla="*/ 3923663 w 4603109"/>
                  <a:gd name="connsiteY519" fmla="*/ 0 h 924402"/>
                  <a:gd name="connsiteX520" fmla="*/ 3954360 w 4603109"/>
                  <a:gd name="connsiteY520" fmla="*/ 0 h 924402"/>
                  <a:gd name="connsiteX521" fmla="*/ 3970124 w 4603109"/>
                  <a:gd name="connsiteY521" fmla="*/ 0 h 924402"/>
                  <a:gd name="connsiteX522" fmla="*/ 3976761 w 4603109"/>
                  <a:gd name="connsiteY522" fmla="*/ 0 h 924402"/>
                  <a:gd name="connsiteX523" fmla="*/ 4012844 w 4603109"/>
                  <a:gd name="connsiteY523" fmla="*/ 0 h 924402"/>
                  <a:gd name="connsiteX524" fmla="*/ 4049593 w 4603109"/>
                  <a:gd name="connsiteY524" fmla="*/ 0 h 924402"/>
                  <a:gd name="connsiteX525" fmla="*/ 4169647 w 4603109"/>
                  <a:gd name="connsiteY525" fmla="*/ 0 h 924402"/>
                  <a:gd name="connsiteX526" fmla="*/ 4177362 w 4603109"/>
                  <a:gd name="connsiteY526" fmla="*/ 0 h 924402"/>
                  <a:gd name="connsiteX527" fmla="*/ 4297416 w 4603109"/>
                  <a:gd name="connsiteY527" fmla="*/ 0 h 924402"/>
                  <a:gd name="connsiteX528" fmla="*/ 4379339 w 4603109"/>
                  <a:gd name="connsiteY528" fmla="*/ 47054 h 924402"/>
                  <a:gd name="connsiteX529" fmla="*/ 4591731 w 4603109"/>
                  <a:gd name="connsiteY529" fmla="*/ 415146 h 924402"/>
                  <a:gd name="connsiteX530" fmla="*/ 4591731 w 4603109"/>
                  <a:gd name="connsiteY530" fmla="*/ 509257 h 924402"/>
                  <a:gd name="connsiteX531" fmla="*/ 4379339 w 4603109"/>
                  <a:gd name="connsiteY531" fmla="*/ 877348 h 924402"/>
                  <a:gd name="connsiteX532" fmla="*/ 4297416 w 4603109"/>
                  <a:gd name="connsiteY532" fmla="*/ 924402 h 924402"/>
                  <a:gd name="connsiteX533" fmla="*/ 4169647 w 4603109"/>
                  <a:gd name="connsiteY533" fmla="*/ 924402 h 924402"/>
                  <a:gd name="connsiteX534" fmla="*/ 3976761 w 4603109"/>
                  <a:gd name="connsiteY534" fmla="*/ 924402 h 924402"/>
                  <a:gd name="connsiteX535" fmla="*/ 3872632 w 4603109"/>
                  <a:gd name="connsiteY535" fmla="*/ 924402 h 924402"/>
                  <a:gd name="connsiteX536" fmla="*/ 3848992 w 4603109"/>
                  <a:gd name="connsiteY536" fmla="*/ 924402 h 924402"/>
                  <a:gd name="connsiteX537" fmla="*/ 3744863 w 4603109"/>
                  <a:gd name="connsiteY537" fmla="*/ 924402 h 924402"/>
                  <a:gd name="connsiteX538" fmla="*/ 3702641 w 4603109"/>
                  <a:gd name="connsiteY538" fmla="*/ 924402 h 924402"/>
                  <a:gd name="connsiteX539" fmla="*/ 3672576 w 4603109"/>
                  <a:gd name="connsiteY539" fmla="*/ 924402 h 924402"/>
                  <a:gd name="connsiteX540" fmla="*/ 3656105 w 4603109"/>
                  <a:gd name="connsiteY540" fmla="*/ 924402 h 924402"/>
                  <a:gd name="connsiteX541" fmla="*/ 3574872 w 4603109"/>
                  <a:gd name="connsiteY541" fmla="*/ 924402 h 924402"/>
                  <a:gd name="connsiteX542" fmla="*/ 3551976 w 4603109"/>
                  <a:gd name="connsiteY542" fmla="*/ 924402 h 924402"/>
                  <a:gd name="connsiteX543" fmla="*/ 3544807 w 4603109"/>
                  <a:gd name="connsiteY543" fmla="*/ 924402 h 924402"/>
                  <a:gd name="connsiteX544" fmla="*/ 3528336 w 4603109"/>
                  <a:gd name="connsiteY544" fmla="*/ 924402 h 924402"/>
                  <a:gd name="connsiteX545" fmla="*/ 3424207 w 4603109"/>
                  <a:gd name="connsiteY545" fmla="*/ 924402 h 924402"/>
                  <a:gd name="connsiteX546" fmla="*/ 3381986 w 4603109"/>
                  <a:gd name="connsiteY546" fmla="*/ 924402 h 924402"/>
                  <a:gd name="connsiteX547" fmla="*/ 3380494 w 4603109"/>
                  <a:gd name="connsiteY547" fmla="*/ 924402 h 924402"/>
                  <a:gd name="connsiteX548" fmla="*/ 3351921 w 4603109"/>
                  <a:gd name="connsiteY548" fmla="*/ 924402 h 924402"/>
                  <a:gd name="connsiteX549" fmla="*/ 3277857 w 4603109"/>
                  <a:gd name="connsiteY549" fmla="*/ 924402 h 924402"/>
                  <a:gd name="connsiteX550" fmla="*/ 3254217 w 4603109"/>
                  <a:gd name="connsiteY550" fmla="*/ 924402 h 924402"/>
                  <a:gd name="connsiteX551" fmla="*/ 3252725 w 4603109"/>
                  <a:gd name="connsiteY551" fmla="*/ 924402 h 924402"/>
                  <a:gd name="connsiteX552" fmla="*/ 3247792 w 4603109"/>
                  <a:gd name="connsiteY552" fmla="*/ 924402 h 924402"/>
                  <a:gd name="connsiteX553" fmla="*/ 3231321 w 4603109"/>
                  <a:gd name="connsiteY553" fmla="*/ 924402 h 924402"/>
                  <a:gd name="connsiteX554" fmla="*/ 3224152 w 4603109"/>
                  <a:gd name="connsiteY554" fmla="*/ 924402 h 924402"/>
                  <a:gd name="connsiteX555" fmla="*/ 3150088 w 4603109"/>
                  <a:gd name="connsiteY555" fmla="*/ 924402 h 924402"/>
                  <a:gd name="connsiteX556" fmla="*/ 3120023 w 4603109"/>
                  <a:gd name="connsiteY556" fmla="*/ 924402 h 924402"/>
                  <a:gd name="connsiteX557" fmla="*/ 3104883 w 4603109"/>
                  <a:gd name="connsiteY557" fmla="*/ 924402 h 924402"/>
                  <a:gd name="connsiteX558" fmla="*/ 3103552 w 4603109"/>
                  <a:gd name="connsiteY558" fmla="*/ 924402 h 924402"/>
                  <a:gd name="connsiteX559" fmla="*/ 3077801 w 4603109"/>
                  <a:gd name="connsiteY559" fmla="*/ 924402 h 924402"/>
                  <a:gd name="connsiteX560" fmla="*/ 3061330 w 4603109"/>
                  <a:gd name="connsiteY560" fmla="*/ 924402 h 924402"/>
                  <a:gd name="connsiteX561" fmla="*/ 3031265 w 4603109"/>
                  <a:gd name="connsiteY561" fmla="*/ 924402 h 924402"/>
                  <a:gd name="connsiteX562" fmla="*/ 2977114 w 4603109"/>
                  <a:gd name="connsiteY562" fmla="*/ 924402 h 924402"/>
                  <a:gd name="connsiteX563" fmla="*/ 2957200 w 4603109"/>
                  <a:gd name="connsiteY563" fmla="*/ 924402 h 924402"/>
                  <a:gd name="connsiteX564" fmla="*/ 2955709 w 4603109"/>
                  <a:gd name="connsiteY564" fmla="*/ 924402 h 924402"/>
                  <a:gd name="connsiteX565" fmla="*/ 2950032 w 4603109"/>
                  <a:gd name="connsiteY565" fmla="*/ 924402 h 924402"/>
                  <a:gd name="connsiteX566" fmla="*/ 2933561 w 4603109"/>
                  <a:gd name="connsiteY566" fmla="*/ 924402 h 924402"/>
                  <a:gd name="connsiteX567" fmla="*/ 2927136 w 4603109"/>
                  <a:gd name="connsiteY567" fmla="*/ 924402 h 924402"/>
                  <a:gd name="connsiteX568" fmla="*/ 2903496 w 4603109"/>
                  <a:gd name="connsiteY568" fmla="*/ 924402 h 924402"/>
                  <a:gd name="connsiteX569" fmla="*/ 2829431 w 4603109"/>
                  <a:gd name="connsiteY569" fmla="*/ 924402 h 924402"/>
                  <a:gd name="connsiteX570" fmla="*/ 2827940 w 4603109"/>
                  <a:gd name="connsiteY570" fmla="*/ 924402 h 924402"/>
                  <a:gd name="connsiteX571" fmla="*/ 2799367 w 4603109"/>
                  <a:gd name="connsiteY571" fmla="*/ 924402 h 924402"/>
                  <a:gd name="connsiteX572" fmla="*/ 2785719 w 4603109"/>
                  <a:gd name="connsiteY572" fmla="*/ 924402 h 924402"/>
                  <a:gd name="connsiteX573" fmla="*/ 2784228 w 4603109"/>
                  <a:gd name="connsiteY573" fmla="*/ 924402 h 924402"/>
                  <a:gd name="connsiteX574" fmla="*/ 2757146 w 4603109"/>
                  <a:gd name="connsiteY574" fmla="*/ 924402 h 924402"/>
                  <a:gd name="connsiteX575" fmla="*/ 2755654 w 4603109"/>
                  <a:gd name="connsiteY575" fmla="*/ 924402 h 924402"/>
                  <a:gd name="connsiteX576" fmla="*/ 2680098 w 4603109"/>
                  <a:gd name="connsiteY576" fmla="*/ 924402 h 924402"/>
                  <a:gd name="connsiteX577" fmla="*/ 2657950 w 4603109"/>
                  <a:gd name="connsiteY577" fmla="*/ 924402 h 924402"/>
                  <a:gd name="connsiteX578" fmla="*/ 2656459 w 4603109"/>
                  <a:gd name="connsiteY578" fmla="*/ 924402 h 924402"/>
                  <a:gd name="connsiteX579" fmla="*/ 2653017 w 4603109"/>
                  <a:gd name="connsiteY579" fmla="*/ 924402 h 924402"/>
                  <a:gd name="connsiteX580" fmla="*/ 2636545 w 4603109"/>
                  <a:gd name="connsiteY580" fmla="*/ 924402 h 924402"/>
                  <a:gd name="connsiteX581" fmla="*/ 2629377 w 4603109"/>
                  <a:gd name="connsiteY581" fmla="*/ 924402 h 924402"/>
                  <a:gd name="connsiteX582" fmla="*/ 2627885 w 4603109"/>
                  <a:gd name="connsiteY582" fmla="*/ 924402 h 924402"/>
                  <a:gd name="connsiteX583" fmla="*/ 2606481 w 4603109"/>
                  <a:gd name="connsiteY583" fmla="*/ 924402 h 924402"/>
                  <a:gd name="connsiteX584" fmla="*/ 2552329 w 4603109"/>
                  <a:gd name="connsiteY584" fmla="*/ 924402 h 924402"/>
                  <a:gd name="connsiteX585" fmla="*/ 2525248 w 4603109"/>
                  <a:gd name="connsiteY585" fmla="*/ 924402 h 924402"/>
                  <a:gd name="connsiteX586" fmla="*/ 2510108 w 4603109"/>
                  <a:gd name="connsiteY586" fmla="*/ 924402 h 924402"/>
                  <a:gd name="connsiteX587" fmla="*/ 2508776 w 4603109"/>
                  <a:gd name="connsiteY587" fmla="*/ 924402 h 924402"/>
                  <a:gd name="connsiteX588" fmla="*/ 2480043 w 4603109"/>
                  <a:gd name="connsiteY588" fmla="*/ 924402 h 924402"/>
                  <a:gd name="connsiteX589" fmla="*/ 2478712 w 4603109"/>
                  <a:gd name="connsiteY589" fmla="*/ 924402 h 924402"/>
                  <a:gd name="connsiteX590" fmla="*/ 2463572 w 4603109"/>
                  <a:gd name="connsiteY590" fmla="*/ 924402 h 924402"/>
                  <a:gd name="connsiteX591" fmla="*/ 2436490 w 4603109"/>
                  <a:gd name="connsiteY591" fmla="*/ 924402 h 924402"/>
                  <a:gd name="connsiteX592" fmla="*/ 2382339 w 4603109"/>
                  <a:gd name="connsiteY592" fmla="*/ 924402 h 924402"/>
                  <a:gd name="connsiteX593" fmla="*/ 2360934 w 4603109"/>
                  <a:gd name="connsiteY593" fmla="*/ 924402 h 924402"/>
                  <a:gd name="connsiteX594" fmla="*/ 2359443 w 4603109"/>
                  <a:gd name="connsiteY594" fmla="*/ 924402 h 924402"/>
                  <a:gd name="connsiteX595" fmla="*/ 2352274 w 4603109"/>
                  <a:gd name="connsiteY595" fmla="*/ 924402 h 924402"/>
                  <a:gd name="connsiteX596" fmla="*/ 2335803 w 4603109"/>
                  <a:gd name="connsiteY596" fmla="*/ 924402 h 924402"/>
                  <a:gd name="connsiteX597" fmla="*/ 2332360 w 4603109"/>
                  <a:gd name="connsiteY597" fmla="*/ 924402 h 924402"/>
                  <a:gd name="connsiteX598" fmla="*/ 2332328 w 4603109"/>
                  <a:gd name="connsiteY598" fmla="*/ 924402 h 924402"/>
                  <a:gd name="connsiteX599" fmla="*/ 2330869 w 4603109"/>
                  <a:gd name="connsiteY599" fmla="*/ 924402 h 924402"/>
                  <a:gd name="connsiteX600" fmla="*/ 2308721 w 4603109"/>
                  <a:gd name="connsiteY600" fmla="*/ 924402 h 924402"/>
                  <a:gd name="connsiteX601" fmla="*/ 2233165 w 4603109"/>
                  <a:gd name="connsiteY601" fmla="*/ 924402 h 924402"/>
                  <a:gd name="connsiteX602" fmla="*/ 2231674 w 4603109"/>
                  <a:gd name="connsiteY602" fmla="*/ 924402 h 924402"/>
                  <a:gd name="connsiteX603" fmla="*/ 2204591 w 4603109"/>
                  <a:gd name="connsiteY603" fmla="*/ 924402 h 924402"/>
                  <a:gd name="connsiteX604" fmla="*/ 2204559 w 4603109"/>
                  <a:gd name="connsiteY604" fmla="*/ 924402 h 924402"/>
                  <a:gd name="connsiteX605" fmla="*/ 2203100 w 4603109"/>
                  <a:gd name="connsiteY605" fmla="*/ 924402 h 924402"/>
                  <a:gd name="connsiteX606" fmla="*/ 2189452 w 4603109"/>
                  <a:gd name="connsiteY606" fmla="*/ 924402 h 924402"/>
                  <a:gd name="connsiteX607" fmla="*/ 2160879 w 4603109"/>
                  <a:gd name="connsiteY607" fmla="*/ 924402 h 924402"/>
                  <a:gd name="connsiteX608" fmla="*/ 2159388 w 4603109"/>
                  <a:gd name="connsiteY608" fmla="*/ 924402 h 924402"/>
                  <a:gd name="connsiteX609" fmla="*/ 2085323 w 4603109"/>
                  <a:gd name="connsiteY609" fmla="*/ 924402 h 924402"/>
                  <a:gd name="connsiteX610" fmla="*/ 2077294 w 4603109"/>
                  <a:gd name="connsiteY610" fmla="*/ 924402 h 924402"/>
                  <a:gd name="connsiteX611" fmla="*/ 2061683 w 4603109"/>
                  <a:gd name="connsiteY611" fmla="*/ 924402 h 924402"/>
                  <a:gd name="connsiteX612" fmla="*/ 2055258 w 4603109"/>
                  <a:gd name="connsiteY612" fmla="*/ 924402 h 924402"/>
                  <a:gd name="connsiteX613" fmla="*/ 2038787 w 4603109"/>
                  <a:gd name="connsiteY613" fmla="*/ 924402 h 924402"/>
                  <a:gd name="connsiteX614" fmla="*/ 2033110 w 4603109"/>
                  <a:gd name="connsiteY614" fmla="*/ 924402 h 924402"/>
                  <a:gd name="connsiteX615" fmla="*/ 2031619 w 4603109"/>
                  <a:gd name="connsiteY615" fmla="*/ 924402 h 924402"/>
                  <a:gd name="connsiteX616" fmla="*/ 2011705 w 4603109"/>
                  <a:gd name="connsiteY616" fmla="*/ 924402 h 924402"/>
                  <a:gd name="connsiteX617" fmla="*/ 1957554 w 4603109"/>
                  <a:gd name="connsiteY617" fmla="*/ 924402 h 924402"/>
                  <a:gd name="connsiteX618" fmla="*/ 1949525 w 4603109"/>
                  <a:gd name="connsiteY618" fmla="*/ 924402 h 924402"/>
                  <a:gd name="connsiteX619" fmla="*/ 1927489 w 4603109"/>
                  <a:gd name="connsiteY619" fmla="*/ 924402 h 924402"/>
                  <a:gd name="connsiteX620" fmla="*/ 1911018 w 4603109"/>
                  <a:gd name="connsiteY620" fmla="*/ 924402 h 924402"/>
                  <a:gd name="connsiteX621" fmla="*/ 1907543 w 4603109"/>
                  <a:gd name="connsiteY621" fmla="*/ 924402 h 924402"/>
                  <a:gd name="connsiteX622" fmla="*/ 1885268 w 4603109"/>
                  <a:gd name="connsiteY622" fmla="*/ 924402 h 924402"/>
                  <a:gd name="connsiteX623" fmla="*/ 1883936 w 4603109"/>
                  <a:gd name="connsiteY623" fmla="*/ 924402 h 924402"/>
                  <a:gd name="connsiteX624" fmla="*/ 1868796 w 4603109"/>
                  <a:gd name="connsiteY624" fmla="*/ 924402 h 924402"/>
                  <a:gd name="connsiteX625" fmla="*/ 1838732 w 4603109"/>
                  <a:gd name="connsiteY625" fmla="*/ 924402 h 924402"/>
                  <a:gd name="connsiteX626" fmla="*/ 1779774 w 4603109"/>
                  <a:gd name="connsiteY626" fmla="*/ 924402 h 924402"/>
                  <a:gd name="connsiteX627" fmla="*/ 1764668 w 4603109"/>
                  <a:gd name="connsiteY627" fmla="*/ 924402 h 924402"/>
                  <a:gd name="connsiteX628" fmla="*/ 1757499 w 4603109"/>
                  <a:gd name="connsiteY628" fmla="*/ 924402 h 924402"/>
                  <a:gd name="connsiteX629" fmla="*/ 1741027 w 4603109"/>
                  <a:gd name="connsiteY629" fmla="*/ 924402 h 924402"/>
                  <a:gd name="connsiteX630" fmla="*/ 1737552 w 4603109"/>
                  <a:gd name="connsiteY630" fmla="*/ 924402 h 924402"/>
                  <a:gd name="connsiteX631" fmla="*/ 1736094 w 4603109"/>
                  <a:gd name="connsiteY631" fmla="*/ 924402 h 924402"/>
                  <a:gd name="connsiteX632" fmla="*/ 1734603 w 4603109"/>
                  <a:gd name="connsiteY632" fmla="*/ 924402 h 924402"/>
                  <a:gd name="connsiteX633" fmla="*/ 1710963 w 4603109"/>
                  <a:gd name="connsiteY633" fmla="*/ 924402 h 924402"/>
                  <a:gd name="connsiteX634" fmla="*/ 1707488 w 4603109"/>
                  <a:gd name="connsiteY634" fmla="*/ 924402 h 924402"/>
                  <a:gd name="connsiteX635" fmla="*/ 1652509 w 4603109"/>
                  <a:gd name="connsiteY635" fmla="*/ 924402 h 924402"/>
                  <a:gd name="connsiteX636" fmla="*/ 1636899 w 4603109"/>
                  <a:gd name="connsiteY636" fmla="*/ 924402 h 924402"/>
                  <a:gd name="connsiteX637" fmla="*/ 1609783 w 4603109"/>
                  <a:gd name="connsiteY637" fmla="*/ 924402 h 924402"/>
                  <a:gd name="connsiteX638" fmla="*/ 1608325 w 4603109"/>
                  <a:gd name="connsiteY638" fmla="*/ 924402 h 924402"/>
                  <a:gd name="connsiteX639" fmla="*/ 1606834 w 4603109"/>
                  <a:gd name="connsiteY639" fmla="*/ 924402 h 924402"/>
                  <a:gd name="connsiteX640" fmla="*/ 1579719 w 4603109"/>
                  <a:gd name="connsiteY640" fmla="*/ 924402 h 924402"/>
                  <a:gd name="connsiteX641" fmla="*/ 1564612 w 4603109"/>
                  <a:gd name="connsiteY641" fmla="*/ 924402 h 924402"/>
                  <a:gd name="connsiteX642" fmla="*/ 1524740 w 4603109"/>
                  <a:gd name="connsiteY642" fmla="*/ 924402 h 924402"/>
                  <a:gd name="connsiteX643" fmla="*/ 1482518 w 4603109"/>
                  <a:gd name="connsiteY643" fmla="*/ 924402 h 924402"/>
                  <a:gd name="connsiteX644" fmla="*/ 1460483 w 4603109"/>
                  <a:gd name="connsiteY644" fmla="*/ 924402 h 924402"/>
                  <a:gd name="connsiteX645" fmla="*/ 1452454 w 4603109"/>
                  <a:gd name="connsiteY645" fmla="*/ 924402 h 924402"/>
                  <a:gd name="connsiteX646" fmla="*/ 1444011 w 4603109"/>
                  <a:gd name="connsiteY646" fmla="*/ 924402 h 924402"/>
                  <a:gd name="connsiteX647" fmla="*/ 1436843 w 4603109"/>
                  <a:gd name="connsiteY647" fmla="*/ 924402 h 924402"/>
                  <a:gd name="connsiteX648" fmla="*/ 1413947 w 4603109"/>
                  <a:gd name="connsiteY648" fmla="*/ 924402 h 924402"/>
                  <a:gd name="connsiteX649" fmla="*/ 1354749 w 4603109"/>
                  <a:gd name="connsiteY649" fmla="*/ 924402 h 924402"/>
                  <a:gd name="connsiteX650" fmla="*/ 1332714 w 4603109"/>
                  <a:gd name="connsiteY650" fmla="*/ 924402 h 924402"/>
                  <a:gd name="connsiteX651" fmla="*/ 1324685 w 4603109"/>
                  <a:gd name="connsiteY651" fmla="*/ 924402 h 924402"/>
                  <a:gd name="connsiteX652" fmla="*/ 1316242 w 4603109"/>
                  <a:gd name="connsiteY652" fmla="*/ 924402 h 924402"/>
                  <a:gd name="connsiteX653" fmla="*/ 1312767 w 4603109"/>
                  <a:gd name="connsiteY653" fmla="*/ 924402 h 924402"/>
                  <a:gd name="connsiteX654" fmla="*/ 1286178 w 4603109"/>
                  <a:gd name="connsiteY654" fmla="*/ 924402 h 924402"/>
                  <a:gd name="connsiteX655" fmla="*/ 1282703 w 4603109"/>
                  <a:gd name="connsiteY655" fmla="*/ 924402 h 924402"/>
                  <a:gd name="connsiteX656" fmla="*/ 1243956 w 4603109"/>
                  <a:gd name="connsiteY656" fmla="*/ 924402 h 924402"/>
                  <a:gd name="connsiteX657" fmla="*/ 1184998 w 4603109"/>
                  <a:gd name="connsiteY657" fmla="*/ 924402 h 924402"/>
                  <a:gd name="connsiteX658" fmla="*/ 1154934 w 4603109"/>
                  <a:gd name="connsiteY658" fmla="*/ 924402 h 924402"/>
                  <a:gd name="connsiteX659" fmla="*/ 1139828 w 4603109"/>
                  <a:gd name="connsiteY659" fmla="*/ 924402 h 924402"/>
                  <a:gd name="connsiteX660" fmla="*/ 1116187 w 4603109"/>
                  <a:gd name="connsiteY660" fmla="*/ 924402 h 924402"/>
                  <a:gd name="connsiteX661" fmla="*/ 1112712 w 4603109"/>
                  <a:gd name="connsiteY661" fmla="*/ 924402 h 924402"/>
                  <a:gd name="connsiteX662" fmla="*/ 1057734 w 4603109"/>
                  <a:gd name="connsiteY662" fmla="*/ 924402 h 924402"/>
                  <a:gd name="connsiteX663" fmla="*/ 1027669 w 4603109"/>
                  <a:gd name="connsiteY663" fmla="*/ 924402 h 924402"/>
                  <a:gd name="connsiteX664" fmla="*/ 1012059 w 4603109"/>
                  <a:gd name="connsiteY664" fmla="*/ 924402 h 924402"/>
                  <a:gd name="connsiteX665" fmla="*/ 984943 w 4603109"/>
                  <a:gd name="connsiteY665" fmla="*/ 924402 h 924402"/>
                  <a:gd name="connsiteX666" fmla="*/ 929965 w 4603109"/>
                  <a:gd name="connsiteY666" fmla="*/ 924402 h 924402"/>
                  <a:gd name="connsiteX667" fmla="*/ 899900 w 4603109"/>
                  <a:gd name="connsiteY667" fmla="*/ 924402 h 924402"/>
                  <a:gd name="connsiteX668" fmla="*/ 857678 w 4603109"/>
                  <a:gd name="connsiteY668" fmla="*/ 924402 h 924402"/>
                  <a:gd name="connsiteX669" fmla="*/ 819171 w 4603109"/>
                  <a:gd name="connsiteY669" fmla="*/ 924402 h 924402"/>
                  <a:gd name="connsiteX670" fmla="*/ 729909 w 4603109"/>
                  <a:gd name="connsiteY670" fmla="*/ 924402 h 924402"/>
                  <a:gd name="connsiteX671" fmla="*/ 691402 w 4603109"/>
                  <a:gd name="connsiteY671" fmla="*/ 924402 h 924402"/>
                  <a:gd name="connsiteX672" fmla="*/ 687927 w 4603109"/>
                  <a:gd name="connsiteY672" fmla="*/ 924402 h 924402"/>
                  <a:gd name="connsiteX673" fmla="*/ 560158 w 4603109"/>
                  <a:gd name="connsiteY673" fmla="*/ 924402 h 924402"/>
                  <a:gd name="connsiteX674" fmla="*/ 432894 w 4603109"/>
                  <a:gd name="connsiteY674" fmla="*/ 924402 h 924402"/>
                  <a:gd name="connsiteX675" fmla="*/ 305125 w 4603109"/>
                  <a:gd name="connsiteY675" fmla="*/ 924402 h 924402"/>
                  <a:gd name="connsiteX676" fmla="*/ 223202 w 4603109"/>
                  <a:gd name="connsiteY676" fmla="*/ 877348 h 924402"/>
                  <a:gd name="connsiteX677" fmla="*/ 10809 w 4603109"/>
                  <a:gd name="connsiteY677" fmla="*/ 509257 h 924402"/>
                  <a:gd name="connsiteX678" fmla="*/ 10809 w 4603109"/>
                  <a:gd name="connsiteY678" fmla="*/ 415146 h 924402"/>
                  <a:gd name="connsiteX679" fmla="*/ 223202 w 4603109"/>
                  <a:gd name="connsiteY679" fmla="*/ 47054 h 924402"/>
                  <a:gd name="connsiteX680" fmla="*/ 305125 w 4603109"/>
                  <a:gd name="connsiteY680" fmla="*/ 0 h 924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</a:cxnLst>
                <a:rect l="l" t="t" r="r" b="b"/>
                <a:pathLst>
                  <a:path w="4603109" h="924402">
                    <a:moveTo>
                      <a:pt x="305125" y="0"/>
                    </a:moveTo>
                    <a:lnTo>
                      <a:pt x="432894" y="0"/>
                    </a:lnTo>
                    <a:lnTo>
                      <a:pt x="445336" y="0"/>
                    </a:lnTo>
                    <a:cubicBezTo>
                      <a:pt x="485989" y="0"/>
                      <a:pt x="520835" y="0"/>
                      <a:pt x="550703" y="0"/>
                    </a:cubicBezTo>
                    <a:lnTo>
                      <a:pt x="560158" y="0"/>
                    </a:lnTo>
                    <a:lnTo>
                      <a:pt x="573105" y="0"/>
                    </a:lnTo>
                    <a:lnTo>
                      <a:pt x="626202" y="0"/>
                    </a:lnTo>
                    <a:cubicBezTo>
                      <a:pt x="646943" y="0"/>
                      <a:pt x="663537" y="0"/>
                      <a:pt x="676811" y="0"/>
                    </a:cubicBezTo>
                    <a:lnTo>
                      <a:pt x="678472" y="0"/>
                    </a:lnTo>
                    <a:lnTo>
                      <a:pt x="687927" y="0"/>
                    </a:lnTo>
                    <a:lnTo>
                      <a:pt x="691402" y="0"/>
                    </a:lnTo>
                    <a:lnTo>
                      <a:pt x="700371" y="0"/>
                    </a:lnTo>
                    <a:lnTo>
                      <a:pt x="707508" y="0"/>
                    </a:lnTo>
                    <a:cubicBezTo>
                      <a:pt x="729909" y="0"/>
                      <a:pt x="729909" y="0"/>
                      <a:pt x="729909" y="0"/>
                    </a:cubicBezTo>
                    <a:lnTo>
                      <a:pt x="753971" y="0"/>
                    </a:lnTo>
                    <a:lnTo>
                      <a:pt x="804580" y="0"/>
                    </a:lnTo>
                    <a:lnTo>
                      <a:pt x="805737" y="0"/>
                    </a:lnTo>
                    <a:lnTo>
                      <a:pt x="819171" y="0"/>
                    </a:lnTo>
                    <a:lnTo>
                      <a:pt x="828140" y="0"/>
                    </a:lnTo>
                    <a:lnTo>
                      <a:pt x="831615" y="0"/>
                    </a:lnTo>
                    <a:lnTo>
                      <a:pt x="835277" y="0"/>
                    </a:lnTo>
                    <a:lnTo>
                      <a:pt x="857678" y="0"/>
                    </a:lnTo>
                    <a:lnTo>
                      <a:pt x="864889" y="0"/>
                    </a:lnTo>
                    <a:lnTo>
                      <a:pt x="899900" y="0"/>
                    </a:lnTo>
                    <a:lnTo>
                      <a:pt x="909341" y="0"/>
                    </a:lnTo>
                    <a:lnTo>
                      <a:pt x="929965" y="0"/>
                    </a:lnTo>
                    <a:lnTo>
                      <a:pt x="933506" y="0"/>
                    </a:lnTo>
                    <a:lnTo>
                      <a:pt x="936982" y="0"/>
                    </a:lnTo>
                    <a:lnTo>
                      <a:pt x="959384" y="0"/>
                    </a:lnTo>
                    <a:lnTo>
                      <a:pt x="962542" y="0"/>
                    </a:lnTo>
                    <a:lnTo>
                      <a:pt x="984943" y="0"/>
                    </a:lnTo>
                    <a:lnTo>
                      <a:pt x="992658" y="0"/>
                    </a:lnTo>
                    <a:lnTo>
                      <a:pt x="1012059" y="0"/>
                    </a:lnTo>
                    <a:lnTo>
                      <a:pt x="1012480" y="0"/>
                    </a:lnTo>
                    <a:lnTo>
                      <a:pt x="1027669" y="0"/>
                    </a:lnTo>
                    <a:lnTo>
                      <a:pt x="1037110" y="0"/>
                    </a:lnTo>
                    <a:lnTo>
                      <a:pt x="1040112" y="0"/>
                    </a:lnTo>
                    <a:lnTo>
                      <a:pt x="1057734" y="0"/>
                    </a:lnTo>
                    <a:lnTo>
                      <a:pt x="1064751" y="0"/>
                    </a:lnTo>
                    <a:lnTo>
                      <a:pt x="1070177" y="0"/>
                    </a:lnTo>
                    <a:lnTo>
                      <a:pt x="1072436" y="0"/>
                    </a:lnTo>
                    <a:lnTo>
                      <a:pt x="1090311" y="0"/>
                    </a:lnTo>
                    <a:lnTo>
                      <a:pt x="1110718" y="0"/>
                    </a:lnTo>
                    <a:lnTo>
                      <a:pt x="1112712" y="0"/>
                    </a:lnTo>
                    <a:lnTo>
                      <a:pt x="1116187" y="0"/>
                    </a:lnTo>
                    <a:lnTo>
                      <a:pt x="1139828" y="0"/>
                    </a:lnTo>
                    <a:lnTo>
                      <a:pt x="1140249" y="0"/>
                    </a:lnTo>
                    <a:lnTo>
                      <a:pt x="1145480" y="0"/>
                    </a:lnTo>
                    <a:lnTo>
                      <a:pt x="1152270" y="0"/>
                    </a:lnTo>
                    <a:lnTo>
                      <a:pt x="1154934" y="0"/>
                    </a:lnTo>
                    <a:lnTo>
                      <a:pt x="1167881" y="0"/>
                    </a:lnTo>
                    <a:lnTo>
                      <a:pt x="1175544" y="0"/>
                    </a:lnTo>
                    <a:lnTo>
                      <a:pt x="1184998" y="0"/>
                    </a:lnTo>
                    <a:lnTo>
                      <a:pt x="1197946" y="0"/>
                    </a:lnTo>
                    <a:lnTo>
                      <a:pt x="1200205" y="0"/>
                    </a:lnTo>
                    <a:lnTo>
                      <a:pt x="1220978" y="0"/>
                    </a:lnTo>
                    <a:lnTo>
                      <a:pt x="1238487" y="0"/>
                    </a:lnTo>
                    <a:lnTo>
                      <a:pt x="1243956" y="0"/>
                    </a:lnTo>
                    <a:lnTo>
                      <a:pt x="1251042" y="0"/>
                    </a:lnTo>
                    <a:lnTo>
                      <a:pt x="1257637" y="0"/>
                    </a:lnTo>
                    <a:lnTo>
                      <a:pt x="1271587" y="0"/>
                    </a:lnTo>
                    <a:lnTo>
                      <a:pt x="1273249" y="0"/>
                    </a:lnTo>
                    <a:lnTo>
                      <a:pt x="1280039" y="0"/>
                    </a:lnTo>
                    <a:lnTo>
                      <a:pt x="1282703" y="0"/>
                    </a:lnTo>
                    <a:lnTo>
                      <a:pt x="1286178" y="0"/>
                    </a:lnTo>
                    <a:lnTo>
                      <a:pt x="1295146" y="0"/>
                    </a:lnTo>
                    <a:lnTo>
                      <a:pt x="1301651" y="0"/>
                    </a:lnTo>
                    <a:lnTo>
                      <a:pt x="1302284" y="0"/>
                    </a:lnTo>
                    <a:lnTo>
                      <a:pt x="1303313" y="0"/>
                    </a:lnTo>
                    <a:lnTo>
                      <a:pt x="1312767" y="0"/>
                    </a:lnTo>
                    <a:lnTo>
                      <a:pt x="1316242" y="0"/>
                    </a:lnTo>
                    <a:lnTo>
                      <a:pt x="1321886" y="0"/>
                    </a:lnTo>
                    <a:lnTo>
                      <a:pt x="1324685" y="0"/>
                    </a:lnTo>
                    <a:lnTo>
                      <a:pt x="1325211" y="0"/>
                    </a:lnTo>
                    <a:lnTo>
                      <a:pt x="1332348" y="0"/>
                    </a:lnTo>
                    <a:lnTo>
                      <a:pt x="1332714" y="0"/>
                    </a:lnTo>
                    <a:lnTo>
                      <a:pt x="1333135" y="0"/>
                    </a:lnTo>
                    <a:lnTo>
                      <a:pt x="1348747" y="0"/>
                    </a:lnTo>
                    <a:lnTo>
                      <a:pt x="1354749" y="0"/>
                    </a:lnTo>
                    <a:lnTo>
                      <a:pt x="1378811" y="0"/>
                    </a:lnTo>
                    <a:lnTo>
                      <a:pt x="1383745" y="0"/>
                    </a:lnTo>
                    <a:lnTo>
                      <a:pt x="1385406" y="0"/>
                    </a:lnTo>
                    <a:lnTo>
                      <a:pt x="1399356" y="0"/>
                    </a:lnTo>
                    <a:lnTo>
                      <a:pt x="1400513" y="0"/>
                    </a:lnTo>
                    <a:lnTo>
                      <a:pt x="1413947" y="0"/>
                    </a:lnTo>
                    <a:lnTo>
                      <a:pt x="1414442" y="0"/>
                    </a:lnTo>
                    <a:lnTo>
                      <a:pt x="1422915" y="0"/>
                    </a:lnTo>
                    <a:lnTo>
                      <a:pt x="1426390" y="0"/>
                    </a:lnTo>
                    <a:lnTo>
                      <a:pt x="1429420" y="0"/>
                    </a:lnTo>
                    <a:lnTo>
                      <a:pt x="1430053" y="0"/>
                    </a:lnTo>
                    <a:lnTo>
                      <a:pt x="1430206" y="0"/>
                    </a:lnTo>
                    <a:lnTo>
                      <a:pt x="1430577" y="0"/>
                    </a:lnTo>
                    <a:lnTo>
                      <a:pt x="1436843" y="0"/>
                    </a:lnTo>
                    <a:lnTo>
                      <a:pt x="1444011" y="0"/>
                    </a:lnTo>
                    <a:lnTo>
                      <a:pt x="1449655" y="0"/>
                    </a:lnTo>
                    <a:lnTo>
                      <a:pt x="1452454" y="0"/>
                    </a:lnTo>
                    <a:lnTo>
                      <a:pt x="1452980" y="0"/>
                    </a:lnTo>
                    <a:lnTo>
                      <a:pt x="1456455" y="0"/>
                    </a:lnTo>
                    <a:lnTo>
                      <a:pt x="1459664" y="0"/>
                    </a:lnTo>
                    <a:lnTo>
                      <a:pt x="1460117" y="0"/>
                    </a:lnTo>
                    <a:lnTo>
                      <a:pt x="1460483" y="0"/>
                    </a:lnTo>
                    <a:lnTo>
                      <a:pt x="1460904" y="0"/>
                    </a:lnTo>
                    <a:lnTo>
                      <a:pt x="1472926" y="0"/>
                    </a:lnTo>
                    <a:lnTo>
                      <a:pt x="1482518" y="0"/>
                    </a:lnTo>
                    <a:lnTo>
                      <a:pt x="1489729" y="0"/>
                    </a:lnTo>
                    <a:lnTo>
                      <a:pt x="1504116" y="0"/>
                    </a:lnTo>
                    <a:lnTo>
                      <a:pt x="1511514" y="0"/>
                    </a:lnTo>
                    <a:lnTo>
                      <a:pt x="1524740" y="0"/>
                    </a:lnTo>
                    <a:lnTo>
                      <a:pt x="1528282" y="0"/>
                    </a:lnTo>
                    <a:lnTo>
                      <a:pt x="1531757" y="0"/>
                    </a:lnTo>
                    <a:lnTo>
                      <a:pt x="1534181" y="0"/>
                    </a:lnTo>
                    <a:lnTo>
                      <a:pt x="1542211" y="0"/>
                    </a:lnTo>
                    <a:lnTo>
                      <a:pt x="1554159" y="0"/>
                    </a:lnTo>
                    <a:lnTo>
                      <a:pt x="1557318" y="0"/>
                    </a:lnTo>
                    <a:lnTo>
                      <a:pt x="1557975" y="0"/>
                    </a:lnTo>
                    <a:lnTo>
                      <a:pt x="1558346" y="0"/>
                    </a:lnTo>
                    <a:lnTo>
                      <a:pt x="1561822" y="0"/>
                    </a:lnTo>
                    <a:lnTo>
                      <a:pt x="1564612" y="0"/>
                    </a:lnTo>
                    <a:lnTo>
                      <a:pt x="1566857" y="0"/>
                    </a:lnTo>
                    <a:lnTo>
                      <a:pt x="1576919" y="0"/>
                    </a:lnTo>
                    <a:lnTo>
                      <a:pt x="1579719" y="0"/>
                    </a:lnTo>
                    <a:lnTo>
                      <a:pt x="1584224" y="0"/>
                    </a:lnTo>
                    <a:lnTo>
                      <a:pt x="1587382" y="0"/>
                    </a:lnTo>
                    <a:lnTo>
                      <a:pt x="1587433" y="0"/>
                    </a:lnTo>
                    <a:lnTo>
                      <a:pt x="1600695" y="0"/>
                    </a:lnTo>
                    <a:lnTo>
                      <a:pt x="1606834" y="0"/>
                    </a:lnTo>
                    <a:lnTo>
                      <a:pt x="1607256" y="0"/>
                    </a:lnTo>
                    <a:lnTo>
                      <a:pt x="1608325" y="0"/>
                    </a:lnTo>
                    <a:lnTo>
                      <a:pt x="1609783" y="0"/>
                    </a:lnTo>
                    <a:lnTo>
                      <a:pt x="1617498" y="0"/>
                    </a:lnTo>
                    <a:lnTo>
                      <a:pt x="1631885" y="0"/>
                    </a:lnTo>
                    <a:lnTo>
                      <a:pt x="1636899" y="0"/>
                    </a:lnTo>
                    <a:lnTo>
                      <a:pt x="1637320" y="0"/>
                    </a:lnTo>
                    <a:lnTo>
                      <a:pt x="1637445" y="0"/>
                    </a:lnTo>
                    <a:lnTo>
                      <a:pt x="1652509" y="0"/>
                    </a:lnTo>
                    <a:lnTo>
                      <a:pt x="1659526" y="0"/>
                    </a:lnTo>
                    <a:lnTo>
                      <a:pt x="1661950" y="0"/>
                    </a:lnTo>
                    <a:lnTo>
                      <a:pt x="1664952" y="0"/>
                    </a:lnTo>
                    <a:lnTo>
                      <a:pt x="1667212" y="0"/>
                    </a:lnTo>
                    <a:lnTo>
                      <a:pt x="1685087" y="0"/>
                    </a:lnTo>
                    <a:lnTo>
                      <a:pt x="1689591" y="0"/>
                    </a:lnTo>
                    <a:lnTo>
                      <a:pt x="1694626" y="0"/>
                    </a:lnTo>
                    <a:lnTo>
                      <a:pt x="1697276" y="0"/>
                    </a:lnTo>
                    <a:lnTo>
                      <a:pt x="1698000" y="0"/>
                    </a:lnTo>
                    <a:lnTo>
                      <a:pt x="1704688" y="0"/>
                    </a:lnTo>
                    <a:lnTo>
                      <a:pt x="1707488" y="0"/>
                    </a:lnTo>
                    <a:lnTo>
                      <a:pt x="1710963" y="0"/>
                    </a:lnTo>
                    <a:lnTo>
                      <a:pt x="1715151" y="0"/>
                    </a:lnTo>
                    <a:lnTo>
                      <a:pt x="1721928" y="0"/>
                    </a:lnTo>
                    <a:lnTo>
                      <a:pt x="1734603" y="0"/>
                    </a:lnTo>
                    <a:lnTo>
                      <a:pt x="1735025" y="0"/>
                    </a:lnTo>
                    <a:lnTo>
                      <a:pt x="1735558" y="0"/>
                    </a:lnTo>
                    <a:lnTo>
                      <a:pt x="1736094" y="0"/>
                    </a:lnTo>
                    <a:lnTo>
                      <a:pt x="1737552" y="0"/>
                    </a:lnTo>
                    <a:lnTo>
                      <a:pt x="1741027" y="0"/>
                    </a:lnTo>
                    <a:lnTo>
                      <a:pt x="1747046" y="0"/>
                    </a:lnTo>
                    <a:lnTo>
                      <a:pt x="1748537" y="0"/>
                    </a:lnTo>
                    <a:lnTo>
                      <a:pt x="1753052" y="0"/>
                    </a:lnTo>
                    <a:lnTo>
                      <a:pt x="1757499" y="0"/>
                    </a:lnTo>
                    <a:lnTo>
                      <a:pt x="1764668" y="0"/>
                    </a:lnTo>
                    <a:lnTo>
                      <a:pt x="1765089" y="0"/>
                    </a:lnTo>
                    <a:lnTo>
                      <a:pt x="1765214" y="0"/>
                    </a:lnTo>
                    <a:lnTo>
                      <a:pt x="1770320" y="0"/>
                    </a:lnTo>
                    <a:lnTo>
                      <a:pt x="1777110" y="0"/>
                    </a:lnTo>
                    <a:lnTo>
                      <a:pt x="1779774" y="0"/>
                    </a:lnTo>
                    <a:lnTo>
                      <a:pt x="1792721" y="0"/>
                    </a:lnTo>
                    <a:lnTo>
                      <a:pt x="1794981" y="0"/>
                    </a:lnTo>
                    <a:lnTo>
                      <a:pt x="1825045" y="0"/>
                    </a:lnTo>
                    <a:lnTo>
                      <a:pt x="1825769" y="0"/>
                    </a:lnTo>
                    <a:lnTo>
                      <a:pt x="1838732" y="0"/>
                    </a:lnTo>
                    <a:lnTo>
                      <a:pt x="1845818" y="0"/>
                    </a:lnTo>
                    <a:lnTo>
                      <a:pt x="1849697" y="0"/>
                    </a:lnTo>
                    <a:lnTo>
                      <a:pt x="1852412" y="0"/>
                    </a:lnTo>
                    <a:lnTo>
                      <a:pt x="1853903" y="0"/>
                    </a:lnTo>
                    <a:lnTo>
                      <a:pt x="1863327" y="0"/>
                    </a:lnTo>
                    <a:lnTo>
                      <a:pt x="1868796" y="0"/>
                    </a:lnTo>
                    <a:lnTo>
                      <a:pt x="1874815" y="0"/>
                    </a:lnTo>
                    <a:lnTo>
                      <a:pt x="1876306" y="0"/>
                    </a:lnTo>
                    <a:lnTo>
                      <a:pt x="1880821" y="0"/>
                    </a:lnTo>
                    <a:lnTo>
                      <a:pt x="1882477" y="0"/>
                    </a:lnTo>
                    <a:lnTo>
                      <a:pt x="1883936" y="0"/>
                    </a:lnTo>
                    <a:lnTo>
                      <a:pt x="1885268" y="0"/>
                    </a:lnTo>
                    <a:lnTo>
                      <a:pt x="1896427" y="0"/>
                    </a:lnTo>
                    <a:lnTo>
                      <a:pt x="1898089" y="0"/>
                    </a:lnTo>
                    <a:lnTo>
                      <a:pt x="1904879" y="0"/>
                    </a:lnTo>
                    <a:lnTo>
                      <a:pt x="1907543" y="0"/>
                    </a:lnTo>
                    <a:lnTo>
                      <a:pt x="1911018" y="0"/>
                    </a:lnTo>
                    <a:lnTo>
                      <a:pt x="1919986" y="0"/>
                    </a:lnTo>
                    <a:lnTo>
                      <a:pt x="1927124" y="0"/>
                    </a:lnTo>
                    <a:lnTo>
                      <a:pt x="1927489" y="0"/>
                    </a:lnTo>
                    <a:lnTo>
                      <a:pt x="1927911" y="0"/>
                    </a:lnTo>
                    <a:lnTo>
                      <a:pt x="1929402" y="0"/>
                    </a:lnTo>
                    <a:lnTo>
                      <a:pt x="1946726" y="0"/>
                    </a:lnTo>
                    <a:lnTo>
                      <a:pt x="1949525" y="0"/>
                    </a:lnTo>
                    <a:lnTo>
                      <a:pt x="1957554" y="0"/>
                    </a:lnTo>
                    <a:lnTo>
                      <a:pt x="1957975" y="0"/>
                    </a:lnTo>
                    <a:lnTo>
                      <a:pt x="1973587" y="0"/>
                    </a:lnTo>
                    <a:lnTo>
                      <a:pt x="1978520" y="0"/>
                    </a:lnTo>
                    <a:lnTo>
                      <a:pt x="1980012" y="0"/>
                    </a:lnTo>
                    <a:lnTo>
                      <a:pt x="1980181" y="0"/>
                    </a:lnTo>
                    <a:lnTo>
                      <a:pt x="1981672" y="0"/>
                    </a:lnTo>
                    <a:lnTo>
                      <a:pt x="2008585" y="0"/>
                    </a:lnTo>
                    <a:lnTo>
                      <a:pt x="2009218" y="0"/>
                    </a:lnTo>
                    <a:lnTo>
                      <a:pt x="2010246" y="0"/>
                    </a:lnTo>
                    <a:lnTo>
                      <a:pt x="2010709" y="0"/>
                    </a:lnTo>
                    <a:lnTo>
                      <a:pt x="2011705" y="0"/>
                    </a:lnTo>
                    <a:lnTo>
                      <a:pt x="2024147" y="0"/>
                    </a:lnTo>
                    <a:lnTo>
                      <a:pt x="2024196" y="0"/>
                    </a:lnTo>
                    <a:lnTo>
                      <a:pt x="2024981" y="0"/>
                    </a:lnTo>
                    <a:lnTo>
                      <a:pt x="2025353" y="0"/>
                    </a:lnTo>
                    <a:lnTo>
                      <a:pt x="2026473" y="0"/>
                    </a:lnTo>
                    <a:lnTo>
                      <a:pt x="2031619" y="0"/>
                    </a:lnTo>
                    <a:lnTo>
                      <a:pt x="2033110" y="0"/>
                    </a:lnTo>
                    <a:lnTo>
                      <a:pt x="2038787" y="0"/>
                    </a:lnTo>
                    <a:lnTo>
                      <a:pt x="2039282" y="0"/>
                    </a:lnTo>
                    <a:lnTo>
                      <a:pt x="2047755" y="0"/>
                    </a:lnTo>
                    <a:lnTo>
                      <a:pt x="2051230" y="0"/>
                    </a:lnTo>
                    <a:lnTo>
                      <a:pt x="2054893" y="0"/>
                    </a:lnTo>
                    <a:lnTo>
                      <a:pt x="2055046" y="0"/>
                    </a:lnTo>
                    <a:lnTo>
                      <a:pt x="2055258" y="0"/>
                    </a:lnTo>
                    <a:lnTo>
                      <a:pt x="2055680" y="0"/>
                    </a:lnTo>
                    <a:lnTo>
                      <a:pt x="2057171" y="0"/>
                    </a:lnTo>
                    <a:lnTo>
                      <a:pt x="2061683" y="0"/>
                    </a:lnTo>
                    <a:lnTo>
                      <a:pt x="2067702" y="0"/>
                    </a:lnTo>
                    <a:lnTo>
                      <a:pt x="2074495" y="0"/>
                    </a:lnTo>
                    <a:lnTo>
                      <a:pt x="2077294" y="0"/>
                    </a:lnTo>
                    <a:lnTo>
                      <a:pt x="2084504" y="0"/>
                    </a:lnTo>
                    <a:lnTo>
                      <a:pt x="2085323" y="0"/>
                    </a:lnTo>
                    <a:lnTo>
                      <a:pt x="2085744" y="0"/>
                    </a:lnTo>
                    <a:lnTo>
                      <a:pt x="2097766" y="0"/>
                    </a:lnTo>
                    <a:lnTo>
                      <a:pt x="2106289" y="0"/>
                    </a:lnTo>
                    <a:lnTo>
                      <a:pt x="2107781" y="0"/>
                    </a:lnTo>
                    <a:lnTo>
                      <a:pt x="2128956" y="0"/>
                    </a:lnTo>
                    <a:lnTo>
                      <a:pt x="2129514" y="0"/>
                    </a:lnTo>
                    <a:lnTo>
                      <a:pt x="2136354" y="0"/>
                    </a:lnTo>
                    <a:lnTo>
                      <a:pt x="2136987" y="0"/>
                    </a:lnTo>
                    <a:lnTo>
                      <a:pt x="2138478" y="0"/>
                    </a:lnTo>
                    <a:lnTo>
                      <a:pt x="2151916" y="0"/>
                    </a:lnTo>
                    <a:lnTo>
                      <a:pt x="2152750" y="0"/>
                    </a:lnTo>
                    <a:lnTo>
                      <a:pt x="2153122" y="0"/>
                    </a:lnTo>
                    <a:lnTo>
                      <a:pt x="2154242" y="0"/>
                    </a:lnTo>
                    <a:lnTo>
                      <a:pt x="2156597" y="0"/>
                    </a:lnTo>
                    <a:lnTo>
                      <a:pt x="2159388" y="0"/>
                    </a:lnTo>
                    <a:lnTo>
                      <a:pt x="2160879" y="0"/>
                    </a:lnTo>
                    <a:lnTo>
                      <a:pt x="2161633" y="0"/>
                    </a:lnTo>
                    <a:lnTo>
                      <a:pt x="2167051" y="0"/>
                    </a:lnTo>
                    <a:lnTo>
                      <a:pt x="2178999" y="0"/>
                    </a:lnTo>
                    <a:lnTo>
                      <a:pt x="2182158" y="0"/>
                    </a:lnTo>
                    <a:lnTo>
                      <a:pt x="2182815" y="0"/>
                    </a:lnTo>
                    <a:lnTo>
                      <a:pt x="2188666" y="0"/>
                    </a:lnTo>
                    <a:lnTo>
                      <a:pt x="2189452" y="0"/>
                    </a:lnTo>
                    <a:lnTo>
                      <a:pt x="2191697" y="0"/>
                    </a:lnTo>
                    <a:lnTo>
                      <a:pt x="2195471" y="0"/>
                    </a:lnTo>
                    <a:lnTo>
                      <a:pt x="2201759" y="0"/>
                    </a:lnTo>
                    <a:lnTo>
                      <a:pt x="2203100" y="0"/>
                    </a:lnTo>
                    <a:lnTo>
                      <a:pt x="2204559" y="0"/>
                    </a:lnTo>
                    <a:lnTo>
                      <a:pt x="2204591" y="0"/>
                    </a:lnTo>
                    <a:lnTo>
                      <a:pt x="2212273" y="0"/>
                    </a:lnTo>
                    <a:lnTo>
                      <a:pt x="2225535" y="0"/>
                    </a:lnTo>
                    <a:lnTo>
                      <a:pt x="2231674" y="0"/>
                    </a:lnTo>
                    <a:lnTo>
                      <a:pt x="2232096" y="0"/>
                    </a:lnTo>
                    <a:lnTo>
                      <a:pt x="2232220" y="0"/>
                    </a:lnTo>
                    <a:lnTo>
                      <a:pt x="2233118" y="0"/>
                    </a:lnTo>
                    <a:lnTo>
                      <a:pt x="2233165" y="0"/>
                    </a:lnTo>
                    <a:lnTo>
                      <a:pt x="2256725" y="0"/>
                    </a:lnTo>
                    <a:lnTo>
                      <a:pt x="2257283" y="0"/>
                    </a:lnTo>
                    <a:lnTo>
                      <a:pt x="2262285" y="0"/>
                    </a:lnTo>
                    <a:lnTo>
                      <a:pt x="2284366" y="0"/>
                    </a:lnTo>
                    <a:lnTo>
                      <a:pt x="2289402" y="0"/>
                    </a:lnTo>
                    <a:lnTo>
                      <a:pt x="2292052" y="0"/>
                    </a:lnTo>
                    <a:lnTo>
                      <a:pt x="2299271" y="0"/>
                    </a:lnTo>
                    <a:lnTo>
                      <a:pt x="2308721" y="0"/>
                    </a:lnTo>
                    <a:lnTo>
                      <a:pt x="2309927" y="0"/>
                    </a:lnTo>
                    <a:lnTo>
                      <a:pt x="2316435" y="0"/>
                    </a:lnTo>
                    <a:lnTo>
                      <a:pt x="2316703" y="0"/>
                    </a:lnTo>
                    <a:lnTo>
                      <a:pt x="2319466" y="0"/>
                    </a:lnTo>
                    <a:lnTo>
                      <a:pt x="2322840" y="0"/>
                    </a:lnTo>
                    <a:lnTo>
                      <a:pt x="2329528" y="0"/>
                    </a:lnTo>
                    <a:lnTo>
                      <a:pt x="2330869" y="0"/>
                    </a:lnTo>
                    <a:lnTo>
                      <a:pt x="2332328" y="0"/>
                    </a:lnTo>
                    <a:lnTo>
                      <a:pt x="2332360" y="0"/>
                    </a:lnTo>
                    <a:lnTo>
                      <a:pt x="2335803" y="0"/>
                    </a:lnTo>
                    <a:lnTo>
                      <a:pt x="2343312" y="0"/>
                    </a:lnTo>
                    <a:lnTo>
                      <a:pt x="2344804" y="0"/>
                    </a:lnTo>
                    <a:lnTo>
                      <a:pt x="2346768" y="0"/>
                    </a:lnTo>
                    <a:lnTo>
                      <a:pt x="2347827" y="0"/>
                    </a:lnTo>
                    <a:lnTo>
                      <a:pt x="2352274" y="0"/>
                    </a:lnTo>
                    <a:lnTo>
                      <a:pt x="2359443" y="0"/>
                    </a:lnTo>
                    <a:lnTo>
                      <a:pt x="2359865" y="0"/>
                    </a:lnTo>
                    <a:lnTo>
                      <a:pt x="2359989" y="0"/>
                    </a:lnTo>
                    <a:lnTo>
                      <a:pt x="2360887" y="0"/>
                    </a:lnTo>
                    <a:lnTo>
                      <a:pt x="2360934" y="0"/>
                    </a:lnTo>
                    <a:lnTo>
                      <a:pt x="2371886" y="0"/>
                    </a:lnTo>
                    <a:lnTo>
                      <a:pt x="2373377" y="0"/>
                    </a:lnTo>
                    <a:lnTo>
                      <a:pt x="2377892" y="0"/>
                    </a:lnTo>
                    <a:cubicBezTo>
                      <a:pt x="2382339" y="0"/>
                      <a:pt x="2382339" y="0"/>
                      <a:pt x="2382339" y="0"/>
                    </a:cubicBezTo>
                    <a:lnTo>
                      <a:pt x="2390054" y="0"/>
                    </a:lnTo>
                    <a:lnTo>
                      <a:pt x="2419821" y="0"/>
                    </a:lnTo>
                    <a:lnTo>
                      <a:pt x="2427040" y="0"/>
                    </a:lnTo>
                    <a:lnTo>
                      <a:pt x="2436490" y="0"/>
                    </a:lnTo>
                    <a:lnTo>
                      <a:pt x="2444472" y="0"/>
                    </a:lnTo>
                    <a:lnTo>
                      <a:pt x="2448678" y="0"/>
                    </a:lnTo>
                    <a:lnTo>
                      <a:pt x="2450171" y="0"/>
                    </a:lnTo>
                    <a:lnTo>
                      <a:pt x="2450609" y="0"/>
                    </a:lnTo>
                    <a:lnTo>
                      <a:pt x="2463572" y="0"/>
                    </a:lnTo>
                    <a:lnTo>
                      <a:pt x="2471081" y="0"/>
                    </a:lnTo>
                    <a:lnTo>
                      <a:pt x="2472573" y="0"/>
                    </a:lnTo>
                    <a:lnTo>
                      <a:pt x="2474537" y="0"/>
                    </a:lnTo>
                    <a:lnTo>
                      <a:pt x="2475596" y="0"/>
                    </a:lnTo>
                    <a:lnTo>
                      <a:pt x="2477252" y="0"/>
                    </a:lnTo>
                    <a:lnTo>
                      <a:pt x="2478712" y="0"/>
                    </a:lnTo>
                    <a:lnTo>
                      <a:pt x="2478743" y="0"/>
                    </a:lnTo>
                    <a:lnTo>
                      <a:pt x="2480043" y="0"/>
                    </a:lnTo>
                    <a:lnTo>
                      <a:pt x="2499655" y="0"/>
                    </a:lnTo>
                    <a:lnTo>
                      <a:pt x="2501146" y="0"/>
                    </a:lnTo>
                    <a:lnTo>
                      <a:pt x="2505661" y="0"/>
                    </a:lnTo>
                    <a:lnTo>
                      <a:pt x="2508776" y="0"/>
                    </a:lnTo>
                    <a:lnTo>
                      <a:pt x="2510108" y="0"/>
                    </a:lnTo>
                    <a:lnTo>
                      <a:pt x="2524178" y="0"/>
                    </a:lnTo>
                    <a:lnTo>
                      <a:pt x="2525248" y="0"/>
                    </a:lnTo>
                    <a:lnTo>
                      <a:pt x="2525669" y="0"/>
                    </a:lnTo>
                    <a:lnTo>
                      <a:pt x="2552329" y="0"/>
                    </a:lnTo>
                    <a:lnTo>
                      <a:pt x="2552751" y="0"/>
                    </a:lnTo>
                    <a:lnTo>
                      <a:pt x="2554242" y="0"/>
                    </a:lnTo>
                    <a:lnTo>
                      <a:pt x="2574787" y="0"/>
                    </a:lnTo>
                    <a:lnTo>
                      <a:pt x="2576279" y="0"/>
                    </a:lnTo>
                    <a:lnTo>
                      <a:pt x="2576447" y="0"/>
                    </a:lnTo>
                    <a:lnTo>
                      <a:pt x="2577940" y="0"/>
                    </a:lnTo>
                    <a:lnTo>
                      <a:pt x="2603360" y="0"/>
                    </a:lnTo>
                    <a:lnTo>
                      <a:pt x="2604852" y="0"/>
                    </a:lnTo>
                    <a:lnTo>
                      <a:pt x="2605021" y="0"/>
                    </a:lnTo>
                    <a:lnTo>
                      <a:pt x="2605484" y="0"/>
                    </a:lnTo>
                    <a:lnTo>
                      <a:pt x="2606481" y="0"/>
                    </a:lnTo>
                    <a:lnTo>
                      <a:pt x="2606512" y="0"/>
                    </a:lnTo>
                    <a:lnTo>
                      <a:pt x="2606976" y="0"/>
                    </a:lnTo>
                    <a:lnTo>
                      <a:pt x="2618923" y="0"/>
                    </a:lnTo>
                    <a:lnTo>
                      <a:pt x="2621248" y="0"/>
                    </a:lnTo>
                    <a:lnTo>
                      <a:pt x="2622740" y="0"/>
                    </a:lnTo>
                    <a:lnTo>
                      <a:pt x="2627885" y="0"/>
                    </a:lnTo>
                    <a:lnTo>
                      <a:pt x="2629377" y="0"/>
                    </a:lnTo>
                    <a:lnTo>
                      <a:pt x="2634058" y="0"/>
                    </a:lnTo>
                    <a:lnTo>
                      <a:pt x="2635549" y="0"/>
                    </a:lnTo>
                    <a:lnTo>
                      <a:pt x="2636545" y="0"/>
                    </a:lnTo>
                    <a:lnTo>
                      <a:pt x="2648987" y="0"/>
                    </a:lnTo>
                    <a:lnTo>
                      <a:pt x="2649821" y="0"/>
                    </a:lnTo>
                    <a:lnTo>
                      <a:pt x="2651313" y="0"/>
                    </a:lnTo>
                    <a:lnTo>
                      <a:pt x="2651947" y="0"/>
                    </a:lnTo>
                    <a:lnTo>
                      <a:pt x="2653017" y="0"/>
                    </a:lnTo>
                    <a:lnTo>
                      <a:pt x="2653438" y="0"/>
                    </a:lnTo>
                    <a:lnTo>
                      <a:pt x="2656459" y="0"/>
                    </a:lnTo>
                    <a:lnTo>
                      <a:pt x="2657950" y="0"/>
                    </a:lnTo>
                    <a:lnTo>
                      <a:pt x="2665460" y="0"/>
                    </a:lnTo>
                    <a:lnTo>
                      <a:pt x="2680098" y="0"/>
                    </a:lnTo>
                    <a:lnTo>
                      <a:pt x="2680520" y="0"/>
                    </a:lnTo>
                    <a:lnTo>
                      <a:pt x="2682011" y="0"/>
                    </a:lnTo>
                    <a:lnTo>
                      <a:pt x="2692542" y="0"/>
                    </a:lnTo>
                    <a:lnTo>
                      <a:pt x="2702556" y="0"/>
                    </a:lnTo>
                    <a:lnTo>
                      <a:pt x="2704048" y="0"/>
                    </a:lnTo>
                    <a:lnTo>
                      <a:pt x="2724289" y="0"/>
                    </a:lnTo>
                    <a:lnTo>
                      <a:pt x="2731129" y="0"/>
                    </a:lnTo>
                    <a:lnTo>
                      <a:pt x="2732621" y="0"/>
                    </a:lnTo>
                    <a:lnTo>
                      <a:pt x="2733253" y="0"/>
                    </a:lnTo>
                    <a:lnTo>
                      <a:pt x="2734745" y="0"/>
                    </a:lnTo>
                    <a:lnTo>
                      <a:pt x="2746692" y="0"/>
                    </a:lnTo>
                    <a:lnTo>
                      <a:pt x="2749017" y="0"/>
                    </a:lnTo>
                    <a:lnTo>
                      <a:pt x="2750509" y="0"/>
                    </a:lnTo>
                    <a:lnTo>
                      <a:pt x="2754354" y="0"/>
                    </a:lnTo>
                    <a:lnTo>
                      <a:pt x="2755654" y="0"/>
                    </a:lnTo>
                    <a:lnTo>
                      <a:pt x="2757146" y="0"/>
                    </a:lnTo>
                    <a:lnTo>
                      <a:pt x="2761827" y="0"/>
                    </a:lnTo>
                    <a:lnTo>
                      <a:pt x="2763318" y="0"/>
                    </a:lnTo>
                    <a:lnTo>
                      <a:pt x="2776756" y="0"/>
                    </a:lnTo>
                    <a:lnTo>
                      <a:pt x="2777590" y="0"/>
                    </a:lnTo>
                    <a:lnTo>
                      <a:pt x="2779082" y="0"/>
                    </a:lnTo>
                    <a:lnTo>
                      <a:pt x="2783442" y="0"/>
                    </a:lnTo>
                    <a:lnTo>
                      <a:pt x="2784228" y="0"/>
                    </a:lnTo>
                    <a:lnTo>
                      <a:pt x="2785719" y="0"/>
                    </a:lnTo>
                    <a:lnTo>
                      <a:pt x="2786473" y="0"/>
                    </a:lnTo>
                    <a:lnTo>
                      <a:pt x="2793229" y="0"/>
                    </a:lnTo>
                    <a:lnTo>
                      <a:pt x="2799367" y="0"/>
                    </a:lnTo>
                    <a:lnTo>
                      <a:pt x="2813506" y="0"/>
                    </a:lnTo>
                    <a:lnTo>
                      <a:pt x="2820311" y="0"/>
                    </a:lnTo>
                    <a:lnTo>
                      <a:pt x="2827893" y="0"/>
                    </a:lnTo>
                    <a:lnTo>
                      <a:pt x="2827940" y="0"/>
                    </a:lnTo>
                    <a:lnTo>
                      <a:pt x="2829431" y="0"/>
                    </a:lnTo>
                    <a:lnTo>
                      <a:pt x="2829978" y="0"/>
                    </a:lnTo>
                    <a:lnTo>
                      <a:pt x="2852058" y="0"/>
                    </a:lnTo>
                    <a:lnTo>
                      <a:pt x="2857060" y="0"/>
                    </a:lnTo>
                    <a:lnTo>
                      <a:pt x="2857958" y="0"/>
                    </a:lnTo>
                    <a:lnTo>
                      <a:pt x="2871601" y="0"/>
                    </a:lnTo>
                    <a:lnTo>
                      <a:pt x="2882123" y="0"/>
                    </a:lnTo>
                    <a:lnTo>
                      <a:pt x="2894046" y="0"/>
                    </a:lnTo>
                    <a:lnTo>
                      <a:pt x="2903496" y="0"/>
                    </a:lnTo>
                    <a:lnTo>
                      <a:pt x="2911211" y="0"/>
                    </a:lnTo>
                    <a:lnTo>
                      <a:pt x="2914242" y="0"/>
                    </a:lnTo>
                    <a:lnTo>
                      <a:pt x="2914461" y="0"/>
                    </a:lnTo>
                    <a:lnTo>
                      <a:pt x="2924111" y="0"/>
                    </a:lnTo>
                    <a:lnTo>
                      <a:pt x="2927136" y="0"/>
                    </a:lnTo>
                    <a:lnTo>
                      <a:pt x="2933561" y="0"/>
                    </a:lnTo>
                    <a:lnTo>
                      <a:pt x="2939580" y="0"/>
                    </a:lnTo>
                    <a:lnTo>
                      <a:pt x="2941275" y="0"/>
                    </a:lnTo>
                    <a:lnTo>
                      <a:pt x="2941543" y="0"/>
                    </a:lnTo>
                    <a:lnTo>
                      <a:pt x="2945586" y="0"/>
                    </a:lnTo>
                    <a:lnTo>
                      <a:pt x="2950032" y="0"/>
                    </a:lnTo>
                    <a:lnTo>
                      <a:pt x="2955662" y="0"/>
                    </a:lnTo>
                    <a:lnTo>
                      <a:pt x="2955709" y="0"/>
                    </a:lnTo>
                    <a:lnTo>
                      <a:pt x="2957200" y="0"/>
                    </a:lnTo>
                    <a:lnTo>
                      <a:pt x="2957747" y="0"/>
                    </a:lnTo>
                    <a:lnTo>
                      <a:pt x="2968152" y="0"/>
                    </a:lnTo>
                    <a:lnTo>
                      <a:pt x="2969644" y="0"/>
                    </a:lnTo>
                    <a:lnTo>
                      <a:pt x="2972667" y="0"/>
                    </a:lnTo>
                    <a:lnTo>
                      <a:pt x="2977114" y="0"/>
                    </a:lnTo>
                    <a:lnTo>
                      <a:pt x="2984829" y="0"/>
                    </a:lnTo>
                    <a:lnTo>
                      <a:pt x="2985727" y="0"/>
                    </a:lnTo>
                    <a:lnTo>
                      <a:pt x="2999370" y="0"/>
                    </a:lnTo>
                    <a:lnTo>
                      <a:pt x="3021815" y="0"/>
                    </a:lnTo>
                    <a:lnTo>
                      <a:pt x="3031265" y="0"/>
                    </a:lnTo>
                    <a:lnTo>
                      <a:pt x="3042230" y="0"/>
                    </a:lnTo>
                    <a:lnTo>
                      <a:pt x="3044946" y="0"/>
                    </a:lnTo>
                    <a:lnTo>
                      <a:pt x="3051880" y="0"/>
                    </a:lnTo>
                    <a:lnTo>
                      <a:pt x="3061330" y="0"/>
                    </a:lnTo>
                    <a:lnTo>
                      <a:pt x="3067349" y="0"/>
                    </a:lnTo>
                    <a:lnTo>
                      <a:pt x="3069312" y="0"/>
                    </a:lnTo>
                    <a:lnTo>
                      <a:pt x="3073355" y="0"/>
                    </a:lnTo>
                    <a:lnTo>
                      <a:pt x="3073518" y="0"/>
                    </a:lnTo>
                    <a:lnTo>
                      <a:pt x="3075011" y="0"/>
                    </a:lnTo>
                    <a:lnTo>
                      <a:pt x="3077801" y="0"/>
                    </a:lnTo>
                    <a:lnTo>
                      <a:pt x="3095921" y="0"/>
                    </a:lnTo>
                    <a:lnTo>
                      <a:pt x="3097413" y="0"/>
                    </a:lnTo>
                    <a:lnTo>
                      <a:pt x="3100436" y="0"/>
                    </a:lnTo>
                    <a:lnTo>
                      <a:pt x="3103552" y="0"/>
                    </a:lnTo>
                    <a:lnTo>
                      <a:pt x="3104883" y="0"/>
                    </a:lnTo>
                    <a:lnTo>
                      <a:pt x="3120023" y="0"/>
                    </a:lnTo>
                    <a:lnTo>
                      <a:pt x="3120445" y="0"/>
                    </a:lnTo>
                    <a:lnTo>
                      <a:pt x="3149018" y="0"/>
                    </a:lnTo>
                    <a:lnTo>
                      <a:pt x="3150088" y="0"/>
                    </a:lnTo>
                    <a:lnTo>
                      <a:pt x="3150509" y="0"/>
                    </a:lnTo>
                    <a:lnTo>
                      <a:pt x="3171054" y="0"/>
                    </a:lnTo>
                    <a:lnTo>
                      <a:pt x="3172715" y="0"/>
                    </a:lnTo>
                    <a:lnTo>
                      <a:pt x="3199627" y="0"/>
                    </a:lnTo>
                    <a:lnTo>
                      <a:pt x="3201119" y="0"/>
                    </a:lnTo>
                    <a:lnTo>
                      <a:pt x="3201287" y="0"/>
                    </a:lnTo>
                    <a:lnTo>
                      <a:pt x="3201751" y="0"/>
                    </a:lnTo>
                    <a:lnTo>
                      <a:pt x="3202780" y="0"/>
                    </a:lnTo>
                    <a:lnTo>
                      <a:pt x="3217515" y="0"/>
                    </a:lnTo>
                    <a:lnTo>
                      <a:pt x="3224152" y="0"/>
                    </a:lnTo>
                    <a:lnTo>
                      <a:pt x="3230324" y="0"/>
                    </a:lnTo>
                    <a:lnTo>
                      <a:pt x="3231321" y="0"/>
                    </a:lnTo>
                    <a:lnTo>
                      <a:pt x="3231816" y="0"/>
                    </a:lnTo>
                    <a:lnTo>
                      <a:pt x="3243763" y="0"/>
                    </a:lnTo>
                    <a:lnTo>
                      <a:pt x="3246088" y="0"/>
                    </a:lnTo>
                    <a:lnTo>
                      <a:pt x="3247580" y="0"/>
                    </a:lnTo>
                    <a:lnTo>
                      <a:pt x="3247792" y="0"/>
                    </a:lnTo>
                    <a:lnTo>
                      <a:pt x="3248214" y="0"/>
                    </a:lnTo>
                    <a:lnTo>
                      <a:pt x="3252725" y="0"/>
                    </a:lnTo>
                    <a:lnTo>
                      <a:pt x="3254217" y="0"/>
                    </a:lnTo>
                    <a:lnTo>
                      <a:pt x="3260235" y="0"/>
                    </a:lnTo>
                    <a:lnTo>
                      <a:pt x="3276787" y="0"/>
                    </a:lnTo>
                    <a:lnTo>
                      <a:pt x="3277857" y="0"/>
                    </a:lnTo>
                    <a:lnTo>
                      <a:pt x="3278278" y="0"/>
                    </a:lnTo>
                    <a:lnTo>
                      <a:pt x="3290300" y="0"/>
                    </a:lnTo>
                    <a:lnTo>
                      <a:pt x="3298823" y="0"/>
                    </a:lnTo>
                    <a:lnTo>
                      <a:pt x="3327396" y="0"/>
                    </a:lnTo>
                    <a:lnTo>
                      <a:pt x="3328888" y="0"/>
                    </a:lnTo>
                    <a:lnTo>
                      <a:pt x="3329520" y="0"/>
                    </a:lnTo>
                    <a:lnTo>
                      <a:pt x="3345284" y="0"/>
                    </a:lnTo>
                    <a:lnTo>
                      <a:pt x="3349129" y="0"/>
                    </a:lnTo>
                    <a:lnTo>
                      <a:pt x="3351921" y="0"/>
                    </a:lnTo>
                    <a:lnTo>
                      <a:pt x="3358093" y="0"/>
                    </a:lnTo>
                    <a:lnTo>
                      <a:pt x="3359585" y="0"/>
                    </a:lnTo>
                    <a:lnTo>
                      <a:pt x="3371532" y="0"/>
                    </a:lnTo>
                    <a:lnTo>
                      <a:pt x="3373857" y="0"/>
                    </a:lnTo>
                    <a:lnTo>
                      <a:pt x="3375349" y="0"/>
                    </a:lnTo>
                    <a:lnTo>
                      <a:pt x="3380494" y="0"/>
                    </a:lnTo>
                    <a:lnTo>
                      <a:pt x="3381986" y="0"/>
                    </a:lnTo>
                    <a:lnTo>
                      <a:pt x="3388004" y="0"/>
                    </a:lnTo>
                    <a:lnTo>
                      <a:pt x="3408282" y="0"/>
                    </a:lnTo>
                    <a:lnTo>
                      <a:pt x="3418069" y="0"/>
                    </a:lnTo>
                    <a:lnTo>
                      <a:pt x="3424207" y="0"/>
                    </a:lnTo>
                    <a:lnTo>
                      <a:pt x="3424753" y="0"/>
                    </a:lnTo>
                    <a:lnTo>
                      <a:pt x="3452733" y="0"/>
                    </a:lnTo>
                    <a:lnTo>
                      <a:pt x="3454818" y="0"/>
                    </a:lnTo>
                    <a:lnTo>
                      <a:pt x="3476898" y="0"/>
                    </a:lnTo>
                    <a:lnTo>
                      <a:pt x="3496441" y="0"/>
                    </a:lnTo>
                    <a:lnTo>
                      <a:pt x="3509236" y="0"/>
                    </a:lnTo>
                    <a:lnTo>
                      <a:pt x="3518886" y="0"/>
                    </a:lnTo>
                    <a:lnTo>
                      <a:pt x="3528336" y="0"/>
                    </a:lnTo>
                    <a:lnTo>
                      <a:pt x="3536051" y="0"/>
                    </a:lnTo>
                    <a:lnTo>
                      <a:pt x="3539301" y="0"/>
                    </a:lnTo>
                    <a:lnTo>
                      <a:pt x="3540361" y="0"/>
                    </a:lnTo>
                    <a:lnTo>
                      <a:pt x="3544807" y="0"/>
                    </a:lnTo>
                    <a:lnTo>
                      <a:pt x="3551976" y="0"/>
                    </a:lnTo>
                    <a:lnTo>
                      <a:pt x="3552522" y="0"/>
                    </a:lnTo>
                    <a:lnTo>
                      <a:pt x="3564420" y="0"/>
                    </a:lnTo>
                    <a:lnTo>
                      <a:pt x="3570426" y="0"/>
                    </a:lnTo>
                    <a:cubicBezTo>
                      <a:pt x="3574872" y="0"/>
                      <a:pt x="3574872" y="0"/>
                      <a:pt x="3574872" y="0"/>
                    </a:cubicBezTo>
                    <a:lnTo>
                      <a:pt x="3580502" y="0"/>
                    </a:lnTo>
                    <a:lnTo>
                      <a:pt x="3582587" y="0"/>
                    </a:lnTo>
                    <a:lnTo>
                      <a:pt x="3624210" y="0"/>
                    </a:lnTo>
                    <a:lnTo>
                      <a:pt x="3637005" y="0"/>
                    </a:lnTo>
                    <a:lnTo>
                      <a:pt x="3646655" y="0"/>
                    </a:lnTo>
                    <a:lnTo>
                      <a:pt x="3656105" y="0"/>
                    </a:lnTo>
                    <a:lnTo>
                      <a:pt x="3667070" y="0"/>
                    </a:lnTo>
                    <a:lnTo>
                      <a:pt x="3668130" y="0"/>
                    </a:lnTo>
                    <a:lnTo>
                      <a:pt x="3669786" y="0"/>
                    </a:lnTo>
                    <a:lnTo>
                      <a:pt x="3672576" y="0"/>
                    </a:lnTo>
                    <a:lnTo>
                      <a:pt x="3692189" y="0"/>
                    </a:lnTo>
                    <a:lnTo>
                      <a:pt x="3698195" y="0"/>
                    </a:lnTo>
                    <a:lnTo>
                      <a:pt x="3702641" y="0"/>
                    </a:lnTo>
                    <a:lnTo>
                      <a:pt x="3744863" y="0"/>
                    </a:lnTo>
                    <a:lnTo>
                      <a:pt x="3745285" y="0"/>
                    </a:lnTo>
                    <a:lnTo>
                      <a:pt x="3795894" y="0"/>
                    </a:lnTo>
                    <a:lnTo>
                      <a:pt x="3797555" y="0"/>
                    </a:lnTo>
                    <a:lnTo>
                      <a:pt x="3826591" y="0"/>
                    </a:lnTo>
                    <a:lnTo>
                      <a:pt x="3842355" y="0"/>
                    </a:lnTo>
                    <a:lnTo>
                      <a:pt x="3848992" y="0"/>
                    </a:lnTo>
                    <a:lnTo>
                      <a:pt x="3872632" y="0"/>
                    </a:lnTo>
                    <a:lnTo>
                      <a:pt x="3873054" y="0"/>
                    </a:lnTo>
                    <a:lnTo>
                      <a:pt x="3885075" y="0"/>
                    </a:lnTo>
                    <a:lnTo>
                      <a:pt x="3923663" y="0"/>
                    </a:lnTo>
                    <a:lnTo>
                      <a:pt x="3954360" y="0"/>
                    </a:lnTo>
                    <a:lnTo>
                      <a:pt x="3970124" y="0"/>
                    </a:lnTo>
                    <a:lnTo>
                      <a:pt x="3976761" y="0"/>
                    </a:lnTo>
                    <a:lnTo>
                      <a:pt x="4012844" y="0"/>
                    </a:lnTo>
                    <a:lnTo>
                      <a:pt x="4049593" y="0"/>
                    </a:lnTo>
                    <a:cubicBezTo>
                      <a:pt x="4169647" y="0"/>
                      <a:pt x="4169647" y="0"/>
                      <a:pt x="4169647" y="0"/>
                    </a:cubicBezTo>
                    <a:lnTo>
                      <a:pt x="4177362" y="0"/>
                    </a:lnTo>
                    <a:cubicBezTo>
                      <a:pt x="4297416" y="0"/>
                      <a:pt x="4297416" y="0"/>
                      <a:pt x="4297416" y="0"/>
                    </a:cubicBezTo>
                    <a:cubicBezTo>
                      <a:pt x="4327758" y="0"/>
                      <a:pt x="4364168" y="21251"/>
                      <a:pt x="4379339" y="47054"/>
                    </a:cubicBezTo>
                    <a:cubicBezTo>
                      <a:pt x="4591731" y="415146"/>
                      <a:pt x="4591731" y="415146"/>
                      <a:pt x="4591731" y="415146"/>
                    </a:cubicBezTo>
                    <a:cubicBezTo>
                      <a:pt x="4606902" y="440951"/>
                      <a:pt x="4606902" y="483452"/>
                      <a:pt x="4591731" y="509257"/>
                    </a:cubicBezTo>
                    <a:cubicBezTo>
                      <a:pt x="4379339" y="877348"/>
                      <a:pt x="4379339" y="877348"/>
                      <a:pt x="4379339" y="877348"/>
                    </a:cubicBezTo>
                    <a:cubicBezTo>
                      <a:pt x="4364168" y="903151"/>
                      <a:pt x="4327758" y="924402"/>
                      <a:pt x="4297416" y="924402"/>
                    </a:cubicBezTo>
                    <a:lnTo>
                      <a:pt x="4169647" y="924402"/>
                    </a:lnTo>
                    <a:lnTo>
                      <a:pt x="3976761" y="924402"/>
                    </a:lnTo>
                    <a:lnTo>
                      <a:pt x="3872632" y="924402"/>
                    </a:lnTo>
                    <a:lnTo>
                      <a:pt x="3848992" y="924402"/>
                    </a:lnTo>
                    <a:lnTo>
                      <a:pt x="3744863" y="924402"/>
                    </a:lnTo>
                    <a:lnTo>
                      <a:pt x="3702641" y="924402"/>
                    </a:lnTo>
                    <a:lnTo>
                      <a:pt x="3672576" y="924402"/>
                    </a:lnTo>
                    <a:lnTo>
                      <a:pt x="3656105" y="924402"/>
                    </a:lnTo>
                    <a:lnTo>
                      <a:pt x="3574872" y="924402"/>
                    </a:lnTo>
                    <a:lnTo>
                      <a:pt x="3551976" y="924402"/>
                    </a:lnTo>
                    <a:lnTo>
                      <a:pt x="3544807" y="924402"/>
                    </a:lnTo>
                    <a:lnTo>
                      <a:pt x="3528336" y="924402"/>
                    </a:lnTo>
                    <a:lnTo>
                      <a:pt x="3424207" y="924402"/>
                    </a:lnTo>
                    <a:lnTo>
                      <a:pt x="3381986" y="924402"/>
                    </a:lnTo>
                    <a:lnTo>
                      <a:pt x="3380494" y="924402"/>
                    </a:lnTo>
                    <a:lnTo>
                      <a:pt x="3351921" y="924402"/>
                    </a:lnTo>
                    <a:lnTo>
                      <a:pt x="3277857" y="924402"/>
                    </a:lnTo>
                    <a:lnTo>
                      <a:pt x="3254217" y="924402"/>
                    </a:lnTo>
                    <a:lnTo>
                      <a:pt x="3252725" y="924402"/>
                    </a:lnTo>
                    <a:lnTo>
                      <a:pt x="3247792" y="924402"/>
                    </a:lnTo>
                    <a:lnTo>
                      <a:pt x="3231321" y="924402"/>
                    </a:lnTo>
                    <a:lnTo>
                      <a:pt x="3224152" y="924402"/>
                    </a:lnTo>
                    <a:lnTo>
                      <a:pt x="3150088" y="924402"/>
                    </a:lnTo>
                    <a:lnTo>
                      <a:pt x="3120023" y="924402"/>
                    </a:lnTo>
                    <a:lnTo>
                      <a:pt x="3104883" y="924402"/>
                    </a:lnTo>
                    <a:lnTo>
                      <a:pt x="3103552" y="924402"/>
                    </a:lnTo>
                    <a:lnTo>
                      <a:pt x="3077801" y="924402"/>
                    </a:lnTo>
                    <a:lnTo>
                      <a:pt x="3061330" y="924402"/>
                    </a:lnTo>
                    <a:lnTo>
                      <a:pt x="3031265" y="924402"/>
                    </a:lnTo>
                    <a:lnTo>
                      <a:pt x="2977114" y="924402"/>
                    </a:lnTo>
                    <a:lnTo>
                      <a:pt x="2957200" y="924402"/>
                    </a:lnTo>
                    <a:lnTo>
                      <a:pt x="2955709" y="924402"/>
                    </a:lnTo>
                    <a:lnTo>
                      <a:pt x="2950032" y="924402"/>
                    </a:lnTo>
                    <a:lnTo>
                      <a:pt x="2933561" y="924402"/>
                    </a:lnTo>
                    <a:lnTo>
                      <a:pt x="2927136" y="924402"/>
                    </a:lnTo>
                    <a:lnTo>
                      <a:pt x="2903496" y="924402"/>
                    </a:lnTo>
                    <a:lnTo>
                      <a:pt x="2829431" y="924402"/>
                    </a:lnTo>
                    <a:lnTo>
                      <a:pt x="2827940" y="924402"/>
                    </a:lnTo>
                    <a:lnTo>
                      <a:pt x="2799367" y="924402"/>
                    </a:lnTo>
                    <a:lnTo>
                      <a:pt x="2785719" y="924402"/>
                    </a:lnTo>
                    <a:lnTo>
                      <a:pt x="2784228" y="924402"/>
                    </a:lnTo>
                    <a:lnTo>
                      <a:pt x="2757146" y="924402"/>
                    </a:lnTo>
                    <a:lnTo>
                      <a:pt x="2755654" y="924402"/>
                    </a:lnTo>
                    <a:lnTo>
                      <a:pt x="2680098" y="924402"/>
                    </a:lnTo>
                    <a:lnTo>
                      <a:pt x="2657950" y="924402"/>
                    </a:lnTo>
                    <a:lnTo>
                      <a:pt x="2656459" y="924402"/>
                    </a:lnTo>
                    <a:lnTo>
                      <a:pt x="2653017" y="924402"/>
                    </a:lnTo>
                    <a:lnTo>
                      <a:pt x="2636545" y="924402"/>
                    </a:lnTo>
                    <a:lnTo>
                      <a:pt x="2629377" y="924402"/>
                    </a:lnTo>
                    <a:lnTo>
                      <a:pt x="2627885" y="924402"/>
                    </a:lnTo>
                    <a:lnTo>
                      <a:pt x="2606481" y="924402"/>
                    </a:lnTo>
                    <a:lnTo>
                      <a:pt x="2552329" y="924402"/>
                    </a:lnTo>
                    <a:lnTo>
                      <a:pt x="2525248" y="924402"/>
                    </a:lnTo>
                    <a:lnTo>
                      <a:pt x="2510108" y="924402"/>
                    </a:lnTo>
                    <a:lnTo>
                      <a:pt x="2508776" y="924402"/>
                    </a:lnTo>
                    <a:lnTo>
                      <a:pt x="2480043" y="924402"/>
                    </a:lnTo>
                    <a:lnTo>
                      <a:pt x="2478712" y="924402"/>
                    </a:lnTo>
                    <a:lnTo>
                      <a:pt x="2463572" y="924402"/>
                    </a:lnTo>
                    <a:lnTo>
                      <a:pt x="2436490" y="924402"/>
                    </a:lnTo>
                    <a:lnTo>
                      <a:pt x="2382339" y="924402"/>
                    </a:lnTo>
                    <a:lnTo>
                      <a:pt x="2360934" y="924402"/>
                    </a:lnTo>
                    <a:lnTo>
                      <a:pt x="2359443" y="924402"/>
                    </a:lnTo>
                    <a:lnTo>
                      <a:pt x="2352274" y="924402"/>
                    </a:lnTo>
                    <a:lnTo>
                      <a:pt x="2335803" y="924402"/>
                    </a:lnTo>
                    <a:lnTo>
                      <a:pt x="2332360" y="924402"/>
                    </a:lnTo>
                    <a:lnTo>
                      <a:pt x="2332328" y="924402"/>
                    </a:lnTo>
                    <a:lnTo>
                      <a:pt x="2330869" y="924402"/>
                    </a:lnTo>
                    <a:lnTo>
                      <a:pt x="2308721" y="924402"/>
                    </a:lnTo>
                    <a:lnTo>
                      <a:pt x="2233165" y="924402"/>
                    </a:lnTo>
                    <a:lnTo>
                      <a:pt x="2231674" y="924402"/>
                    </a:lnTo>
                    <a:lnTo>
                      <a:pt x="2204591" y="924402"/>
                    </a:lnTo>
                    <a:lnTo>
                      <a:pt x="2204559" y="924402"/>
                    </a:lnTo>
                    <a:lnTo>
                      <a:pt x="2203100" y="924402"/>
                    </a:lnTo>
                    <a:lnTo>
                      <a:pt x="2189452" y="924402"/>
                    </a:lnTo>
                    <a:lnTo>
                      <a:pt x="2160879" y="924402"/>
                    </a:lnTo>
                    <a:lnTo>
                      <a:pt x="2159388" y="924402"/>
                    </a:lnTo>
                    <a:lnTo>
                      <a:pt x="2085323" y="924402"/>
                    </a:lnTo>
                    <a:lnTo>
                      <a:pt x="2077294" y="924402"/>
                    </a:lnTo>
                    <a:lnTo>
                      <a:pt x="2061683" y="924402"/>
                    </a:lnTo>
                    <a:lnTo>
                      <a:pt x="2055258" y="924402"/>
                    </a:lnTo>
                    <a:lnTo>
                      <a:pt x="2038787" y="924402"/>
                    </a:lnTo>
                    <a:lnTo>
                      <a:pt x="2033110" y="924402"/>
                    </a:lnTo>
                    <a:lnTo>
                      <a:pt x="2031619" y="924402"/>
                    </a:lnTo>
                    <a:lnTo>
                      <a:pt x="2011705" y="924402"/>
                    </a:lnTo>
                    <a:lnTo>
                      <a:pt x="1957554" y="924402"/>
                    </a:lnTo>
                    <a:lnTo>
                      <a:pt x="1949525" y="924402"/>
                    </a:lnTo>
                    <a:lnTo>
                      <a:pt x="1927489" y="924402"/>
                    </a:lnTo>
                    <a:lnTo>
                      <a:pt x="1911018" y="924402"/>
                    </a:lnTo>
                    <a:lnTo>
                      <a:pt x="1907543" y="924402"/>
                    </a:lnTo>
                    <a:lnTo>
                      <a:pt x="1885268" y="924402"/>
                    </a:lnTo>
                    <a:lnTo>
                      <a:pt x="1883936" y="924402"/>
                    </a:lnTo>
                    <a:lnTo>
                      <a:pt x="1868796" y="924402"/>
                    </a:lnTo>
                    <a:lnTo>
                      <a:pt x="1838732" y="924402"/>
                    </a:lnTo>
                    <a:lnTo>
                      <a:pt x="1779774" y="924402"/>
                    </a:lnTo>
                    <a:lnTo>
                      <a:pt x="1764668" y="924402"/>
                    </a:lnTo>
                    <a:lnTo>
                      <a:pt x="1757499" y="924402"/>
                    </a:lnTo>
                    <a:lnTo>
                      <a:pt x="1741027" y="924402"/>
                    </a:lnTo>
                    <a:lnTo>
                      <a:pt x="1737552" y="924402"/>
                    </a:lnTo>
                    <a:lnTo>
                      <a:pt x="1736094" y="924402"/>
                    </a:lnTo>
                    <a:lnTo>
                      <a:pt x="1734603" y="924402"/>
                    </a:lnTo>
                    <a:lnTo>
                      <a:pt x="1710963" y="924402"/>
                    </a:lnTo>
                    <a:lnTo>
                      <a:pt x="1707488" y="924402"/>
                    </a:lnTo>
                    <a:lnTo>
                      <a:pt x="1652509" y="924402"/>
                    </a:lnTo>
                    <a:lnTo>
                      <a:pt x="1636899" y="924402"/>
                    </a:lnTo>
                    <a:lnTo>
                      <a:pt x="1609783" y="924402"/>
                    </a:lnTo>
                    <a:lnTo>
                      <a:pt x="1608325" y="924402"/>
                    </a:lnTo>
                    <a:lnTo>
                      <a:pt x="1606834" y="924402"/>
                    </a:lnTo>
                    <a:lnTo>
                      <a:pt x="1579719" y="924402"/>
                    </a:lnTo>
                    <a:lnTo>
                      <a:pt x="1564612" y="924402"/>
                    </a:lnTo>
                    <a:lnTo>
                      <a:pt x="1524740" y="924402"/>
                    </a:lnTo>
                    <a:lnTo>
                      <a:pt x="1482518" y="924402"/>
                    </a:lnTo>
                    <a:lnTo>
                      <a:pt x="1460483" y="924402"/>
                    </a:lnTo>
                    <a:lnTo>
                      <a:pt x="1452454" y="924402"/>
                    </a:lnTo>
                    <a:lnTo>
                      <a:pt x="1444011" y="924402"/>
                    </a:lnTo>
                    <a:lnTo>
                      <a:pt x="1436843" y="924402"/>
                    </a:lnTo>
                    <a:lnTo>
                      <a:pt x="1413947" y="924402"/>
                    </a:lnTo>
                    <a:lnTo>
                      <a:pt x="1354749" y="924402"/>
                    </a:lnTo>
                    <a:lnTo>
                      <a:pt x="1332714" y="924402"/>
                    </a:lnTo>
                    <a:lnTo>
                      <a:pt x="1324685" y="924402"/>
                    </a:lnTo>
                    <a:lnTo>
                      <a:pt x="1316242" y="924402"/>
                    </a:lnTo>
                    <a:lnTo>
                      <a:pt x="1312767" y="924402"/>
                    </a:lnTo>
                    <a:lnTo>
                      <a:pt x="1286178" y="924402"/>
                    </a:lnTo>
                    <a:lnTo>
                      <a:pt x="1282703" y="924402"/>
                    </a:lnTo>
                    <a:lnTo>
                      <a:pt x="1243956" y="924402"/>
                    </a:lnTo>
                    <a:lnTo>
                      <a:pt x="1184998" y="924402"/>
                    </a:lnTo>
                    <a:lnTo>
                      <a:pt x="1154934" y="924402"/>
                    </a:lnTo>
                    <a:lnTo>
                      <a:pt x="1139828" y="924402"/>
                    </a:lnTo>
                    <a:lnTo>
                      <a:pt x="1116187" y="924402"/>
                    </a:lnTo>
                    <a:lnTo>
                      <a:pt x="1112712" y="924402"/>
                    </a:lnTo>
                    <a:lnTo>
                      <a:pt x="1057734" y="924402"/>
                    </a:lnTo>
                    <a:lnTo>
                      <a:pt x="1027669" y="924402"/>
                    </a:lnTo>
                    <a:lnTo>
                      <a:pt x="1012059" y="924402"/>
                    </a:lnTo>
                    <a:lnTo>
                      <a:pt x="984943" y="924402"/>
                    </a:lnTo>
                    <a:lnTo>
                      <a:pt x="929965" y="924402"/>
                    </a:lnTo>
                    <a:lnTo>
                      <a:pt x="899900" y="924402"/>
                    </a:lnTo>
                    <a:lnTo>
                      <a:pt x="857678" y="924402"/>
                    </a:lnTo>
                    <a:lnTo>
                      <a:pt x="819171" y="924402"/>
                    </a:lnTo>
                    <a:lnTo>
                      <a:pt x="729909" y="924402"/>
                    </a:lnTo>
                    <a:lnTo>
                      <a:pt x="691402" y="924402"/>
                    </a:lnTo>
                    <a:lnTo>
                      <a:pt x="687927" y="924402"/>
                    </a:lnTo>
                    <a:lnTo>
                      <a:pt x="560158" y="924402"/>
                    </a:lnTo>
                    <a:lnTo>
                      <a:pt x="432894" y="924402"/>
                    </a:lnTo>
                    <a:lnTo>
                      <a:pt x="305125" y="924402"/>
                    </a:lnTo>
                    <a:cubicBezTo>
                      <a:pt x="275541" y="924402"/>
                      <a:pt x="238373" y="903151"/>
                      <a:pt x="223202" y="877348"/>
                    </a:cubicBezTo>
                    <a:cubicBezTo>
                      <a:pt x="10809" y="509257"/>
                      <a:pt x="10809" y="509257"/>
                      <a:pt x="10809" y="509257"/>
                    </a:cubicBezTo>
                    <a:cubicBezTo>
                      <a:pt x="-3603" y="483452"/>
                      <a:pt x="-3603" y="440951"/>
                      <a:pt x="10809" y="415146"/>
                    </a:cubicBezTo>
                    <a:cubicBezTo>
                      <a:pt x="223202" y="47054"/>
                      <a:pt x="223202" y="47054"/>
                      <a:pt x="223202" y="47054"/>
                    </a:cubicBezTo>
                    <a:cubicBezTo>
                      <a:pt x="238373" y="21251"/>
                      <a:pt x="275541" y="0"/>
                      <a:pt x="305125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9050">
                <a:gradFill flip="none" rotWithShape="1">
                  <a:gsLst>
                    <a:gs pos="0">
                      <a:sysClr val="window" lastClr="FFFFFF">
                        <a:lumMod val="7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3" name="Freeform 5">
                <a:extLst>
                  <a:ext uri="{FF2B5EF4-FFF2-40B4-BE49-F238E27FC236}">
                    <a16:creationId xmlns:a16="http://schemas.microsoft.com/office/drawing/2014/main" id="{66418909-826F-AB49-60F3-CF3FC2EB7DDB}"/>
                  </a:ext>
                </a:extLst>
              </p:cNvPr>
              <p:cNvSpPr/>
              <p:nvPr/>
            </p:nvSpPr>
            <p:spPr bwMode="auto">
              <a:xfrm>
                <a:off x="6432748" y="4831485"/>
                <a:ext cx="1268148" cy="1123545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>
                      <a:lumMod val="97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4" name="Freeform 5">
                <a:extLst>
                  <a:ext uri="{FF2B5EF4-FFF2-40B4-BE49-F238E27FC236}">
                    <a16:creationId xmlns:a16="http://schemas.microsoft.com/office/drawing/2014/main" id="{94D9A429-A5CA-4BDE-DC7E-C665CF6CCC0C}"/>
                  </a:ext>
                </a:extLst>
              </p:cNvPr>
              <p:cNvSpPr/>
              <p:nvPr/>
            </p:nvSpPr>
            <p:spPr bwMode="auto">
              <a:xfrm>
                <a:off x="6604745" y="4983869"/>
                <a:ext cx="924154" cy="81877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15875">
                <a:gradFill flip="none" rotWithShape="1"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2" name="Text Box6">
                <a:extLst>
                  <a:ext uri="{FF2B5EF4-FFF2-40B4-BE49-F238E27FC236}">
                    <a16:creationId xmlns:a16="http://schemas.microsoft.com/office/drawing/2014/main" id="{52A76949-0487-D3D0-4FF2-62AED617B617}"/>
                  </a:ext>
                </a:extLst>
              </p:cNvPr>
              <p:cNvSpPr txBox="1"/>
              <p:nvPr/>
            </p:nvSpPr>
            <p:spPr>
              <a:xfrm>
                <a:off x="6731300" y="5131647"/>
                <a:ext cx="6710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</a:rPr>
                  <a:t>06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A024A9B-BFD4-15FC-1D34-C591592753AE}"/>
                  </a:ext>
                </a:extLst>
              </p:cNvPr>
              <p:cNvSpPr txBox="1"/>
              <p:nvPr/>
            </p:nvSpPr>
            <p:spPr>
              <a:xfrm>
                <a:off x="7750442" y="5016231"/>
                <a:ext cx="3105203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19B2202-F56D-F28B-7A9F-C26A714BB387}"/>
                </a:ext>
              </a:extLst>
            </p:cNvPr>
            <p:cNvGrpSpPr/>
            <p:nvPr/>
          </p:nvGrpSpPr>
          <p:grpSpPr>
            <a:xfrm>
              <a:off x="6432748" y="1701762"/>
              <a:ext cx="4714300" cy="1123545"/>
              <a:chOff x="6432748" y="1701762"/>
              <a:chExt cx="4714300" cy="1123545"/>
            </a:xfrm>
          </p:grpSpPr>
          <p:sp>
            <p:nvSpPr>
              <p:cNvPr id="12" name="6">
                <a:extLst>
                  <a:ext uri="{FF2B5EF4-FFF2-40B4-BE49-F238E27FC236}">
                    <a16:creationId xmlns:a16="http://schemas.microsoft.com/office/drawing/2014/main" id="{B296986A-D639-B971-F2CD-CC3F4110404E}"/>
                  </a:ext>
                </a:extLst>
              </p:cNvPr>
              <p:cNvSpPr/>
              <p:nvPr/>
            </p:nvSpPr>
            <p:spPr bwMode="auto">
              <a:xfrm>
                <a:off x="6987929" y="1764469"/>
                <a:ext cx="4159119" cy="998130"/>
              </a:xfrm>
              <a:custGeom>
                <a:avLst/>
                <a:gdLst>
                  <a:gd name="connsiteX0" fmla="*/ 352810 w 4452260"/>
                  <a:gd name="connsiteY0" fmla="*/ 0 h 1068867"/>
                  <a:gd name="connsiteX1" fmla="*/ 636768 w 4452260"/>
                  <a:gd name="connsiteY1" fmla="*/ 0 h 1068867"/>
                  <a:gd name="connsiteX2" fmla="*/ 647700 w 4452260"/>
                  <a:gd name="connsiteY2" fmla="*/ 0 h 1068867"/>
                  <a:gd name="connsiteX3" fmla="*/ 724065 w 4452260"/>
                  <a:gd name="connsiteY3" fmla="*/ 0 h 1068867"/>
                  <a:gd name="connsiteX4" fmla="*/ 782584 w 4452260"/>
                  <a:gd name="connsiteY4" fmla="*/ 0 h 1068867"/>
                  <a:gd name="connsiteX5" fmla="*/ 799455 w 4452260"/>
                  <a:gd name="connsiteY5" fmla="*/ 0 h 1068867"/>
                  <a:gd name="connsiteX6" fmla="*/ 809825 w 4452260"/>
                  <a:gd name="connsiteY6" fmla="*/ 0 h 1068867"/>
                  <a:gd name="connsiteX7" fmla="*/ 818078 w 4452260"/>
                  <a:gd name="connsiteY7" fmla="*/ 0 h 1068867"/>
                  <a:gd name="connsiteX8" fmla="*/ 843980 w 4452260"/>
                  <a:gd name="connsiteY8" fmla="*/ 0 h 1068867"/>
                  <a:gd name="connsiteX9" fmla="*/ 931658 w 4452260"/>
                  <a:gd name="connsiteY9" fmla="*/ 0 h 1068867"/>
                  <a:gd name="connsiteX10" fmla="*/ 961580 w 4452260"/>
                  <a:gd name="connsiteY10" fmla="*/ 0 h 1068867"/>
                  <a:gd name="connsiteX11" fmla="*/ 1000055 w 4452260"/>
                  <a:gd name="connsiteY11" fmla="*/ 0 h 1068867"/>
                  <a:gd name="connsiteX12" fmla="*/ 1040537 w 4452260"/>
                  <a:gd name="connsiteY12" fmla="*/ 0 h 1068867"/>
                  <a:gd name="connsiteX13" fmla="*/ 1051453 w 4452260"/>
                  <a:gd name="connsiteY13" fmla="*/ 0 h 1068867"/>
                  <a:gd name="connsiteX14" fmla="*/ 1083414 w 4452260"/>
                  <a:gd name="connsiteY14" fmla="*/ 0 h 1068867"/>
                  <a:gd name="connsiteX15" fmla="*/ 1112969 w 4452260"/>
                  <a:gd name="connsiteY15" fmla="*/ 0 h 1068867"/>
                  <a:gd name="connsiteX16" fmla="*/ 1138871 w 4452260"/>
                  <a:gd name="connsiteY16" fmla="*/ 0 h 1068867"/>
                  <a:gd name="connsiteX17" fmla="*/ 1170224 w 4452260"/>
                  <a:gd name="connsiteY17" fmla="*/ 0 h 1068867"/>
                  <a:gd name="connsiteX18" fmla="*/ 1170711 w 4452260"/>
                  <a:gd name="connsiteY18" fmla="*/ 0 h 1068867"/>
                  <a:gd name="connsiteX19" fmla="*/ 1202662 w 4452260"/>
                  <a:gd name="connsiteY19" fmla="*/ 0 h 1068867"/>
                  <a:gd name="connsiteX20" fmla="*/ 1240037 w 4452260"/>
                  <a:gd name="connsiteY20" fmla="*/ 0 h 1068867"/>
                  <a:gd name="connsiteX21" fmla="*/ 1290626 w 4452260"/>
                  <a:gd name="connsiteY21" fmla="*/ 0 h 1068867"/>
                  <a:gd name="connsiteX22" fmla="*/ 1324496 w 4452260"/>
                  <a:gd name="connsiteY22" fmla="*/ 0 h 1068867"/>
                  <a:gd name="connsiteX23" fmla="*/ 1332348 w 4452260"/>
                  <a:gd name="connsiteY23" fmla="*/ 0 h 1068867"/>
                  <a:gd name="connsiteX24" fmla="*/ 1335428 w 4452260"/>
                  <a:gd name="connsiteY24" fmla="*/ 0 h 1068867"/>
                  <a:gd name="connsiteX25" fmla="*/ 1411793 w 4452260"/>
                  <a:gd name="connsiteY25" fmla="*/ 0 h 1068867"/>
                  <a:gd name="connsiteX26" fmla="*/ 1454182 w 4452260"/>
                  <a:gd name="connsiteY26" fmla="*/ 0 h 1068867"/>
                  <a:gd name="connsiteX27" fmla="*/ 1470312 w 4452260"/>
                  <a:gd name="connsiteY27" fmla="*/ 0 h 1068867"/>
                  <a:gd name="connsiteX28" fmla="*/ 1487183 w 4452260"/>
                  <a:gd name="connsiteY28" fmla="*/ 0 h 1068867"/>
                  <a:gd name="connsiteX29" fmla="*/ 1497552 w 4452260"/>
                  <a:gd name="connsiteY29" fmla="*/ 0 h 1068867"/>
                  <a:gd name="connsiteX30" fmla="*/ 1505806 w 4452260"/>
                  <a:gd name="connsiteY30" fmla="*/ 0 h 1068867"/>
                  <a:gd name="connsiteX31" fmla="*/ 1528471 w 4452260"/>
                  <a:gd name="connsiteY31" fmla="*/ 0 h 1068867"/>
                  <a:gd name="connsiteX32" fmla="*/ 1531708 w 4452260"/>
                  <a:gd name="connsiteY32" fmla="*/ 0 h 1068867"/>
                  <a:gd name="connsiteX33" fmla="*/ 1540992 w 4452260"/>
                  <a:gd name="connsiteY33" fmla="*/ 0 h 1068867"/>
                  <a:gd name="connsiteX34" fmla="*/ 1541479 w 4452260"/>
                  <a:gd name="connsiteY34" fmla="*/ 0 h 1068867"/>
                  <a:gd name="connsiteX35" fmla="*/ 1599998 w 4452260"/>
                  <a:gd name="connsiteY35" fmla="*/ 0 h 1068867"/>
                  <a:gd name="connsiteX36" fmla="*/ 1619386 w 4452260"/>
                  <a:gd name="connsiteY36" fmla="*/ 0 h 1068867"/>
                  <a:gd name="connsiteX37" fmla="*/ 1635492 w 4452260"/>
                  <a:gd name="connsiteY37" fmla="*/ 0 h 1068867"/>
                  <a:gd name="connsiteX38" fmla="*/ 1649308 w 4452260"/>
                  <a:gd name="connsiteY38" fmla="*/ 0 h 1068867"/>
                  <a:gd name="connsiteX39" fmla="*/ 1653720 w 4452260"/>
                  <a:gd name="connsiteY39" fmla="*/ 0 h 1068867"/>
                  <a:gd name="connsiteX40" fmla="*/ 1661394 w 4452260"/>
                  <a:gd name="connsiteY40" fmla="*/ 0 h 1068867"/>
                  <a:gd name="connsiteX41" fmla="*/ 1687782 w 4452260"/>
                  <a:gd name="connsiteY41" fmla="*/ 0 h 1068867"/>
                  <a:gd name="connsiteX42" fmla="*/ 1703116 w 4452260"/>
                  <a:gd name="connsiteY42" fmla="*/ 0 h 1068867"/>
                  <a:gd name="connsiteX43" fmla="*/ 1739181 w 4452260"/>
                  <a:gd name="connsiteY43" fmla="*/ 0 h 1068867"/>
                  <a:gd name="connsiteX44" fmla="*/ 1771141 w 4452260"/>
                  <a:gd name="connsiteY44" fmla="*/ 0 h 1068867"/>
                  <a:gd name="connsiteX45" fmla="*/ 1800697 w 4452260"/>
                  <a:gd name="connsiteY45" fmla="*/ 0 h 1068867"/>
                  <a:gd name="connsiteX46" fmla="*/ 1811727 w 4452260"/>
                  <a:gd name="connsiteY46" fmla="*/ 0 h 1068867"/>
                  <a:gd name="connsiteX47" fmla="*/ 1823361 w 4452260"/>
                  <a:gd name="connsiteY47" fmla="*/ 0 h 1068867"/>
                  <a:gd name="connsiteX48" fmla="*/ 1826599 w 4452260"/>
                  <a:gd name="connsiteY48" fmla="*/ 0 h 1068867"/>
                  <a:gd name="connsiteX49" fmla="*/ 1857951 w 4452260"/>
                  <a:gd name="connsiteY49" fmla="*/ 0 h 1068867"/>
                  <a:gd name="connsiteX50" fmla="*/ 1858439 w 4452260"/>
                  <a:gd name="connsiteY50" fmla="*/ 0 h 1068867"/>
                  <a:gd name="connsiteX51" fmla="*/ 1859676 w 4452260"/>
                  <a:gd name="connsiteY51" fmla="*/ 0 h 1068867"/>
                  <a:gd name="connsiteX52" fmla="*/ 1893346 w 4452260"/>
                  <a:gd name="connsiteY52" fmla="*/ 0 h 1068867"/>
                  <a:gd name="connsiteX53" fmla="*/ 1927765 w 4452260"/>
                  <a:gd name="connsiteY53" fmla="*/ 0 h 1068867"/>
                  <a:gd name="connsiteX54" fmla="*/ 1963365 w 4452260"/>
                  <a:gd name="connsiteY54" fmla="*/ 0 h 1068867"/>
                  <a:gd name="connsiteX55" fmla="*/ 1978354 w 4452260"/>
                  <a:gd name="connsiteY55" fmla="*/ 0 h 1068867"/>
                  <a:gd name="connsiteX56" fmla="*/ 1991032 w 4452260"/>
                  <a:gd name="connsiteY56" fmla="*/ 0 h 1068867"/>
                  <a:gd name="connsiteX57" fmla="*/ 2020076 w 4452260"/>
                  <a:gd name="connsiteY57" fmla="*/ 0 h 1068867"/>
                  <a:gd name="connsiteX58" fmla="*/ 2021800 w 4452260"/>
                  <a:gd name="connsiteY58" fmla="*/ 0 h 1068867"/>
                  <a:gd name="connsiteX59" fmla="*/ 2027021 w 4452260"/>
                  <a:gd name="connsiteY59" fmla="*/ 0 h 1068867"/>
                  <a:gd name="connsiteX60" fmla="*/ 2032162 w 4452260"/>
                  <a:gd name="connsiteY60" fmla="*/ 0 h 1068867"/>
                  <a:gd name="connsiteX61" fmla="*/ 2141909 w 4452260"/>
                  <a:gd name="connsiteY61" fmla="*/ 0 h 1068867"/>
                  <a:gd name="connsiteX62" fmla="*/ 2143633 w 4452260"/>
                  <a:gd name="connsiteY62" fmla="*/ 0 h 1068867"/>
                  <a:gd name="connsiteX63" fmla="*/ 2178359 w 4452260"/>
                  <a:gd name="connsiteY63" fmla="*/ 0 h 1068867"/>
                  <a:gd name="connsiteX64" fmla="*/ 2228719 w 4452260"/>
                  <a:gd name="connsiteY64" fmla="*/ 0 h 1068867"/>
                  <a:gd name="connsiteX65" fmla="*/ 2229207 w 4452260"/>
                  <a:gd name="connsiteY65" fmla="*/ 0 h 1068867"/>
                  <a:gd name="connsiteX66" fmla="*/ 2230931 w 4452260"/>
                  <a:gd name="connsiteY66" fmla="*/ 0 h 1068867"/>
                  <a:gd name="connsiteX67" fmla="*/ 2287725 w 4452260"/>
                  <a:gd name="connsiteY67" fmla="*/ 0 h 1068867"/>
                  <a:gd name="connsiteX68" fmla="*/ 2289450 w 4452260"/>
                  <a:gd name="connsiteY68" fmla="*/ 0 h 1068867"/>
                  <a:gd name="connsiteX69" fmla="*/ 2323220 w 4452260"/>
                  <a:gd name="connsiteY69" fmla="*/ 0 h 1068867"/>
                  <a:gd name="connsiteX70" fmla="*/ 2324944 w 4452260"/>
                  <a:gd name="connsiteY70" fmla="*/ 0 h 1068867"/>
                  <a:gd name="connsiteX71" fmla="*/ 2340483 w 4452260"/>
                  <a:gd name="connsiteY71" fmla="*/ 0 h 1068867"/>
                  <a:gd name="connsiteX72" fmla="*/ 2341447 w 4452260"/>
                  <a:gd name="connsiteY72" fmla="*/ 0 h 1068867"/>
                  <a:gd name="connsiteX73" fmla="*/ 2343172 w 4452260"/>
                  <a:gd name="connsiteY73" fmla="*/ 0 h 1068867"/>
                  <a:gd name="connsiteX74" fmla="*/ 2349122 w 4452260"/>
                  <a:gd name="connsiteY74" fmla="*/ 0 h 1068867"/>
                  <a:gd name="connsiteX75" fmla="*/ 2350846 w 4452260"/>
                  <a:gd name="connsiteY75" fmla="*/ 0 h 1068867"/>
                  <a:gd name="connsiteX76" fmla="*/ 2390844 w 4452260"/>
                  <a:gd name="connsiteY76" fmla="*/ 0 h 1068867"/>
                  <a:gd name="connsiteX77" fmla="*/ 2462317 w 4452260"/>
                  <a:gd name="connsiteY77" fmla="*/ 0 h 1068867"/>
                  <a:gd name="connsiteX78" fmla="*/ 2499455 w 4452260"/>
                  <a:gd name="connsiteY78" fmla="*/ 0 h 1068867"/>
                  <a:gd name="connsiteX79" fmla="*/ 2530713 w 4452260"/>
                  <a:gd name="connsiteY79" fmla="*/ 0 h 1068867"/>
                  <a:gd name="connsiteX80" fmla="*/ 2547403 w 4452260"/>
                  <a:gd name="connsiteY80" fmla="*/ 0 h 1068867"/>
                  <a:gd name="connsiteX81" fmla="*/ 2549127 w 4452260"/>
                  <a:gd name="connsiteY81" fmla="*/ 0 h 1068867"/>
                  <a:gd name="connsiteX82" fmla="*/ 2581074 w 4452260"/>
                  <a:gd name="connsiteY82" fmla="*/ 0 h 1068867"/>
                  <a:gd name="connsiteX83" fmla="*/ 2582112 w 4452260"/>
                  <a:gd name="connsiteY83" fmla="*/ 0 h 1068867"/>
                  <a:gd name="connsiteX84" fmla="*/ 2669530 w 4452260"/>
                  <a:gd name="connsiteY84" fmla="*/ 0 h 1068867"/>
                  <a:gd name="connsiteX85" fmla="*/ 2678759 w 4452260"/>
                  <a:gd name="connsiteY85" fmla="*/ 0 h 1068867"/>
                  <a:gd name="connsiteX86" fmla="*/ 2709527 w 4452260"/>
                  <a:gd name="connsiteY86" fmla="*/ 0 h 1068867"/>
                  <a:gd name="connsiteX87" fmla="*/ 2711252 w 4452260"/>
                  <a:gd name="connsiteY87" fmla="*/ 0 h 1068867"/>
                  <a:gd name="connsiteX88" fmla="*/ 2714748 w 4452260"/>
                  <a:gd name="connsiteY88" fmla="*/ 0 h 1068867"/>
                  <a:gd name="connsiteX89" fmla="*/ 2719890 w 4452260"/>
                  <a:gd name="connsiteY89" fmla="*/ 0 h 1068867"/>
                  <a:gd name="connsiteX90" fmla="*/ 2831360 w 4452260"/>
                  <a:gd name="connsiteY90" fmla="*/ 0 h 1068867"/>
                  <a:gd name="connsiteX91" fmla="*/ 2833086 w 4452260"/>
                  <a:gd name="connsiteY91" fmla="*/ 0 h 1068867"/>
                  <a:gd name="connsiteX92" fmla="*/ 2866087 w 4452260"/>
                  <a:gd name="connsiteY92" fmla="*/ 0 h 1068867"/>
                  <a:gd name="connsiteX93" fmla="*/ 2918659 w 4452260"/>
                  <a:gd name="connsiteY93" fmla="*/ 0 h 1068867"/>
                  <a:gd name="connsiteX94" fmla="*/ 2919896 w 4452260"/>
                  <a:gd name="connsiteY94" fmla="*/ 0 h 1068867"/>
                  <a:gd name="connsiteX95" fmla="*/ 2920383 w 4452260"/>
                  <a:gd name="connsiteY95" fmla="*/ 0 h 1068867"/>
                  <a:gd name="connsiteX96" fmla="*/ 2977177 w 4452260"/>
                  <a:gd name="connsiteY96" fmla="*/ 0 h 1068867"/>
                  <a:gd name="connsiteX97" fmla="*/ 2978902 w 4452260"/>
                  <a:gd name="connsiteY97" fmla="*/ 0 h 1068867"/>
                  <a:gd name="connsiteX98" fmla="*/ 3012671 w 4452260"/>
                  <a:gd name="connsiteY98" fmla="*/ 0 h 1068867"/>
                  <a:gd name="connsiteX99" fmla="*/ 3014397 w 4452260"/>
                  <a:gd name="connsiteY99" fmla="*/ 0 h 1068867"/>
                  <a:gd name="connsiteX100" fmla="*/ 3028211 w 4452260"/>
                  <a:gd name="connsiteY100" fmla="*/ 0 h 1068867"/>
                  <a:gd name="connsiteX101" fmla="*/ 3030899 w 4452260"/>
                  <a:gd name="connsiteY101" fmla="*/ 0 h 1068867"/>
                  <a:gd name="connsiteX102" fmla="*/ 3032624 w 4452260"/>
                  <a:gd name="connsiteY102" fmla="*/ 0 h 1068867"/>
                  <a:gd name="connsiteX103" fmla="*/ 3038573 w 4452260"/>
                  <a:gd name="connsiteY103" fmla="*/ 0 h 1068867"/>
                  <a:gd name="connsiteX104" fmla="*/ 3040298 w 4452260"/>
                  <a:gd name="connsiteY104" fmla="*/ 0 h 1068867"/>
                  <a:gd name="connsiteX105" fmla="*/ 3082021 w 4452260"/>
                  <a:gd name="connsiteY105" fmla="*/ 0 h 1068867"/>
                  <a:gd name="connsiteX106" fmla="*/ 3150044 w 4452260"/>
                  <a:gd name="connsiteY106" fmla="*/ 0 h 1068867"/>
                  <a:gd name="connsiteX107" fmla="*/ 3218441 w 4452260"/>
                  <a:gd name="connsiteY107" fmla="*/ 0 h 1068867"/>
                  <a:gd name="connsiteX108" fmla="*/ 3236855 w 4452260"/>
                  <a:gd name="connsiteY108" fmla="*/ 0 h 1068867"/>
                  <a:gd name="connsiteX109" fmla="*/ 3269839 w 4452260"/>
                  <a:gd name="connsiteY109" fmla="*/ 0 h 1068867"/>
                  <a:gd name="connsiteX110" fmla="*/ 3272250 w 4452260"/>
                  <a:gd name="connsiteY110" fmla="*/ 0 h 1068867"/>
                  <a:gd name="connsiteX111" fmla="*/ 3320378 w 4452260"/>
                  <a:gd name="connsiteY111" fmla="*/ 0 h 1068867"/>
                  <a:gd name="connsiteX112" fmla="*/ 3346330 w 4452260"/>
                  <a:gd name="connsiteY112" fmla="*/ 0 h 1068867"/>
                  <a:gd name="connsiteX113" fmla="*/ 3357257 w 4452260"/>
                  <a:gd name="connsiteY113" fmla="*/ 0 h 1068867"/>
                  <a:gd name="connsiteX114" fmla="*/ 3369936 w 4452260"/>
                  <a:gd name="connsiteY114" fmla="*/ 0 h 1068867"/>
                  <a:gd name="connsiteX115" fmla="*/ 3398980 w 4452260"/>
                  <a:gd name="connsiteY115" fmla="*/ 0 h 1068867"/>
                  <a:gd name="connsiteX116" fmla="*/ 3405925 w 4452260"/>
                  <a:gd name="connsiteY116" fmla="*/ 0 h 1068867"/>
                  <a:gd name="connsiteX117" fmla="*/ 3411066 w 4452260"/>
                  <a:gd name="connsiteY117" fmla="*/ 0 h 1068867"/>
                  <a:gd name="connsiteX118" fmla="*/ 3520813 w 4452260"/>
                  <a:gd name="connsiteY118" fmla="*/ 0 h 1068867"/>
                  <a:gd name="connsiteX119" fmla="*/ 3607623 w 4452260"/>
                  <a:gd name="connsiteY119" fmla="*/ 0 h 1068867"/>
                  <a:gd name="connsiteX120" fmla="*/ 3608111 w 4452260"/>
                  <a:gd name="connsiteY120" fmla="*/ 0 h 1068867"/>
                  <a:gd name="connsiteX121" fmla="*/ 3666629 w 4452260"/>
                  <a:gd name="connsiteY121" fmla="*/ 0 h 1068867"/>
                  <a:gd name="connsiteX122" fmla="*/ 3702124 w 4452260"/>
                  <a:gd name="connsiteY122" fmla="*/ 0 h 1068867"/>
                  <a:gd name="connsiteX123" fmla="*/ 3720351 w 4452260"/>
                  <a:gd name="connsiteY123" fmla="*/ 0 h 1068867"/>
                  <a:gd name="connsiteX124" fmla="*/ 3728025 w 4452260"/>
                  <a:gd name="connsiteY124" fmla="*/ 0 h 1068867"/>
                  <a:gd name="connsiteX125" fmla="*/ 3769748 w 4452260"/>
                  <a:gd name="connsiteY125" fmla="*/ 0 h 1068867"/>
                  <a:gd name="connsiteX126" fmla="*/ 4098793 w 4452260"/>
                  <a:gd name="connsiteY126" fmla="*/ 0 h 1068867"/>
                  <a:gd name="connsiteX127" fmla="*/ 4193519 w 4452260"/>
                  <a:gd name="connsiteY127" fmla="*/ 54408 h 1068867"/>
                  <a:gd name="connsiteX128" fmla="*/ 4439104 w 4452260"/>
                  <a:gd name="connsiteY128" fmla="*/ 480025 h 1068867"/>
                  <a:gd name="connsiteX129" fmla="*/ 4439104 w 4452260"/>
                  <a:gd name="connsiteY129" fmla="*/ 588843 h 1068867"/>
                  <a:gd name="connsiteX130" fmla="*/ 4193519 w 4452260"/>
                  <a:gd name="connsiteY130" fmla="*/ 1014459 h 1068867"/>
                  <a:gd name="connsiteX131" fmla="*/ 4098793 w 4452260"/>
                  <a:gd name="connsiteY131" fmla="*/ 1068867 h 1068867"/>
                  <a:gd name="connsiteX132" fmla="*/ 3728025 w 4452260"/>
                  <a:gd name="connsiteY132" fmla="*/ 1068867 h 1068867"/>
                  <a:gd name="connsiteX133" fmla="*/ 3607623 w 4452260"/>
                  <a:gd name="connsiteY133" fmla="*/ 1068867 h 1068867"/>
                  <a:gd name="connsiteX134" fmla="*/ 3411066 w 4452260"/>
                  <a:gd name="connsiteY134" fmla="*/ 1068867 h 1068867"/>
                  <a:gd name="connsiteX135" fmla="*/ 3357257 w 4452260"/>
                  <a:gd name="connsiteY135" fmla="*/ 1068867 h 1068867"/>
                  <a:gd name="connsiteX136" fmla="*/ 3236855 w 4452260"/>
                  <a:gd name="connsiteY136" fmla="*/ 1068867 h 1068867"/>
                  <a:gd name="connsiteX137" fmla="*/ 3040298 w 4452260"/>
                  <a:gd name="connsiteY137" fmla="*/ 1068867 h 1068867"/>
                  <a:gd name="connsiteX138" fmla="*/ 3038573 w 4452260"/>
                  <a:gd name="connsiteY138" fmla="*/ 1068867 h 1068867"/>
                  <a:gd name="connsiteX139" fmla="*/ 2919896 w 4452260"/>
                  <a:gd name="connsiteY139" fmla="*/ 1068867 h 1068867"/>
                  <a:gd name="connsiteX140" fmla="*/ 2866087 w 4452260"/>
                  <a:gd name="connsiteY140" fmla="*/ 1068867 h 1068867"/>
                  <a:gd name="connsiteX141" fmla="*/ 2719890 w 4452260"/>
                  <a:gd name="connsiteY141" fmla="*/ 1068867 h 1068867"/>
                  <a:gd name="connsiteX142" fmla="*/ 2669530 w 4452260"/>
                  <a:gd name="connsiteY142" fmla="*/ 1068867 h 1068867"/>
                  <a:gd name="connsiteX143" fmla="*/ 2549127 w 4452260"/>
                  <a:gd name="connsiteY143" fmla="*/ 1068867 h 1068867"/>
                  <a:gd name="connsiteX144" fmla="*/ 2547403 w 4452260"/>
                  <a:gd name="connsiteY144" fmla="*/ 1068867 h 1068867"/>
                  <a:gd name="connsiteX145" fmla="*/ 2350846 w 4452260"/>
                  <a:gd name="connsiteY145" fmla="*/ 1068867 h 1068867"/>
                  <a:gd name="connsiteX146" fmla="*/ 2349122 w 4452260"/>
                  <a:gd name="connsiteY146" fmla="*/ 1068867 h 1068867"/>
                  <a:gd name="connsiteX147" fmla="*/ 2228719 w 4452260"/>
                  <a:gd name="connsiteY147" fmla="*/ 1068867 h 1068867"/>
                  <a:gd name="connsiteX148" fmla="*/ 2178359 w 4452260"/>
                  <a:gd name="connsiteY148" fmla="*/ 1068867 h 1068867"/>
                  <a:gd name="connsiteX149" fmla="*/ 2032162 w 4452260"/>
                  <a:gd name="connsiteY149" fmla="*/ 1068867 h 1068867"/>
                  <a:gd name="connsiteX150" fmla="*/ 1978354 w 4452260"/>
                  <a:gd name="connsiteY150" fmla="*/ 1068867 h 1068867"/>
                  <a:gd name="connsiteX151" fmla="*/ 1859676 w 4452260"/>
                  <a:gd name="connsiteY151" fmla="*/ 1068867 h 1068867"/>
                  <a:gd name="connsiteX152" fmla="*/ 1857951 w 4452260"/>
                  <a:gd name="connsiteY152" fmla="*/ 1068867 h 1068867"/>
                  <a:gd name="connsiteX153" fmla="*/ 1826599 w 4452260"/>
                  <a:gd name="connsiteY153" fmla="*/ 1068867 h 1068867"/>
                  <a:gd name="connsiteX154" fmla="*/ 1661394 w 4452260"/>
                  <a:gd name="connsiteY154" fmla="*/ 1068867 h 1068867"/>
                  <a:gd name="connsiteX155" fmla="*/ 1540992 w 4452260"/>
                  <a:gd name="connsiteY155" fmla="*/ 1068867 h 1068867"/>
                  <a:gd name="connsiteX156" fmla="*/ 1531708 w 4452260"/>
                  <a:gd name="connsiteY156" fmla="*/ 1068867 h 1068867"/>
                  <a:gd name="connsiteX157" fmla="*/ 1487183 w 4452260"/>
                  <a:gd name="connsiteY157" fmla="*/ 1068867 h 1068867"/>
                  <a:gd name="connsiteX158" fmla="*/ 1335428 w 4452260"/>
                  <a:gd name="connsiteY158" fmla="*/ 1068867 h 1068867"/>
                  <a:gd name="connsiteX159" fmla="*/ 1290626 w 4452260"/>
                  <a:gd name="connsiteY159" fmla="*/ 1068867 h 1068867"/>
                  <a:gd name="connsiteX160" fmla="*/ 1170224 w 4452260"/>
                  <a:gd name="connsiteY160" fmla="*/ 1068867 h 1068867"/>
                  <a:gd name="connsiteX161" fmla="*/ 1138871 w 4452260"/>
                  <a:gd name="connsiteY161" fmla="*/ 1068867 h 1068867"/>
                  <a:gd name="connsiteX162" fmla="*/ 1040537 w 4452260"/>
                  <a:gd name="connsiteY162" fmla="*/ 1068867 h 1068867"/>
                  <a:gd name="connsiteX163" fmla="*/ 843980 w 4452260"/>
                  <a:gd name="connsiteY163" fmla="*/ 1068867 h 1068867"/>
                  <a:gd name="connsiteX164" fmla="*/ 799455 w 4452260"/>
                  <a:gd name="connsiteY164" fmla="*/ 1068867 h 1068867"/>
                  <a:gd name="connsiteX165" fmla="*/ 647700 w 4452260"/>
                  <a:gd name="connsiteY165" fmla="*/ 1068867 h 1068867"/>
                  <a:gd name="connsiteX166" fmla="*/ 352810 w 4452260"/>
                  <a:gd name="connsiteY166" fmla="*/ 1068867 h 1068867"/>
                  <a:gd name="connsiteX167" fmla="*/ 258084 w 4452260"/>
                  <a:gd name="connsiteY167" fmla="*/ 1014459 h 1068867"/>
                  <a:gd name="connsiteX168" fmla="*/ 12498 w 4452260"/>
                  <a:gd name="connsiteY168" fmla="*/ 588843 h 1068867"/>
                  <a:gd name="connsiteX169" fmla="*/ 12498 w 4452260"/>
                  <a:gd name="connsiteY169" fmla="*/ 480025 h 1068867"/>
                  <a:gd name="connsiteX170" fmla="*/ 258084 w 4452260"/>
                  <a:gd name="connsiteY170" fmla="*/ 54408 h 1068867"/>
                  <a:gd name="connsiteX171" fmla="*/ 352810 w 4452260"/>
                  <a:gd name="connsiteY171" fmla="*/ 0 h 1068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</a:cxnLst>
                <a:rect l="l" t="t" r="r" b="b"/>
                <a:pathLst>
                  <a:path w="4452260" h="1068867">
                    <a:moveTo>
                      <a:pt x="352810" y="0"/>
                    </a:moveTo>
                    <a:cubicBezTo>
                      <a:pt x="475602" y="0"/>
                      <a:pt x="567696" y="0"/>
                      <a:pt x="636768" y="0"/>
                    </a:cubicBezTo>
                    <a:lnTo>
                      <a:pt x="647700" y="0"/>
                    </a:lnTo>
                    <a:lnTo>
                      <a:pt x="724065" y="0"/>
                    </a:lnTo>
                    <a:cubicBezTo>
                      <a:pt x="748048" y="0"/>
                      <a:pt x="767235" y="0"/>
                      <a:pt x="782584" y="0"/>
                    </a:cubicBezTo>
                    <a:lnTo>
                      <a:pt x="799455" y="0"/>
                    </a:lnTo>
                    <a:lnTo>
                      <a:pt x="809825" y="0"/>
                    </a:lnTo>
                    <a:lnTo>
                      <a:pt x="818078" y="0"/>
                    </a:lnTo>
                    <a:cubicBezTo>
                      <a:pt x="843980" y="0"/>
                      <a:pt x="843980" y="0"/>
                      <a:pt x="843980" y="0"/>
                    </a:cubicBezTo>
                    <a:lnTo>
                      <a:pt x="931658" y="0"/>
                    </a:lnTo>
                    <a:lnTo>
                      <a:pt x="961580" y="0"/>
                    </a:lnTo>
                    <a:lnTo>
                      <a:pt x="1000055" y="0"/>
                    </a:lnTo>
                    <a:lnTo>
                      <a:pt x="1040537" y="0"/>
                    </a:lnTo>
                    <a:lnTo>
                      <a:pt x="1051453" y="0"/>
                    </a:lnTo>
                    <a:lnTo>
                      <a:pt x="1083414" y="0"/>
                    </a:lnTo>
                    <a:lnTo>
                      <a:pt x="1112969" y="0"/>
                    </a:lnTo>
                    <a:cubicBezTo>
                      <a:pt x="1138871" y="0"/>
                      <a:pt x="1138871" y="0"/>
                      <a:pt x="1138871" y="0"/>
                    </a:cubicBezTo>
                    <a:lnTo>
                      <a:pt x="1170224" y="0"/>
                    </a:lnTo>
                    <a:lnTo>
                      <a:pt x="1170711" y="0"/>
                    </a:lnTo>
                    <a:lnTo>
                      <a:pt x="1202662" y="0"/>
                    </a:lnTo>
                    <a:lnTo>
                      <a:pt x="1240037" y="0"/>
                    </a:lnTo>
                    <a:cubicBezTo>
                      <a:pt x="1290626" y="0"/>
                      <a:pt x="1290626" y="0"/>
                      <a:pt x="1290626" y="0"/>
                    </a:cubicBezTo>
                    <a:lnTo>
                      <a:pt x="1324496" y="0"/>
                    </a:lnTo>
                    <a:lnTo>
                      <a:pt x="1332348" y="0"/>
                    </a:lnTo>
                    <a:lnTo>
                      <a:pt x="1335428" y="0"/>
                    </a:lnTo>
                    <a:lnTo>
                      <a:pt x="1411793" y="0"/>
                    </a:lnTo>
                    <a:lnTo>
                      <a:pt x="1454182" y="0"/>
                    </a:lnTo>
                    <a:lnTo>
                      <a:pt x="1470312" y="0"/>
                    </a:lnTo>
                    <a:lnTo>
                      <a:pt x="1487183" y="0"/>
                    </a:lnTo>
                    <a:lnTo>
                      <a:pt x="1497552" y="0"/>
                    </a:lnTo>
                    <a:lnTo>
                      <a:pt x="1505806" y="0"/>
                    </a:lnTo>
                    <a:lnTo>
                      <a:pt x="1528471" y="0"/>
                    </a:lnTo>
                    <a:lnTo>
                      <a:pt x="1531708" y="0"/>
                    </a:lnTo>
                    <a:lnTo>
                      <a:pt x="1540992" y="0"/>
                    </a:lnTo>
                    <a:lnTo>
                      <a:pt x="1541479" y="0"/>
                    </a:lnTo>
                    <a:lnTo>
                      <a:pt x="1599998" y="0"/>
                    </a:lnTo>
                    <a:lnTo>
                      <a:pt x="1619386" y="0"/>
                    </a:lnTo>
                    <a:lnTo>
                      <a:pt x="1635492" y="0"/>
                    </a:lnTo>
                    <a:lnTo>
                      <a:pt x="1649308" y="0"/>
                    </a:lnTo>
                    <a:lnTo>
                      <a:pt x="1653720" y="0"/>
                    </a:lnTo>
                    <a:lnTo>
                      <a:pt x="1661394" y="0"/>
                    </a:lnTo>
                    <a:lnTo>
                      <a:pt x="1687782" y="0"/>
                    </a:lnTo>
                    <a:lnTo>
                      <a:pt x="1703116" y="0"/>
                    </a:lnTo>
                    <a:lnTo>
                      <a:pt x="1739181" y="0"/>
                    </a:lnTo>
                    <a:lnTo>
                      <a:pt x="1771141" y="0"/>
                    </a:lnTo>
                    <a:lnTo>
                      <a:pt x="1800697" y="0"/>
                    </a:lnTo>
                    <a:lnTo>
                      <a:pt x="1811727" y="0"/>
                    </a:lnTo>
                    <a:lnTo>
                      <a:pt x="1823361" y="0"/>
                    </a:lnTo>
                    <a:lnTo>
                      <a:pt x="1826599" y="0"/>
                    </a:lnTo>
                    <a:lnTo>
                      <a:pt x="1857951" y="0"/>
                    </a:lnTo>
                    <a:lnTo>
                      <a:pt x="1858439" y="0"/>
                    </a:lnTo>
                    <a:lnTo>
                      <a:pt x="1859676" y="0"/>
                    </a:lnTo>
                    <a:lnTo>
                      <a:pt x="1893346" y="0"/>
                    </a:lnTo>
                    <a:lnTo>
                      <a:pt x="1927765" y="0"/>
                    </a:lnTo>
                    <a:lnTo>
                      <a:pt x="1963365" y="0"/>
                    </a:lnTo>
                    <a:lnTo>
                      <a:pt x="1978354" y="0"/>
                    </a:lnTo>
                    <a:lnTo>
                      <a:pt x="1991032" y="0"/>
                    </a:lnTo>
                    <a:lnTo>
                      <a:pt x="2020076" y="0"/>
                    </a:lnTo>
                    <a:lnTo>
                      <a:pt x="2021800" y="0"/>
                    </a:lnTo>
                    <a:lnTo>
                      <a:pt x="2027021" y="0"/>
                    </a:lnTo>
                    <a:cubicBezTo>
                      <a:pt x="2032162" y="0"/>
                      <a:pt x="2032162" y="0"/>
                      <a:pt x="2032162" y="0"/>
                    </a:cubicBezTo>
                    <a:lnTo>
                      <a:pt x="2141909" y="0"/>
                    </a:lnTo>
                    <a:lnTo>
                      <a:pt x="2143633" y="0"/>
                    </a:lnTo>
                    <a:lnTo>
                      <a:pt x="2178359" y="0"/>
                    </a:lnTo>
                    <a:lnTo>
                      <a:pt x="2228719" y="0"/>
                    </a:lnTo>
                    <a:lnTo>
                      <a:pt x="2229207" y="0"/>
                    </a:lnTo>
                    <a:lnTo>
                      <a:pt x="2230931" y="0"/>
                    </a:lnTo>
                    <a:lnTo>
                      <a:pt x="2287725" y="0"/>
                    </a:lnTo>
                    <a:lnTo>
                      <a:pt x="2289450" y="0"/>
                    </a:lnTo>
                    <a:lnTo>
                      <a:pt x="2323220" y="0"/>
                    </a:lnTo>
                    <a:lnTo>
                      <a:pt x="2324944" y="0"/>
                    </a:lnTo>
                    <a:lnTo>
                      <a:pt x="2340483" y="0"/>
                    </a:lnTo>
                    <a:lnTo>
                      <a:pt x="2341447" y="0"/>
                    </a:lnTo>
                    <a:lnTo>
                      <a:pt x="2343172" y="0"/>
                    </a:lnTo>
                    <a:lnTo>
                      <a:pt x="2349122" y="0"/>
                    </a:lnTo>
                    <a:lnTo>
                      <a:pt x="2350846" y="0"/>
                    </a:lnTo>
                    <a:lnTo>
                      <a:pt x="2390844" y="0"/>
                    </a:lnTo>
                    <a:lnTo>
                      <a:pt x="2462317" y="0"/>
                    </a:lnTo>
                    <a:lnTo>
                      <a:pt x="2499455" y="0"/>
                    </a:lnTo>
                    <a:lnTo>
                      <a:pt x="2530713" y="0"/>
                    </a:lnTo>
                    <a:lnTo>
                      <a:pt x="2547403" y="0"/>
                    </a:lnTo>
                    <a:lnTo>
                      <a:pt x="2549127" y="0"/>
                    </a:lnTo>
                    <a:lnTo>
                      <a:pt x="2581074" y="0"/>
                    </a:lnTo>
                    <a:lnTo>
                      <a:pt x="2582112" y="0"/>
                    </a:lnTo>
                    <a:cubicBezTo>
                      <a:pt x="2669530" y="0"/>
                      <a:pt x="2669530" y="0"/>
                      <a:pt x="2669530" y="0"/>
                    </a:cubicBezTo>
                    <a:lnTo>
                      <a:pt x="2678759" y="0"/>
                    </a:lnTo>
                    <a:lnTo>
                      <a:pt x="2709527" y="0"/>
                    </a:lnTo>
                    <a:lnTo>
                      <a:pt x="2711252" y="0"/>
                    </a:lnTo>
                    <a:lnTo>
                      <a:pt x="2714748" y="0"/>
                    </a:lnTo>
                    <a:lnTo>
                      <a:pt x="2719890" y="0"/>
                    </a:lnTo>
                    <a:lnTo>
                      <a:pt x="2831360" y="0"/>
                    </a:lnTo>
                    <a:lnTo>
                      <a:pt x="2833086" y="0"/>
                    </a:lnTo>
                    <a:lnTo>
                      <a:pt x="2866087" y="0"/>
                    </a:lnTo>
                    <a:lnTo>
                      <a:pt x="2918659" y="0"/>
                    </a:lnTo>
                    <a:lnTo>
                      <a:pt x="2919896" y="0"/>
                    </a:lnTo>
                    <a:lnTo>
                      <a:pt x="2920383" y="0"/>
                    </a:lnTo>
                    <a:lnTo>
                      <a:pt x="2977177" y="0"/>
                    </a:lnTo>
                    <a:lnTo>
                      <a:pt x="2978902" y="0"/>
                    </a:lnTo>
                    <a:lnTo>
                      <a:pt x="3012671" y="0"/>
                    </a:lnTo>
                    <a:lnTo>
                      <a:pt x="3014397" y="0"/>
                    </a:lnTo>
                    <a:lnTo>
                      <a:pt x="3028211" y="0"/>
                    </a:lnTo>
                    <a:lnTo>
                      <a:pt x="3030899" y="0"/>
                    </a:lnTo>
                    <a:lnTo>
                      <a:pt x="3032624" y="0"/>
                    </a:lnTo>
                    <a:lnTo>
                      <a:pt x="3038573" y="0"/>
                    </a:lnTo>
                    <a:lnTo>
                      <a:pt x="3040298" y="0"/>
                    </a:lnTo>
                    <a:lnTo>
                      <a:pt x="3082021" y="0"/>
                    </a:lnTo>
                    <a:lnTo>
                      <a:pt x="3150044" y="0"/>
                    </a:lnTo>
                    <a:lnTo>
                      <a:pt x="3218441" y="0"/>
                    </a:lnTo>
                    <a:lnTo>
                      <a:pt x="3236855" y="0"/>
                    </a:lnTo>
                    <a:lnTo>
                      <a:pt x="3269839" y="0"/>
                    </a:lnTo>
                    <a:lnTo>
                      <a:pt x="3272250" y="0"/>
                    </a:lnTo>
                    <a:lnTo>
                      <a:pt x="3320378" y="0"/>
                    </a:lnTo>
                    <a:lnTo>
                      <a:pt x="3346330" y="0"/>
                    </a:lnTo>
                    <a:lnTo>
                      <a:pt x="3357257" y="0"/>
                    </a:lnTo>
                    <a:lnTo>
                      <a:pt x="3369936" y="0"/>
                    </a:lnTo>
                    <a:lnTo>
                      <a:pt x="3398980" y="0"/>
                    </a:lnTo>
                    <a:lnTo>
                      <a:pt x="3405925" y="0"/>
                    </a:lnTo>
                    <a:cubicBezTo>
                      <a:pt x="3411066" y="0"/>
                      <a:pt x="3411066" y="0"/>
                      <a:pt x="3411066" y="0"/>
                    </a:cubicBezTo>
                    <a:lnTo>
                      <a:pt x="3520813" y="0"/>
                    </a:lnTo>
                    <a:lnTo>
                      <a:pt x="3607623" y="0"/>
                    </a:lnTo>
                    <a:lnTo>
                      <a:pt x="3608111" y="0"/>
                    </a:lnTo>
                    <a:lnTo>
                      <a:pt x="3666629" y="0"/>
                    </a:lnTo>
                    <a:lnTo>
                      <a:pt x="3702124" y="0"/>
                    </a:lnTo>
                    <a:lnTo>
                      <a:pt x="3720351" y="0"/>
                    </a:lnTo>
                    <a:lnTo>
                      <a:pt x="3728025" y="0"/>
                    </a:lnTo>
                    <a:lnTo>
                      <a:pt x="3769748" y="0"/>
                    </a:lnTo>
                    <a:cubicBezTo>
                      <a:pt x="4098793" y="0"/>
                      <a:pt x="4098793" y="0"/>
                      <a:pt x="4098793" y="0"/>
                    </a:cubicBezTo>
                    <a:cubicBezTo>
                      <a:pt x="4133877" y="0"/>
                      <a:pt x="4175977" y="24572"/>
                      <a:pt x="4193519" y="54408"/>
                    </a:cubicBezTo>
                    <a:cubicBezTo>
                      <a:pt x="4439104" y="480025"/>
                      <a:pt x="4439104" y="480025"/>
                      <a:pt x="4439104" y="480025"/>
                    </a:cubicBezTo>
                    <a:cubicBezTo>
                      <a:pt x="4456646" y="509862"/>
                      <a:pt x="4456646" y="559005"/>
                      <a:pt x="4439104" y="588843"/>
                    </a:cubicBezTo>
                    <a:cubicBezTo>
                      <a:pt x="4193519" y="1014459"/>
                      <a:pt x="4193519" y="1014459"/>
                      <a:pt x="4193519" y="1014459"/>
                    </a:cubicBezTo>
                    <a:cubicBezTo>
                      <a:pt x="4175977" y="1044295"/>
                      <a:pt x="4133877" y="1068867"/>
                      <a:pt x="4098793" y="1068867"/>
                    </a:cubicBezTo>
                    <a:lnTo>
                      <a:pt x="3728025" y="1068867"/>
                    </a:lnTo>
                    <a:lnTo>
                      <a:pt x="3607623" y="1068867"/>
                    </a:lnTo>
                    <a:lnTo>
                      <a:pt x="3411066" y="1068867"/>
                    </a:lnTo>
                    <a:lnTo>
                      <a:pt x="3357257" y="1068867"/>
                    </a:lnTo>
                    <a:lnTo>
                      <a:pt x="3236855" y="1068867"/>
                    </a:lnTo>
                    <a:lnTo>
                      <a:pt x="3040298" y="1068867"/>
                    </a:lnTo>
                    <a:lnTo>
                      <a:pt x="3038573" y="1068867"/>
                    </a:lnTo>
                    <a:lnTo>
                      <a:pt x="2919896" y="1068867"/>
                    </a:lnTo>
                    <a:lnTo>
                      <a:pt x="2866087" y="1068867"/>
                    </a:lnTo>
                    <a:lnTo>
                      <a:pt x="2719890" y="1068867"/>
                    </a:lnTo>
                    <a:lnTo>
                      <a:pt x="2669530" y="1068867"/>
                    </a:lnTo>
                    <a:lnTo>
                      <a:pt x="2549127" y="1068867"/>
                    </a:lnTo>
                    <a:lnTo>
                      <a:pt x="2547403" y="1068867"/>
                    </a:lnTo>
                    <a:lnTo>
                      <a:pt x="2350846" y="1068867"/>
                    </a:lnTo>
                    <a:lnTo>
                      <a:pt x="2349122" y="1068867"/>
                    </a:lnTo>
                    <a:lnTo>
                      <a:pt x="2228719" y="1068867"/>
                    </a:lnTo>
                    <a:lnTo>
                      <a:pt x="2178359" y="1068867"/>
                    </a:lnTo>
                    <a:lnTo>
                      <a:pt x="2032162" y="1068867"/>
                    </a:lnTo>
                    <a:lnTo>
                      <a:pt x="1978354" y="1068867"/>
                    </a:lnTo>
                    <a:lnTo>
                      <a:pt x="1859676" y="1068867"/>
                    </a:lnTo>
                    <a:lnTo>
                      <a:pt x="1857951" y="1068867"/>
                    </a:lnTo>
                    <a:lnTo>
                      <a:pt x="1826599" y="1068867"/>
                    </a:lnTo>
                    <a:lnTo>
                      <a:pt x="1661394" y="1068867"/>
                    </a:lnTo>
                    <a:lnTo>
                      <a:pt x="1540992" y="1068867"/>
                    </a:lnTo>
                    <a:lnTo>
                      <a:pt x="1531708" y="1068867"/>
                    </a:lnTo>
                    <a:lnTo>
                      <a:pt x="1487183" y="1068867"/>
                    </a:lnTo>
                    <a:lnTo>
                      <a:pt x="1335428" y="1068867"/>
                    </a:lnTo>
                    <a:lnTo>
                      <a:pt x="1290626" y="1068867"/>
                    </a:lnTo>
                    <a:lnTo>
                      <a:pt x="1170224" y="1068867"/>
                    </a:lnTo>
                    <a:lnTo>
                      <a:pt x="1138871" y="1068867"/>
                    </a:lnTo>
                    <a:lnTo>
                      <a:pt x="1040537" y="1068867"/>
                    </a:lnTo>
                    <a:lnTo>
                      <a:pt x="843980" y="1068867"/>
                    </a:lnTo>
                    <a:lnTo>
                      <a:pt x="799455" y="1068867"/>
                    </a:lnTo>
                    <a:lnTo>
                      <a:pt x="647700" y="1068867"/>
                    </a:lnTo>
                    <a:lnTo>
                      <a:pt x="352810" y="1068867"/>
                    </a:lnTo>
                    <a:cubicBezTo>
                      <a:pt x="318603" y="1068867"/>
                      <a:pt x="275626" y="1044295"/>
                      <a:pt x="258084" y="1014459"/>
                    </a:cubicBezTo>
                    <a:cubicBezTo>
                      <a:pt x="12498" y="588843"/>
                      <a:pt x="12498" y="588843"/>
                      <a:pt x="12498" y="588843"/>
                    </a:cubicBezTo>
                    <a:cubicBezTo>
                      <a:pt x="-4166" y="559005"/>
                      <a:pt x="-4166" y="509862"/>
                      <a:pt x="12498" y="480025"/>
                    </a:cubicBezTo>
                    <a:cubicBezTo>
                      <a:pt x="258084" y="54408"/>
                      <a:pt x="258084" y="54408"/>
                      <a:pt x="258084" y="54408"/>
                    </a:cubicBezTo>
                    <a:cubicBezTo>
                      <a:pt x="275626" y="24572"/>
                      <a:pt x="318603" y="0"/>
                      <a:pt x="35281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5000"/>
                    </a:sysClr>
                  </a:gs>
                  <a:gs pos="0">
                    <a:srgbClr val="D3D3D3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3" name="5">
                <a:extLst>
                  <a:ext uri="{FF2B5EF4-FFF2-40B4-BE49-F238E27FC236}">
                    <a16:creationId xmlns:a16="http://schemas.microsoft.com/office/drawing/2014/main" id="{B0AA9777-8FED-FE5F-6741-CCA01A66AA90}"/>
                  </a:ext>
                </a:extLst>
              </p:cNvPr>
              <p:cNvSpPr/>
              <p:nvPr/>
            </p:nvSpPr>
            <p:spPr bwMode="auto">
              <a:xfrm>
                <a:off x="7145714" y="1875965"/>
                <a:ext cx="3861240" cy="775139"/>
              </a:xfrm>
              <a:custGeom>
                <a:avLst/>
                <a:gdLst>
                  <a:gd name="connsiteX0" fmla="*/ 305125 w 4603109"/>
                  <a:gd name="connsiteY0" fmla="*/ 0 h 924402"/>
                  <a:gd name="connsiteX1" fmla="*/ 432894 w 4603109"/>
                  <a:gd name="connsiteY1" fmla="*/ 0 h 924402"/>
                  <a:gd name="connsiteX2" fmla="*/ 445336 w 4603109"/>
                  <a:gd name="connsiteY2" fmla="*/ 0 h 924402"/>
                  <a:gd name="connsiteX3" fmla="*/ 550703 w 4603109"/>
                  <a:gd name="connsiteY3" fmla="*/ 0 h 924402"/>
                  <a:gd name="connsiteX4" fmla="*/ 560158 w 4603109"/>
                  <a:gd name="connsiteY4" fmla="*/ 0 h 924402"/>
                  <a:gd name="connsiteX5" fmla="*/ 573105 w 4603109"/>
                  <a:gd name="connsiteY5" fmla="*/ 0 h 924402"/>
                  <a:gd name="connsiteX6" fmla="*/ 626202 w 4603109"/>
                  <a:gd name="connsiteY6" fmla="*/ 0 h 924402"/>
                  <a:gd name="connsiteX7" fmla="*/ 676811 w 4603109"/>
                  <a:gd name="connsiteY7" fmla="*/ 0 h 924402"/>
                  <a:gd name="connsiteX8" fmla="*/ 678472 w 4603109"/>
                  <a:gd name="connsiteY8" fmla="*/ 0 h 924402"/>
                  <a:gd name="connsiteX9" fmla="*/ 687927 w 4603109"/>
                  <a:gd name="connsiteY9" fmla="*/ 0 h 924402"/>
                  <a:gd name="connsiteX10" fmla="*/ 691402 w 4603109"/>
                  <a:gd name="connsiteY10" fmla="*/ 0 h 924402"/>
                  <a:gd name="connsiteX11" fmla="*/ 700371 w 4603109"/>
                  <a:gd name="connsiteY11" fmla="*/ 0 h 924402"/>
                  <a:gd name="connsiteX12" fmla="*/ 707508 w 4603109"/>
                  <a:gd name="connsiteY12" fmla="*/ 0 h 924402"/>
                  <a:gd name="connsiteX13" fmla="*/ 729909 w 4603109"/>
                  <a:gd name="connsiteY13" fmla="*/ 0 h 924402"/>
                  <a:gd name="connsiteX14" fmla="*/ 753971 w 4603109"/>
                  <a:gd name="connsiteY14" fmla="*/ 0 h 924402"/>
                  <a:gd name="connsiteX15" fmla="*/ 804580 w 4603109"/>
                  <a:gd name="connsiteY15" fmla="*/ 0 h 924402"/>
                  <a:gd name="connsiteX16" fmla="*/ 805737 w 4603109"/>
                  <a:gd name="connsiteY16" fmla="*/ 0 h 924402"/>
                  <a:gd name="connsiteX17" fmla="*/ 819171 w 4603109"/>
                  <a:gd name="connsiteY17" fmla="*/ 0 h 924402"/>
                  <a:gd name="connsiteX18" fmla="*/ 828140 w 4603109"/>
                  <a:gd name="connsiteY18" fmla="*/ 0 h 924402"/>
                  <a:gd name="connsiteX19" fmla="*/ 831615 w 4603109"/>
                  <a:gd name="connsiteY19" fmla="*/ 0 h 924402"/>
                  <a:gd name="connsiteX20" fmla="*/ 835277 w 4603109"/>
                  <a:gd name="connsiteY20" fmla="*/ 0 h 924402"/>
                  <a:gd name="connsiteX21" fmla="*/ 857678 w 4603109"/>
                  <a:gd name="connsiteY21" fmla="*/ 0 h 924402"/>
                  <a:gd name="connsiteX22" fmla="*/ 864889 w 4603109"/>
                  <a:gd name="connsiteY22" fmla="*/ 0 h 924402"/>
                  <a:gd name="connsiteX23" fmla="*/ 899900 w 4603109"/>
                  <a:gd name="connsiteY23" fmla="*/ 0 h 924402"/>
                  <a:gd name="connsiteX24" fmla="*/ 909341 w 4603109"/>
                  <a:gd name="connsiteY24" fmla="*/ 0 h 924402"/>
                  <a:gd name="connsiteX25" fmla="*/ 929965 w 4603109"/>
                  <a:gd name="connsiteY25" fmla="*/ 0 h 924402"/>
                  <a:gd name="connsiteX26" fmla="*/ 933506 w 4603109"/>
                  <a:gd name="connsiteY26" fmla="*/ 0 h 924402"/>
                  <a:gd name="connsiteX27" fmla="*/ 936982 w 4603109"/>
                  <a:gd name="connsiteY27" fmla="*/ 0 h 924402"/>
                  <a:gd name="connsiteX28" fmla="*/ 959384 w 4603109"/>
                  <a:gd name="connsiteY28" fmla="*/ 0 h 924402"/>
                  <a:gd name="connsiteX29" fmla="*/ 962542 w 4603109"/>
                  <a:gd name="connsiteY29" fmla="*/ 0 h 924402"/>
                  <a:gd name="connsiteX30" fmla="*/ 984943 w 4603109"/>
                  <a:gd name="connsiteY30" fmla="*/ 0 h 924402"/>
                  <a:gd name="connsiteX31" fmla="*/ 992658 w 4603109"/>
                  <a:gd name="connsiteY31" fmla="*/ 0 h 924402"/>
                  <a:gd name="connsiteX32" fmla="*/ 1012059 w 4603109"/>
                  <a:gd name="connsiteY32" fmla="*/ 0 h 924402"/>
                  <a:gd name="connsiteX33" fmla="*/ 1012480 w 4603109"/>
                  <a:gd name="connsiteY33" fmla="*/ 0 h 924402"/>
                  <a:gd name="connsiteX34" fmla="*/ 1027669 w 4603109"/>
                  <a:gd name="connsiteY34" fmla="*/ 0 h 924402"/>
                  <a:gd name="connsiteX35" fmla="*/ 1037110 w 4603109"/>
                  <a:gd name="connsiteY35" fmla="*/ 0 h 924402"/>
                  <a:gd name="connsiteX36" fmla="*/ 1040112 w 4603109"/>
                  <a:gd name="connsiteY36" fmla="*/ 0 h 924402"/>
                  <a:gd name="connsiteX37" fmla="*/ 1057734 w 4603109"/>
                  <a:gd name="connsiteY37" fmla="*/ 0 h 924402"/>
                  <a:gd name="connsiteX38" fmla="*/ 1064751 w 4603109"/>
                  <a:gd name="connsiteY38" fmla="*/ 0 h 924402"/>
                  <a:gd name="connsiteX39" fmla="*/ 1070177 w 4603109"/>
                  <a:gd name="connsiteY39" fmla="*/ 0 h 924402"/>
                  <a:gd name="connsiteX40" fmla="*/ 1072436 w 4603109"/>
                  <a:gd name="connsiteY40" fmla="*/ 0 h 924402"/>
                  <a:gd name="connsiteX41" fmla="*/ 1090311 w 4603109"/>
                  <a:gd name="connsiteY41" fmla="*/ 0 h 924402"/>
                  <a:gd name="connsiteX42" fmla="*/ 1110718 w 4603109"/>
                  <a:gd name="connsiteY42" fmla="*/ 0 h 924402"/>
                  <a:gd name="connsiteX43" fmla="*/ 1112712 w 4603109"/>
                  <a:gd name="connsiteY43" fmla="*/ 0 h 924402"/>
                  <a:gd name="connsiteX44" fmla="*/ 1116187 w 4603109"/>
                  <a:gd name="connsiteY44" fmla="*/ 0 h 924402"/>
                  <a:gd name="connsiteX45" fmla="*/ 1139828 w 4603109"/>
                  <a:gd name="connsiteY45" fmla="*/ 0 h 924402"/>
                  <a:gd name="connsiteX46" fmla="*/ 1140249 w 4603109"/>
                  <a:gd name="connsiteY46" fmla="*/ 0 h 924402"/>
                  <a:gd name="connsiteX47" fmla="*/ 1145480 w 4603109"/>
                  <a:gd name="connsiteY47" fmla="*/ 0 h 924402"/>
                  <a:gd name="connsiteX48" fmla="*/ 1152270 w 4603109"/>
                  <a:gd name="connsiteY48" fmla="*/ 0 h 924402"/>
                  <a:gd name="connsiteX49" fmla="*/ 1154934 w 4603109"/>
                  <a:gd name="connsiteY49" fmla="*/ 0 h 924402"/>
                  <a:gd name="connsiteX50" fmla="*/ 1167881 w 4603109"/>
                  <a:gd name="connsiteY50" fmla="*/ 0 h 924402"/>
                  <a:gd name="connsiteX51" fmla="*/ 1175544 w 4603109"/>
                  <a:gd name="connsiteY51" fmla="*/ 0 h 924402"/>
                  <a:gd name="connsiteX52" fmla="*/ 1184998 w 4603109"/>
                  <a:gd name="connsiteY52" fmla="*/ 0 h 924402"/>
                  <a:gd name="connsiteX53" fmla="*/ 1197946 w 4603109"/>
                  <a:gd name="connsiteY53" fmla="*/ 0 h 924402"/>
                  <a:gd name="connsiteX54" fmla="*/ 1200205 w 4603109"/>
                  <a:gd name="connsiteY54" fmla="*/ 0 h 924402"/>
                  <a:gd name="connsiteX55" fmla="*/ 1220978 w 4603109"/>
                  <a:gd name="connsiteY55" fmla="*/ 0 h 924402"/>
                  <a:gd name="connsiteX56" fmla="*/ 1238487 w 4603109"/>
                  <a:gd name="connsiteY56" fmla="*/ 0 h 924402"/>
                  <a:gd name="connsiteX57" fmla="*/ 1243956 w 4603109"/>
                  <a:gd name="connsiteY57" fmla="*/ 0 h 924402"/>
                  <a:gd name="connsiteX58" fmla="*/ 1251042 w 4603109"/>
                  <a:gd name="connsiteY58" fmla="*/ 0 h 924402"/>
                  <a:gd name="connsiteX59" fmla="*/ 1257637 w 4603109"/>
                  <a:gd name="connsiteY59" fmla="*/ 0 h 924402"/>
                  <a:gd name="connsiteX60" fmla="*/ 1271587 w 4603109"/>
                  <a:gd name="connsiteY60" fmla="*/ 0 h 924402"/>
                  <a:gd name="connsiteX61" fmla="*/ 1273249 w 4603109"/>
                  <a:gd name="connsiteY61" fmla="*/ 0 h 924402"/>
                  <a:gd name="connsiteX62" fmla="*/ 1280039 w 4603109"/>
                  <a:gd name="connsiteY62" fmla="*/ 0 h 924402"/>
                  <a:gd name="connsiteX63" fmla="*/ 1282703 w 4603109"/>
                  <a:gd name="connsiteY63" fmla="*/ 0 h 924402"/>
                  <a:gd name="connsiteX64" fmla="*/ 1286178 w 4603109"/>
                  <a:gd name="connsiteY64" fmla="*/ 0 h 924402"/>
                  <a:gd name="connsiteX65" fmla="*/ 1295146 w 4603109"/>
                  <a:gd name="connsiteY65" fmla="*/ 0 h 924402"/>
                  <a:gd name="connsiteX66" fmla="*/ 1301651 w 4603109"/>
                  <a:gd name="connsiteY66" fmla="*/ 0 h 924402"/>
                  <a:gd name="connsiteX67" fmla="*/ 1302284 w 4603109"/>
                  <a:gd name="connsiteY67" fmla="*/ 0 h 924402"/>
                  <a:gd name="connsiteX68" fmla="*/ 1303313 w 4603109"/>
                  <a:gd name="connsiteY68" fmla="*/ 0 h 924402"/>
                  <a:gd name="connsiteX69" fmla="*/ 1312767 w 4603109"/>
                  <a:gd name="connsiteY69" fmla="*/ 0 h 924402"/>
                  <a:gd name="connsiteX70" fmla="*/ 1316242 w 4603109"/>
                  <a:gd name="connsiteY70" fmla="*/ 0 h 924402"/>
                  <a:gd name="connsiteX71" fmla="*/ 1321886 w 4603109"/>
                  <a:gd name="connsiteY71" fmla="*/ 0 h 924402"/>
                  <a:gd name="connsiteX72" fmla="*/ 1324685 w 4603109"/>
                  <a:gd name="connsiteY72" fmla="*/ 0 h 924402"/>
                  <a:gd name="connsiteX73" fmla="*/ 1325211 w 4603109"/>
                  <a:gd name="connsiteY73" fmla="*/ 0 h 924402"/>
                  <a:gd name="connsiteX74" fmla="*/ 1332348 w 4603109"/>
                  <a:gd name="connsiteY74" fmla="*/ 0 h 924402"/>
                  <a:gd name="connsiteX75" fmla="*/ 1332714 w 4603109"/>
                  <a:gd name="connsiteY75" fmla="*/ 0 h 924402"/>
                  <a:gd name="connsiteX76" fmla="*/ 1333135 w 4603109"/>
                  <a:gd name="connsiteY76" fmla="*/ 0 h 924402"/>
                  <a:gd name="connsiteX77" fmla="*/ 1348747 w 4603109"/>
                  <a:gd name="connsiteY77" fmla="*/ 0 h 924402"/>
                  <a:gd name="connsiteX78" fmla="*/ 1354749 w 4603109"/>
                  <a:gd name="connsiteY78" fmla="*/ 0 h 924402"/>
                  <a:gd name="connsiteX79" fmla="*/ 1378811 w 4603109"/>
                  <a:gd name="connsiteY79" fmla="*/ 0 h 924402"/>
                  <a:gd name="connsiteX80" fmla="*/ 1383745 w 4603109"/>
                  <a:gd name="connsiteY80" fmla="*/ 0 h 924402"/>
                  <a:gd name="connsiteX81" fmla="*/ 1385406 w 4603109"/>
                  <a:gd name="connsiteY81" fmla="*/ 0 h 924402"/>
                  <a:gd name="connsiteX82" fmla="*/ 1399356 w 4603109"/>
                  <a:gd name="connsiteY82" fmla="*/ 0 h 924402"/>
                  <a:gd name="connsiteX83" fmla="*/ 1400513 w 4603109"/>
                  <a:gd name="connsiteY83" fmla="*/ 0 h 924402"/>
                  <a:gd name="connsiteX84" fmla="*/ 1413947 w 4603109"/>
                  <a:gd name="connsiteY84" fmla="*/ 0 h 924402"/>
                  <a:gd name="connsiteX85" fmla="*/ 1414442 w 4603109"/>
                  <a:gd name="connsiteY85" fmla="*/ 0 h 924402"/>
                  <a:gd name="connsiteX86" fmla="*/ 1422915 w 4603109"/>
                  <a:gd name="connsiteY86" fmla="*/ 0 h 924402"/>
                  <a:gd name="connsiteX87" fmla="*/ 1426390 w 4603109"/>
                  <a:gd name="connsiteY87" fmla="*/ 0 h 924402"/>
                  <a:gd name="connsiteX88" fmla="*/ 1429420 w 4603109"/>
                  <a:gd name="connsiteY88" fmla="*/ 0 h 924402"/>
                  <a:gd name="connsiteX89" fmla="*/ 1430053 w 4603109"/>
                  <a:gd name="connsiteY89" fmla="*/ 0 h 924402"/>
                  <a:gd name="connsiteX90" fmla="*/ 1430206 w 4603109"/>
                  <a:gd name="connsiteY90" fmla="*/ 0 h 924402"/>
                  <a:gd name="connsiteX91" fmla="*/ 1430577 w 4603109"/>
                  <a:gd name="connsiteY91" fmla="*/ 0 h 924402"/>
                  <a:gd name="connsiteX92" fmla="*/ 1436843 w 4603109"/>
                  <a:gd name="connsiteY92" fmla="*/ 0 h 924402"/>
                  <a:gd name="connsiteX93" fmla="*/ 1444011 w 4603109"/>
                  <a:gd name="connsiteY93" fmla="*/ 0 h 924402"/>
                  <a:gd name="connsiteX94" fmla="*/ 1449655 w 4603109"/>
                  <a:gd name="connsiteY94" fmla="*/ 0 h 924402"/>
                  <a:gd name="connsiteX95" fmla="*/ 1452454 w 4603109"/>
                  <a:gd name="connsiteY95" fmla="*/ 0 h 924402"/>
                  <a:gd name="connsiteX96" fmla="*/ 1452980 w 4603109"/>
                  <a:gd name="connsiteY96" fmla="*/ 0 h 924402"/>
                  <a:gd name="connsiteX97" fmla="*/ 1456455 w 4603109"/>
                  <a:gd name="connsiteY97" fmla="*/ 0 h 924402"/>
                  <a:gd name="connsiteX98" fmla="*/ 1459664 w 4603109"/>
                  <a:gd name="connsiteY98" fmla="*/ 0 h 924402"/>
                  <a:gd name="connsiteX99" fmla="*/ 1460117 w 4603109"/>
                  <a:gd name="connsiteY99" fmla="*/ 0 h 924402"/>
                  <a:gd name="connsiteX100" fmla="*/ 1460483 w 4603109"/>
                  <a:gd name="connsiteY100" fmla="*/ 0 h 924402"/>
                  <a:gd name="connsiteX101" fmla="*/ 1460904 w 4603109"/>
                  <a:gd name="connsiteY101" fmla="*/ 0 h 924402"/>
                  <a:gd name="connsiteX102" fmla="*/ 1472926 w 4603109"/>
                  <a:gd name="connsiteY102" fmla="*/ 0 h 924402"/>
                  <a:gd name="connsiteX103" fmla="*/ 1482518 w 4603109"/>
                  <a:gd name="connsiteY103" fmla="*/ 0 h 924402"/>
                  <a:gd name="connsiteX104" fmla="*/ 1489729 w 4603109"/>
                  <a:gd name="connsiteY104" fmla="*/ 0 h 924402"/>
                  <a:gd name="connsiteX105" fmla="*/ 1504116 w 4603109"/>
                  <a:gd name="connsiteY105" fmla="*/ 0 h 924402"/>
                  <a:gd name="connsiteX106" fmla="*/ 1511514 w 4603109"/>
                  <a:gd name="connsiteY106" fmla="*/ 0 h 924402"/>
                  <a:gd name="connsiteX107" fmla="*/ 1524740 w 4603109"/>
                  <a:gd name="connsiteY107" fmla="*/ 0 h 924402"/>
                  <a:gd name="connsiteX108" fmla="*/ 1528282 w 4603109"/>
                  <a:gd name="connsiteY108" fmla="*/ 0 h 924402"/>
                  <a:gd name="connsiteX109" fmla="*/ 1531757 w 4603109"/>
                  <a:gd name="connsiteY109" fmla="*/ 0 h 924402"/>
                  <a:gd name="connsiteX110" fmla="*/ 1534181 w 4603109"/>
                  <a:gd name="connsiteY110" fmla="*/ 0 h 924402"/>
                  <a:gd name="connsiteX111" fmla="*/ 1542211 w 4603109"/>
                  <a:gd name="connsiteY111" fmla="*/ 0 h 924402"/>
                  <a:gd name="connsiteX112" fmla="*/ 1554159 w 4603109"/>
                  <a:gd name="connsiteY112" fmla="*/ 0 h 924402"/>
                  <a:gd name="connsiteX113" fmla="*/ 1557318 w 4603109"/>
                  <a:gd name="connsiteY113" fmla="*/ 0 h 924402"/>
                  <a:gd name="connsiteX114" fmla="*/ 1557975 w 4603109"/>
                  <a:gd name="connsiteY114" fmla="*/ 0 h 924402"/>
                  <a:gd name="connsiteX115" fmla="*/ 1558346 w 4603109"/>
                  <a:gd name="connsiteY115" fmla="*/ 0 h 924402"/>
                  <a:gd name="connsiteX116" fmla="*/ 1561822 w 4603109"/>
                  <a:gd name="connsiteY116" fmla="*/ 0 h 924402"/>
                  <a:gd name="connsiteX117" fmla="*/ 1564612 w 4603109"/>
                  <a:gd name="connsiteY117" fmla="*/ 0 h 924402"/>
                  <a:gd name="connsiteX118" fmla="*/ 1566857 w 4603109"/>
                  <a:gd name="connsiteY118" fmla="*/ 0 h 924402"/>
                  <a:gd name="connsiteX119" fmla="*/ 1576919 w 4603109"/>
                  <a:gd name="connsiteY119" fmla="*/ 0 h 924402"/>
                  <a:gd name="connsiteX120" fmla="*/ 1579719 w 4603109"/>
                  <a:gd name="connsiteY120" fmla="*/ 0 h 924402"/>
                  <a:gd name="connsiteX121" fmla="*/ 1584224 w 4603109"/>
                  <a:gd name="connsiteY121" fmla="*/ 0 h 924402"/>
                  <a:gd name="connsiteX122" fmla="*/ 1587382 w 4603109"/>
                  <a:gd name="connsiteY122" fmla="*/ 0 h 924402"/>
                  <a:gd name="connsiteX123" fmla="*/ 1587433 w 4603109"/>
                  <a:gd name="connsiteY123" fmla="*/ 0 h 924402"/>
                  <a:gd name="connsiteX124" fmla="*/ 1600695 w 4603109"/>
                  <a:gd name="connsiteY124" fmla="*/ 0 h 924402"/>
                  <a:gd name="connsiteX125" fmla="*/ 1606834 w 4603109"/>
                  <a:gd name="connsiteY125" fmla="*/ 0 h 924402"/>
                  <a:gd name="connsiteX126" fmla="*/ 1607256 w 4603109"/>
                  <a:gd name="connsiteY126" fmla="*/ 0 h 924402"/>
                  <a:gd name="connsiteX127" fmla="*/ 1608325 w 4603109"/>
                  <a:gd name="connsiteY127" fmla="*/ 0 h 924402"/>
                  <a:gd name="connsiteX128" fmla="*/ 1609783 w 4603109"/>
                  <a:gd name="connsiteY128" fmla="*/ 0 h 924402"/>
                  <a:gd name="connsiteX129" fmla="*/ 1617498 w 4603109"/>
                  <a:gd name="connsiteY129" fmla="*/ 0 h 924402"/>
                  <a:gd name="connsiteX130" fmla="*/ 1631885 w 4603109"/>
                  <a:gd name="connsiteY130" fmla="*/ 0 h 924402"/>
                  <a:gd name="connsiteX131" fmla="*/ 1636899 w 4603109"/>
                  <a:gd name="connsiteY131" fmla="*/ 0 h 924402"/>
                  <a:gd name="connsiteX132" fmla="*/ 1637320 w 4603109"/>
                  <a:gd name="connsiteY132" fmla="*/ 0 h 924402"/>
                  <a:gd name="connsiteX133" fmla="*/ 1637445 w 4603109"/>
                  <a:gd name="connsiteY133" fmla="*/ 0 h 924402"/>
                  <a:gd name="connsiteX134" fmla="*/ 1652509 w 4603109"/>
                  <a:gd name="connsiteY134" fmla="*/ 0 h 924402"/>
                  <a:gd name="connsiteX135" fmla="*/ 1659526 w 4603109"/>
                  <a:gd name="connsiteY135" fmla="*/ 0 h 924402"/>
                  <a:gd name="connsiteX136" fmla="*/ 1661950 w 4603109"/>
                  <a:gd name="connsiteY136" fmla="*/ 0 h 924402"/>
                  <a:gd name="connsiteX137" fmla="*/ 1664952 w 4603109"/>
                  <a:gd name="connsiteY137" fmla="*/ 0 h 924402"/>
                  <a:gd name="connsiteX138" fmla="*/ 1667212 w 4603109"/>
                  <a:gd name="connsiteY138" fmla="*/ 0 h 924402"/>
                  <a:gd name="connsiteX139" fmla="*/ 1685087 w 4603109"/>
                  <a:gd name="connsiteY139" fmla="*/ 0 h 924402"/>
                  <a:gd name="connsiteX140" fmla="*/ 1689591 w 4603109"/>
                  <a:gd name="connsiteY140" fmla="*/ 0 h 924402"/>
                  <a:gd name="connsiteX141" fmla="*/ 1694626 w 4603109"/>
                  <a:gd name="connsiteY141" fmla="*/ 0 h 924402"/>
                  <a:gd name="connsiteX142" fmla="*/ 1697276 w 4603109"/>
                  <a:gd name="connsiteY142" fmla="*/ 0 h 924402"/>
                  <a:gd name="connsiteX143" fmla="*/ 1698000 w 4603109"/>
                  <a:gd name="connsiteY143" fmla="*/ 0 h 924402"/>
                  <a:gd name="connsiteX144" fmla="*/ 1704688 w 4603109"/>
                  <a:gd name="connsiteY144" fmla="*/ 0 h 924402"/>
                  <a:gd name="connsiteX145" fmla="*/ 1707488 w 4603109"/>
                  <a:gd name="connsiteY145" fmla="*/ 0 h 924402"/>
                  <a:gd name="connsiteX146" fmla="*/ 1710963 w 4603109"/>
                  <a:gd name="connsiteY146" fmla="*/ 0 h 924402"/>
                  <a:gd name="connsiteX147" fmla="*/ 1715151 w 4603109"/>
                  <a:gd name="connsiteY147" fmla="*/ 0 h 924402"/>
                  <a:gd name="connsiteX148" fmla="*/ 1721928 w 4603109"/>
                  <a:gd name="connsiteY148" fmla="*/ 0 h 924402"/>
                  <a:gd name="connsiteX149" fmla="*/ 1734603 w 4603109"/>
                  <a:gd name="connsiteY149" fmla="*/ 0 h 924402"/>
                  <a:gd name="connsiteX150" fmla="*/ 1735025 w 4603109"/>
                  <a:gd name="connsiteY150" fmla="*/ 0 h 924402"/>
                  <a:gd name="connsiteX151" fmla="*/ 1735558 w 4603109"/>
                  <a:gd name="connsiteY151" fmla="*/ 0 h 924402"/>
                  <a:gd name="connsiteX152" fmla="*/ 1736094 w 4603109"/>
                  <a:gd name="connsiteY152" fmla="*/ 0 h 924402"/>
                  <a:gd name="connsiteX153" fmla="*/ 1737552 w 4603109"/>
                  <a:gd name="connsiteY153" fmla="*/ 0 h 924402"/>
                  <a:gd name="connsiteX154" fmla="*/ 1741027 w 4603109"/>
                  <a:gd name="connsiteY154" fmla="*/ 0 h 924402"/>
                  <a:gd name="connsiteX155" fmla="*/ 1747046 w 4603109"/>
                  <a:gd name="connsiteY155" fmla="*/ 0 h 924402"/>
                  <a:gd name="connsiteX156" fmla="*/ 1748537 w 4603109"/>
                  <a:gd name="connsiteY156" fmla="*/ 0 h 924402"/>
                  <a:gd name="connsiteX157" fmla="*/ 1753052 w 4603109"/>
                  <a:gd name="connsiteY157" fmla="*/ 0 h 924402"/>
                  <a:gd name="connsiteX158" fmla="*/ 1757499 w 4603109"/>
                  <a:gd name="connsiteY158" fmla="*/ 0 h 924402"/>
                  <a:gd name="connsiteX159" fmla="*/ 1764668 w 4603109"/>
                  <a:gd name="connsiteY159" fmla="*/ 0 h 924402"/>
                  <a:gd name="connsiteX160" fmla="*/ 1765089 w 4603109"/>
                  <a:gd name="connsiteY160" fmla="*/ 0 h 924402"/>
                  <a:gd name="connsiteX161" fmla="*/ 1765214 w 4603109"/>
                  <a:gd name="connsiteY161" fmla="*/ 0 h 924402"/>
                  <a:gd name="connsiteX162" fmla="*/ 1770320 w 4603109"/>
                  <a:gd name="connsiteY162" fmla="*/ 0 h 924402"/>
                  <a:gd name="connsiteX163" fmla="*/ 1777110 w 4603109"/>
                  <a:gd name="connsiteY163" fmla="*/ 0 h 924402"/>
                  <a:gd name="connsiteX164" fmla="*/ 1779774 w 4603109"/>
                  <a:gd name="connsiteY164" fmla="*/ 0 h 924402"/>
                  <a:gd name="connsiteX165" fmla="*/ 1792721 w 4603109"/>
                  <a:gd name="connsiteY165" fmla="*/ 0 h 924402"/>
                  <a:gd name="connsiteX166" fmla="*/ 1794981 w 4603109"/>
                  <a:gd name="connsiteY166" fmla="*/ 0 h 924402"/>
                  <a:gd name="connsiteX167" fmla="*/ 1825045 w 4603109"/>
                  <a:gd name="connsiteY167" fmla="*/ 0 h 924402"/>
                  <a:gd name="connsiteX168" fmla="*/ 1825769 w 4603109"/>
                  <a:gd name="connsiteY168" fmla="*/ 0 h 924402"/>
                  <a:gd name="connsiteX169" fmla="*/ 1838732 w 4603109"/>
                  <a:gd name="connsiteY169" fmla="*/ 0 h 924402"/>
                  <a:gd name="connsiteX170" fmla="*/ 1845818 w 4603109"/>
                  <a:gd name="connsiteY170" fmla="*/ 0 h 924402"/>
                  <a:gd name="connsiteX171" fmla="*/ 1849697 w 4603109"/>
                  <a:gd name="connsiteY171" fmla="*/ 0 h 924402"/>
                  <a:gd name="connsiteX172" fmla="*/ 1852412 w 4603109"/>
                  <a:gd name="connsiteY172" fmla="*/ 0 h 924402"/>
                  <a:gd name="connsiteX173" fmla="*/ 1853903 w 4603109"/>
                  <a:gd name="connsiteY173" fmla="*/ 0 h 924402"/>
                  <a:gd name="connsiteX174" fmla="*/ 1863327 w 4603109"/>
                  <a:gd name="connsiteY174" fmla="*/ 0 h 924402"/>
                  <a:gd name="connsiteX175" fmla="*/ 1868796 w 4603109"/>
                  <a:gd name="connsiteY175" fmla="*/ 0 h 924402"/>
                  <a:gd name="connsiteX176" fmla="*/ 1874815 w 4603109"/>
                  <a:gd name="connsiteY176" fmla="*/ 0 h 924402"/>
                  <a:gd name="connsiteX177" fmla="*/ 1876306 w 4603109"/>
                  <a:gd name="connsiteY177" fmla="*/ 0 h 924402"/>
                  <a:gd name="connsiteX178" fmla="*/ 1880821 w 4603109"/>
                  <a:gd name="connsiteY178" fmla="*/ 0 h 924402"/>
                  <a:gd name="connsiteX179" fmla="*/ 1882477 w 4603109"/>
                  <a:gd name="connsiteY179" fmla="*/ 0 h 924402"/>
                  <a:gd name="connsiteX180" fmla="*/ 1883936 w 4603109"/>
                  <a:gd name="connsiteY180" fmla="*/ 0 h 924402"/>
                  <a:gd name="connsiteX181" fmla="*/ 1885268 w 4603109"/>
                  <a:gd name="connsiteY181" fmla="*/ 0 h 924402"/>
                  <a:gd name="connsiteX182" fmla="*/ 1896427 w 4603109"/>
                  <a:gd name="connsiteY182" fmla="*/ 0 h 924402"/>
                  <a:gd name="connsiteX183" fmla="*/ 1898089 w 4603109"/>
                  <a:gd name="connsiteY183" fmla="*/ 0 h 924402"/>
                  <a:gd name="connsiteX184" fmla="*/ 1904879 w 4603109"/>
                  <a:gd name="connsiteY184" fmla="*/ 0 h 924402"/>
                  <a:gd name="connsiteX185" fmla="*/ 1907543 w 4603109"/>
                  <a:gd name="connsiteY185" fmla="*/ 0 h 924402"/>
                  <a:gd name="connsiteX186" fmla="*/ 1911018 w 4603109"/>
                  <a:gd name="connsiteY186" fmla="*/ 0 h 924402"/>
                  <a:gd name="connsiteX187" fmla="*/ 1919986 w 4603109"/>
                  <a:gd name="connsiteY187" fmla="*/ 0 h 924402"/>
                  <a:gd name="connsiteX188" fmla="*/ 1927124 w 4603109"/>
                  <a:gd name="connsiteY188" fmla="*/ 0 h 924402"/>
                  <a:gd name="connsiteX189" fmla="*/ 1927489 w 4603109"/>
                  <a:gd name="connsiteY189" fmla="*/ 0 h 924402"/>
                  <a:gd name="connsiteX190" fmla="*/ 1927911 w 4603109"/>
                  <a:gd name="connsiteY190" fmla="*/ 0 h 924402"/>
                  <a:gd name="connsiteX191" fmla="*/ 1929402 w 4603109"/>
                  <a:gd name="connsiteY191" fmla="*/ 0 h 924402"/>
                  <a:gd name="connsiteX192" fmla="*/ 1946726 w 4603109"/>
                  <a:gd name="connsiteY192" fmla="*/ 0 h 924402"/>
                  <a:gd name="connsiteX193" fmla="*/ 1949525 w 4603109"/>
                  <a:gd name="connsiteY193" fmla="*/ 0 h 924402"/>
                  <a:gd name="connsiteX194" fmla="*/ 1957554 w 4603109"/>
                  <a:gd name="connsiteY194" fmla="*/ 0 h 924402"/>
                  <a:gd name="connsiteX195" fmla="*/ 1957975 w 4603109"/>
                  <a:gd name="connsiteY195" fmla="*/ 0 h 924402"/>
                  <a:gd name="connsiteX196" fmla="*/ 1973587 w 4603109"/>
                  <a:gd name="connsiteY196" fmla="*/ 0 h 924402"/>
                  <a:gd name="connsiteX197" fmla="*/ 1978520 w 4603109"/>
                  <a:gd name="connsiteY197" fmla="*/ 0 h 924402"/>
                  <a:gd name="connsiteX198" fmla="*/ 1980012 w 4603109"/>
                  <a:gd name="connsiteY198" fmla="*/ 0 h 924402"/>
                  <a:gd name="connsiteX199" fmla="*/ 1980181 w 4603109"/>
                  <a:gd name="connsiteY199" fmla="*/ 0 h 924402"/>
                  <a:gd name="connsiteX200" fmla="*/ 1981672 w 4603109"/>
                  <a:gd name="connsiteY200" fmla="*/ 0 h 924402"/>
                  <a:gd name="connsiteX201" fmla="*/ 2008585 w 4603109"/>
                  <a:gd name="connsiteY201" fmla="*/ 0 h 924402"/>
                  <a:gd name="connsiteX202" fmla="*/ 2009218 w 4603109"/>
                  <a:gd name="connsiteY202" fmla="*/ 0 h 924402"/>
                  <a:gd name="connsiteX203" fmla="*/ 2010246 w 4603109"/>
                  <a:gd name="connsiteY203" fmla="*/ 0 h 924402"/>
                  <a:gd name="connsiteX204" fmla="*/ 2010709 w 4603109"/>
                  <a:gd name="connsiteY204" fmla="*/ 0 h 924402"/>
                  <a:gd name="connsiteX205" fmla="*/ 2011705 w 4603109"/>
                  <a:gd name="connsiteY205" fmla="*/ 0 h 924402"/>
                  <a:gd name="connsiteX206" fmla="*/ 2024147 w 4603109"/>
                  <a:gd name="connsiteY206" fmla="*/ 0 h 924402"/>
                  <a:gd name="connsiteX207" fmla="*/ 2024196 w 4603109"/>
                  <a:gd name="connsiteY207" fmla="*/ 0 h 924402"/>
                  <a:gd name="connsiteX208" fmla="*/ 2024981 w 4603109"/>
                  <a:gd name="connsiteY208" fmla="*/ 0 h 924402"/>
                  <a:gd name="connsiteX209" fmla="*/ 2025353 w 4603109"/>
                  <a:gd name="connsiteY209" fmla="*/ 0 h 924402"/>
                  <a:gd name="connsiteX210" fmla="*/ 2026473 w 4603109"/>
                  <a:gd name="connsiteY210" fmla="*/ 0 h 924402"/>
                  <a:gd name="connsiteX211" fmla="*/ 2031619 w 4603109"/>
                  <a:gd name="connsiteY211" fmla="*/ 0 h 924402"/>
                  <a:gd name="connsiteX212" fmla="*/ 2033110 w 4603109"/>
                  <a:gd name="connsiteY212" fmla="*/ 0 h 924402"/>
                  <a:gd name="connsiteX213" fmla="*/ 2038787 w 4603109"/>
                  <a:gd name="connsiteY213" fmla="*/ 0 h 924402"/>
                  <a:gd name="connsiteX214" fmla="*/ 2039282 w 4603109"/>
                  <a:gd name="connsiteY214" fmla="*/ 0 h 924402"/>
                  <a:gd name="connsiteX215" fmla="*/ 2047755 w 4603109"/>
                  <a:gd name="connsiteY215" fmla="*/ 0 h 924402"/>
                  <a:gd name="connsiteX216" fmla="*/ 2051230 w 4603109"/>
                  <a:gd name="connsiteY216" fmla="*/ 0 h 924402"/>
                  <a:gd name="connsiteX217" fmla="*/ 2054893 w 4603109"/>
                  <a:gd name="connsiteY217" fmla="*/ 0 h 924402"/>
                  <a:gd name="connsiteX218" fmla="*/ 2055046 w 4603109"/>
                  <a:gd name="connsiteY218" fmla="*/ 0 h 924402"/>
                  <a:gd name="connsiteX219" fmla="*/ 2055258 w 4603109"/>
                  <a:gd name="connsiteY219" fmla="*/ 0 h 924402"/>
                  <a:gd name="connsiteX220" fmla="*/ 2055680 w 4603109"/>
                  <a:gd name="connsiteY220" fmla="*/ 0 h 924402"/>
                  <a:gd name="connsiteX221" fmla="*/ 2057171 w 4603109"/>
                  <a:gd name="connsiteY221" fmla="*/ 0 h 924402"/>
                  <a:gd name="connsiteX222" fmla="*/ 2061683 w 4603109"/>
                  <a:gd name="connsiteY222" fmla="*/ 0 h 924402"/>
                  <a:gd name="connsiteX223" fmla="*/ 2067702 w 4603109"/>
                  <a:gd name="connsiteY223" fmla="*/ 0 h 924402"/>
                  <a:gd name="connsiteX224" fmla="*/ 2074495 w 4603109"/>
                  <a:gd name="connsiteY224" fmla="*/ 0 h 924402"/>
                  <a:gd name="connsiteX225" fmla="*/ 2077294 w 4603109"/>
                  <a:gd name="connsiteY225" fmla="*/ 0 h 924402"/>
                  <a:gd name="connsiteX226" fmla="*/ 2084504 w 4603109"/>
                  <a:gd name="connsiteY226" fmla="*/ 0 h 924402"/>
                  <a:gd name="connsiteX227" fmla="*/ 2085323 w 4603109"/>
                  <a:gd name="connsiteY227" fmla="*/ 0 h 924402"/>
                  <a:gd name="connsiteX228" fmla="*/ 2085744 w 4603109"/>
                  <a:gd name="connsiteY228" fmla="*/ 0 h 924402"/>
                  <a:gd name="connsiteX229" fmla="*/ 2097766 w 4603109"/>
                  <a:gd name="connsiteY229" fmla="*/ 0 h 924402"/>
                  <a:gd name="connsiteX230" fmla="*/ 2106289 w 4603109"/>
                  <a:gd name="connsiteY230" fmla="*/ 0 h 924402"/>
                  <a:gd name="connsiteX231" fmla="*/ 2107781 w 4603109"/>
                  <a:gd name="connsiteY231" fmla="*/ 0 h 924402"/>
                  <a:gd name="connsiteX232" fmla="*/ 2128956 w 4603109"/>
                  <a:gd name="connsiteY232" fmla="*/ 0 h 924402"/>
                  <a:gd name="connsiteX233" fmla="*/ 2129514 w 4603109"/>
                  <a:gd name="connsiteY233" fmla="*/ 0 h 924402"/>
                  <a:gd name="connsiteX234" fmla="*/ 2136354 w 4603109"/>
                  <a:gd name="connsiteY234" fmla="*/ 0 h 924402"/>
                  <a:gd name="connsiteX235" fmla="*/ 2136987 w 4603109"/>
                  <a:gd name="connsiteY235" fmla="*/ 0 h 924402"/>
                  <a:gd name="connsiteX236" fmla="*/ 2138478 w 4603109"/>
                  <a:gd name="connsiteY236" fmla="*/ 0 h 924402"/>
                  <a:gd name="connsiteX237" fmla="*/ 2151916 w 4603109"/>
                  <a:gd name="connsiteY237" fmla="*/ 0 h 924402"/>
                  <a:gd name="connsiteX238" fmla="*/ 2152750 w 4603109"/>
                  <a:gd name="connsiteY238" fmla="*/ 0 h 924402"/>
                  <a:gd name="connsiteX239" fmla="*/ 2153122 w 4603109"/>
                  <a:gd name="connsiteY239" fmla="*/ 0 h 924402"/>
                  <a:gd name="connsiteX240" fmla="*/ 2154242 w 4603109"/>
                  <a:gd name="connsiteY240" fmla="*/ 0 h 924402"/>
                  <a:gd name="connsiteX241" fmla="*/ 2156597 w 4603109"/>
                  <a:gd name="connsiteY241" fmla="*/ 0 h 924402"/>
                  <a:gd name="connsiteX242" fmla="*/ 2159388 w 4603109"/>
                  <a:gd name="connsiteY242" fmla="*/ 0 h 924402"/>
                  <a:gd name="connsiteX243" fmla="*/ 2160879 w 4603109"/>
                  <a:gd name="connsiteY243" fmla="*/ 0 h 924402"/>
                  <a:gd name="connsiteX244" fmla="*/ 2161633 w 4603109"/>
                  <a:gd name="connsiteY244" fmla="*/ 0 h 924402"/>
                  <a:gd name="connsiteX245" fmla="*/ 2167051 w 4603109"/>
                  <a:gd name="connsiteY245" fmla="*/ 0 h 924402"/>
                  <a:gd name="connsiteX246" fmla="*/ 2178999 w 4603109"/>
                  <a:gd name="connsiteY246" fmla="*/ 0 h 924402"/>
                  <a:gd name="connsiteX247" fmla="*/ 2182158 w 4603109"/>
                  <a:gd name="connsiteY247" fmla="*/ 0 h 924402"/>
                  <a:gd name="connsiteX248" fmla="*/ 2182815 w 4603109"/>
                  <a:gd name="connsiteY248" fmla="*/ 0 h 924402"/>
                  <a:gd name="connsiteX249" fmla="*/ 2188666 w 4603109"/>
                  <a:gd name="connsiteY249" fmla="*/ 0 h 924402"/>
                  <a:gd name="connsiteX250" fmla="*/ 2189452 w 4603109"/>
                  <a:gd name="connsiteY250" fmla="*/ 0 h 924402"/>
                  <a:gd name="connsiteX251" fmla="*/ 2191697 w 4603109"/>
                  <a:gd name="connsiteY251" fmla="*/ 0 h 924402"/>
                  <a:gd name="connsiteX252" fmla="*/ 2195471 w 4603109"/>
                  <a:gd name="connsiteY252" fmla="*/ 0 h 924402"/>
                  <a:gd name="connsiteX253" fmla="*/ 2201759 w 4603109"/>
                  <a:gd name="connsiteY253" fmla="*/ 0 h 924402"/>
                  <a:gd name="connsiteX254" fmla="*/ 2203100 w 4603109"/>
                  <a:gd name="connsiteY254" fmla="*/ 0 h 924402"/>
                  <a:gd name="connsiteX255" fmla="*/ 2204559 w 4603109"/>
                  <a:gd name="connsiteY255" fmla="*/ 0 h 924402"/>
                  <a:gd name="connsiteX256" fmla="*/ 2204591 w 4603109"/>
                  <a:gd name="connsiteY256" fmla="*/ 0 h 924402"/>
                  <a:gd name="connsiteX257" fmla="*/ 2212273 w 4603109"/>
                  <a:gd name="connsiteY257" fmla="*/ 0 h 924402"/>
                  <a:gd name="connsiteX258" fmla="*/ 2225535 w 4603109"/>
                  <a:gd name="connsiteY258" fmla="*/ 0 h 924402"/>
                  <a:gd name="connsiteX259" fmla="*/ 2231674 w 4603109"/>
                  <a:gd name="connsiteY259" fmla="*/ 0 h 924402"/>
                  <a:gd name="connsiteX260" fmla="*/ 2232096 w 4603109"/>
                  <a:gd name="connsiteY260" fmla="*/ 0 h 924402"/>
                  <a:gd name="connsiteX261" fmla="*/ 2232220 w 4603109"/>
                  <a:gd name="connsiteY261" fmla="*/ 0 h 924402"/>
                  <a:gd name="connsiteX262" fmla="*/ 2233118 w 4603109"/>
                  <a:gd name="connsiteY262" fmla="*/ 0 h 924402"/>
                  <a:gd name="connsiteX263" fmla="*/ 2233165 w 4603109"/>
                  <a:gd name="connsiteY263" fmla="*/ 0 h 924402"/>
                  <a:gd name="connsiteX264" fmla="*/ 2256725 w 4603109"/>
                  <a:gd name="connsiteY264" fmla="*/ 0 h 924402"/>
                  <a:gd name="connsiteX265" fmla="*/ 2257283 w 4603109"/>
                  <a:gd name="connsiteY265" fmla="*/ 0 h 924402"/>
                  <a:gd name="connsiteX266" fmla="*/ 2262285 w 4603109"/>
                  <a:gd name="connsiteY266" fmla="*/ 0 h 924402"/>
                  <a:gd name="connsiteX267" fmla="*/ 2284366 w 4603109"/>
                  <a:gd name="connsiteY267" fmla="*/ 0 h 924402"/>
                  <a:gd name="connsiteX268" fmla="*/ 2289402 w 4603109"/>
                  <a:gd name="connsiteY268" fmla="*/ 0 h 924402"/>
                  <a:gd name="connsiteX269" fmla="*/ 2292052 w 4603109"/>
                  <a:gd name="connsiteY269" fmla="*/ 0 h 924402"/>
                  <a:gd name="connsiteX270" fmla="*/ 2299271 w 4603109"/>
                  <a:gd name="connsiteY270" fmla="*/ 0 h 924402"/>
                  <a:gd name="connsiteX271" fmla="*/ 2308721 w 4603109"/>
                  <a:gd name="connsiteY271" fmla="*/ 0 h 924402"/>
                  <a:gd name="connsiteX272" fmla="*/ 2309927 w 4603109"/>
                  <a:gd name="connsiteY272" fmla="*/ 0 h 924402"/>
                  <a:gd name="connsiteX273" fmla="*/ 2316435 w 4603109"/>
                  <a:gd name="connsiteY273" fmla="*/ 0 h 924402"/>
                  <a:gd name="connsiteX274" fmla="*/ 2316703 w 4603109"/>
                  <a:gd name="connsiteY274" fmla="*/ 0 h 924402"/>
                  <a:gd name="connsiteX275" fmla="*/ 2319466 w 4603109"/>
                  <a:gd name="connsiteY275" fmla="*/ 0 h 924402"/>
                  <a:gd name="connsiteX276" fmla="*/ 2322840 w 4603109"/>
                  <a:gd name="connsiteY276" fmla="*/ 0 h 924402"/>
                  <a:gd name="connsiteX277" fmla="*/ 2329528 w 4603109"/>
                  <a:gd name="connsiteY277" fmla="*/ 0 h 924402"/>
                  <a:gd name="connsiteX278" fmla="*/ 2330869 w 4603109"/>
                  <a:gd name="connsiteY278" fmla="*/ 0 h 924402"/>
                  <a:gd name="connsiteX279" fmla="*/ 2332328 w 4603109"/>
                  <a:gd name="connsiteY279" fmla="*/ 0 h 924402"/>
                  <a:gd name="connsiteX280" fmla="*/ 2332360 w 4603109"/>
                  <a:gd name="connsiteY280" fmla="*/ 0 h 924402"/>
                  <a:gd name="connsiteX281" fmla="*/ 2335803 w 4603109"/>
                  <a:gd name="connsiteY281" fmla="*/ 0 h 924402"/>
                  <a:gd name="connsiteX282" fmla="*/ 2343312 w 4603109"/>
                  <a:gd name="connsiteY282" fmla="*/ 0 h 924402"/>
                  <a:gd name="connsiteX283" fmla="*/ 2344804 w 4603109"/>
                  <a:gd name="connsiteY283" fmla="*/ 0 h 924402"/>
                  <a:gd name="connsiteX284" fmla="*/ 2346768 w 4603109"/>
                  <a:gd name="connsiteY284" fmla="*/ 0 h 924402"/>
                  <a:gd name="connsiteX285" fmla="*/ 2347827 w 4603109"/>
                  <a:gd name="connsiteY285" fmla="*/ 0 h 924402"/>
                  <a:gd name="connsiteX286" fmla="*/ 2352274 w 4603109"/>
                  <a:gd name="connsiteY286" fmla="*/ 0 h 924402"/>
                  <a:gd name="connsiteX287" fmla="*/ 2359443 w 4603109"/>
                  <a:gd name="connsiteY287" fmla="*/ 0 h 924402"/>
                  <a:gd name="connsiteX288" fmla="*/ 2359865 w 4603109"/>
                  <a:gd name="connsiteY288" fmla="*/ 0 h 924402"/>
                  <a:gd name="connsiteX289" fmla="*/ 2359989 w 4603109"/>
                  <a:gd name="connsiteY289" fmla="*/ 0 h 924402"/>
                  <a:gd name="connsiteX290" fmla="*/ 2360887 w 4603109"/>
                  <a:gd name="connsiteY290" fmla="*/ 0 h 924402"/>
                  <a:gd name="connsiteX291" fmla="*/ 2360934 w 4603109"/>
                  <a:gd name="connsiteY291" fmla="*/ 0 h 924402"/>
                  <a:gd name="connsiteX292" fmla="*/ 2371886 w 4603109"/>
                  <a:gd name="connsiteY292" fmla="*/ 0 h 924402"/>
                  <a:gd name="connsiteX293" fmla="*/ 2373377 w 4603109"/>
                  <a:gd name="connsiteY293" fmla="*/ 0 h 924402"/>
                  <a:gd name="connsiteX294" fmla="*/ 2377892 w 4603109"/>
                  <a:gd name="connsiteY294" fmla="*/ 0 h 924402"/>
                  <a:gd name="connsiteX295" fmla="*/ 2382339 w 4603109"/>
                  <a:gd name="connsiteY295" fmla="*/ 0 h 924402"/>
                  <a:gd name="connsiteX296" fmla="*/ 2390054 w 4603109"/>
                  <a:gd name="connsiteY296" fmla="*/ 0 h 924402"/>
                  <a:gd name="connsiteX297" fmla="*/ 2419821 w 4603109"/>
                  <a:gd name="connsiteY297" fmla="*/ 0 h 924402"/>
                  <a:gd name="connsiteX298" fmla="*/ 2427040 w 4603109"/>
                  <a:gd name="connsiteY298" fmla="*/ 0 h 924402"/>
                  <a:gd name="connsiteX299" fmla="*/ 2436490 w 4603109"/>
                  <a:gd name="connsiteY299" fmla="*/ 0 h 924402"/>
                  <a:gd name="connsiteX300" fmla="*/ 2444472 w 4603109"/>
                  <a:gd name="connsiteY300" fmla="*/ 0 h 924402"/>
                  <a:gd name="connsiteX301" fmla="*/ 2448678 w 4603109"/>
                  <a:gd name="connsiteY301" fmla="*/ 0 h 924402"/>
                  <a:gd name="connsiteX302" fmla="*/ 2450171 w 4603109"/>
                  <a:gd name="connsiteY302" fmla="*/ 0 h 924402"/>
                  <a:gd name="connsiteX303" fmla="*/ 2450609 w 4603109"/>
                  <a:gd name="connsiteY303" fmla="*/ 0 h 924402"/>
                  <a:gd name="connsiteX304" fmla="*/ 2463572 w 4603109"/>
                  <a:gd name="connsiteY304" fmla="*/ 0 h 924402"/>
                  <a:gd name="connsiteX305" fmla="*/ 2471081 w 4603109"/>
                  <a:gd name="connsiteY305" fmla="*/ 0 h 924402"/>
                  <a:gd name="connsiteX306" fmla="*/ 2472573 w 4603109"/>
                  <a:gd name="connsiteY306" fmla="*/ 0 h 924402"/>
                  <a:gd name="connsiteX307" fmla="*/ 2474537 w 4603109"/>
                  <a:gd name="connsiteY307" fmla="*/ 0 h 924402"/>
                  <a:gd name="connsiteX308" fmla="*/ 2475596 w 4603109"/>
                  <a:gd name="connsiteY308" fmla="*/ 0 h 924402"/>
                  <a:gd name="connsiteX309" fmla="*/ 2477252 w 4603109"/>
                  <a:gd name="connsiteY309" fmla="*/ 0 h 924402"/>
                  <a:gd name="connsiteX310" fmla="*/ 2478712 w 4603109"/>
                  <a:gd name="connsiteY310" fmla="*/ 0 h 924402"/>
                  <a:gd name="connsiteX311" fmla="*/ 2478743 w 4603109"/>
                  <a:gd name="connsiteY311" fmla="*/ 0 h 924402"/>
                  <a:gd name="connsiteX312" fmla="*/ 2480043 w 4603109"/>
                  <a:gd name="connsiteY312" fmla="*/ 0 h 924402"/>
                  <a:gd name="connsiteX313" fmla="*/ 2499655 w 4603109"/>
                  <a:gd name="connsiteY313" fmla="*/ 0 h 924402"/>
                  <a:gd name="connsiteX314" fmla="*/ 2501146 w 4603109"/>
                  <a:gd name="connsiteY314" fmla="*/ 0 h 924402"/>
                  <a:gd name="connsiteX315" fmla="*/ 2505661 w 4603109"/>
                  <a:gd name="connsiteY315" fmla="*/ 0 h 924402"/>
                  <a:gd name="connsiteX316" fmla="*/ 2508776 w 4603109"/>
                  <a:gd name="connsiteY316" fmla="*/ 0 h 924402"/>
                  <a:gd name="connsiteX317" fmla="*/ 2510108 w 4603109"/>
                  <a:gd name="connsiteY317" fmla="*/ 0 h 924402"/>
                  <a:gd name="connsiteX318" fmla="*/ 2524178 w 4603109"/>
                  <a:gd name="connsiteY318" fmla="*/ 0 h 924402"/>
                  <a:gd name="connsiteX319" fmla="*/ 2525248 w 4603109"/>
                  <a:gd name="connsiteY319" fmla="*/ 0 h 924402"/>
                  <a:gd name="connsiteX320" fmla="*/ 2525669 w 4603109"/>
                  <a:gd name="connsiteY320" fmla="*/ 0 h 924402"/>
                  <a:gd name="connsiteX321" fmla="*/ 2552329 w 4603109"/>
                  <a:gd name="connsiteY321" fmla="*/ 0 h 924402"/>
                  <a:gd name="connsiteX322" fmla="*/ 2552751 w 4603109"/>
                  <a:gd name="connsiteY322" fmla="*/ 0 h 924402"/>
                  <a:gd name="connsiteX323" fmla="*/ 2554242 w 4603109"/>
                  <a:gd name="connsiteY323" fmla="*/ 0 h 924402"/>
                  <a:gd name="connsiteX324" fmla="*/ 2574787 w 4603109"/>
                  <a:gd name="connsiteY324" fmla="*/ 0 h 924402"/>
                  <a:gd name="connsiteX325" fmla="*/ 2576279 w 4603109"/>
                  <a:gd name="connsiteY325" fmla="*/ 0 h 924402"/>
                  <a:gd name="connsiteX326" fmla="*/ 2576447 w 4603109"/>
                  <a:gd name="connsiteY326" fmla="*/ 0 h 924402"/>
                  <a:gd name="connsiteX327" fmla="*/ 2577940 w 4603109"/>
                  <a:gd name="connsiteY327" fmla="*/ 0 h 924402"/>
                  <a:gd name="connsiteX328" fmla="*/ 2603360 w 4603109"/>
                  <a:gd name="connsiteY328" fmla="*/ 0 h 924402"/>
                  <a:gd name="connsiteX329" fmla="*/ 2604852 w 4603109"/>
                  <a:gd name="connsiteY329" fmla="*/ 0 h 924402"/>
                  <a:gd name="connsiteX330" fmla="*/ 2605021 w 4603109"/>
                  <a:gd name="connsiteY330" fmla="*/ 0 h 924402"/>
                  <a:gd name="connsiteX331" fmla="*/ 2605484 w 4603109"/>
                  <a:gd name="connsiteY331" fmla="*/ 0 h 924402"/>
                  <a:gd name="connsiteX332" fmla="*/ 2606481 w 4603109"/>
                  <a:gd name="connsiteY332" fmla="*/ 0 h 924402"/>
                  <a:gd name="connsiteX333" fmla="*/ 2606512 w 4603109"/>
                  <a:gd name="connsiteY333" fmla="*/ 0 h 924402"/>
                  <a:gd name="connsiteX334" fmla="*/ 2606976 w 4603109"/>
                  <a:gd name="connsiteY334" fmla="*/ 0 h 924402"/>
                  <a:gd name="connsiteX335" fmla="*/ 2618923 w 4603109"/>
                  <a:gd name="connsiteY335" fmla="*/ 0 h 924402"/>
                  <a:gd name="connsiteX336" fmla="*/ 2621248 w 4603109"/>
                  <a:gd name="connsiteY336" fmla="*/ 0 h 924402"/>
                  <a:gd name="connsiteX337" fmla="*/ 2622740 w 4603109"/>
                  <a:gd name="connsiteY337" fmla="*/ 0 h 924402"/>
                  <a:gd name="connsiteX338" fmla="*/ 2627885 w 4603109"/>
                  <a:gd name="connsiteY338" fmla="*/ 0 h 924402"/>
                  <a:gd name="connsiteX339" fmla="*/ 2629377 w 4603109"/>
                  <a:gd name="connsiteY339" fmla="*/ 0 h 924402"/>
                  <a:gd name="connsiteX340" fmla="*/ 2634058 w 4603109"/>
                  <a:gd name="connsiteY340" fmla="*/ 0 h 924402"/>
                  <a:gd name="connsiteX341" fmla="*/ 2635549 w 4603109"/>
                  <a:gd name="connsiteY341" fmla="*/ 0 h 924402"/>
                  <a:gd name="connsiteX342" fmla="*/ 2636545 w 4603109"/>
                  <a:gd name="connsiteY342" fmla="*/ 0 h 924402"/>
                  <a:gd name="connsiteX343" fmla="*/ 2648987 w 4603109"/>
                  <a:gd name="connsiteY343" fmla="*/ 0 h 924402"/>
                  <a:gd name="connsiteX344" fmla="*/ 2649821 w 4603109"/>
                  <a:gd name="connsiteY344" fmla="*/ 0 h 924402"/>
                  <a:gd name="connsiteX345" fmla="*/ 2651313 w 4603109"/>
                  <a:gd name="connsiteY345" fmla="*/ 0 h 924402"/>
                  <a:gd name="connsiteX346" fmla="*/ 2651947 w 4603109"/>
                  <a:gd name="connsiteY346" fmla="*/ 0 h 924402"/>
                  <a:gd name="connsiteX347" fmla="*/ 2653017 w 4603109"/>
                  <a:gd name="connsiteY347" fmla="*/ 0 h 924402"/>
                  <a:gd name="connsiteX348" fmla="*/ 2653438 w 4603109"/>
                  <a:gd name="connsiteY348" fmla="*/ 0 h 924402"/>
                  <a:gd name="connsiteX349" fmla="*/ 2656459 w 4603109"/>
                  <a:gd name="connsiteY349" fmla="*/ 0 h 924402"/>
                  <a:gd name="connsiteX350" fmla="*/ 2657950 w 4603109"/>
                  <a:gd name="connsiteY350" fmla="*/ 0 h 924402"/>
                  <a:gd name="connsiteX351" fmla="*/ 2665460 w 4603109"/>
                  <a:gd name="connsiteY351" fmla="*/ 0 h 924402"/>
                  <a:gd name="connsiteX352" fmla="*/ 2680098 w 4603109"/>
                  <a:gd name="connsiteY352" fmla="*/ 0 h 924402"/>
                  <a:gd name="connsiteX353" fmla="*/ 2680520 w 4603109"/>
                  <a:gd name="connsiteY353" fmla="*/ 0 h 924402"/>
                  <a:gd name="connsiteX354" fmla="*/ 2682011 w 4603109"/>
                  <a:gd name="connsiteY354" fmla="*/ 0 h 924402"/>
                  <a:gd name="connsiteX355" fmla="*/ 2692542 w 4603109"/>
                  <a:gd name="connsiteY355" fmla="*/ 0 h 924402"/>
                  <a:gd name="connsiteX356" fmla="*/ 2702556 w 4603109"/>
                  <a:gd name="connsiteY356" fmla="*/ 0 h 924402"/>
                  <a:gd name="connsiteX357" fmla="*/ 2704048 w 4603109"/>
                  <a:gd name="connsiteY357" fmla="*/ 0 h 924402"/>
                  <a:gd name="connsiteX358" fmla="*/ 2724289 w 4603109"/>
                  <a:gd name="connsiteY358" fmla="*/ 0 h 924402"/>
                  <a:gd name="connsiteX359" fmla="*/ 2731129 w 4603109"/>
                  <a:gd name="connsiteY359" fmla="*/ 0 h 924402"/>
                  <a:gd name="connsiteX360" fmla="*/ 2732621 w 4603109"/>
                  <a:gd name="connsiteY360" fmla="*/ 0 h 924402"/>
                  <a:gd name="connsiteX361" fmla="*/ 2733253 w 4603109"/>
                  <a:gd name="connsiteY361" fmla="*/ 0 h 924402"/>
                  <a:gd name="connsiteX362" fmla="*/ 2734745 w 4603109"/>
                  <a:gd name="connsiteY362" fmla="*/ 0 h 924402"/>
                  <a:gd name="connsiteX363" fmla="*/ 2746692 w 4603109"/>
                  <a:gd name="connsiteY363" fmla="*/ 0 h 924402"/>
                  <a:gd name="connsiteX364" fmla="*/ 2749017 w 4603109"/>
                  <a:gd name="connsiteY364" fmla="*/ 0 h 924402"/>
                  <a:gd name="connsiteX365" fmla="*/ 2750509 w 4603109"/>
                  <a:gd name="connsiteY365" fmla="*/ 0 h 924402"/>
                  <a:gd name="connsiteX366" fmla="*/ 2754354 w 4603109"/>
                  <a:gd name="connsiteY366" fmla="*/ 0 h 924402"/>
                  <a:gd name="connsiteX367" fmla="*/ 2755654 w 4603109"/>
                  <a:gd name="connsiteY367" fmla="*/ 0 h 924402"/>
                  <a:gd name="connsiteX368" fmla="*/ 2757146 w 4603109"/>
                  <a:gd name="connsiteY368" fmla="*/ 0 h 924402"/>
                  <a:gd name="connsiteX369" fmla="*/ 2761827 w 4603109"/>
                  <a:gd name="connsiteY369" fmla="*/ 0 h 924402"/>
                  <a:gd name="connsiteX370" fmla="*/ 2763318 w 4603109"/>
                  <a:gd name="connsiteY370" fmla="*/ 0 h 924402"/>
                  <a:gd name="connsiteX371" fmla="*/ 2776756 w 4603109"/>
                  <a:gd name="connsiteY371" fmla="*/ 0 h 924402"/>
                  <a:gd name="connsiteX372" fmla="*/ 2777590 w 4603109"/>
                  <a:gd name="connsiteY372" fmla="*/ 0 h 924402"/>
                  <a:gd name="connsiteX373" fmla="*/ 2779082 w 4603109"/>
                  <a:gd name="connsiteY373" fmla="*/ 0 h 924402"/>
                  <a:gd name="connsiteX374" fmla="*/ 2783442 w 4603109"/>
                  <a:gd name="connsiteY374" fmla="*/ 0 h 924402"/>
                  <a:gd name="connsiteX375" fmla="*/ 2784228 w 4603109"/>
                  <a:gd name="connsiteY375" fmla="*/ 0 h 924402"/>
                  <a:gd name="connsiteX376" fmla="*/ 2785719 w 4603109"/>
                  <a:gd name="connsiteY376" fmla="*/ 0 h 924402"/>
                  <a:gd name="connsiteX377" fmla="*/ 2786473 w 4603109"/>
                  <a:gd name="connsiteY377" fmla="*/ 0 h 924402"/>
                  <a:gd name="connsiteX378" fmla="*/ 2793229 w 4603109"/>
                  <a:gd name="connsiteY378" fmla="*/ 0 h 924402"/>
                  <a:gd name="connsiteX379" fmla="*/ 2799367 w 4603109"/>
                  <a:gd name="connsiteY379" fmla="*/ 0 h 924402"/>
                  <a:gd name="connsiteX380" fmla="*/ 2813506 w 4603109"/>
                  <a:gd name="connsiteY380" fmla="*/ 0 h 924402"/>
                  <a:gd name="connsiteX381" fmla="*/ 2820311 w 4603109"/>
                  <a:gd name="connsiteY381" fmla="*/ 0 h 924402"/>
                  <a:gd name="connsiteX382" fmla="*/ 2827893 w 4603109"/>
                  <a:gd name="connsiteY382" fmla="*/ 0 h 924402"/>
                  <a:gd name="connsiteX383" fmla="*/ 2827940 w 4603109"/>
                  <a:gd name="connsiteY383" fmla="*/ 0 h 924402"/>
                  <a:gd name="connsiteX384" fmla="*/ 2829431 w 4603109"/>
                  <a:gd name="connsiteY384" fmla="*/ 0 h 924402"/>
                  <a:gd name="connsiteX385" fmla="*/ 2829978 w 4603109"/>
                  <a:gd name="connsiteY385" fmla="*/ 0 h 924402"/>
                  <a:gd name="connsiteX386" fmla="*/ 2852058 w 4603109"/>
                  <a:gd name="connsiteY386" fmla="*/ 0 h 924402"/>
                  <a:gd name="connsiteX387" fmla="*/ 2857060 w 4603109"/>
                  <a:gd name="connsiteY387" fmla="*/ 0 h 924402"/>
                  <a:gd name="connsiteX388" fmla="*/ 2857958 w 4603109"/>
                  <a:gd name="connsiteY388" fmla="*/ 0 h 924402"/>
                  <a:gd name="connsiteX389" fmla="*/ 2871601 w 4603109"/>
                  <a:gd name="connsiteY389" fmla="*/ 0 h 924402"/>
                  <a:gd name="connsiteX390" fmla="*/ 2882123 w 4603109"/>
                  <a:gd name="connsiteY390" fmla="*/ 0 h 924402"/>
                  <a:gd name="connsiteX391" fmla="*/ 2894046 w 4603109"/>
                  <a:gd name="connsiteY391" fmla="*/ 0 h 924402"/>
                  <a:gd name="connsiteX392" fmla="*/ 2903496 w 4603109"/>
                  <a:gd name="connsiteY392" fmla="*/ 0 h 924402"/>
                  <a:gd name="connsiteX393" fmla="*/ 2911211 w 4603109"/>
                  <a:gd name="connsiteY393" fmla="*/ 0 h 924402"/>
                  <a:gd name="connsiteX394" fmla="*/ 2914242 w 4603109"/>
                  <a:gd name="connsiteY394" fmla="*/ 0 h 924402"/>
                  <a:gd name="connsiteX395" fmla="*/ 2914461 w 4603109"/>
                  <a:gd name="connsiteY395" fmla="*/ 0 h 924402"/>
                  <a:gd name="connsiteX396" fmla="*/ 2924111 w 4603109"/>
                  <a:gd name="connsiteY396" fmla="*/ 0 h 924402"/>
                  <a:gd name="connsiteX397" fmla="*/ 2927136 w 4603109"/>
                  <a:gd name="connsiteY397" fmla="*/ 0 h 924402"/>
                  <a:gd name="connsiteX398" fmla="*/ 2933561 w 4603109"/>
                  <a:gd name="connsiteY398" fmla="*/ 0 h 924402"/>
                  <a:gd name="connsiteX399" fmla="*/ 2939580 w 4603109"/>
                  <a:gd name="connsiteY399" fmla="*/ 0 h 924402"/>
                  <a:gd name="connsiteX400" fmla="*/ 2941275 w 4603109"/>
                  <a:gd name="connsiteY400" fmla="*/ 0 h 924402"/>
                  <a:gd name="connsiteX401" fmla="*/ 2941543 w 4603109"/>
                  <a:gd name="connsiteY401" fmla="*/ 0 h 924402"/>
                  <a:gd name="connsiteX402" fmla="*/ 2945586 w 4603109"/>
                  <a:gd name="connsiteY402" fmla="*/ 0 h 924402"/>
                  <a:gd name="connsiteX403" fmla="*/ 2950032 w 4603109"/>
                  <a:gd name="connsiteY403" fmla="*/ 0 h 924402"/>
                  <a:gd name="connsiteX404" fmla="*/ 2955662 w 4603109"/>
                  <a:gd name="connsiteY404" fmla="*/ 0 h 924402"/>
                  <a:gd name="connsiteX405" fmla="*/ 2955709 w 4603109"/>
                  <a:gd name="connsiteY405" fmla="*/ 0 h 924402"/>
                  <a:gd name="connsiteX406" fmla="*/ 2957200 w 4603109"/>
                  <a:gd name="connsiteY406" fmla="*/ 0 h 924402"/>
                  <a:gd name="connsiteX407" fmla="*/ 2957747 w 4603109"/>
                  <a:gd name="connsiteY407" fmla="*/ 0 h 924402"/>
                  <a:gd name="connsiteX408" fmla="*/ 2968152 w 4603109"/>
                  <a:gd name="connsiteY408" fmla="*/ 0 h 924402"/>
                  <a:gd name="connsiteX409" fmla="*/ 2969644 w 4603109"/>
                  <a:gd name="connsiteY409" fmla="*/ 0 h 924402"/>
                  <a:gd name="connsiteX410" fmla="*/ 2972667 w 4603109"/>
                  <a:gd name="connsiteY410" fmla="*/ 0 h 924402"/>
                  <a:gd name="connsiteX411" fmla="*/ 2977114 w 4603109"/>
                  <a:gd name="connsiteY411" fmla="*/ 0 h 924402"/>
                  <a:gd name="connsiteX412" fmla="*/ 2984829 w 4603109"/>
                  <a:gd name="connsiteY412" fmla="*/ 0 h 924402"/>
                  <a:gd name="connsiteX413" fmla="*/ 2985727 w 4603109"/>
                  <a:gd name="connsiteY413" fmla="*/ 0 h 924402"/>
                  <a:gd name="connsiteX414" fmla="*/ 2999370 w 4603109"/>
                  <a:gd name="connsiteY414" fmla="*/ 0 h 924402"/>
                  <a:gd name="connsiteX415" fmla="*/ 3021815 w 4603109"/>
                  <a:gd name="connsiteY415" fmla="*/ 0 h 924402"/>
                  <a:gd name="connsiteX416" fmla="*/ 3031265 w 4603109"/>
                  <a:gd name="connsiteY416" fmla="*/ 0 h 924402"/>
                  <a:gd name="connsiteX417" fmla="*/ 3042230 w 4603109"/>
                  <a:gd name="connsiteY417" fmla="*/ 0 h 924402"/>
                  <a:gd name="connsiteX418" fmla="*/ 3044946 w 4603109"/>
                  <a:gd name="connsiteY418" fmla="*/ 0 h 924402"/>
                  <a:gd name="connsiteX419" fmla="*/ 3051880 w 4603109"/>
                  <a:gd name="connsiteY419" fmla="*/ 0 h 924402"/>
                  <a:gd name="connsiteX420" fmla="*/ 3061330 w 4603109"/>
                  <a:gd name="connsiteY420" fmla="*/ 0 h 924402"/>
                  <a:gd name="connsiteX421" fmla="*/ 3067349 w 4603109"/>
                  <a:gd name="connsiteY421" fmla="*/ 0 h 924402"/>
                  <a:gd name="connsiteX422" fmla="*/ 3069312 w 4603109"/>
                  <a:gd name="connsiteY422" fmla="*/ 0 h 924402"/>
                  <a:gd name="connsiteX423" fmla="*/ 3073355 w 4603109"/>
                  <a:gd name="connsiteY423" fmla="*/ 0 h 924402"/>
                  <a:gd name="connsiteX424" fmla="*/ 3073518 w 4603109"/>
                  <a:gd name="connsiteY424" fmla="*/ 0 h 924402"/>
                  <a:gd name="connsiteX425" fmla="*/ 3075011 w 4603109"/>
                  <a:gd name="connsiteY425" fmla="*/ 0 h 924402"/>
                  <a:gd name="connsiteX426" fmla="*/ 3077801 w 4603109"/>
                  <a:gd name="connsiteY426" fmla="*/ 0 h 924402"/>
                  <a:gd name="connsiteX427" fmla="*/ 3095921 w 4603109"/>
                  <a:gd name="connsiteY427" fmla="*/ 0 h 924402"/>
                  <a:gd name="connsiteX428" fmla="*/ 3097413 w 4603109"/>
                  <a:gd name="connsiteY428" fmla="*/ 0 h 924402"/>
                  <a:gd name="connsiteX429" fmla="*/ 3100436 w 4603109"/>
                  <a:gd name="connsiteY429" fmla="*/ 0 h 924402"/>
                  <a:gd name="connsiteX430" fmla="*/ 3103552 w 4603109"/>
                  <a:gd name="connsiteY430" fmla="*/ 0 h 924402"/>
                  <a:gd name="connsiteX431" fmla="*/ 3104883 w 4603109"/>
                  <a:gd name="connsiteY431" fmla="*/ 0 h 924402"/>
                  <a:gd name="connsiteX432" fmla="*/ 3120023 w 4603109"/>
                  <a:gd name="connsiteY432" fmla="*/ 0 h 924402"/>
                  <a:gd name="connsiteX433" fmla="*/ 3120445 w 4603109"/>
                  <a:gd name="connsiteY433" fmla="*/ 0 h 924402"/>
                  <a:gd name="connsiteX434" fmla="*/ 3149018 w 4603109"/>
                  <a:gd name="connsiteY434" fmla="*/ 0 h 924402"/>
                  <a:gd name="connsiteX435" fmla="*/ 3150088 w 4603109"/>
                  <a:gd name="connsiteY435" fmla="*/ 0 h 924402"/>
                  <a:gd name="connsiteX436" fmla="*/ 3150509 w 4603109"/>
                  <a:gd name="connsiteY436" fmla="*/ 0 h 924402"/>
                  <a:gd name="connsiteX437" fmla="*/ 3171054 w 4603109"/>
                  <a:gd name="connsiteY437" fmla="*/ 0 h 924402"/>
                  <a:gd name="connsiteX438" fmla="*/ 3172715 w 4603109"/>
                  <a:gd name="connsiteY438" fmla="*/ 0 h 924402"/>
                  <a:gd name="connsiteX439" fmla="*/ 3199627 w 4603109"/>
                  <a:gd name="connsiteY439" fmla="*/ 0 h 924402"/>
                  <a:gd name="connsiteX440" fmla="*/ 3201119 w 4603109"/>
                  <a:gd name="connsiteY440" fmla="*/ 0 h 924402"/>
                  <a:gd name="connsiteX441" fmla="*/ 3201287 w 4603109"/>
                  <a:gd name="connsiteY441" fmla="*/ 0 h 924402"/>
                  <a:gd name="connsiteX442" fmla="*/ 3201751 w 4603109"/>
                  <a:gd name="connsiteY442" fmla="*/ 0 h 924402"/>
                  <a:gd name="connsiteX443" fmla="*/ 3202780 w 4603109"/>
                  <a:gd name="connsiteY443" fmla="*/ 0 h 924402"/>
                  <a:gd name="connsiteX444" fmla="*/ 3217515 w 4603109"/>
                  <a:gd name="connsiteY444" fmla="*/ 0 h 924402"/>
                  <a:gd name="connsiteX445" fmla="*/ 3224152 w 4603109"/>
                  <a:gd name="connsiteY445" fmla="*/ 0 h 924402"/>
                  <a:gd name="connsiteX446" fmla="*/ 3230324 w 4603109"/>
                  <a:gd name="connsiteY446" fmla="*/ 0 h 924402"/>
                  <a:gd name="connsiteX447" fmla="*/ 3231321 w 4603109"/>
                  <a:gd name="connsiteY447" fmla="*/ 0 h 924402"/>
                  <a:gd name="connsiteX448" fmla="*/ 3231816 w 4603109"/>
                  <a:gd name="connsiteY448" fmla="*/ 0 h 924402"/>
                  <a:gd name="connsiteX449" fmla="*/ 3243763 w 4603109"/>
                  <a:gd name="connsiteY449" fmla="*/ 0 h 924402"/>
                  <a:gd name="connsiteX450" fmla="*/ 3246088 w 4603109"/>
                  <a:gd name="connsiteY450" fmla="*/ 0 h 924402"/>
                  <a:gd name="connsiteX451" fmla="*/ 3247580 w 4603109"/>
                  <a:gd name="connsiteY451" fmla="*/ 0 h 924402"/>
                  <a:gd name="connsiteX452" fmla="*/ 3247792 w 4603109"/>
                  <a:gd name="connsiteY452" fmla="*/ 0 h 924402"/>
                  <a:gd name="connsiteX453" fmla="*/ 3248214 w 4603109"/>
                  <a:gd name="connsiteY453" fmla="*/ 0 h 924402"/>
                  <a:gd name="connsiteX454" fmla="*/ 3252725 w 4603109"/>
                  <a:gd name="connsiteY454" fmla="*/ 0 h 924402"/>
                  <a:gd name="connsiteX455" fmla="*/ 3254217 w 4603109"/>
                  <a:gd name="connsiteY455" fmla="*/ 0 h 924402"/>
                  <a:gd name="connsiteX456" fmla="*/ 3260235 w 4603109"/>
                  <a:gd name="connsiteY456" fmla="*/ 0 h 924402"/>
                  <a:gd name="connsiteX457" fmla="*/ 3276787 w 4603109"/>
                  <a:gd name="connsiteY457" fmla="*/ 0 h 924402"/>
                  <a:gd name="connsiteX458" fmla="*/ 3277857 w 4603109"/>
                  <a:gd name="connsiteY458" fmla="*/ 0 h 924402"/>
                  <a:gd name="connsiteX459" fmla="*/ 3278278 w 4603109"/>
                  <a:gd name="connsiteY459" fmla="*/ 0 h 924402"/>
                  <a:gd name="connsiteX460" fmla="*/ 3290300 w 4603109"/>
                  <a:gd name="connsiteY460" fmla="*/ 0 h 924402"/>
                  <a:gd name="connsiteX461" fmla="*/ 3298823 w 4603109"/>
                  <a:gd name="connsiteY461" fmla="*/ 0 h 924402"/>
                  <a:gd name="connsiteX462" fmla="*/ 3327396 w 4603109"/>
                  <a:gd name="connsiteY462" fmla="*/ 0 h 924402"/>
                  <a:gd name="connsiteX463" fmla="*/ 3328888 w 4603109"/>
                  <a:gd name="connsiteY463" fmla="*/ 0 h 924402"/>
                  <a:gd name="connsiteX464" fmla="*/ 3329520 w 4603109"/>
                  <a:gd name="connsiteY464" fmla="*/ 0 h 924402"/>
                  <a:gd name="connsiteX465" fmla="*/ 3345284 w 4603109"/>
                  <a:gd name="connsiteY465" fmla="*/ 0 h 924402"/>
                  <a:gd name="connsiteX466" fmla="*/ 3349129 w 4603109"/>
                  <a:gd name="connsiteY466" fmla="*/ 0 h 924402"/>
                  <a:gd name="connsiteX467" fmla="*/ 3351921 w 4603109"/>
                  <a:gd name="connsiteY467" fmla="*/ 0 h 924402"/>
                  <a:gd name="connsiteX468" fmla="*/ 3358093 w 4603109"/>
                  <a:gd name="connsiteY468" fmla="*/ 0 h 924402"/>
                  <a:gd name="connsiteX469" fmla="*/ 3359585 w 4603109"/>
                  <a:gd name="connsiteY469" fmla="*/ 0 h 924402"/>
                  <a:gd name="connsiteX470" fmla="*/ 3371532 w 4603109"/>
                  <a:gd name="connsiteY470" fmla="*/ 0 h 924402"/>
                  <a:gd name="connsiteX471" fmla="*/ 3373857 w 4603109"/>
                  <a:gd name="connsiteY471" fmla="*/ 0 h 924402"/>
                  <a:gd name="connsiteX472" fmla="*/ 3375349 w 4603109"/>
                  <a:gd name="connsiteY472" fmla="*/ 0 h 924402"/>
                  <a:gd name="connsiteX473" fmla="*/ 3380494 w 4603109"/>
                  <a:gd name="connsiteY473" fmla="*/ 0 h 924402"/>
                  <a:gd name="connsiteX474" fmla="*/ 3381986 w 4603109"/>
                  <a:gd name="connsiteY474" fmla="*/ 0 h 924402"/>
                  <a:gd name="connsiteX475" fmla="*/ 3388004 w 4603109"/>
                  <a:gd name="connsiteY475" fmla="*/ 0 h 924402"/>
                  <a:gd name="connsiteX476" fmla="*/ 3408282 w 4603109"/>
                  <a:gd name="connsiteY476" fmla="*/ 0 h 924402"/>
                  <a:gd name="connsiteX477" fmla="*/ 3418069 w 4603109"/>
                  <a:gd name="connsiteY477" fmla="*/ 0 h 924402"/>
                  <a:gd name="connsiteX478" fmla="*/ 3424207 w 4603109"/>
                  <a:gd name="connsiteY478" fmla="*/ 0 h 924402"/>
                  <a:gd name="connsiteX479" fmla="*/ 3424753 w 4603109"/>
                  <a:gd name="connsiteY479" fmla="*/ 0 h 924402"/>
                  <a:gd name="connsiteX480" fmla="*/ 3452733 w 4603109"/>
                  <a:gd name="connsiteY480" fmla="*/ 0 h 924402"/>
                  <a:gd name="connsiteX481" fmla="*/ 3454818 w 4603109"/>
                  <a:gd name="connsiteY481" fmla="*/ 0 h 924402"/>
                  <a:gd name="connsiteX482" fmla="*/ 3476898 w 4603109"/>
                  <a:gd name="connsiteY482" fmla="*/ 0 h 924402"/>
                  <a:gd name="connsiteX483" fmla="*/ 3496441 w 4603109"/>
                  <a:gd name="connsiteY483" fmla="*/ 0 h 924402"/>
                  <a:gd name="connsiteX484" fmla="*/ 3509236 w 4603109"/>
                  <a:gd name="connsiteY484" fmla="*/ 0 h 924402"/>
                  <a:gd name="connsiteX485" fmla="*/ 3518886 w 4603109"/>
                  <a:gd name="connsiteY485" fmla="*/ 0 h 924402"/>
                  <a:gd name="connsiteX486" fmla="*/ 3528336 w 4603109"/>
                  <a:gd name="connsiteY486" fmla="*/ 0 h 924402"/>
                  <a:gd name="connsiteX487" fmla="*/ 3536051 w 4603109"/>
                  <a:gd name="connsiteY487" fmla="*/ 0 h 924402"/>
                  <a:gd name="connsiteX488" fmla="*/ 3539301 w 4603109"/>
                  <a:gd name="connsiteY488" fmla="*/ 0 h 924402"/>
                  <a:gd name="connsiteX489" fmla="*/ 3540361 w 4603109"/>
                  <a:gd name="connsiteY489" fmla="*/ 0 h 924402"/>
                  <a:gd name="connsiteX490" fmla="*/ 3544807 w 4603109"/>
                  <a:gd name="connsiteY490" fmla="*/ 0 h 924402"/>
                  <a:gd name="connsiteX491" fmla="*/ 3551976 w 4603109"/>
                  <a:gd name="connsiteY491" fmla="*/ 0 h 924402"/>
                  <a:gd name="connsiteX492" fmla="*/ 3552522 w 4603109"/>
                  <a:gd name="connsiteY492" fmla="*/ 0 h 924402"/>
                  <a:gd name="connsiteX493" fmla="*/ 3564420 w 4603109"/>
                  <a:gd name="connsiteY493" fmla="*/ 0 h 924402"/>
                  <a:gd name="connsiteX494" fmla="*/ 3570426 w 4603109"/>
                  <a:gd name="connsiteY494" fmla="*/ 0 h 924402"/>
                  <a:gd name="connsiteX495" fmla="*/ 3574872 w 4603109"/>
                  <a:gd name="connsiteY495" fmla="*/ 0 h 924402"/>
                  <a:gd name="connsiteX496" fmla="*/ 3580502 w 4603109"/>
                  <a:gd name="connsiteY496" fmla="*/ 0 h 924402"/>
                  <a:gd name="connsiteX497" fmla="*/ 3582587 w 4603109"/>
                  <a:gd name="connsiteY497" fmla="*/ 0 h 924402"/>
                  <a:gd name="connsiteX498" fmla="*/ 3624210 w 4603109"/>
                  <a:gd name="connsiteY498" fmla="*/ 0 h 924402"/>
                  <a:gd name="connsiteX499" fmla="*/ 3637005 w 4603109"/>
                  <a:gd name="connsiteY499" fmla="*/ 0 h 924402"/>
                  <a:gd name="connsiteX500" fmla="*/ 3646655 w 4603109"/>
                  <a:gd name="connsiteY500" fmla="*/ 0 h 924402"/>
                  <a:gd name="connsiteX501" fmla="*/ 3656105 w 4603109"/>
                  <a:gd name="connsiteY501" fmla="*/ 0 h 924402"/>
                  <a:gd name="connsiteX502" fmla="*/ 3667070 w 4603109"/>
                  <a:gd name="connsiteY502" fmla="*/ 0 h 924402"/>
                  <a:gd name="connsiteX503" fmla="*/ 3668130 w 4603109"/>
                  <a:gd name="connsiteY503" fmla="*/ 0 h 924402"/>
                  <a:gd name="connsiteX504" fmla="*/ 3669786 w 4603109"/>
                  <a:gd name="connsiteY504" fmla="*/ 0 h 924402"/>
                  <a:gd name="connsiteX505" fmla="*/ 3672576 w 4603109"/>
                  <a:gd name="connsiteY505" fmla="*/ 0 h 924402"/>
                  <a:gd name="connsiteX506" fmla="*/ 3692189 w 4603109"/>
                  <a:gd name="connsiteY506" fmla="*/ 0 h 924402"/>
                  <a:gd name="connsiteX507" fmla="*/ 3698195 w 4603109"/>
                  <a:gd name="connsiteY507" fmla="*/ 0 h 924402"/>
                  <a:gd name="connsiteX508" fmla="*/ 3702641 w 4603109"/>
                  <a:gd name="connsiteY508" fmla="*/ 0 h 924402"/>
                  <a:gd name="connsiteX509" fmla="*/ 3744863 w 4603109"/>
                  <a:gd name="connsiteY509" fmla="*/ 0 h 924402"/>
                  <a:gd name="connsiteX510" fmla="*/ 3745285 w 4603109"/>
                  <a:gd name="connsiteY510" fmla="*/ 0 h 924402"/>
                  <a:gd name="connsiteX511" fmla="*/ 3795894 w 4603109"/>
                  <a:gd name="connsiteY511" fmla="*/ 0 h 924402"/>
                  <a:gd name="connsiteX512" fmla="*/ 3797555 w 4603109"/>
                  <a:gd name="connsiteY512" fmla="*/ 0 h 924402"/>
                  <a:gd name="connsiteX513" fmla="*/ 3826591 w 4603109"/>
                  <a:gd name="connsiteY513" fmla="*/ 0 h 924402"/>
                  <a:gd name="connsiteX514" fmla="*/ 3842355 w 4603109"/>
                  <a:gd name="connsiteY514" fmla="*/ 0 h 924402"/>
                  <a:gd name="connsiteX515" fmla="*/ 3848992 w 4603109"/>
                  <a:gd name="connsiteY515" fmla="*/ 0 h 924402"/>
                  <a:gd name="connsiteX516" fmla="*/ 3872632 w 4603109"/>
                  <a:gd name="connsiteY516" fmla="*/ 0 h 924402"/>
                  <a:gd name="connsiteX517" fmla="*/ 3873054 w 4603109"/>
                  <a:gd name="connsiteY517" fmla="*/ 0 h 924402"/>
                  <a:gd name="connsiteX518" fmla="*/ 3885075 w 4603109"/>
                  <a:gd name="connsiteY518" fmla="*/ 0 h 924402"/>
                  <a:gd name="connsiteX519" fmla="*/ 3923663 w 4603109"/>
                  <a:gd name="connsiteY519" fmla="*/ 0 h 924402"/>
                  <a:gd name="connsiteX520" fmla="*/ 3954360 w 4603109"/>
                  <a:gd name="connsiteY520" fmla="*/ 0 h 924402"/>
                  <a:gd name="connsiteX521" fmla="*/ 3970124 w 4603109"/>
                  <a:gd name="connsiteY521" fmla="*/ 0 h 924402"/>
                  <a:gd name="connsiteX522" fmla="*/ 3976761 w 4603109"/>
                  <a:gd name="connsiteY522" fmla="*/ 0 h 924402"/>
                  <a:gd name="connsiteX523" fmla="*/ 4012844 w 4603109"/>
                  <a:gd name="connsiteY523" fmla="*/ 0 h 924402"/>
                  <a:gd name="connsiteX524" fmla="*/ 4049593 w 4603109"/>
                  <a:gd name="connsiteY524" fmla="*/ 0 h 924402"/>
                  <a:gd name="connsiteX525" fmla="*/ 4169647 w 4603109"/>
                  <a:gd name="connsiteY525" fmla="*/ 0 h 924402"/>
                  <a:gd name="connsiteX526" fmla="*/ 4177362 w 4603109"/>
                  <a:gd name="connsiteY526" fmla="*/ 0 h 924402"/>
                  <a:gd name="connsiteX527" fmla="*/ 4297416 w 4603109"/>
                  <a:gd name="connsiteY527" fmla="*/ 0 h 924402"/>
                  <a:gd name="connsiteX528" fmla="*/ 4379339 w 4603109"/>
                  <a:gd name="connsiteY528" fmla="*/ 47054 h 924402"/>
                  <a:gd name="connsiteX529" fmla="*/ 4591731 w 4603109"/>
                  <a:gd name="connsiteY529" fmla="*/ 415146 h 924402"/>
                  <a:gd name="connsiteX530" fmla="*/ 4591731 w 4603109"/>
                  <a:gd name="connsiteY530" fmla="*/ 509257 h 924402"/>
                  <a:gd name="connsiteX531" fmla="*/ 4379339 w 4603109"/>
                  <a:gd name="connsiteY531" fmla="*/ 877348 h 924402"/>
                  <a:gd name="connsiteX532" fmla="*/ 4297416 w 4603109"/>
                  <a:gd name="connsiteY532" fmla="*/ 924402 h 924402"/>
                  <a:gd name="connsiteX533" fmla="*/ 4169647 w 4603109"/>
                  <a:gd name="connsiteY533" fmla="*/ 924402 h 924402"/>
                  <a:gd name="connsiteX534" fmla="*/ 3976761 w 4603109"/>
                  <a:gd name="connsiteY534" fmla="*/ 924402 h 924402"/>
                  <a:gd name="connsiteX535" fmla="*/ 3872632 w 4603109"/>
                  <a:gd name="connsiteY535" fmla="*/ 924402 h 924402"/>
                  <a:gd name="connsiteX536" fmla="*/ 3848992 w 4603109"/>
                  <a:gd name="connsiteY536" fmla="*/ 924402 h 924402"/>
                  <a:gd name="connsiteX537" fmla="*/ 3744863 w 4603109"/>
                  <a:gd name="connsiteY537" fmla="*/ 924402 h 924402"/>
                  <a:gd name="connsiteX538" fmla="*/ 3702641 w 4603109"/>
                  <a:gd name="connsiteY538" fmla="*/ 924402 h 924402"/>
                  <a:gd name="connsiteX539" fmla="*/ 3672576 w 4603109"/>
                  <a:gd name="connsiteY539" fmla="*/ 924402 h 924402"/>
                  <a:gd name="connsiteX540" fmla="*/ 3656105 w 4603109"/>
                  <a:gd name="connsiteY540" fmla="*/ 924402 h 924402"/>
                  <a:gd name="connsiteX541" fmla="*/ 3574872 w 4603109"/>
                  <a:gd name="connsiteY541" fmla="*/ 924402 h 924402"/>
                  <a:gd name="connsiteX542" fmla="*/ 3551976 w 4603109"/>
                  <a:gd name="connsiteY542" fmla="*/ 924402 h 924402"/>
                  <a:gd name="connsiteX543" fmla="*/ 3544807 w 4603109"/>
                  <a:gd name="connsiteY543" fmla="*/ 924402 h 924402"/>
                  <a:gd name="connsiteX544" fmla="*/ 3528336 w 4603109"/>
                  <a:gd name="connsiteY544" fmla="*/ 924402 h 924402"/>
                  <a:gd name="connsiteX545" fmla="*/ 3424207 w 4603109"/>
                  <a:gd name="connsiteY545" fmla="*/ 924402 h 924402"/>
                  <a:gd name="connsiteX546" fmla="*/ 3381986 w 4603109"/>
                  <a:gd name="connsiteY546" fmla="*/ 924402 h 924402"/>
                  <a:gd name="connsiteX547" fmla="*/ 3380494 w 4603109"/>
                  <a:gd name="connsiteY547" fmla="*/ 924402 h 924402"/>
                  <a:gd name="connsiteX548" fmla="*/ 3351921 w 4603109"/>
                  <a:gd name="connsiteY548" fmla="*/ 924402 h 924402"/>
                  <a:gd name="connsiteX549" fmla="*/ 3277857 w 4603109"/>
                  <a:gd name="connsiteY549" fmla="*/ 924402 h 924402"/>
                  <a:gd name="connsiteX550" fmla="*/ 3254217 w 4603109"/>
                  <a:gd name="connsiteY550" fmla="*/ 924402 h 924402"/>
                  <a:gd name="connsiteX551" fmla="*/ 3252725 w 4603109"/>
                  <a:gd name="connsiteY551" fmla="*/ 924402 h 924402"/>
                  <a:gd name="connsiteX552" fmla="*/ 3247792 w 4603109"/>
                  <a:gd name="connsiteY552" fmla="*/ 924402 h 924402"/>
                  <a:gd name="connsiteX553" fmla="*/ 3231321 w 4603109"/>
                  <a:gd name="connsiteY553" fmla="*/ 924402 h 924402"/>
                  <a:gd name="connsiteX554" fmla="*/ 3224152 w 4603109"/>
                  <a:gd name="connsiteY554" fmla="*/ 924402 h 924402"/>
                  <a:gd name="connsiteX555" fmla="*/ 3150088 w 4603109"/>
                  <a:gd name="connsiteY555" fmla="*/ 924402 h 924402"/>
                  <a:gd name="connsiteX556" fmla="*/ 3120023 w 4603109"/>
                  <a:gd name="connsiteY556" fmla="*/ 924402 h 924402"/>
                  <a:gd name="connsiteX557" fmla="*/ 3104883 w 4603109"/>
                  <a:gd name="connsiteY557" fmla="*/ 924402 h 924402"/>
                  <a:gd name="connsiteX558" fmla="*/ 3103552 w 4603109"/>
                  <a:gd name="connsiteY558" fmla="*/ 924402 h 924402"/>
                  <a:gd name="connsiteX559" fmla="*/ 3077801 w 4603109"/>
                  <a:gd name="connsiteY559" fmla="*/ 924402 h 924402"/>
                  <a:gd name="connsiteX560" fmla="*/ 3061330 w 4603109"/>
                  <a:gd name="connsiteY560" fmla="*/ 924402 h 924402"/>
                  <a:gd name="connsiteX561" fmla="*/ 3031265 w 4603109"/>
                  <a:gd name="connsiteY561" fmla="*/ 924402 h 924402"/>
                  <a:gd name="connsiteX562" fmla="*/ 2977114 w 4603109"/>
                  <a:gd name="connsiteY562" fmla="*/ 924402 h 924402"/>
                  <a:gd name="connsiteX563" fmla="*/ 2957200 w 4603109"/>
                  <a:gd name="connsiteY563" fmla="*/ 924402 h 924402"/>
                  <a:gd name="connsiteX564" fmla="*/ 2955709 w 4603109"/>
                  <a:gd name="connsiteY564" fmla="*/ 924402 h 924402"/>
                  <a:gd name="connsiteX565" fmla="*/ 2950032 w 4603109"/>
                  <a:gd name="connsiteY565" fmla="*/ 924402 h 924402"/>
                  <a:gd name="connsiteX566" fmla="*/ 2933561 w 4603109"/>
                  <a:gd name="connsiteY566" fmla="*/ 924402 h 924402"/>
                  <a:gd name="connsiteX567" fmla="*/ 2927136 w 4603109"/>
                  <a:gd name="connsiteY567" fmla="*/ 924402 h 924402"/>
                  <a:gd name="connsiteX568" fmla="*/ 2903496 w 4603109"/>
                  <a:gd name="connsiteY568" fmla="*/ 924402 h 924402"/>
                  <a:gd name="connsiteX569" fmla="*/ 2829431 w 4603109"/>
                  <a:gd name="connsiteY569" fmla="*/ 924402 h 924402"/>
                  <a:gd name="connsiteX570" fmla="*/ 2827940 w 4603109"/>
                  <a:gd name="connsiteY570" fmla="*/ 924402 h 924402"/>
                  <a:gd name="connsiteX571" fmla="*/ 2799367 w 4603109"/>
                  <a:gd name="connsiteY571" fmla="*/ 924402 h 924402"/>
                  <a:gd name="connsiteX572" fmla="*/ 2785719 w 4603109"/>
                  <a:gd name="connsiteY572" fmla="*/ 924402 h 924402"/>
                  <a:gd name="connsiteX573" fmla="*/ 2784228 w 4603109"/>
                  <a:gd name="connsiteY573" fmla="*/ 924402 h 924402"/>
                  <a:gd name="connsiteX574" fmla="*/ 2757146 w 4603109"/>
                  <a:gd name="connsiteY574" fmla="*/ 924402 h 924402"/>
                  <a:gd name="connsiteX575" fmla="*/ 2755654 w 4603109"/>
                  <a:gd name="connsiteY575" fmla="*/ 924402 h 924402"/>
                  <a:gd name="connsiteX576" fmla="*/ 2680098 w 4603109"/>
                  <a:gd name="connsiteY576" fmla="*/ 924402 h 924402"/>
                  <a:gd name="connsiteX577" fmla="*/ 2657950 w 4603109"/>
                  <a:gd name="connsiteY577" fmla="*/ 924402 h 924402"/>
                  <a:gd name="connsiteX578" fmla="*/ 2656459 w 4603109"/>
                  <a:gd name="connsiteY578" fmla="*/ 924402 h 924402"/>
                  <a:gd name="connsiteX579" fmla="*/ 2653017 w 4603109"/>
                  <a:gd name="connsiteY579" fmla="*/ 924402 h 924402"/>
                  <a:gd name="connsiteX580" fmla="*/ 2636545 w 4603109"/>
                  <a:gd name="connsiteY580" fmla="*/ 924402 h 924402"/>
                  <a:gd name="connsiteX581" fmla="*/ 2629377 w 4603109"/>
                  <a:gd name="connsiteY581" fmla="*/ 924402 h 924402"/>
                  <a:gd name="connsiteX582" fmla="*/ 2627885 w 4603109"/>
                  <a:gd name="connsiteY582" fmla="*/ 924402 h 924402"/>
                  <a:gd name="connsiteX583" fmla="*/ 2606481 w 4603109"/>
                  <a:gd name="connsiteY583" fmla="*/ 924402 h 924402"/>
                  <a:gd name="connsiteX584" fmla="*/ 2552329 w 4603109"/>
                  <a:gd name="connsiteY584" fmla="*/ 924402 h 924402"/>
                  <a:gd name="connsiteX585" fmla="*/ 2525248 w 4603109"/>
                  <a:gd name="connsiteY585" fmla="*/ 924402 h 924402"/>
                  <a:gd name="connsiteX586" fmla="*/ 2510108 w 4603109"/>
                  <a:gd name="connsiteY586" fmla="*/ 924402 h 924402"/>
                  <a:gd name="connsiteX587" fmla="*/ 2508776 w 4603109"/>
                  <a:gd name="connsiteY587" fmla="*/ 924402 h 924402"/>
                  <a:gd name="connsiteX588" fmla="*/ 2480043 w 4603109"/>
                  <a:gd name="connsiteY588" fmla="*/ 924402 h 924402"/>
                  <a:gd name="connsiteX589" fmla="*/ 2478712 w 4603109"/>
                  <a:gd name="connsiteY589" fmla="*/ 924402 h 924402"/>
                  <a:gd name="connsiteX590" fmla="*/ 2463572 w 4603109"/>
                  <a:gd name="connsiteY590" fmla="*/ 924402 h 924402"/>
                  <a:gd name="connsiteX591" fmla="*/ 2436490 w 4603109"/>
                  <a:gd name="connsiteY591" fmla="*/ 924402 h 924402"/>
                  <a:gd name="connsiteX592" fmla="*/ 2382339 w 4603109"/>
                  <a:gd name="connsiteY592" fmla="*/ 924402 h 924402"/>
                  <a:gd name="connsiteX593" fmla="*/ 2360934 w 4603109"/>
                  <a:gd name="connsiteY593" fmla="*/ 924402 h 924402"/>
                  <a:gd name="connsiteX594" fmla="*/ 2359443 w 4603109"/>
                  <a:gd name="connsiteY594" fmla="*/ 924402 h 924402"/>
                  <a:gd name="connsiteX595" fmla="*/ 2352274 w 4603109"/>
                  <a:gd name="connsiteY595" fmla="*/ 924402 h 924402"/>
                  <a:gd name="connsiteX596" fmla="*/ 2335803 w 4603109"/>
                  <a:gd name="connsiteY596" fmla="*/ 924402 h 924402"/>
                  <a:gd name="connsiteX597" fmla="*/ 2332360 w 4603109"/>
                  <a:gd name="connsiteY597" fmla="*/ 924402 h 924402"/>
                  <a:gd name="connsiteX598" fmla="*/ 2332328 w 4603109"/>
                  <a:gd name="connsiteY598" fmla="*/ 924402 h 924402"/>
                  <a:gd name="connsiteX599" fmla="*/ 2330869 w 4603109"/>
                  <a:gd name="connsiteY599" fmla="*/ 924402 h 924402"/>
                  <a:gd name="connsiteX600" fmla="*/ 2308721 w 4603109"/>
                  <a:gd name="connsiteY600" fmla="*/ 924402 h 924402"/>
                  <a:gd name="connsiteX601" fmla="*/ 2233165 w 4603109"/>
                  <a:gd name="connsiteY601" fmla="*/ 924402 h 924402"/>
                  <a:gd name="connsiteX602" fmla="*/ 2231674 w 4603109"/>
                  <a:gd name="connsiteY602" fmla="*/ 924402 h 924402"/>
                  <a:gd name="connsiteX603" fmla="*/ 2204591 w 4603109"/>
                  <a:gd name="connsiteY603" fmla="*/ 924402 h 924402"/>
                  <a:gd name="connsiteX604" fmla="*/ 2204559 w 4603109"/>
                  <a:gd name="connsiteY604" fmla="*/ 924402 h 924402"/>
                  <a:gd name="connsiteX605" fmla="*/ 2203100 w 4603109"/>
                  <a:gd name="connsiteY605" fmla="*/ 924402 h 924402"/>
                  <a:gd name="connsiteX606" fmla="*/ 2189452 w 4603109"/>
                  <a:gd name="connsiteY606" fmla="*/ 924402 h 924402"/>
                  <a:gd name="connsiteX607" fmla="*/ 2160879 w 4603109"/>
                  <a:gd name="connsiteY607" fmla="*/ 924402 h 924402"/>
                  <a:gd name="connsiteX608" fmla="*/ 2159388 w 4603109"/>
                  <a:gd name="connsiteY608" fmla="*/ 924402 h 924402"/>
                  <a:gd name="connsiteX609" fmla="*/ 2085323 w 4603109"/>
                  <a:gd name="connsiteY609" fmla="*/ 924402 h 924402"/>
                  <a:gd name="connsiteX610" fmla="*/ 2077294 w 4603109"/>
                  <a:gd name="connsiteY610" fmla="*/ 924402 h 924402"/>
                  <a:gd name="connsiteX611" fmla="*/ 2061683 w 4603109"/>
                  <a:gd name="connsiteY611" fmla="*/ 924402 h 924402"/>
                  <a:gd name="connsiteX612" fmla="*/ 2055258 w 4603109"/>
                  <a:gd name="connsiteY612" fmla="*/ 924402 h 924402"/>
                  <a:gd name="connsiteX613" fmla="*/ 2038787 w 4603109"/>
                  <a:gd name="connsiteY613" fmla="*/ 924402 h 924402"/>
                  <a:gd name="connsiteX614" fmla="*/ 2033110 w 4603109"/>
                  <a:gd name="connsiteY614" fmla="*/ 924402 h 924402"/>
                  <a:gd name="connsiteX615" fmla="*/ 2031619 w 4603109"/>
                  <a:gd name="connsiteY615" fmla="*/ 924402 h 924402"/>
                  <a:gd name="connsiteX616" fmla="*/ 2011705 w 4603109"/>
                  <a:gd name="connsiteY616" fmla="*/ 924402 h 924402"/>
                  <a:gd name="connsiteX617" fmla="*/ 1957554 w 4603109"/>
                  <a:gd name="connsiteY617" fmla="*/ 924402 h 924402"/>
                  <a:gd name="connsiteX618" fmla="*/ 1949525 w 4603109"/>
                  <a:gd name="connsiteY618" fmla="*/ 924402 h 924402"/>
                  <a:gd name="connsiteX619" fmla="*/ 1927489 w 4603109"/>
                  <a:gd name="connsiteY619" fmla="*/ 924402 h 924402"/>
                  <a:gd name="connsiteX620" fmla="*/ 1911018 w 4603109"/>
                  <a:gd name="connsiteY620" fmla="*/ 924402 h 924402"/>
                  <a:gd name="connsiteX621" fmla="*/ 1907543 w 4603109"/>
                  <a:gd name="connsiteY621" fmla="*/ 924402 h 924402"/>
                  <a:gd name="connsiteX622" fmla="*/ 1885268 w 4603109"/>
                  <a:gd name="connsiteY622" fmla="*/ 924402 h 924402"/>
                  <a:gd name="connsiteX623" fmla="*/ 1883936 w 4603109"/>
                  <a:gd name="connsiteY623" fmla="*/ 924402 h 924402"/>
                  <a:gd name="connsiteX624" fmla="*/ 1868796 w 4603109"/>
                  <a:gd name="connsiteY624" fmla="*/ 924402 h 924402"/>
                  <a:gd name="connsiteX625" fmla="*/ 1838732 w 4603109"/>
                  <a:gd name="connsiteY625" fmla="*/ 924402 h 924402"/>
                  <a:gd name="connsiteX626" fmla="*/ 1779774 w 4603109"/>
                  <a:gd name="connsiteY626" fmla="*/ 924402 h 924402"/>
                  <a:gd name="connsiteX627" fmla="*/ 1764668 w 4603109"/>
                  <a:gd name="connsiteY627" fmla="*/ 924402 h 924402"/>
                  <a:gd name="connsiteX628" fmla="*/ 1757499 w 4603109"/>
                  <a:gd name="connsiteY628" fmla="*/ 924402 h 924402"/>
                  <a:gd name="connsiteX629" fmla="*/ 1741027 w 4603109"/>
                  <a:gd name="connsiteY629" fmla="*/ 924402 h 924402"/>
                  <a:gd name="connsiteX630" fmla="*/ 1737552 w 4603109"/>
                  <a:gd name="connsiteY630" fmla="*/ 924402 h 924402"/>
                  <a:gd name="connsiteX631" fmla="*/ 1736094 w 4603109"/>
                  <a:gd name="connsiteY631" fmla="*/ 924402 h 924402"/>
                  <a:gd name="connsiteX632" fmla="*/ 1734603 w 4603109"/>
                  <a:gd name="connsiteY632" fmla="*/ 924402 h 924402"/>
                  <a:gd name="connsiteX633" fmla="*/ 1710963 w 4603109"/>
                  <a:gd name="connsiteY633" fmla="*/ 924402 h 924402"/>
                  <a:gd name="connsiteX634" fmla="*/ 1707488 w 4603109"/>
                  <a:gd name="connsiteY634" fmla="*/ 924402 h 924402"/>
                  <a:gd name="connsiteX635" fmla="*/ 1652509 w 4603109"/>
                  <a:gd name="connsiteY635" fmla="*/ 924402 h 924402"/>
                  <a:gd name="connsiteX636" fmla="*/ 1636899 w 4603109"/>
                  <a:gd name="connsiteY636" fmla="*/ 924402 h 924402"/>
                  <a:gd name="connsiteX637" fmla="*/ 1609783 w 4603109"/>
                  <a:gd name="connsiteY637" fmla="*/ 924402 h 924402"/>
                  <a:gd name="connsiteX638" fmla="*/ 1608325 w 4603109"/>
                  <a:gd name="connsiteY638" fmla="*/ 924402 h 924402"/>
                  <a:gd name="connsiteX639" fmla="*/ 1606834 w 4603109"/>
                  <a:gd name="connsiteY639" fmla="*/ 924402 h 924402"/>
                  <a:gd name="connsiteX640" fmla="*/ 1579719 w 4603109"/>
                  <a:gd name="connsiteY640" fmla="*/ 924402 h 924402"/>
                  <a:gd name="connsiteX641" fmla="*/ 1564612 w 4603109"/>
                  <a:gd name="connsiteY641" fmla="*/ 924402 h 924402"/>
                  <a:gd name="connsiteX642" fmla="*/ 1524740 w 4603109"/>
                  <a:gd name="connsiteY642" fmla="*/ 924402 h 924402"/>
                  <a:gd name="connsiteX643" fmla="*/ 1482518 w 4603109"/>
                  <a:gd name="connsiteY643" fmla="*/ 924402 h 924402"/>
                  <a:gd name="connsiteX644" fmla="*/ 1460483 w 4603109"/>
                  <a:gd name="connsiteY644" fmla="*/ 924402 h 924402"/>
                  <a:gd name="connsiteX645" fmla="*/ 1452454 w 4603109"/>
                  <a:gd name="connsiteY645" fmla="*/ 924402 h 924402"/>
                  <a:gd name="connsiteX646" fmla="*/ 1444011 w 4603109"/>
                  <a:gd name="connsiteY646" fmla="*/ 924402 h 924402"/>
                  <a:gd name="connsiteX647" fmla="*/ 1436843 w 4603109"/>
                  <a:gd name="connsiteY647" fmla="*/ 924402 h 924402"/>
                  <a:gd name="connsiteX648" fmla="*/ 1413947 w 4603109"/>
                  <a:gd name="connsiteY648" fmla="*/ 924402 h 924402"/>
                  <a:gd name="connsiteX649" fmla="*/ 1354749 w 4603109"/>
                  <a:gd name="connsiteY649" fmla="*/ 924402 h 924402"/>
                  <a:gd name="connsiteX650" fmla="*/ 1332714 w 4603109"/>
                  <a:gd name="connsiteY650" fmla="*/ 924402 h 924402"/>
                  <a:gd name="connsiteX651" fmla="*/ 1324685 w 4603109"/>
                  <a:gd name="connsiteY651" fmla="*/ 924402 h 924402"/>
                  <a:gd name="connsiteX652" fmla="*/ 1316242 w 4603109"/>
                  <a:gd name="connsiteY652" fmla="*/ 924402 h 924402"/>
                  <a:gd name="connsiteX653" fmla="*/ 1312767 w 4603109"/>
                  <a:gd name="connsiteY653" fmla="*/ 924402 h 924402"/>
                  <a:gd name="connsiteX654" fmla="*/ 1286178 w 4603109"/>
                  <a:gd name="connsiteY654" fmla="*/ 924402 h 924402"/>
                  <a:gd name="connsiteX655" fmla="*/ 1282703 w 4603109"/>
                  <a:gd name="connsiteY655" fmla="*/ 924402 h 924402"/>
                  <a:gd name="connsiteX656" fmla="*/ 1243956 w 4603109"/>
                  <a:gd name="connsiteY656" fmla="*/ 924402 h 924402"/>
                  <a:gd name="connsiteX657" fmla="*/ 1184998 w 4603109"/>
                  <a:gd name="connsiteY657" fmla="*/ 924402 h 924402"/>
                  <a:gd name="connsiteX658" fmla="*/ 1154934 w 4603109"/>
                  <a:gd name="connsiteY658" fmla="*/ 924402 h 924402"/>
                  <a:gd name="connsiteX659" fmla="*/ 1139828 w 4603109"/>
                  <a:gd name="connsiteY659" fmla="*/ 924402 h 924402"/>
                  <a:gd name="connsiteX660" fmla="*/ 1116187 w 4603109"/>
                  <a:gd name="connsiteY660" fmla="*/ 924402 h 924402"/>
                  <a:gd name="connsiteX661" fmla="*/ 1112712 w 4603109"/>
                  <a:gd name="connsiteY661" fmla="*/ 924402 h 924402"/>
                  <a:gd name="connsiteX662" fmla="*/ 1057734 w 4603109"/>
                  <a:gd name="connsiteY662" fmla="*/ 924402 h 924402"/>
                  <a:gd name="connsiteX663" fmla="*/ 1027669 w 4603109"/>
                  <a:gd name="connsiteY663" fmla="*/ 924402 h 924402"/>
                  <a:gd name="connsiteX664" fmla="*/ 1012059 w 4603109"/>
                  <a:gd name="connsiteY664" fmla="*/ 924402 h 924402"/>
                  <a:gd name="connsiteX665" fmla="*/ 984943 w 4603109"/>
                  <a:gd name="connsiteY665" fmla="*/ 924402 h 924402"/>
                  <a:gd name="connsiteX666" fmla="*/ 929965 w 4603109"/>
                  <a:gd name="connsiteY666" fmla="*/ 924402 h 924402"/>
                  <a:gd name="connsiteX667" fmla="*/ 899900 w 4603109"/>
                  <a:gd name="connsiteY667" fmla="*/ 924402 h 924402"/>
                  <a:gd name="connsiteX668" fmla="*/ 857678 w 4603109"/>
                  <a:gd name="connsiteY668" fmla="*/ 924402 h 924402"/>
                  <a:gd name="connsiteX669" fmla="*/ 819171 w 4603109"/>
                  <a:gd name="connsiteY669" fmla="*/ 924402 h 924402"/>
                  <a:gd name="connsiteX670" fmla="*/ 729909 w 4603109"/>
                  <a:gd name="connsiteY670" fmla="*/ 924402 h 924402"/>
                  <a:gd name="connsiteX671" fmla="*/ 691402 w 4603109"/>
                  <a:gd name="connsiteY671" fmla="*/ 924402 h 924402"/>
                  <a:gd name="connsiteX672" fmla="*/ 687927 w 4603109"/>
                  <a:gd name="connsiteY672" fmla="*/ 924402 h 924402"/>
                  <a:gd name="connsiteX673" fmla="*/ 560158 w 4603109"/>
                  <a:gd name="connsiteY673" fmla="*/ 924402 h 924402"/>
                  <a:gd name="connsiteX674" fmla="*/ 432894 w 4603109"/>
                  <a:gd name="connsiteY674" fmla="*/ 924402 h 924402"/>
                  <a:gd name="connsiteX675" fmla="*/ 305125 w 4603109"/>
                  <a:gd name="connsiteY675" fmla="*/ 924402 h 924402"/>
                  <a:gd name="connsiteX676" fmla="*/ 223202 w 4603109"/>
                  <a:gd name="connsiteY676" fmla="*/ 877348 h 924402"/>
                  <a:gd name="connsiteX677" fmla="*/ 10809 w 4603109"/>
                  <a:gd name="connsiteY677" fmla="*/ 509257 h 924402"/>
                  <a:gd name="connsiteX678" fmla="*/ 10809 w 4603109"/>
                  <a:gd name="connsiteY678" fmla="*/ 415146 h 924402"/>
                  <a:gd name="connsiteX679" fmla="*/ 223202 w 4603109"/>
                  <a:gd name="connsiteY679" fmla="*/ 47054 h 924402"/>
                  <a:gd name="connsiteX680" fmla="*/ 305125 w 4603109"/>
                  <a:gd name="connsiteY680" fmla="*/ 0 h 924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</a:cxnLst>
                <a:rect l="l" t="t" r="r" b="b"/>
                <a:pathLst>
                  <a:path w="4603109" h="924402">
                    <a:moveTo>
                      <a:pt x="305125" y="0"/>
                    </a:moveTo>
                    <a:lnTo>
                      <a:pt x="432894" y="0"/>
                    </a:lnTo>
                    <a:lnTo>
                      <a:pt x="445336" y="0"/>
                    </a:lnTo>
                    <a:cubicBezTo>
                      <a:pt x="485989" y="0"/>
                      <a:pt x="520835" y="0"/>
                      <a:pt x="550703" y="0"/>
                    </a:cubicBezTo>
                    <a:lnTo>
                      <a:pt x="560158" y="0"/>
                    </a:lnTo>
                    <a:lnTo>
                      <a:pt x="573105" y="0"/>
                    </a:lnTo>
                    <a:lnTo>
                      <a:pt x="626202" y="0"/>
                    </a:lnTo>
                    <a:cubicBezTo>
                      <a:pt x="646943" y="0"/>
                      <a:pt x="663537" y="0"/>
                      <a:pt x="676811" y="0"/>
                    </a:cubicBezTo>
                    <a:lnTo>
                      <a:pt x="678472" y="0"/>
                    </a:lnTo>
                    <a:lnTo>
                      <a:pt x="687927" y="0"/>
                    </a:lnTo>
                    <a:lnTo>
                      <a:pt x="691402" y="0"/>
                    </a:lnTo>
                    <a:lnTo>
                      <a:pt x="700371" y="0"/>
                    </a:lnTo>
                    <a:lnTo>
                      <a:pt x="707508" y="0"/>
                    </a:lnTo>
                    <a:cubicBezTo>
                      <a:pt x="729909" y="0"/>
                      <a:pt x="729909" y="0"/>
                      <a:pt x="729909" y="0"/>
                    </a:cubicBezTo>
                    <a:lnTo>
                      <a:pt x="753971" y="0"/>
                    </a:lnTo>
                    <a:lnTo>
                      <a:pt x="804580" y="0"/>
                    </a:lnTo>
                    <a:lnTo>
                      <a:pt x="805737" y="0"/>
                    </a:lnTo>
                    <a:lnTo>
                      <a:pt x="819171" y="0"/>
                    </a:lnTo>
                    <a:lnTo>
                      <a:pt x="828140" y="0"/>
                    </a:lnTo>
                    <a:lnTo>
                      <a:pt x="831615" y="0"/>
                    </a:lnTo>
                    <a:lnTo>
                      <a:pt x="835277" y="0"/>
                    </a:lnTo>
                    <a:lnTo>
                      <a:pt x="857678" y="0"/>
                    </a:lnTo>
                    <a:lnTo>
                      <a:pt x="864889" y="0"/>
                    </a:lnTo>
                    <a:lnTo>
                      <a:pt x="899900" y="0"/>
                    </a:lnTo>
                    <a:lnTo>
                      <a:pt x="909341" y="0"/>
                    </a:lnTo>
                    <a:lnTo>
                      <a:pt x="929965" y="0"/>
                    </a:lnTo>
                    <a:lnTo>
                      <a:pt x="933506" y="0"/>
                    </a:lnTo>
                    <a:lnTo>
                      <a:pt x="936982" y="0"/>
                    </a:lnTo>
                    <a:lnTo>
                      <a:pt x="959384" y="0"/>
                    </a:lnTo>
                    <a:lnTo>
                      <a:pt x="962542" y="0"/>
                    </a:lnTo>
                    <a:lnTo>
                      <a:pt x="984943" y="0"/>
                    </a:lnTo>
                    <a:lnTo>
                      <a:pt x="992658" y="0"/>
                    </a:lnTo>
                    <a:lnTo>
                      <a:pt x="1012059" y="0"/>
                    </a:lnTo>
                    <a:lnTo>
                      <a:pt x="1012480" y="0"/>
                    </a:lnTo>
                    <a:lnTo>
                      <a:pt x="1027669" y="0"/>
                    </a:lnTo>
                    <a:lnTo>
                      <a:pt x="1037110" y="0"/>
                    </a:lnTo>
                    <a:lnTo>
                      <a:pt x="1040112" y="0"/>
                    </a:lnTo>
                    <a:lnTo>
                      <a:pt x="1057734" y="0"/>
                    </a:lnTo>
                    <a:lnTo>
                      <a:pt x="1064751" y="0"/>
                    </a:lnTo>
                    <a:lnTo>
                      <a:pt x="1070177" y="0"/>
                    </a:lnTo>
                    <a:lnTo>
                      <a:pt x="1072436" y="0"/>
                    </a:lnTo>
                    <a:lnTo>
                      <a:pt x="1090311" y="0"/>
                    </a:lnTo>
                    <a:lnTo>
                      <a:pt x="1110718" y="0"/>
                    </a:lnTo>
                    <a:lnTo>
                      <a:pt x="1112712" y="0"/>
                    </a:lnTo>
                    <a:lnTo>
                      <a:pt x="1116187" y="0"/>
                    </a:lnTo>
                    <a:lnTo>
                      <a:pt x="1139828" y="0"/>
                    </a:lnTo>
                    <a:lnTo>
                      <a:pt x="1140249" y="0"/>
                    </a:lnTo>
                    <a:lnTo>
                      <a:pt x="1145480" y="0"/>
                    </a:lnTo>
                    <a:lnTo>
                      <a:pt x="1152270" y="0"/>
                    </a:lnTo>
                    <a:lnTo>
                      <a:pt x="1154934" y="0"/>
                    </a:lnTo>
                    <a:lnTo>
                      <a:pt x="1167881" y="0"/>
                    </a:lnTo>
                    <a:lnTo>
                      <a:pt x="1175544" y="0"/>
                    </a:lnTo>
                    <a:lnTo>
                      <a:pt x="1184998" y="0"/>
                    </a:lnTo>
                    <a:lnTo>
                      <a:pt x="1197946" y="0"/>
                    </a:lnTo>
                    <a:lnTo>
                      <a:pt x="1200205" y="0"/>
                    </a:lnTo>
                    <a:lnTo>
                      <a:pt x="1220978" y="0"/>
                    </a:lnTo>
                    <a:lnTo>
                      <a:pt x="1238487" y="0"/>
                    </a:lnTo>
                    <a:lnTo>
                      <a:pt x="1243956" y="0"/>
                    </a:lnTo>
                    <a:lnTo>
                      <a:pt x="1251042" y="0"/>
                    </a:lnTo>
                    <a:lnTo>
                      <a:pt x="1257637" y="0"/>
                    </a:lnTo>
                    <a:lnTo>
                      <a:pt x="1271587" y="0"/>
                    </a:lnTo>
                    <a:lnTo>
                      <a:pt x="1273249" y="0"/>
                    </a:lnTo>
                    <a:lnTo>
                      <a:pt x="1280039" y="0"/>
                    </a:lnTo>
                    <a:lnTo>
                      <a:pt x="1282703" y="0"/>
                    </a:lnTo>
                    <a:lnTo>
                      <a:pt x="1286178" y="0"/>
                    </a:lnTo>
                    <a:lnTo>
                      <a:pt x="1295146" y="0"/>
                    </a:lnTo>
                    <a:lnTo>
                      <a:pt x="1301651" y="0"/>
                    </a:lnTo>
                    <a:lnTo>
                      <a:pt x="1302284" y="0"/>
                    </a:lnTo>
                    <a:lnTo>
                      <a:pt x="1303313" y="0"/>
                    </a:lnTo>
                    <a:lnTo>
                      <a:pt x="1312767" y="0"/>
                    </a:lnTo>
                    <a:lnTo>
                      <a:pt x="1316242" y="0"/>
                    </a:lnTo>
                    <a:lnTo>
                      <a:pt x="1321886" y="0"/>
                    </a:lnTo>
                    <a:lnTo>
                      <a:pt x="1324685" y="0"/>
                    </a:lnTo>
                    <a:lnTo>
                      <a:pt x="1325211" y="0"/>
                    </a:lnTo>
                    <a:lnTo>
                      <a:pt x="1332348" y="0"/>
                    </a:lnTo>
                    <a:lnTo>
                      <a:pt x="1332714" y="0"/>
                    </a:lnTo>
                    <a:lnTo>
                      <a:pt x="1333135" y="0"/>
                    </a:lnTo>
                    <a:lnTo>
                      <a:pt x="1348747" y="0"/>
                    </a:lnTo>
                    <a:lnTo>
                      <a:pt x="1354749" y="0"/>
                    </a:lnTo>
                    <a:lnTo>
                      <a:pt x="1378811" y="0"/>
                    </a:lnTo>
                    <a:lnTo>
                      <a:pt x="1383745" y="0"/>
                    </a:lnTo>
                    <a:lnTo>
                      <a:pt x="1385406" y="0"/>
                    </a:lnTo>
                    <a:lnTo>
                      <a:pt x="1399356" y="0"/>
                    </a:lnTo>
                    <a:lnTo>
                      <a:pt x="1400513" y="0"/>
                    </a:lnTo>
                    <a:lnTo>
                      <a:pt x="1413947" y="0"/>
                    </a:lnTo>
                    <a:lnTo>
                      <a:pt x="1414442" y="0"/>
                    </a:lnTo>
                    <a:lnTo>
                      <a:pt x="1422915" y="0"/>
                    </a:lnTo>
                    <a:lnTo>
                      <a:pt x="1426390" y="0"/>
                    </a:lnTo>
                    <a:lnTo>
                      <a:pt x="1429420" y="0"/>
                    </a:lnTo>
                    <a:lnTo>
                      <a:pt x="1430053" y="0"/>
                    </a:lnTo>
                    <a:lnTo>
                      <a:pt x="1430206" y="0"/>
                    </a:lnTo>
                    <a:lnTo>
                      <a:pt x="1430577" y="0"/>
                    </a:lnTo>
                    <a:lnTo>
                      <a:pt x="1436843" y="0"/>
                    </a:lnTo>
                    <a:lnTo>
                      <a:pt x="1444011" y="0"/>
                    </a:lnTo>
                    <a:lnTo>
                      <a:pt x="1449655" y="0"/>
                    </a:lnTo>
                    <a:lnTo>
                      <a:pt x="1452454" y="0"/>
                    </a:lnTo>
                    <a:lnTo>
                      <a:pt x="1452980" y="0"/>
                    </a:lnTo>
                    <a:lnTo>
                      <a:pt x="1456455" y="0"/>
                    </a:lnTo>
                    <a:lnTo>
                      <a:pt x="1459664" y="0"/>
                    </a:lnTo>
                    <a:lnTo>
                      <a:pt x="1460117" y="0"/>
                    </a:lnTo>
                    <a:lnTo>
                      <a:pt x="1460483" y="0"/>
                    </a:lnTo>
                    <a:lnTo>
                      <a:pt x="1460904" y="0"/>
                    </a:lnTo>
                    <a:lnTo>
                      <a:pt x="1472926" y="0"/>
                    </a:lnTo>
                    <a:lnTo>
                      <a:pt x="1482518" y="0"/>
                    </a:lnTo>
                    <a:lnTo>
                      <a:pt x="1489729" y="0"/>
                    </a:lnTo>
                    <a:lnTo>
                      <a:pt x="1504116" y="0"/>
                    </a:lnTo>
                    <a:lnTo>
                      <a:pt x="1511514" y="0"/>
                    </a:lnTo>
                    <a:lnTo>
                      <a:pt x="1524740" y="0"/>
                    </a:lnTo>
                    <a:lnTo>
                      <a:pt x="1528282" y="0"/>
                    </a:lnTo>
                    <a:lnTo>
                      <a:pt x="1531757" y="0"/>
                    </a:lnTo>
                    <a:lnTo>
                      <a:pt x="1534181" y="0"/>
                    </a:lnTo>
                    <a:lnTo>
                      <a:pt x="1542211" y="0"/>
                    </a:lnTo>
                    <a:lnTo>
                      <a:pt x="1554159" y="0"/>
                    </a:lnTo>
                    <a:lnTo>
                      <a:pt x="1557318" y="0"/>
                    </a:lnTo>
                    <a:lnTo>
                      <a:pt x="1557975" y="0"/>
                    </a:lnTo>
                    <a:lnTo>
                      <a:pt x="1558346" y="0"/>
                    </a:lnTo>
                    <a:lnTo>
                      <a:pt x="1561822" y="0"/>
                    </a:lnTo>
                    <a:lnTo>
                      <a:pt x="1564612" y="0"/>
                    </a:lnTo>
                    <a:lnTo>
                      <a:pt x="1566857" y="0"/>
                    </a:lnTo>
                    <a:lnTo>
                      <a:pt x="1576919" y="0"/>
                    </a:lnTo>
                    <a:lnTo>
                      <a:pt x="1579719" y="0"/>
                    </a:lnTo>
                    <a:lnTo>
                      <a:pt x="1584224" y="0"/>
                    </a:lnTo>
                    <a:lnTo>
                      <a:pt x="1587382" y="0"/>
                    </a:lnTo>
                    <a:lnTo>
                      <a:pt x="1587433" y="0"/>
                    </a:lnTo>
                    <a:lnTo>
                      <a:pt x="1600695" y="0"/>
                    </a:lnTo>
                    <a:lnTo>
                      <a:pt x="1606834" y="0"/>
                    </a:lnTo>
                    <a:lnTo>
                      <a:pt x="1607256" y="0"/>
                    </a:lnTo>
                    <a:lnTo>
                      <a:pt x="1608325" y="0"/>
                    </a:lnTo>
                    <a:lnTo>
                      <a:pt x="1609783" y="0"/>
                    </a:lnTo>
                    <a:lnTo>
                      <a:pt x="1617498" y="0"/>
                    </a:lnTo>
                    <a:lnTo>
                      <a:pt x="1631885" y="0"/>
                    </a:lnTo>
                    <a:lnTo>
                      <a:pt x="1636899" y="0"/>
                    </a:lnTo>
                    <a:lnTo>
                      <a:pt x="1637320" y="0"/>
                    </a:lnTo>
                    <a:lnTo>
                      <a:pt x="1637445" y="0"/>
                    </a:lnTo>
                    <a:lnTo>
                      <a:pt x="1652509" y="0"/>
                    </a:lnTo>
                    <a:lnTo>
                      <a:pt x="1659526" y="0"/>
                    </a:lnTo>
                    <a:lnTo>
                      <a:pt x="1661950" y="0"/>
                    </a:lnTo>
                    <a:lnTo>
                      <a:pt x="1664952" y="0"/>
                    </a:lnTo>
                    <a:lnTo>
                      <a:pt x="1667212" y="0"/>
                    </a:lnTo>
                    <a:lnTo>
                      <a:pt x="1685087" y="0"/>
                    </a:lnTo>
                    <a:lnTo>
                      <a:pt x="1689591" y="0"/>
                    </a:lnTo>
                    <a:lnTo>
                      <a:pt x="1694626" y="0"/>
                    </a:lnTo>
                    <a:lnTo>
                      <a:pt x="1697276" y="0"/>
                    </a:lnTo>
                    <a:lnTo>
                      <a:pt x="1698000" y="0"/>
                    </a:lnTo>
                    <a:lnTo>
                      <a:pt x="1704688" y="0"/>
                    </a:lnTo>
                    <a:lnTo>
                      <a:pt x="1707488" y="0"/>
                    </a:lnTo>
                    <a:lnTo>
                      <a:pt x="1710963" y="0"/>
                    </a:lnTo>
                    <a:lnTo>
                      <a:pt x="1715151" y="0"/>
                    </a:lnTo>
                    <a:lnTo>
                      <a:pt x="1721928" y="0"/>
                    </a:lnTo>
                    <a:lnTo>
                      <a:pt x="1734603" y="0"/>
                    </a:lnTo>
                    <a:lnTo>
                      <a:pt x="1735025" y="0"/>
                    </a:lnTo>
                    <a:lnTo>
                      <a:pt x="1735558" y="0"/>
                    </a:lnTo>
                    <a:lnTo>
                      <a:pt x="1736094" y="0"/>
                    </a:lnTo>
                    <a:lnTo>
                      <a:pt x="1737552" y="0"/>
                    </a:lnTo>
                    <a:lnTo>
                      <a:pt x="1741027" y="0"/>
                    </a:lnTo>
                    <a:lnTo>
                      <a:pt x="1747046" y="0"/>
                    </a:lnTo>
                    <a:lnTo>
                      <a:pt x="1748537" y="0"/>
                    </a:lnTo>
                    <a:lnTo>
                      <a:pt x="1753052" y="0"/>
                    </a:lnTo>
                    <a:lnTo>
                      <a:pt x="1757499" y="0"/>
                    </a:lnTo>
                    <a:lnTo>
                      <a:pt x="1764668" y="0"/>
                    </a:lnTo>
                    <a:lnTo>
                      <a:pt x="1765089" y="0"/>
                    </a:lnTo>
                    <a:lnTo>
                      <a:pt x="1765214" y="0"/>
                    </a:lnTo>
                    <a:lnTo>
                      <a:pt x="1770320" y="0"/>
                    </a:lnTo>
                    <a:lnTo>
                      <a:pt x="1777110" y="0"/>
                    </a:lnTo>
                    <a:lnTo>
                      <a:pt x="1779774" y="0"/>
                    </a:lnTo>
                    <a:lnTo>
                      <a:pt x="1792721" y="0"/>
                    </a:lnTo>
                    <a:lnTo>
                      <a:pt x="1794981" y="0"/>
                    </a:lnTo>
                    <a:lnTo>
                      <a:pt x="1825045" y="0"/>
                    </a:lnTo>
                    <a:lnTo>
                      <a:pt x="1825769" y="0"/>
                    </a:lnTo>
                    <a:lnTo>
                      <a:pt x="1838732" y="0"/>
                    </a:lnTo>
                    <a:lnTo>
                      <a:pt x="1845818" y="0"/>
                    </a:lnTo>
                    <a:lnTo>
                      <a:pt x="1849697" y="0"/>
                    </a:lnTo>
                    <a:lnTo>
                      <a:pt x="1852412" y="0"/>
                    </a:lnTo>
                    <a:lnTo>
                      <a:pt x="1853903" y="0"/>
                    </a:lnTo>
                    <a:lnTo>
                      <a:pt x="1863327" y="0"/>
                    </a:lnTo>
                    <a:lnTo>
                      <a:pt x="1868796" y="0"/>
                    </a:lnTo>
                    <a:lnTo>
                      <a:pt x="1874815" y="0"/>
                    </a:lnTo>
                    <a:lnTo>
                      <a:pt x="1876306" y="0"/>
                    </a:lnTo>
                    <a:lnTo>
                      <a:pt x="1880821" y="0"/>
                    </a:lnTo>
                    <a:lnTo>
                      <a:pt x="1882477" y="0"/>
                    </a:lnTo>
                    <a:lnTo>
                      <a:pt x="1883936" y="0"/>
                    </a:lnTo>
                    <a:lnTo>
                      <a:pt x="1885268" y="0"/>
                    </a:lnTo>
                    <a:lnTo>
                      <a:pt x="1896427" y="0"/>
                    </a:lnTo>
                    <a:lnTo>
                      <a:pt x="1898089" y="0"/>
                    </a:lnTo>
                    <a:lnTo>
                      <a:pt x="1904879" y="0"/>
                    </a:lnTo>
                    <a:lnTo>
                      <a:pt x="1907543" y="0"/>
                    </a:lnTo>
                    <a:lnTo>
                      <a:pt x="1911018" y="0"/>
                    </a:lnTo>
                    <a:lnTo>
                      <a:pt x="1919986" y="0"/>
                    </a:lnTo>
                    <a:lnTo>
                      <a:pt x="1927124" y="0"/>
                    </a:lnTo>
                    <a:lnTo>
                      <a:pt x="1927489" y="0"/>
                    </a:lnTo>
                    <a:lnTo>
                      <a:pt x="1927911" y="0"/>
                    </a:lnTo>
                    <a:lnTo>
                      <a:pt x="1929402" y="0"/>
                    </a:lnTo>
                    <a:lnTo>
                      <a:pt x="1946726" y="0"/>
                    </a:lnTo>
                    <a:lnTo>
                      <a:pt x="1949525" y="0"/>
                    </a:lnTo>
                    <a:lnTo>
                      <a:pt x="1957554" y="0"/>
                    </a:lnTo>
                    <a:lnTo>
                      <a:pt x="1957975" y="0"/>
                    </a:lnTo>
                    <a:lnTo>
                      <a:pt x="1973587" y="0"/>
                    </a:lnTo>
                    <a:lnTo>
                      <a:pt x="1978520" y="0"/>
                    </a:lnTo>
                    <a:lnTo>
                      <a:pt x="1980012" y="0"/>
                    </a:lnTo>
                    <a:lnTo>
                      <a:pt x="1980181" y="0"/>
                    </a:lnTo>
                    <a:lnTo>
                      <a:pt x="1981672" y="0"/>
                    </a:lnTo>
                    <a:lnTo>
                      <a:pt x="2008585" y="0"/>
                    </a:lnTo>
                    <a:lnTo>
                      <a:pt x="2009218" y="0"/>
                    </a:lnTo>
                    <a:lnTo>
                      <a:pt x="2010246" y="0"/>
                    </a:lnTo>
                    <a:lnTo>
                      <a:pt x="2010709" y="0"/>
                    </a:lnTo>
                    <a:lnTo>
                      <a:pt x="2011705" y="0"/>
                    </a:lnTo>
                    <a:lnTo>
                      <a:pt x="2024147" y="0"/>
                    </a:lnTo>
                    <a:lnTo>
                      <a:pt x="2024196" y="0"/>
                    </a:lnTo>
                    <a:lnTo>
                      <a:pt x="2024981" y="0"/>
                    </a:lnTo>
                    <a:lnTo>
                      <a:pt x="2025353" y="0"/>
                    </a:lnTo>
                    <a:lnTo>
                      <a:pt x="2026473" y="0"/>
                    </a:lnTo>
                    <a:lnTo>
                      <a:pt x="2031619" y="0"/>
                    </a:lnTo>
                    <a:lnTo>
                      <a:pt x="2033110" y="0"/>
                    </a:lnTo>
                    <a:lnTo>
                      <a:pt x="2038787" y="0"/>
                    </a:lnTo>
                    <a:lnTo>
                      <a:pt x="2039282" y="0"/>
                    </a:lnTo>
                    <a:lnTo>
                      <a:pt x="2047755" y="0"/>
                    </a:lnTo>
                    <a:lnTo>
                      <a:pt x="2051230" y="0"/>
                    </a:lnTo>
                    <a:lnTo>
                      <a:pt x="2054893" y="0"/>
                    </a:lnTo>
                    <a:lnTo>
                      <a:pt x="2055046" y="0"/>
                    </a:lnTo>
                    <a:lnTo>
                      <a:pt x="2055258" y="0"/>
                    </a:lnTo>
                    <a:lnTo>
                      <a:pt x="2055680" y="0"/>
                    </a:lnTo>
                    <a:lnTo>
                      <a:pt x="2057171" y="0"/>
                    </a:lnTo>
                    <a:lnTo>
                      <a:pt x="2061683" y="0"/>
                    </a:lnTo>
                    <a:lnTo>
                      <a:pt x="2067702" y="0"/>
                    </a:lnTo>
                    <a:lnTo>
                      <a:pt x="2074495" y="0"/>
                    </a:lnTo>
                    <a:lnTo>
                      <a:pt x="2077294" y="0"/>
                    </a:lnTo>
                    <a:lnTo>
                      <a:pt x="2084504" y="0"/>
                    </a:lnTo>
                    <a:lnTo>
                      <a:pt x="2085323" y="0"/>
                    </a:lnTo>
                    <a:lnTo>
                      <a:pt x="2085744" y="0"/>
                    </a:lnTo>
                    <a:lnTo>
                      <a:pt x="2097766" y="0"/>
                    </a:lnTo>
                    <a:lnTo>
                      <a:pt x="2106289" y="0"/>
                    </a:lnTo>
                    <a:lnTo>
                      <a:pt x="2107781" y="0"/>
                    </a:lnTo>
                    <a:lnTo>
                      <a:pt x="2128956" y="0"/>
                    </a:lnTo>
                    <a:lnTo>
                      <a:pt x="2129514" y="0"/>
                    </a:lnTo>
                    <a:lnTo>
                      <a:pt x="2136354" y="0"/>
                    </a:lnTo>
                    <a:lnTo>
                      <a:pt x="2136987" y="0"/>
                    </a:lnTo>
                    <a:lnTo>
                      <a:pt x="2138478" y="0"/>
                    </a:lnTo>
                    <a:lnTo>
                      <a:pt x="2151916" y="0"/>
                    </a:lnTo>
                    <a:lnTo>
                      <a:pt x="2152750" y="0"/>
                    </a:lnTo>
                    <a:lnTo>
                      <a:pt x="2153122" y="0"/>
                    </a:lnTo>
                    <a:lnTo>
                      <a:pt x="2154242" y="0"/>
                    </a:lnTo>
                    <a:lnTo>
                      <a:pt x="2156597" y="0"/>
                    </a:lnTo>
                    <a:lnTo>
                      <a:pt x="2159388" y="0"/>
                    </a:lnTo>
                    <a:lnTo>
                      <a:pt x="2160879" y="0"/>
                    </a:lnTo>
                    <a:lnTo>
                      <a:pt x="2161633" y="0"/>
                    </a:lnTo>
                    <a:lnTo>
                      <a:pt x="2167051" y="0"/>
                    </a:lnTo>
                    <a:lnTo>
                      <a:pt x="2178999" y="0"/>
                    </a:lnTo>
                    <a:lnTo>
                      <a:pt x="2182158" y="0"/>
                    </a:lnTo>
                    <a:lnTo>
                      <a:pt x="2182815" y="0"/>
                    </a:lnTo>
                    <a:lnTo>
                      <a:pt x="2188666" y="0"/>
                    </a:lnTo>
                    <a:lnTo>
                      <a:pt x="2189452" y="0"/>
                    </a:lnTo>
                    <a:lnTo>
                      <a:pt x="2191697" y="0"/>
                    </a:lnTo>
                    <a:lnTo>
                      <a:pt x="2195471" y="0"/>
                    </a:lnTo>
                    <a:lnTo>
                      <a:pt x="2201759" y="0"/>
                    </a:lnTo>
                    <a:lnTo>
                      <a:pt x="2203100" y="0"/>
                    </a:lnTo>
                    <a:lnTo>
                      <a:pt x="2204559" y="0"/>
                    </a:lnTo>
                    <a:lnTo>
                      <a:pt x="2204591" y="0"/>
                    </a:lnTo>
                    <a:lnTo>
                      <a:pt x="2212273" y="0"/>
                    </a:lnTo>
                    <a:lnTo>
                      <a:pt x="2225535" y="0"/>
                    </a:lnTo>
                    <a:lnTo>
                      <a:pt x="2231674" y="0"/>
                    </a:lnTo>
                    <a:lnTo>
                      <a:pt x="2232096" y="0"/>
                    </a:lnTo>
                    <a:lnTo>
                      <a:pt x="2232220" y="0"/>
                    </a:lnTo>
                    <a:lnTo>
                      <a:pt x="2233118" y="0"/>
                    </a:lnTo>
                    <a:lnTo>
                      <a:pt x="2233165" y="0"/>
                    </a:lnTo>
                    <a:lnTo>
                      <a:pt x="2256725" y="0"/>
                    </a:lnTo>
                    <a:lnTo>
                      <a:pt x="2257283" y="0"/>
                    </a:lnTo>
                    <a:lnTo>
                      <a:pt x="2262285" y="0"/>
                    </a:lnTo>
                    <a:lnTo>
                      <a:pt x="2284366" y="0"/>
                    </a:lnTo>
                    <a:lnTo>
                      <a:pt x="2289402" y="0"/>
                    </a:lnTo>
                    <a:lnTo>
                      <a:pt x="2292052" y="0"/>
                    </a:lnTo>
                    <a:lnTo>
                      <a:pt x="2299271" y="0"/>
                    </a:lnTo>
                    <a:lnTo>
                      <a:pt x="2308721" y="0"/>
                    </a:lnTo>
                    <a:lnTo>
                      <a:pt x="2309927" y="0"/>
                    </a:lnTo>
                    <a:lnTo>
                      <a:pt x="2316435" y="0"/>
                    </a:lnTo>
                    <a:lnTo>
                      <a:pt x="2316703" y="0"/>
                    </a:lnTo>
                    <a:lnTo>
                      <a:pt x="2319466" y="0"/>
                    </a:lnTo>
                    <a:lnTo>
                      <a:pt x="2322840" y="0"/>
                    </a:lnTo>
                    <a:lnTo>
                      <a:pt x="2329528" y="0"/>
                    </a:lnTo>
                    <a:lnTo>
                      <a:pt x="2330869" y="0"/>
                    </a:lnTo>
                    <a:lnTo>
                      <a:pt x="2332328" y="0"/>
                    </a:lnTo>
                    <a:lnTo>
                      <a:pt x="2332360" y="0"/>
                    </a:lnTo>
                    <a:lnTo>
                      <a:pt x="2335803" y="0"/>
                    </a:lnTo>
                    <a:lnTo>
                      <a:pt x="2343312" y="0"/>
                    </a:lnTo>
                    <a:lnTo>
                      <a:pt x="2344804" y="0"/>
                    </a:lnTo>
                    <a:lnTo>
                      <a:pt x="2346768" y="0"/>
                    </a:lnTo>
                    <a:lnTo>
                      <a:pt x="2347827" y="0"/>
                    </a:lnTo>
                    <a:lnTo>
                      <a:pt x="2352274" y="0"/>
                    </a:lnTo>
                    <a:lnTo>
                      <a:pt x="2359443" y="0"/>
                    </a:lnTo>
                    <a:lnTo>
                      <a:pt x="2359865" y="0"/>
                    </a:lnTo>
                    <a:lnTo>
                      <a:pt x="2359989" y="0"/>
                    </a:lnTo>
                    <a:lnTo>
                      <a:pt x="2360887" y="0"/>
                    </a:lnTo>
                    <a:lnTo>
                      <a:pt x="2360934" y="0"/>
                    </a:lnTo>
                    <a:lnTo>
                      <a:pt x="2371886" y="0"/>
                    </a:lnTo>
                    <a:lnTo>
                      <a:pt x="2373377" y="0"/>
                    </a:lnTo>
                    <a:lnTo>
                      <a:pt x="2377892" y="0"/>
                    </a:lnTo>
                    <a:cubicBezTo>
                      <a:pt x="2382339" y="0"/>
                      <a:pt x="2382339" y="0"/>
                      <a:pt x="2382339" y="0"/>
                    </a:cubicBezTo>
                    <a:lnTo>
                      <a:pt x="2390054" y="0"/>
                    </a:lnTo>
                    <a:lnTo>
                      <a:pt x="2419821" y="0"/>
                    </a:lnTo>
                    <a:lnTo>
                      <a:pt x="2427040" y="0"/>
                    </a:lnTo>
                    <a:lnTo>
                      <a:pt x="2436490" y="0"/>
                    </a:lnTo>
                    <a:lnTo>
                      <a:pt x="2444472" y="0"/>
                    </a:lnTo>
                    <a:lnTo>
                      <a:pt x="2448678" y="0"/>
                    </a:lnTo>
                    <a:lnTo>
                      <a:pt x="2450171" y="0"/>
                    </a:lnTo>
                    <a:lnTo>
                      <a:pt x="2450609" y="0"/>
                    </a:lnTo>
                    <a:lnTo>
                      <a:pt x="2463572" y="0"/>
                    </a:lnTo>
                    <a:lnTo>
                      <a:pt x="2471081" y="0"/>
                    </a:lnTo>
                    <a:lnTo>
                      <a:pt x="2472573" y="0"/>
                    </a:lnTo>
                    <a:lnTo>
                      <a:pt x="2474537" y="0"/>
                    </a:lnTo>
                    <a:lnTo>
                      <a:pt x="2475596" y="0"/>
                    </a:lnTo>
                    <a:lnTo>
                      <a:pt x="2477252" y="0"/>
                    </a:lnTo>
                    <a:lnTo>
                      <a:pt x="2478712" y="0"/>
                    </a:lnTo>
                    <a:lnTo>
                      <a:pt x="2478743" y="0"/>
                    </a:lnTo>
                    <a:lnTo>
                      <a:pt x="2480043" y="0"/>
                    </a:lnTo>
                    <a:lnTo>
                      <a:pt x="2499655" y="0"/>
                    </a:lnTo>
                    <a:lnTo>
                      <a:pt x="2501146" y="0"/>
                    </a:lnTo>
                    <a:lnTo>
                      <a:pt x="2505661" y="0"/>
                    </a:lnTo>
                    <a:lnTo>
                      <a:pt x="2508776" y="0"/>
                    </a:lnTo>
                    <a:lnTo>
                      <a:pt x="2510108" y="0"/>
                    </a:lnTo>
                    <a:lnTo>
                      <a:pt x="2524178" y="0"/>
                    </a:lnTo>
                    <a:lnTo>
                      <a:pt x="2525248" y="0"/>
                    </a:lnTo>
                    <a:lnTo>
                      <a:pt x="2525669" y="0"/>
                    </a:lnTo>
                    <a:lnTo>
                      <a:pt x="2552329" y="0"/>
                    </a:lnTo>
                    <a:lnTo>
                      <a:pt x="2552751" y="0"/>
                    </a:lnTo>
                    <a:lnTo>
                      <a:pt x="2554242" y="0"/>
                    </a:lnTo>
                    <a:lnTo>
                      <a:pt x="2574787" y="0"/>
                    </a:lnTo>
                    <a:lnTo>
                      <a:pt x="2576279" y="0"/>
                    </a:lnTo>
                    <a:lnTo>
                      <a:pt x="2576447" y="0"/>
                    </a:lnTo>
                    <a:lnTo>
                      <a:pt x="2577940" y="0"/>
                    </a:lnTo>
                    <a:lnTo>
                      <a:pt x="2603360" y="0"/>
                    </a:lnTo>
                    <a:lnTo>
                      <a:pt x="2604852" y="0"/>
                    </a:lnTo>
                    <a:lnTo>
                      <a:pt x="2605021" y="0"/>
                    </a:lnTo>
                    <a:lnTo>
                      <a:pt x="2605484" y="0"/>
                    </a:lnTo>
                    <a:lnTo>
                      <a:pt x="2606481" y="0"/>
                    </a:lnTo>
                    <a:lnTo>
                      <a:pt x="2606512" y="0"/>
                    </a:lnTo>
                    <a:lnTo>
                      <a:pt x="2606976" y="0"/>
                    </a:lnTo>
                    <a:lnTo>
                      <a:pt x="2618923" y="0"/>
                    </a:lnTo>
                    <a:lnTo>
                      <a:pt x="2621248" y="0"/>
                    </a:lnTo>
                    <a:lnTo>
                      <a:pt x="2622740" y="0"/>
                    </a:lnTo>
                    <a:lnTo>
                      <a:pt x="2627885" y="0"/>
                    </a:lnTo>
                    <a:lnTo>
                      <a:pt x="2629377" y="0"/>
                    </a:lnTo>
                    <a:lnTo>
                      <a:pt x="2634058" y="0"/>
                    </a:lnTo>
                    <a:lnTo>
                      <a:pt x="2635549" y="0"/>
                    </a:lnTo>
                    <a:lnTo>
                      <a:pt x="2636545" y="0"/>
                    </a:lnTo>
                    <a:lnTo>
                      <a:pt x="2648987" y="0"/>
                    </a:lnTo>
                    <a:lnTo>
                      <a:pt x="2649821" y="0"/>
                    </a:lnTo>
                    <a:lnTo>
                      <a:pt x="2651313" y="0"/>
                    </a:lnTo>
                    <a:lnTo>
                      <a:pt x="2651947" y="0"/>
                    </a:lnTo>
                    <a:lnTo>
                      <a:pt x="2653017" y="0"/>
                    </a:lnTo>
                    <a:lnTo>
                      <a:pt x="2653438" y="0"/>
                    </a:lnTo>
                    <a:lnTo>
                      <a:pt x="2656459" y="0"/>
                    </a:lnTo>
                    <a:lnTo>
                      <a:pt x="2657950" y="0"/>
                    </a:lnTo>
                    <a:lnTo>
                      <a:pt x="2665460" y="0"/>
                    </a:lnTo>
                    <a:lnTo>
                      <a:pt x="2680098" y="0"/>
                    </a:lnTo>
                    <a:lnTo>
                      <a:pt x="2680520" y="0"/>
                    </a:lnTo>
                    <a:lnTo>
                      <a:pt x="2682011" y="0"/>
                    </a:lnTo>
                    <a:lnTo>
                      <a:pt x="2692542" y="0"/>
                    </a:lnTo>
                    <a:lnTo>
                      <a:pt x="2702556" y="0"/>
                    </a:lnTo>
                    <a:lnTo>
                      <a:pt x="2704048" y="0"/>
                    </a:lnTo>
                    <a:lnTo>
                      <a:pt x="2724289" y="0"/>
                    </a:lnTo>
                    <a:lnTo>
                      <a:pt x="2731129" y="0"/>
                    </a:lnTo>
                    <a:lnTo>
                      <a:pt x="2732621" y="0"/>
                    </a:lnTo>
                    <a:lnTo>
                      <a:pt x="2733253" y="0"/>
                    </a:lnTo>
                    <a:lnTo>
                      <a:pt x="2734745" y="0"/>
                    </a:lnTo>
                    <a:lnTo>
                      <a:pt x="2746692" y="0"/>
                    </a:lnTo>
                    <a:lnTo>
                      <a:pt x="2749017" y="0"/>
                    </a:lnTo>
                    <a:lnTo>
                      <a:pt x="2750509" y="0"/>
                    </a:lnTo>
                    <a:lnTo>
                      <a:pt x="2754354" y="0"/>
                    </a:lnTo>
                    <a:lnTo>
                      <a:pt x="2755654" y="0"/>
                    </a:lnTo>
                    <a:lnTo>
                      <a:pt x="2757146" y="0"/>
                    </a:lnTo>
                    <a:lnTo>
                      <a:pt x="2761827" y="0"/>
                    </a:lnTo>
                    <a:lnTo>
                      <a:pt x="2763318" y="0"/>
                    </a:lnTo>
                    <a:lnTo>
                      <a:pt x="2776756" y="0"/>
                    </a:lnTo>
                    <a:lnTo>
                      <a:pt x="2777590" y="0"/>
                    </a:lnTo>
                    <a:lnTo>
                      <a:pt x="2779082" y="0"/>
                    </a:lnTo>
                    <a:lnTo>
                      <a:pt x="2783442" y="0"/>
                    </a:lnTo>
                    <a:lnTo>
                      <a:pt x="2784228" y="0"/>
                    </a:lnTo>
                    <a:lnTo>
                      <a:pt x="2785719" y="0"/>
                    </a:lnTo>
                    <a:lnTo>
                      <a:pt x="2786473" y="0"/>
                    </a:lnTo>
                    <a:lnTo>
                      <a:pt x="2793229" y="0"/>
                    </a:lnTo>
                    <a:lnTo>
                      <a:pt x="2799367" y="0"/>
                    </a:lnTo>
                    <a:lnTo>
                      <a:pt x="2813506" y="0"/>
                    </a:lnTo>
                    <a:lnTo>
                      <a:pt x="2820311" y="0"/>
                    </a:lnTo>
                    <a:lnTo>
                      <a:pt x="2827893" y="0"/>
                    </a:lnTo>
                    <a:lnTo>
                      <a:pt x="2827940" y="0"/>
                    </a:lnTo>
                    <a:lnTo>
                      <a:pt x="2829431" y="0"/>
                    </a:lnTo>
                    <a:lnTo>
                      <a:pt x="2829978" y="0"/>
                    </a:lnTo>
                    <a:lnTo>
                      <a:pt x="2852058" y="0"/>
                    </a:lnTo>
                    <a:lnTo>
                      <a:pt x="2857060" y="0"/>
                    </a:lnTo>
                    <a:lnTo>
                      <a:pt x="2857958" y="0"/>
                    </a:lnTo>
                    <a:lnTo>
                      <a:pt x="2871601" y="0"/>
                    </a:lnTo>
                    <a:lnTo>
                      <a:pt x="2882123" y="0"/>
                    </a:lnTo>
                    <a:lnTo>
                      <a:pt x="2894046" y="0"/>
                    </a:lnTo>
                    <a:lnTo>
                      <a:pt x="2903496" y="0"/>
                    </a:lnTo>
                    <a:lnTo>
                      <a:pt x="2911211" y="0"/>
                    </a:lnTo>
                    <a:lnTo>
                      <a:pt x="2914242" y="0"/>
                    </a:lnTo>
                    <a:lnTo>
                      <a:pt x="2914461" y="0"/>
                    </a:lnTo>
                    <a:lnTo>
                      <a:pt x="2924111" y="0"/>
                    </a:lnTo>
                    <a:lnTo>
                      <a:pt x="2927136" y="0"/>
                    </a:lnTo>
                    <a:lnTo>
                      <a:pt x="2933561" y="0"/>
                    </a:lnTo>
                    <a:lnTo>
                      <a:pt x="2939580" y="0"/>
                    </a:lnTo>
                    <a:lnTo>
                      <a:pt x="2941275" y="0"/>
                    </a:lnTo>
                    <a:lnTo>
                      <a:pt x="2941543" y="0"/>
                    </a:lnTo>
                    <a:lnTo>
                      <a:pt x="2945586" y="0"/>
                    </a:lnTo>
                    <a:lnTo>
                      <a:pt x="2950032" y="0"/>
                    </a:lnTo>
                    <a:lnTo>
                      <a:pt x="2955662" y="0"/>
                    </a:lnTo>
                    <a:lnTo>
                      <a:pt x="2955709" y="0"/>
                    </a:lnTo>
                    <a:lnTo>
                      <a:pt x="2957200" y="0"/>
                    </a:lnTo>
                    <a:lnTo>
                      <a:pt x="2957747" y="0"/>
                    </a:lnTo>
                    <a:lnTo>
                      <a:pt x="2968152" y="0"/>
                    </a:lnTo>
                    <a:lnTo>
                      <a:pt x="2969644" y="0"/>
                    </a:lnTo>
                    <a:lnTo>
                      <a:pt x="2972667" y="0"/>
                    </a:lnTo>
                    <a:lnTo>
                      <a:pt x="2977114" y="0"/>
                    </a:lnTo>
                    <a:lnTo>
                      <a:pt x="2984829" y="0"/>
                    </a:lnTo>
                    <a:lnTo>
                      <a:pt x="2985727" y="0"/>
                    </a:lnTo>
                    <a:lnTo>
                      <a:pt x="2999370" y="0"/>
                    </a:lnTo>
                    <a:lnTo>
                      <a:pt x="3021815" y="0"/>
                    </a:lnTo>
                    <a:lnTo>
                      <a:pt x="3031265" y="0"/>
                    </a:lnTo>
                    <a:lnTo>
                      <a:pt x="3042230" y="0"/>
                    </a:lnTo>
                    <a:lnTo>
                      <a:pt x="3044946" y="0"/>
                    </a:lnTo>
                    <a:lnTo>
                      <a:pt x="3051880" y="0"/>
                    </a:lnTo>
                    <a:lnTo>
                      <a:pt x="3061330" y="0"/>
                    </a:lnTo>
                    <a:lnTo>
                      <a:pt x="3067349" y="0"/>
                    </a:lnTo>
                    <a:lnTo>
                      <a:pt x="3069312" y="0"/>
                    </a:lnTo>
                    <a:lnTo>
                      <a:pt x="3073355" y="0"/>
                    </a:lnTo>
                    <a:lnTo>
                      <a:pt x="3073518" y="0"/>
                    </a:lnTo>
                    <a:lnTo>
                      <a:pt x="3075011" y="0"/>
                    </a:lnTo>
                    <a:lnTo>
                      <a:pt x="3077801" y="0"/>
                    </a:lnTo>
                    <a:lnTo>
                      <a:pt x="3095921" y="0"/>
                    </a:lnTo>
                    <a:lnTo>
                      <a:pt x="3097413" y="0"/>
                    </a:lnTo>
                    <a:lnTo>
                      <a:pt x="3100436" y="0"/>
                    </a:lnTo>
                    <a:lnTo>
                      <a:pt x="3103552" y="0"/>
                    </a:lnTo>
                    <a:lnTo>
                      <a:pt x="3104883" y="0"/>
                    </a:lnTo>
                    <a:lnTo>
                      <a:pt x="3120023" y="0"/>
                    </a:lnTo>
                    <a:lnTo>
                      <a:pt x="3120445" y="0"/>
                    </a:lnTo>
                    <a:lnTo>
                      <a:pt x="3149018" y="0"/>
                    </a:lnTo>
                    <a:lnTo>
                      <a:pt x="3150088" y="0"/>
                    </a:lnTo>
                    <a:lnTo>
                      <a:pt x="3150509" y="0"/>
                    </a:lnTo>
                    <a:lnTo>
                      <a:pt x="3171054" y="0"/>
                    </a:lnTo>
                    <a:lnTo>
                      <a:pt x="3172715" y="0"/>
                    </a:lnTo>
                    <a:lnTo>
                      <a:pt x="3199627" y="0"/>
                    </a:lnTo>
                    <a:lnTo>
                      <a:pt x="3201119" y="0"/>
                    </a:lnTo>
                    <a:lnTo>
                      <a:pt x="3201287" y="0"/>
                    </a:lnTo>
                    <a:lnTo>
                      <a:pt x="3201751" y="0"/>
                    </a:lnTo>
                    <a:lnTo>
                      <a:pt x="3202780" y="0"/>
                    </a:lnTo>
                    <a:lnTo>
                      <a:pt x="3217515" y="0"/>
                    </a:lnTo>
                    <a:lnTo>
                      <a:pt x="3224152" y="0"/>
                    </a:lnTo>
                    <a:lnTo>
                      <a:pt x="3230324" y="0"/>
                    </a:lnTo>
                    <a:lnTo>
                      <a:pt x="3231321" y="0"/>
                    </a:lnTo>
                    <a:lnTo>
                      <a:pt x="3231816" y="0"/>
                    </a:lnTo>
                    <a:lnTo>
                      <a:pt x="3243763" y="0"/>
                    </a:lnTo>
                    <a:lnTo>
                      <a:pt x="3246088" y="0"/>
                    </a:lnTo>
                    <a:lnTo>
                      <a:pt x="3247580" y="0"/>
                    </a:lnTo>
                    <a:lnTo>
                      <a:pt x="3247792" y="0"/>
                    </a:lnTo>
                    <a:lnTo>
                      <a:pt x="3248214" y="0"/>
                    </a:lnTo>
                    <a:lnTo>
                      <a:pt x="3252725" y="0"/>
                    </a:lnTo>
                    <a:lnTo>
                      <a:pt x="3254217" y="0"/>
                    </a:lnTo>
                    <a:lnTo>
                      <a:pt x="3260235" y="0"/>
                    </a:lnTo>
                    <a:lnTo>
                      <a:pt x="3276787" y="0"/>
                    </a:lnTo>
                    <a:lnTo>
                      <a:pt x="3277857" y="0"/>
                    </a:lnTo>
                    <a:lnTo>
                      <a:pt x="3278278" y="0"/>
                    </a:lnTo>
                    <a:lnTo>
                      <a:pt x="3290300" y="0"/>
                    </a:lnTo>
                    <a:lnTo>
                      <a:pt x="3298823" y="0"/>
                    </a:lnTo>
                    <a:lnTo>
                      <a:pt x="3327396" y="0"/>
                    </a:lnTo>
                    <a:lnTo>
                      <a:pt x="3328888" y="0"/>
                    </a:lnTo>
                    <a:lnTo>
                      <a:pt x="3329520" y="0"/>
                    </a:lnTo>
                    <a:lnTo>
                      <a:pt x="3345284" y="0"/>
                    </a:lnTo>
                    <a:lnTo>
                      <a:pt x="3349129" y="0"/>
                    </a:lnTo>
                    <a:lnTo>
                      <a:pt x="3351921" y="0"/>
                    </a:lnTo>
                    <a:lnTo>
                      <a:pt x="3358093" y="0"/>
                    </a:lnTo>
                    <a:lnTo>
                      <a:pt x="3359585" y="0"/>
                    </a:lnTo>
                    <a:lnTo>
                      <a:pt x="3371532" y="0"/>
                    </a:lnTo>
                    <a:lnTo>
                      <a:pt x="3373857" y="0"/>
                    </a:lnTo>
                    <a:lnTo>
                      <a:pt x="3375349" y="0"/>
                    </a:lnTo>
                    <a:lnTo>
                      <a:pt x="3380494" y="0"/>
                    </a:lnTo>
                    <a:lnTo>
                      <a:pt x="3381986" y="0"/>
                    </a:lnTo>
                    <a:lnTo>
                      <a:pt x="3388004" y="0"/>
                    </a:lnTo>
                    <a:lnTo>
                      <a:pt x="3408282" y="0"/>
                    </a:lnTo>
                    <a:lnTo>
                      <a:pt x="3418069" y="0"/>
                    </a:lnTo>
                    <a:lnTo>
                      <a:pt x="3424207" y="0"/>
                    </a:lnTo>
                    <a:lnTo>
                      <a:pt x="3424753" y="0"/>
                    </a:lnTo>
                    <a:lnTo>
                      <a:pt x="3452733" y="0"/>
                    </a:lnTo>
                    <a:lnTo>
                      <a:pt x="3454818" y="0"/>
                    </a:lnTo>
                    <a:lnTo>
                      <a:pt x="3476898" y="0"/>
                    </a:lnTo>
                    <a:lnTo>
                      <a:pt x="3496441" y="0"/>
                    </a:lnTo>
                    <a:lnTo>
                      <a:pt x="3509236" y="0"/>
                    </a:lnTo>
                    <a:lnTo>
                      <a:pt x="3518886" y="0"/>
                    </a:lnTo>
                    <a:lnTo>
                      <a:pt x="3528336" y="0"/>
                    </a:lnTo>
                    <a:lnTo>
                      <a:pt x="3536051" y="0"/>
                    </a:lnTo>
                    <a:lnTo>
                      <a:pt x="3539301" y="0"/>
                    </a:lnTo>
                    <a:lnTo>
                      <a:pt x="3540361" y="0"/>
                    </a:lnTo>
                    <a:lnTo>
                      <a:pt x="3544807" y="0"/>
                    </a:lnTo>
                    <a:lnTo>
                      <a:pt x="3551976" y="0"/>
                    </a:lnTo>
                    <a:lnTo>
                      <a:pt x="3552522" y="0"/>
                    </a:lnTo>
                    <a:lnTo>
                      <a:pt x="3564420" y="0"/>
                    </a:lnTo>
                    <a:lnTo>
                      <a:pt x="3570426" y="0"/>
                    </a:lnTo>
                    <a:cubicBezTo>
                      <a:pt x="3574872" y="0"/>
                      <a:pt x="3574872" y="0"/>
                      <a:pt x="3574872" y="0"/>
                    </a:cubicBezTo>
                    <a:lnTo>
                      <a:pt x="3580502" y="0"/>
                    </a:lnTo>
                    <a:lnTo>
                      <a:pt x="3582587" y="0"/>
                    </a:lnTo>
                    <a:lnTo>
                      <a:pt x="3624210" y="0"/>
                    </a:lnTo>
                    <a:lnTo>
                      <a:pt x="3637005" y="0"/>
                    </a:lnTo>
                    <a:lnTo>
                      <a:pt x="3646655" y="0"/>
                    </a:lnTo>
                    <a:lnTo>
                      <a:pt x="3656105" y="0"/>
                    </a:lnTo>
                    <a:lnTo>
                      <a:pt x="3667070" y="0"/>
                    </a:lnTo>
                    <a:lnTo>
                      <a:pt x="3668130" y="0"/>
                    </a:lnTo>
                    <a:lnTo>
                      <a:pt x="3669786" y="0"/>
                    </a:lnTo>
                    <a:lnTo>
                      <a:pt x="3672576" y="0"/>
                    </a:lnTo>
                    <a:lnTo>
                      <a:pt x="3692189" y="0"/>
                    </a:lnTo>
                    <a:lnTo>
                      <a:pt x="3698195" y="0"/>
                    </a:lnTo>
                    <a:lnTo>
                      <a:pt x="3702641" y="0"/>
                    </a:lnTo>
                    <a:lnTo>
                      <a:pt x="3744863" y="0"/>
                    </a:lnTo>
                    <a:lnTo>
                      <a:pt x="3745285" y="0"/>
                    </a:lnTo>
                    <a:lnTo>
                      <a:pt x="3795894" y="0"/>
                    </a:lnTo>
                    <a:lnTo>
                      <a:pt x="3797555" y="0"/>
                    </a:lnTo>
                    <a:lnTo>
                      <a:pt x="3826591" y="0"/>
                    </a:lnTo>
                    <a:lnTo>
                      <a:pt x="3842355" y="0"/>
                    </a:lnTo>
                    <a:lnTo>
                      <a:pt x="3848992" y="0"/>
                    </a:lnTo>
                    <a:lnTo>
                      <a:pt x="3872632" y="0"/>
                    </a:lnTo>
                    <a:lnTo>
                      <a:pt x="3873054" y="0"/>
                    </a:lnTo>
                    <a:lnTo>
                      <a:pt x="3885075" y="0"/>
                    </a:lnTo>
                    <a:lnTo>
                      <a:pt x="3923663" y="0"/>
                    </a:lnTo>
                    <a:lnTo>
                      <a:pt x="3954360" y="0"/>
                    </a:lnTo>
                    <a:lnTo>
                      <a:pt x="3970124" y="0"/>
                    </a:lnTo>
                    <a:lnTo>
                      <a:pt x="3976761" y="0"/>
                    </a:lnTo>
                    <a:lnTo>
                      <a:pt x="4012844" y="0"/>
                    </a:lnTo>
                    <a:lnTo>
                      <a:pt x="4049593" y="0"/>
                    </a:lnTo>
                    <a:cubicBezTo>
                      <a:pt x="4169647" y="0"/>
                      <a:pt x="4169647" y="0"/>
                      <a:pt x="4169647" y="0"/>
                    </a:cubicBezTo>
                    <a:lnTo>
                      <a:pt x="4177362" y="0"/>
                    </a:lnTo>
                    <a:cubicBezTo>
                      <a:pt x="4297416" y="0"/>
                      <a:pt x="4297416" y="0"/>
                      <a:pt x="4297416" y="0"/>
                    </a:cubicBezTo>
                    <a:cubicBezTo>
                      <a:pt x="4327758" y="0"/>
                      <a:pt x="4364168" y="21251"/>
                      <a:pt x="4379339" y="47054"/>
                    </a:cubicBezTo>
                    <a:cubicBezTo>
                      <a:pt x="4591731" y="415146"/>
                      <a:pt x="4591731" y="415146"/>
                      <a:pt x="4591731" y="415146"/>
                    </a:cubicBezTo>
                    <a:cubicBezTo>
                      <a:pt x="4606902" y="440951"/>
                      <a:pt x="4606902" y="483452"/>
                      <a:pt x="4591731" y="509257"/>
                    </a:cubicBezTo>
                    <a:cubicBezTo>
                      <a:pt x="4379339" y="877348"/>
                      <a:pt x="4379339" y="877348"/>
                      <a:pt x="4379339" y="877348"/>
                    </a:cubicBezTo>
                    <a:cubicBezTo>
                      <a:pt x="4364168" y="903151"/>
                      <a:pt x="4327758" y="924402"/>
                      <a:pt x="4297416" y="924402"/>
                    </a:cubicBezTo>
                    <a:lnTo>
                      <a:pt x="4169647" y="924402"/>
                    </a:lnTo>
                    <a:lnTo>
                      <a:pt x="3976761" y="924402"/>
                    </a:lnTo>
                    <a:lnTo>
                      <a:pt x="3872632" y="924402"/>
                    </a:lnTo>
                    <a:lnTo>
                      <a:pt x="3848992" y="924402"/>
                    </a:lnTo>
                    <a:lnTo>
                      <a:pt x="3744863" y="924402"/>
                    </a:lnTo>
                    <a:lnTo>
                      <a:pt x="3702641" y="924402"/>
                    </a:lnTo>
                    <a:lnTo>
                      <a:pt x="3672576" y="924402"/>
                    </a:lnTo>
                    <a:lnTo>
                      <a:pt x="3656105" y="924402"/>
                    </a:lnTo>
                    <a:lnTo>
                      <a:pt x="3574872" y="924402"/>
                    </a:lnTo>
                    <a:lnTo>
                      <a:pt x="3551976" y="924402"/>
                    </a:lnTo>
                    <a:lnTo>
                      <a:pt x="3544807" y="924402"/>
                    </a:lnTo>
                    <a:lnTo>
                      <a:pt x="3528336" y="924402"/>
                    </a:lnTo>
                    <a:lnTo>
                      <a:pt x="3424207" y="924402"/>
                    </a:lnTo>
                    <a:lnTo>
                      <a:pt x="3381986" y="924402"/>
                    </a:lnTo>
                    <a:lnTo>
                      <a:pt x="3380494" y="924402"/>
                    </a:lnTo>
                    <a:lnTo>
                      <a:pt x="3351921" y="924402"/>
                    </a:lnTo>
                    <a:lnTo>
                      <a:pt x="3277857" y="924402"/>
                    </a:lnTo>
                    <a:lnTo>
                      <a:pt x="3254217" y="924402"/>
                    </a:lnTo>
                    <a:lnTo>
                      <a:pt x="3252725" y="924402"/>
                    </a:lnTo>
                    <a:lnTo>
                      <a:pt x="3247792" y="924402"/>
                    </a:lnTo>
                    <a:lnTo>
                      <a:pt x="3231321" y="924402"/>
                    </a:lnTo>
                    <a:lnTo>
                      <a:pt x="3224152" y="924402"/>
                    </a:lnTo>
                    <a:lnTo>
                      <a:pt x="3150088" y="924402"/>
                    </a:lnTo>
                    <a:lnTo>
                      <a:pt x="3120023" y="924402"/>
                    </a:lnTo>
                    <a:lnTo>
                      <a:pt x="3104883" y="924402"/>
                    </a:lnTo>
                    <a:lnTo>
                      <a:pt x="3103552" y="924402"/>
                    </a:lnTo>
                    <a:lnTo>
                      <a:pt x="3077801" y="924402"/>
                    </a:lnTo>
                    <a:lnTo>
                      <a:pt x="3061330" y="924402"/>
                    </a:lnTo>
                    <a:lnTo>
                      <a:pt x="3031265" y="924402"/>
                    </a:lnTo>
                    <a:lnTo>
                      <a:pt x="2977114" y="924402"/>
                    </a:lnTo>
                    <a:lnTo>
                      <a:pt x="2957200" y="924402"/>
                    </a:lnTo>
                    <a:lnTo>
                      <a:pt x="2955709" y="924402"/>
                    </a:lnTo>
                    <a:lnTo>
                      <a:pt x="2950032" y="924402"/>
                    </a:lnTo>
                    <a:lnTo>
                      <a:pt x="2933561" y="924402"/>
                    </a:lnTo>
                    <a:lnTo>
                      <a:pt x="2927136" y="924402"/>
                    </a:lnTo>
                    <a:lnTo>
                      <a:pt x="2903496" y="924402"/>
                    </a:lnTo>
                    <a:lnTo>
                      <a:pt x="2829431" y="924402"/>
                    </a:lnTo>
                    <a:lnTo>
                      <a:pt x="2827940" y="924402"/>
                    </a:lnTo>
                    <a:lnTo>
                      <a:pt x="2799367" y="924402"/>
                    </a:lnTo>
                    <a:lnTo>
                      <a:pt x="2785719" y="924402"/>
                    </a:lnTo>
                    <a:lnTo>
                      <a:pt x="2784228" y="924402"/>
                    </a:lnTo>
                    <a:lnTo>
                      <a:pt x="2757146" y="924402"/>
                    </a:lnTo>
                    <a:lnTo>
                      <a:pt x="2755654" y="924402"/>
                    </a:lnTo>
                    <a:lnTo>
                      <a:pt x="2680098" y="924402"/>
                    </a:lnTo>
                    <a:lnTo>
                      <a:pt x="2657950" y="924402"/>
                    </a:lnTo>
                    <a:lnTo>
                      <a:pt x="2656459" y="924402"/>
                    </a:lnTo>
                    <a:lnTo>
                      <a:pt x="2653017" y="924402"/>
                    </a:lnTo>
                    <a:lnTo>
                      <a:pt x="2636545" y="924402"/>
                    </a:lnTo>
                    <a:lnTo>
                      <a:pt x="2629377" y="924402"/>
                    </a:lnTo>
                    <a:lnTo>
                      <a:pt x="2627885" y="924402"/>
                    </a:lnTo>
                    <a:lnTo>
                      <a:pt x="2606481" y="924402"/>
                    </a:lnTo>
                    <a:lnTo>
                      <a:pt x="2552329" y="924402"/>
                    </a:lnTo>
                    <a:lnTo>
                      <a:pt x="2525248" y="924402"/>
                    </a:lnTo>
                    <a:lnTo>
                      <a:pt x="2510108" y="924402"/>
                    </a:lnTo>
                    <a:lnTo>
                      <a:pt x="2508776" y="924402"/>
                    </a:lnTo>
                    <a:lnTo>
                      <a:pt x="2480043" y="924402"/>
                    </a:lnTo>
                    <a:lnTo>
                      <a:pt x="2478712" y="924402"/>
                    </a:lnTo>
                    <a:lnTo>
                      <a:pt x="2463572" y="924402"/>
                    </a:lnTo>
                    <a:lnTo>
                      <a:pt x="2436490" y="924402"/>
                    </a:lnTo>
                    <a:lnTo>
                      <a:pt x="2382339" y="924402"/>
                    </a:lnTo>
                    <a:lnTo>
                      <a:pt x="2360934" y="924402"/>
                    </a:lnTo>
                    <a:lnTo>
                      <a:pt x="2359443" y="924402"/>
                    </a:lnTo>
                    <a:lnTo>
                      <a:pt x="2352274" y="924402"/>
                    </a:lnTo>
                    <a:lnTo>
                      <a:pt x="2335803" y="924402"/>
                    </a:lnTo>
                    <a:lnTo>
                      <a:pt x="2332360" y="924402"/>
                    </a:lnTo>
                    <a:lnTo>
                      <a:pt x="2332328" y="924402"/>
                    </a:lnTo>
                    <a:lnTo>
                      <a:pt x="2330869" y="924402"/>
                    </a:lnTo>
                    <a:lnTo>
                      <a:pt x="2308721" y="924402"/>
                    </a:lnTo>
                    <a:lnTo>
                      <a:pt x="2233165" y="924402"/>
                    </a:lnTo>
                    <a:lnTo>
                      <a:pt x="2231674" y="924402"/>
                    </a:lnTo>
                    <a:lnTo>
                      <a:pt x="2204591" y="924402"/>
                    </a:lnTo>
                    <a:lnTo>
                      <a:pt x="2204559" y="924402"/>
                    </a:lnTo>
                    <a:lnTo>
                      <a:pt x="2203100" y="924402"/>
                    </a:lnTo>
                    <a:lnTo>
                      <a:pt x="2189452" y="924402"/>
                    </a:lnTo>
                    <a:lnTo>
                      <a:pt x="2160879" y="924402"/>
                    </a:lnTo>
                    <a:lnTo>
                      <a:pt x="2159388" y="924402"/>
                    </a:lnTo>
                    <a:lnTo>
                      <a:pt x="2085323" y="924402"/>
                    </a:lnTo>
                    <a:lnTo>
                      <a:pt x="2077294" y="924402"/>
                    </a:lnTo>
                    <a:lnTo>
                      <a:pt x="2061683" y="924402"/>
                    </a:lnTo>
                    <a:lnTo>
                      <a:pt x="2055258" y="924402"/>
                    </a:lnTo>
                    <a:lnTo>
                      <a:pt x="2038787" y="924402"/>
                    </a:lnTo>
                    <a:lnTo>
                      <a:pt x="2033110" y="924402"/>
                    </a:lnTo>
                    <a:lnTo>
                      <a:pt x="2031619" y="924402"/>
                    </a:lnTo>
                    <a:lnTo>
                      <a:pt x="2011705" y="924402"/>
                    </a:lnTo>
                    <a:lnTo>
                      <a:pt x="1957554" y="924402"/>
                    </a:lnTo>
                    <a:lnTo>
                      <a:pt x="1949525" y="924402"/>
                    </a:lnTo>
                    <a:lnTo>
                      <a:pt x="1927489" y="924402"/>
                    </a:lnTo>
                    <a:lnTo>
                      <a:pt x="1911018" y="924402"/>
                    </a:lnTo>
                    <a:lnTo>
                      <a:pt x="1907543" y="924402"/>
                    </a:lnTo>
                    <a:lnTo>
                      <a:pt x="1885268" y="924402"/>
                    </a:lnTo>
                    <a:lnTo>
                      <a:pt x="1883936" y="924402"/>
                    </a:lnTo>
                    <a:lnTo>
                      <a:pt x="1868796" y="924402"/>
                    </a:lnTo>
                    <a:lnTo>
                      <a:pt x="1838732" y="924402"/>
                    </a:lnTo>
                    <a:lnTo>
                      <a:pt x="1779774" y="924402"/>
                    </a:lnTo>
                    <a:lnTo>
                      <a:pt x="1764668" y="924402"/>
                    </a:lnTo>
                    <a:lnTo>
                      <a:pt x="1757499" y="924402"/>
                    </a:lnTo>
                    <a:lnTo>
                      <a:pt x="1741027" y="924402"/>
                    </a:lnTo>
                    <a:lnTo>
                      <a:pt x="1737552" y="924402"/>
                    </a:lnTo>
                    <a:lnTo>
                      <a:pt x="1736094" y="924402"/>
                    </a:lnTo>
                    <a:lnTo>
                      <a:pt x="1734603" y="924402"/>
                    </a:lnTo>
                    <a:lnTo>
                      <a:pt x="1710963" y="924402"/>
                    </a:lnTo>
                    <a:lnTo>
                      <a:pt x="1707488" y="924402"/>
                    </a:lnTo>
                    <a:lnTo>
                      <a:pt x="1652509" y="924402"/>
                    </a:lnTo>
                    <a:lnTo>
                      <a:pt x="1636899" y="924402"/>
                    </a:lnTo>
                    <a:lnTo>
                      <a:pt x="1609783" y="924402"/>
                    </a:lnTo>
                    <a:lnTo>
                      <a:pt x="1608325" y="924402"/>
                    </a:lnTo>
                    <a:lnTo>
                      <a:pt x="1606834" y="924402"/>
                    </a:lnTo>
                    <a:lnTo>
                      <a:pt x="1579719" y="924402"/>
                    </a:lnTo>
                    <a:lnTo>
                      <a:pt x="1564612" y="924402"/>
                    </a:lnTo>
                    <a:lnTo>
                      <a:pt x="1524740" y="924402"/>
                    </a:lnTo>
                    <a:lnTo>
                      <a:pt x="1482518" y="924402"/>
                    </a:lnTo>
                    <a:lnTo>
                      <a:pt x="1460483" y="924402"/>
                    </a:lnTo>
                    <a:lnTo>
                      <a:pt x="1452454" y="924402"/>
                    </a:lnTo>
                    <a:lnTo>
                      <a:pt x="1444011" y="924402"/>
                    </a:lnTo>
                    <a:lnTo>
                      <a:pt x="1436843" y="924402"/>
                    </a:lnTo>
                    <a:lnTo>
                      <a:pt x="1413947" y="924402"/>
                    </a:lnTo>
                    <a:lnTo>
                      <a:pt x="1354749" y="924402"/>
                    </a:lnTo>
                    <a:lnTo>
                      <a:pt x="1332714" y="924402"/>
                    </a:lnTo>
                    <a:lnTo>
                      <a:pt x="1324685" y="924402"/>
                    </a:lnTo>
                    <a:lnTo>
                      <a:pt x="1316242" y="924402"/>
                    </a:lnTo>
                    <a:lnTo>
                      <a:pt x="1312767" y="924402"/>
                    </a:lnTo>
                    <a:lnTo>
                      <a:pt x="1286178" y="924402"/>
                    </a:lnTo>
                    <a:lnTo>
                      <a:pt x="1282703" y="924402"/>
                    </a:lnTo>
                    <a:lnTo>
                      <a:pt x="1243956" y="924402"/>
                    </a:lnTo>
                    <a:lnTo>
                      <a:pt x="1184998" y="924402"/>
                    </a:lnTo>
                    <a:lnTo>
                      <a:pt x="1154934" y="924402"/>
                    </a:lnTo>
                    <a:lnTo>
                      <a:pt x="1139828" y="924402"/>
                    </a:lnTo>
                    <a:lnTo>
                      <a:pt x="1116187" y="924402"/>
                    </a:lnTo>
                    <a:lnTo>
                      <a:pt x="1112712" y="924402"/>
                    </a:lnTo>
                    <a:lnTo>
                      <a:pt x="1057734" y="924402"/>
                    </a:lnTo>
                    <a:lnTo>
                      <a:pt x="1027669" y="924402"/>
                    </a:lnTo>
                    <a:lnTo>
                      <a:pt x="1012059" y="924402"/>
                    </a:lnTo>
                    <a:lnTo>
                      <a:pt x="984943" y="924402"/>
                    </a:lnTo>
                    <a:lnTo>
                      <a:pt x="929965" y="924402"/>
                    </a:lnTo>
                    <a:lnTo>
                      <a:pt x="899900" y="924402"/>
                    </a:lnTo>
                    <a:lnTo>
                      <a:pt x="857678" y="924402"/>
                    </a:lnTo>
                    <a:lnTo>
                      <a:pt x="819171" y="924402"/>
                    </a:lnTo>
                    <a:lnTo>
                      <a:pt x="729909" y="924402"/>
                    </a:lnTo>
                    <a:lnTo>
                      <a:pt x="691402" y="924402"/>
                    </a:lnTo>
                    <a:lnTo>
                      <a:pt x="687927" y="924402"/>
                    </a:lnTo>
                    <a:lnTo>
                      <a:pt x="560158" y="924402"/>
                    </a:lnTo>
                    <a:lnTo>
                      <a:pt x="432894" y="924402"/>
                    </a:lnTo>
                    <a:lnTo>
                      <a:pt x="305125" y="924402"/>
                    </a:lnTo>
                    <a:cubicBezTo>
                      <a:pt x="275541" y="924402"/>
                      <a:pt x="238373" y="903151"/>
                      <a:pt x="223202" y="877348"/>
                    </a:cubicBezTo>
                    <a:cubicBezTo>
                      <a:pt x="10809" y="509257"/>
                      <a:pt x="10809" y="509257"/>
                      <a:pt x="10809" y="509257"/>
                    </a:cubicBezTo>
                    <a:cubicBezTo>
                      <a:pt x="-3603" y="483452"/>
                      <a:pt x="-3603" y="440951"/>
                      <a:pt x="10809" y="415146"/>
                    </a:cubicBezTo>
                    <a:cubicBezTo>
                      <a:pt x="223202" y="47054"/>
                      <a:pt x="223202" y="47054"/>
                      <a:pt x="223202" y="47054"/>
                    </a:cubicBezTo>
                    <a:cubicBezTo>
                      <a:pt x="238373" y="21251"/>
                      <a:pt x="275541" y="0"/>
                      <a:pt x="305125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9050">
                <a:gradFill flip="none" rotWithShape="1">
                  <a:gsLst>
                    <a:gs pos="0">
                      <a:sysClr val="window" lastClr="FFFFFF">
                        <a:lumMod val="7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1" name="Hexagen 5">
                <a:extLst>
                  <a:ext uri="{FF2B5EF4-FFF2-40B4-BE49-F238E27FC236}">
                    <a16:creationId xmlns:a16="http://schemas.microsoft.com/office/drawing/2014/main" id="{D69CC721-C1B5-827B-30AF-4AC11C295E52}"/>
                  </a:ext>
                </a:extLst>
              </p:cNvPr>
              <p:cNvSpPr/>
              <p:nvPr/>
            </p:nvSpPr>
            <p:spPr bwMode="auto">
              <a:xfrm>
                <a:off x="6432748" y="1701762"/>
                <a:ext cx="1268148" cy="1123545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>
                      <a:lumMod val="97000"/>
                    </a:sysClr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100000">
                      <a:sysClr val="window" lastClr="FFFFFF">
                        <a:lumMod val="75000"/>
                      </a:sysClr>
                    </a:gs>
                    <a:gs pos="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270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2" name="Hexagen  5">
                <a:extLst>
                  <a:ext uri="{FF2B5EF4-FFF2-40B4-BE49-F238E27FC236}">
                    <a16:creationId xmlns:a16="http://schemas.microsoft.com/office/drawing/2014/main" id="{DBDA98B5-31E5-CE4A-EF01-21DD696656F8}"/>
                  </a:ext>
                </a:extLst>
              </p:cNvPr>
              <p:cNvSpPr/>
              <p:nvPr/>
            </p:nvSpPr>
            <p:spPr bwMode="auto">
              <a:xfrm>
                <a:off x="6604745" y="1854146"/>
                <a:ext cx="924154" cy="818776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rgbClr val="FFB850"/>
              </a:solidFill>
              <a:ln w="15875">
                <a:gradFill flip="none" rotWithShape="1"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innerShdw blurRad="50800" dist="25400" dir="135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4" name="Text Box 4">
                <a:extLst>
                  <a:ext uri="{FF2B5EF4-FFF2-40B4-BE49-F238E27FC236}">
                    <a16:creationId xmlns:a16="http://schemas.microsoft.com/office/drawing/2014/main" id="{0C05A716-8DCE-80BA-3918-84C0929B3C07}"/>
                  </a:ext>
                </a:extLst>
              </p:cNvPr>
              <p:cNvSpPr txBox="1"/>
              <p:nvPr/>
            </p:nvSpPr>
            <p:spPr>
              <a:xfrm>
                <a:off x="6731300" y="2001924"/>
                <a:ext cx="6710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</a:rPr>
                  <a:t>02</a:t>
                </a:r>
                <a:endPara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7FB7F3A-50CF-0F60-78AB-3126F8E27217}"/>
                  </a:ext>
                </a:extLst>
              </p:cNvPr>
              <p:cNvSpPr txBox="1"/>
              <p:nvPr/>
            </p:nvSpPr>
            <p:spPr>
              <a:xfrm>
                <a:off x="7750442" y="1886508"/>
                <a:ext cx="3105203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Financial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348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4EA437E2-5BF2-7F6D-A649-2D7961A089C6}"/>
              </a:ext>
            </a:extLst>
          </p:cNvPr>
          <p:cNvGrpSpPr/>
          <p:nvPr/>
        </p:nvGrpSpPr>
        <p:grpSpPr>
          <a:xfrm>
            <a:off x="1218332" y="2256446"/>
            <a:ext cx="9755336" cy="3353818"/>
            <a:chOff x="1219731" y="2732308"/>
            <a:chExt cx="9755336" cy="335381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F3C4924-46DE-16CB-BFA9-0161651AD089}"/>
                </a:ext>
              </a:extLst>
            </p:cNvPr>
            <p:cNvGrpSpPr/>
            <p:nvPr/>
          </p:nvGrpSpPr>
          <p:grpSpPr>
            <a:xfrm>
              <a:off x="1219731" y="2732308"/>
              <a:ext cx="2227808" cy="3353818"/>
              <a:chOff x="1219731" y="2732308"/>
              <a:chExt cx="2227808" cy="3353818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5CC118-729E-7012-AA5A-04C52BB6779C}"/>
                  </a:ext>
                </a:extLst>
              </p:cNvPr>
              <p:cNvSpPr txBox="1"/>
              <p:nvPr/>
            </p:nvSpPr>
            <p:spPr>
              <a:xfrm>
                <a:off x="1219731" y="5332073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8A8047B6-7923-AA54-0697-917575F5515B}"/>
                  </a:ext>
                </a:extLst>
              </p:cNvPr>
              <p:cNvGrpSpPr/>
              <p:nvPr/>
            </p:nvGrpSpPr>
            <p:grpSpPr>
              <a:xfrm>
                <a:off x="1525676" y="2732308"/>
                <a:ext cx="1615919" cy="2189615"/>
                <a:chOff x="1627937" y="2732308"/>
                <a:chExt cx="1615919" cy="2189615"/>
              </a:xfrm>
            </p:grpSpPr>
            <p:sp>
              <p:nvSpPr>
                <p:cNvPr id="3" name="Shape5">
                  <a:extLst>
                    <a:ext uri="{FF2B5EF4-FFF2-40B4-BE49-F238E27FC236}">
                      <a16:creationId xmlns:a16="http://schemas.microsoft.com/office/drawing/2014/main" id="{72752998-C826-5489-AE11-0D0D1D69A11F}"/>
                    </a:ext>
                  </a:extLst>
                </p:cNvPr>
                <p:cNvSpPr/>
                <p:nvPr/>
              </p:nvSpPr>
              <p:spPr>
                <a:xfrm rot="2700000">
                  <a:off x="1777624" y="3455691"/>
                  <a:ext cx="1466232" cy="1466232"/>
                </a:xfrm>
                <a:prstGeom prst="roundRect">
                  <a:avLst/>
                </a:prstGeom>
                <a:solidFill>
                  <a:schemeClr val="accent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01600" dist="889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4" name="Shape5">
                  <a:extLst>
                    <a:ext uri="{FF2B5EF4-FFF2-40B4-BE49-F238E27FC236}">
                      <a16:creationId xmlns:a16="http://schemas.microsoft.com/office/drawing/2014/main" id="{9E355FBC-8DC4-FFA0-BFCE-6B7BEEA27F09}"/>
                    </a:ext>
                  </a:extLst>
                </p:cNvPr>
                <p:cNvSpPr/>
                <p:nvPr/>
              </p:nvSpPr>
              <p:spPr>
                <a:xfrm rot="1514154">
                  <a:off x="1627937" y="2732308"/>
                  <a:ext cx="1466232" cy="1466232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dist="76200" dir="13500000" algn="b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37" name="Picture 2" descr="Summary Icon #427383 - Free Icons Library">
                  <a:extLst>
                    <a:ext uri="{FF2B5EF4-FFF2-40B4-BE49-F238E27FC236}">
                      <a16:creationId xmlns:a16="http://schemas.microsoft.com/office/drawing/2014/main" id="{66D44A94-0744-6353-246F-B5107B31EA4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61016" y="3171510"/>
                  <a:ext cx="600075" cy="5878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1DD1507-3921-3FA3-3CDC-F22879ED6999}"/>
                </a:ext>
              </a:extLst>
            </p:cNvPr>
            <p:cNvGrpSpPr/>
            <p:nvPr/>
          </p:nvGrpSpPr>
          <p:grpSpPr>
            <a:xfrm>
              <a:off x="3728907" y="2844721"/>
              <a:ext cx="2227808" cy="3241405"/>
              <a:chOff x="3729840" y="2844721"/>
              <a:chExt cx="2227808" cy="324140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9B728F5-4346-1C83-56D0-1B343CE9B257}"/>
                  </a:ext>
                </a:extLst>
              </p:cNvPr>
              <p:cNvSpPr txBox="1"/>
              <p:nvPr/>
            </p:nvSpPr>
            <p:spPr>
              <a:xfrm>
                <a:off x="3729840" y="5332073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9710BCB-6E23-6220-BF1A-7FAC9E1BB170}"/>
                  </a:ext>
                </a:extLst>
              </p:cNvPr>
              <p:cNvGrpSpPr/>
              <p:nvPr/>
            </p:nvGrpSpPr>
            <p:grpSpPr>
              <a:xfrm>
                <a:off x="4106012" y="2844721"/>
                <a:ext cx="1475464" cy="2066394"/>
                <a:chOff x="4179379" y="2844721"/>
                <a:chExt cx="1475464" cy="2066394"/>
              </a:xfrm>
            </p:grpSpPr>
            <p:sp>
              <p:nvSpPr>
                <p:cNvPr id="9" name="Shape5">
                  <a:extLst>
                    <a:ext uri="{FF2B5EF4-FFF2-40B4-BE49-F238E27FC236}">
                      <a16:creationId xmlns:a16="http://schemas.microsoft.com/office/drawing/2014/main" id="{5A05CDC3-B33D-0EEB-99C5-9D3266283DE2}"/>
                    </a:ext>
                  </a:extLst>
                </p:cNvPr>
                <p:cNvSpPr/>
                <p:nvPr/>
              </p:nvSpPr>
              <p:spPr>
                <a:xfrm rot="2700000">
                  <a:off x="4179379" y="2844721"/>
                  <a:ext cx="1466232" cy="1466232"/>
                </a:xfrm>
                <a:prstGeom prst="roundRect">
                  <a:avLst/>
                </a:prstGeom>
                <a:solidFill>
                  <a:schemeClr val="accent2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01600" dist="889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0" name="Shape5">
                  <a:extLst>
                    <a:ext uri="{FF2B5EF4-FFF2-40B4-BE49-F238E27FC236}">
                      <a16:creationId xmlns:a16="http://schemas.microsoft.com/office/drawing/2014/main" id="{9648F5D1-0EC2-F31C-B6C0-A8D4AC0196ED}"/>
                    </a:ext>
                  </a:extLst>
                </p:cNvPr>
                <p:cNvSpPr/>
                <p:nvPr/>
              </p:nvSpPr>
              <p:spPr>
                <a:xfrm rot="1514154">
                  <a:off x="4188611" y="3444883"/>
                  <a:ext cx="1466232" cy="1466232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dist="76200" dir="13500000" algn="b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39" name="Picture 4" descr="Product Service Icons - Free SVG &amp; PNG Product Service Images - Noun Project">
                  <a:extLst>
                    <a:ext uri="{FF2B5EF4-FFF2-40B4-BE49-F238E27FC236}">
                      <a16:creationId xmlns:a16="http://schemas.microsoft.com/office/drawing/2014/main" id="{2DA3324B-71DB-BB7C-DB6D-C94A0A0B4CF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duotone>
                    <a:schemeClr val="accent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49465" y="3805737"/>
                  <a:ext cx="744524" cy="74452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83F1CD7-81C4-59BF-3702-7FFD6FED861D}"/>
                </a:ext>
              </a:extLst>
            </p:cNvPr>
            <p:cNvGrpSpPr/>
            <p:nvPr/>
          </p:nvGrpSpPr>
          <p:grpSpPr>
            <a:xfrm>
              <a:off x="6238083" y="2769890"/>
              <a:ext cx="2227808" cy="3316236"/>
              <a:chOff x="6239949" y="2769890"/>
              <a:chExt cx="2227808" cy="3316236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68F036C-25EC-C18E-2ECA-EDAF5C5514B7}"/>
                  </a:ext>
                </a:extLst>
              </p:cNvPr>
              <p:cNvSpPr txBox="1"/>
              <p:nvPr/>
            </p:nvSpPr>
            <p:spPr>
              <a:xfrm>
                <a:off x="6239949" y="5332073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2F7565A3-C3E8-CAF3-4A81-148D7A7AD195}"/>
                  </a:ext>
                </a:extLst>
              </p:cNvPr>
              <p:cNvGrpSpPr/>
              <p:nvPr/>
            </p:nvGrpSpPr>
            <p:grpSpPr>
              <a:xfrm>
                <a:off x="6592212" y="2769890"/>
                <a:ext cx="1523283" cy="2176598"/>
                <a:chOff x="6590366" y="2769890"/>
                <a:chExt cx="1523283" cy="2176598"/>
              </a:xfrm>
            </p:grpSpPr>
            <p:sp>
              <p:nvSpPr>
                <p:cNvPr id="17" name="Shape4">
                  <a:extLst>
                    <a:ext uri="{FF2B5EF4-FFF2-40B4-BE49-F238E27FC236}">
                      <a16:creationId xmlns:a16="http://schemas.microsoft.com/office/drawing/2014/main" id="{35B90BE1-2769-921D-41D9-CCB0C39CC333}"/>
                    </a:ext>
                  </a:extLst>
                </p:cNvPr>
                <p:cNvSpPr/>
                <p:nvPr/>
              </p:nvSpPr>
              <p:spPr>
                <a:xfrm rot="2700000">
                  <a:off x="6647417" y="3480256"/>
                  <a:ext cx="1466232" cy="1466232"/>
                </a:xfrm>
                <a:prstGeom prst="roundRect">
                  <a:avLst/>
                </a:prstGeom>
                <a:solidFill>
                  <a:schemeClr val="accent4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01600" dist="889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8" name="Shape3">
                  <a:extLst>
                    <a:ext uri="{FF2B5EF4-FFF2-40B4-BE49-F238E27FC236}">
                      <a16:creationId xmlns:a16="http://schemas.microsoft.com/office/drawing/2014/main" id="{9BCD0B39-8124-20DF-0171-72AFB8886EAE}"/>
                    </a:ext>
                  </a:extLst>
                </p:cNvPr>
                <p:cNvSpPr/>
                <p:nvPr/>
              </p:nvSpPr>
              <p:spPr>
                <a:xfrm rot="4881661">
                  <a:off x="6590366" y="2769890"/>
                  <a:ext cx="1466232" cy="1466232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dist="76200" dir="13500000" algn="b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41" name="Picture 6" descr="Marketing plan Icon - Free PNG &amp; SVG 1327077 - Noun Project">
                  <a:extLst>
                    <a:ext uri="{FF2B5EF4-FFF2-40B4-BE49-F238E27FC236}">
                      <a16:creationId xmlns:a16="http://schemas.microsoft.com/office/drawing/2014/main" id="{012B7560-C202-5B9C-D55B-00A85755D55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030361" y="3209885"/>
                  <a:ext cx="586242" cy="58624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17DCDAC-D761-7444-793D-989EBB63F983}"/>
                </a:ext>
              </a:extLst>
            </p:cNvPr>
            <p:cNvGrpSpPr/>
            <p:nvPr/>
          </p:nvGrpSpPr>
          <p:grpSpPr>
            <a:xfrm>
              <a:off x="8747259" y="2926701"/>
              <a:ext cx="2227808" cy="3159425"/>
              <a:chOff x="8747259" y="2926701"/>
              <a:chExt cx="2227808" cy="3159425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486444-184D-DC64-9C50-755708736D38}"/>
                  </a:ext>
                </a:extLst>
              </p:cNvPr>
              <p:cNvSpPr txBox="1"/>
              <p:nvPr/>
            </p:nvSpPr>
            <p:spPr>
              <a:xfrm>
                <a:off x="8747259" y="5332073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AE791E69-B6C8-BB5B-21B2-3707BE600398}"/>
                  </a:ext>
                </a:extLst>
              </p:cNvPr>
              <p:cNvGrpSpPr/>
              <p:nvPr/>
            </p:nvGrpSpPr>
            <p:grpSpPr>
              <a:xfrm>
                <a:off x="9103717" y="2926701"/>
                <a:ext cx="1514892" cy="2099503"/>
                <a:chOff x="9049171" y="2926701"/>
                <a:chExt cx="1514892" cy="2099503"/>
              </a:xfrm>
            </p:grpSpPr>
            <p:sp>
              <p:nvSpPr>
                <p:cNvPr id="27" name="Shape2">
                  <a:extLst>
                    <a:ext uri="{FF2B5EF4-FFF2-40B4-BE49-F238E27FC236}">
                      <a16:creationId xmlns:a16="http://schemas.microsoft.com/office/drawing/2014/main" id="{712B37ED-B6D7-ADBF-9A40-D270ACA14836}"/>
                    </a:ext>
                  </a:extLst>
                </p:cNvPr>
                <p:cNvSpPr/>
                <p:nvPr/>
              </p:nvSpPr>
              <p:spPr>
                <a:xfrm rot="2700000">
                  <a:off x="9049171" y="2926701"/>
                  <a:ext cx="1466232" cy="1466232"/>
                </a:xfrm>
                <a:prstGeom prst="roundRect">
                  <a:avLst/>
                </a:prstGeom>
                <a:solidFill>
                  <a:schemeClr val="accent4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innerShdw blurRad="101600" dist="88900" dir="10800000">
                    <a:prstClr val="black">
                      <a:alpha val="50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8" name="Shape 1">
                  <a:extLst>
                    <a:ext uri="{FF2B5EF4-FFF2-40B4-BE49-F238E27FC236}">
                      <a16:creationId xmlns:a16="http://schemas.microsoft.com/office/drawing/2014/main" id="{061BA683-140C-692F-BF54-3CD5BF643A7F}"/>
                    </a:ext>
                  </a:extLst>
                </p:cNvPr>
                <p:cNvSpPr/>
                <p:nvPr/>
              </p:nvSpPr>
              <p:spPr>
                <a:xfrm rot="278720">
                  <a:off x="9097831" y="3559972"/>
                  <a:ext cx="1466232" cy="1466232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glow rad="152400">
                    <a:srgbClr val="93A299">
                      <a:alpha val="40000"/>
                    </a:srgbClr>
                  </a:glow>
                  <a:outerShdw blurRad="127000" dist="76200" dir="13500000" algn="b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43" name="Picture 8" descr="Finance - Free business and finance icons">
                  <a:extLst>
                    <a:ext uri="{FF2B5EF4-FFF2-40B4-BE49-F238E27FC236}">
                      <a16:creationId xmlns:a16="http://schemas.microsoft.com/office/drawing/2014/main" id="{2B855918-63E0-A544-CDBD-9BDD18ADEDA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533659" y="3995800"/>
                  <a:ext cx="594577" cy="59457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968510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EEB32847-AE17-F48D-21CC-D281B483D957}"/>
              </a:ext>
            </a:extLst>
          </p:cNvPr>
          <p:cNvGrpSpPr/>
          <p:nvPr/>
        </p:nvGrpSpPr>
        <p:grpSpPr>
          <a:xfrm>
            <a:off x="1556522" y="1773805"/>
            <a:ext cx="9078956" cy="4370387"/>
            <a:chOff x="1785015" y="1633846"/>
            <a:chExt cx="9078956" cy="4370387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F0F6E721-8317-6749-657F-9B7C8A5ACA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 rot="5400000">
              <a:off x="4844418" y="4398833"/>
              <a:ext cx="2954227" cy="2565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矩形 53">
              <a:extLst>
                <a:ext uri="{FF2B5EF4-FFF2-40B4-BE49-F238E27FC236}">
                  <a16:creationId xmlns:a16="http://schemas.microsoft.com/office/drawing/2014/main" id="{363B68FA-18D6-AD83-2FA5-937EA144E50D}"/>
                </a:ext>
              </a:extLst>
            </p:cNvPr>
            <p:cNvSpPr/>
            <p:nvPr/>
          </p:nvSpPr>
          <p:spPr>
            <a:xfrm>
              <a:off x="3992092" y="4519532"/>
              <a:ext cx="2201153" cy="1423748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0" name="矩形 54">
              <a:extLst>
                <a:ext uri="{FF2B5EF4-FFF2-40B4-BE49-F238E27FC236}">
                  <a16:creationId xmlns:a16="http://schemas.microsoft.com/office/drawing/2014/main" id="{94B391B0-AA2E-29E1-D85F-CBA1154CBAC7}"/>
                </a:ext>
              </a:extLst>
            </p:cNvPr>
            <p:cNvSpPr/>
            <p:nvPr/>
          </p:nvSpPr>
          <p:spPr>
            <a:xfrm>
              <a:off x="3992092" y="3103373"/>
              <a:ext cx="2201153" cy="1406258"/>
            </a:xfrm>
            <a:prstGeom prst="rect">
              <a:avLst/>
            </a:prstGeom>
            <a:gradFill>
              <a:gsLst>
                <a:gs pos="14000">
                  <a:sysClr val="window" lastClr="FFFFFF">
                    <a:lumMod val="85000"/>
                  </a:sysClr>
                </a:gs>
                <a:gs pos="75000">
                  <a:sysClr val="window" lastClr="FFFFFF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2" name="矩形 59">
              <a:extLst>
                <a:ext uri="{FF2B5EF4-FFF2-40B4-BE49-F238E27FC236}">
                  <a16:creationId xmlns:a16="http://schemas.microsoft.com/office/drawing/2014/main" id="{B34659FD-9735-F35E-CF4B-739397D09E8C}"/>
                </a:ext>
              </a:extLst>
            </p:cNvPr>
            <p:cNvSpPr/>
            <p:nvPr/>
          </p:nvSpPr>
          <p:spPr>
            <a:xfrm>
              <a:off x="6199170" y="3103373"/>
              <a:ext cx="2201153" cy="1423748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11AFE651-DB42-D0B2-B217-E3A12809E6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 rot="5400000">
              <a:off x="7051495" y="2982673"/>
              <a:ext cx="2954227" cy="2565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矩形 61">
              <a:extLst>
                <a:ext uri="{FF2B5EF4-FFF2-40B4-BE49-F238E27FC236}">
                  <a16:creationId xmlns:a16="http://schemas.microsoft.com/office/drawing/2014/main" id="{AA4E7B28-E9D6-ED29-0B1C-0102116894FD}"/>
                </a:ext>
              </a:extLst>
            </p:cNvPr>
            <p:cNvSpPr/>
            <p:nvPr/>
          </p:nvSpPr>
          <p:spPr>
            <a:xfrm>
              <a:off x="6199168" y="1741945"/>
              <a:ext cx="2201153" cy="1361428"/>
            </a:xfrm>
            <a:prstGeom prst="rect">
              <a:avLst/>
            </a:prstGeom>
            <a:gradFill>
              <a:gsLst>
                <a:gs pos="14000">
                  <a:sysClr val="window" lastClr="FFFFFF">
                    <a:lumMod val="85000"/>
                  </a:sysClr>
                </a:gs>
                <a:gs pos="75000">
                  <a:sysClr val="window" lastClr="FFFFFF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8" name="矩形 66">
              <a:extLst>
                <a:ext uri="{FF2B5EF4-FFF2-40B4-BE49-F238E27FC236}">
                  <a16:creationId xmlns:a16="http://schemas.microsoft.com/office/drawing/2014/main" id="{010706CA-1D94-6C34-A129-63C1912EDEB2}"/>
                </a:ext>
              </a:extLst>
            </p:cNvPr>
            <p:cNvSpPr/>
            <p:nvPr/>
          </p:nvSpPr>
          <p:spPr>
            <a:xfrm>
              <a:off x="8406245" y="4519532"/>
              <a:ext cx="2201153" cy="1423748"/>
            </a:xfrm>
            <a:prstGeom prst="rect">
              <a:avLst/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29" name="Picture 2">
              <a:extLst>
                <a:ext uri="{FF2B5EF4-FFF2-40B4-BE49-F238E27FC236}">
                  <a16:creationId xmlns:a16="http://schemas.microsoft.com/office/drawing/2014/main" id="{CB4A9E5A-0C6B-7C62-227F-47A70B0205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 rot="5400000">
              <a:off x="9258571" y="4398833"/>
              <a:ext cx="2954227" cy="2565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矩形 68">
              <a:extLst>
                <a:ext uri="{FF2B5EF4-FFF2-40B4-BE49-F238E27FC236}">
                  <a16:creationId xmlns:a16="http://schemas.microsoft.com/office/drawing/2014/main" id="{4E5B3BEA-01E1-C2D0-D873-82905BB03C05}"/>
                </a:ext>
              </a:extLst>
            </p:cNvPr>
            <p:cNvSpPr/>
            <p:nvPr/>
          </p:nvSpPr>
          <p:spPr>
            <a:xfrm>
              <a:off x="8429500" y="3085883"/>
              <a:ext cx="2201153" cy="14237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1" name="矩形 69">
              <a:extLst>
                <a:ext uri="{FF2B5EF4-FFF2-40B4-BE49-F238E27FC236}">
                  <a16:creationId xmlns:a16="http://schemas.microsoft.com/office/drawing/2014/main" id="{80F509AA-3468-77A1-264D-DCFCED46BE50}"/>
                </a:ext>
              </a:extLst>
            </p:cNvPr>
            <p:cNvSpPr/>
            <p:nvPr/>
          </p:nvSpPr>
          <p:spPr>
            <a:xfrm>
              <a:off x="8406245" y="3110889"/>
              <a:ext cx="2201153" cy="1398742"/>
            </a:xfrm>
            <a:prstGeom prst="rect">
              <a:avLst/>
            </a:prstGeom>
            <a:gradFill>
              <a:gsLst>
                <a:gs pos="14000">
                  <a:sysClr val="window" lastClr="FFFFFF">
                    <a:lumMod val="85000"/>
                  </a:sysClr>
                </a:gs>
                <a:gs pos="75000">
                  <a:sysClr val="window" lastClr="FFFFFF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53" name="Picture 2">
              <a:extLst>
                <a:ext uri="{FF2B5EF4-FFF2-40B4-BE49-F238E27FC236}">
                  <a16:creationId xmlns:a16="http://schemas.microsoft.com/office/drawing/2014/main" id="{FF9D2F56-AB49-0B56-0BC0-0E337ECE7A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 rot="5400000">
              <a:off x="2637341" y="2982673"/>
              <a:ext cx="2954227" cy="2565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4" name="矩形 75">
              <a:extLst>
                <a:ext uri="{FF2B5EF4-FFF2-40B4-BE49-F238E27FC236}">
                  <a16:creationId xmlns:a16="http://schemas.microsoft.com/office/drawing/2014/main" id="{A36B7A15-4A7D-AC87-EA7F-C24520619F0D}"/>
                </a:ext>
              </a:extLst>
            </p:cNvPr>
            <p:cNvSpPr/>
            <p:nvPr/>
          </p:nvSpPr>
          <p:spPr>
            <a:xfrm>
              <a:off x="1785015" y="1694729"/>
              <a:ext cx="2201153" cy="1423748"/>
            </a:xfrm>
            <a:prstGeom prst="rect">
              <a:avLst/>
            </a:prstGeom>
            <a:gradFill>
              <a:gsLst>
                <a:gs pos="14000">
                  <a:sysClr val="window" lastClr="FFFFFF">
                    <a:lumMod val="85000"/>
                  </a:sysClr>
                </a:gs>
                <a:gs pos="75000">
                  <a:sysClr val="window" lastClr="FFFFFF"/>
                </a:gs>
              </a:gsLst>
              <a:lin ang="42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5" name="矩形 76">
              <a:extLst>
                <a:ext uri="{FF2B5EF4-FFF2-40B4-BE49-F238E27FC236}">
                  <a16:creationId xmlns:a16="http://schemas.microsoft.com/office/drawing/2014/main" id="{B3EBB771-E66F-BB5F-694B-33CC98825CE0}"/>
                </a:ext>
              </a:extLst>
            </p:cNvPr>
            <p:cNvSpPr/>
            <p:nvPr/>
          </p:nvSpPr>
          <p:spPr>
            <a:xfrm>
              <a:off x="1785015" y="3103373"/>
              <a:ext cx="2201153" cy="1423748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64" name="Picture 2" descr="Summary Icon #427383 - Free Icons Library">
              <a:extLst>
                <a:ext uri="{FF2B5EF4-FFF2-40B4-BE49-F238E27FC236}">
                  <a16:creationId xmlns:a16="http://schemas.microsoft.com/office/drawing/2014/main" id="{79B86DD1-5209-71EC-C9CD-DE20B0FAD2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8533" y="2144996"/>
              <a:ext cx="534116" cy="523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67025B4-07FF-B139-7FEE-8022AFCAA02B}"/>
                </a:ext>
              </a:extLst>
            </p:cNvPr>
            <p:cNvSpPr txBox="1"/>
            <p:nvPr/>
          </p:nvSpPr>
          <p:spPr>
            <a:xfrm>
              <a:off x="2124780" y="3522860"/>
              <a:ext cx="15216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Executive Summary</a:t>
              </a:r>
            </a:p>
          </p:txBody>
        </p:sp>
        <p:pic>
          <p:nvPicPr>
            <p:cNvPr id="66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66463BB1-417E-3154-087F-E14BF1B9AB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1325" y="3466414"/>
              <a:ext cx="662686" cy="6626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83C6DED-C569-A97A-BD0C-879747999228}"/>
                </a:ext>
              </a:extLst>
            </p:cNvPr>
            <p:cNvSpPr txBox="1"/>
            <p:nvPr/>
          </p:nvSpPr>
          <p:spPr>
            <a:xfrm>
              <a:off x="4331857" y="4939019"/>
              <a:ext cx="15216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pic>
          <p:nvPicPr>
            <p:cNvPr id="68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726F104F-74FB-4E75-3A2C-4DCB4DB156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5102" y="2209177"/>
              <a:ext cx="489284" cy="489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0000671-9245-7C5A-7933-410B0BEFC7D4}"/>
                </a:ext>
              </a:extLst>
            </p:cNvPr>
            <p:cNvSpPr txBox="1"/>
            <p:nvPr/>
          </p:nvSpPr>
          <p:spPr>
            <a:xfrm>
              <a:off x="6538935" y="3522860"/>
              <a:ext cx="15216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Marketing Planning</a:t>
              </a:r>
            </a:p>
          </p:txBody>
        </p:sp>
        <p:pic>
          <p:nvPicPr>
            <p:cNvPr id="70" name="Picture 8" descr="Finance - Free business and finance icons">
              <a:extLst>
                <a:ext uri="{FF2B5EF4-FFF2-40B4-BE49-F238E27FC236}">
                  <a16:creationId xmlns:a16="http://schemas.microsoft.com/office/drawing/2014/main" id="{07370953-AF99-A0C7-6450-3D5FA2B577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23171" y="3539113"/>
              <a:ext cx="567300" cy="567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1C9170A-137D-16F7-5B88-7D2F0765608F}"/>
                </a:ext>
              </a:extLst>
            </p:cNvPr>
            <p:cNvSpPr txBox="1"/>
            <p:nvPr/>
          </p:nvSpPr>
          <p:spPr>
            <a:xfrm>
              <a:off x="8746010" y="4939019"/>
              <a:ext cx="15216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9678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8CEFDAD-2BD3-71D9-E7CD-223486E0709E}"/>
              </a:ext>
            </a:extLst>
          </p:cNvPr>
          <p:cNvGrpSpPr/>
          <p:nvPr/>
        </p:nvGrpSpPr>
        <p:grpSpPr>
          <a:xfrm>
            <a:off x="1373546" y="1825108"/>
            <a:ext cx="9735947" cy="4048806"/>
            <a:chOff x="1373546" y="1825108"/>
            <a:chExt cx="9735947" cy="4048806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5E1ECAB-4495-3E4B-BC98-348BFDD93A9F}"/>
                </a:ext>
              </a:extLst>
            </p:cNvPr>
            <p:cNvCxnSpPr>
              <a:stCxn id="94" idx="1"/>
              <a:endCxn id="84" idx="3"/>
            </p:cNvCxnSpPr>
            <p:nvPr/>
          </p:nvCxnSpPr>
          <p:spPr>
            <a:xfrm flipH="1">
              <a:off x="2924213" y="2137454"/>
              <a:ext cx="418453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lg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DA6A2902-B481-32C7-97F2-B56E45D63724}"/>
                </a:ext>
              </a:extLst>
            </p:cNvPr>
            <p:cNvCxnSpPr>
              <a:stCxn id="96" idx="1"/>
              <a:endCxn id="85" idx="3"/>
            </p:cNvCxnSpPr>
            <p:nvPr/>
          </p:nvCxnSpPr>
          <p:spPr>
            <a:xfrm flipH="1">
              <a:off x="3961978" y="2993483"/>
              <a:ext cx="3146770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lg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F65A7D3-B92A-6868-FE48-B46FB1BEF4A0}"/>
                </a:ext>
              </a:extLst>
            </p:cNvPr>
            <p:cNvCxnSpPr>
              <a:stCxn id="97" idx="1"/>
              <a:endCxn id="86" idx="3"/>
            </p:cNvCxnSpPr>
            <p:nvPr/>
          </p:nvCxnSpPr>
          <p:spPr>
            <a:xfrm flipH="1">
              <a:off x="4347443" y="3844473"/>
              <a:ext cx="2761305" cy="5038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lg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CD45891-D229-3F6E-61EA-81D568E14215}"/>
                </a:ext>
              </a:extLst>
            </p:cNvPr>
            <p:cNvCxnSpPr>
              <a:stCxn id="98" idx="1"/>
              <a:endCxn id="87" idx="3"/>
            </p:cNvCxnSpPr>
            <p:nvPr/>
          </p:nvCxnSpPr>
          <p:spPr>
            <a:xfrm flipH="1">
              <a:off x="3969341" y="4705541"/>
              <a:ext cx="3139407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lg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43E5EB1-EC2E-2039-6870-E7A60D3F9B65}"/>
                </a:ext>
              </a:extLst>
            </p:cNvPr>
            <p:cNvCxnSpPr>
              <a:stCxn id="99" idx="1"/>
              <a:endCxn id="88" idx="3"/>
            </p:cNvCxnSpPr>
            <p:nvPr/>
          </p:nvCxnSpPr>
          <p:spPr>
            <a:xfrm flipH="1">
              <a:off x="2914089" y="5555959"/>
              <a:ext cx="4194659" cy="561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lg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Line">
              <a:extLst>
                <a:ext uri="{FF2B5EF4-FFF2-40B4-BE49-F238E27FC236}">
                  <a16:creationId xmlns:a16="http://schemas.microsoft.com/office/drawing/2014/main" id="{61C712A2-E48C-44B6-E397-7E072C0F6E1B}"/>
                </a:ext>
              </a:extLst>
            </p:cNvPr>
            <p:cNvSpPr/>
            <p:nvPr/>
          </p:nvSpPr>
          <p:spPr>
            <a:xfrm>
              <a:off x="2480210" y="2063427"/>
              <a:ext cx="1818737" cy="3562094"/>
            </a:xfrm>
            <a:custGeom>
              <a:avLst/>
              <a:gdLst>
                <a:gd name="connsiteX0" fmla="*/ 0 w 2468160"/>
                <a:gd name="connsiteY0" fmla="*/ 0 h 4937688"/>
                <a:gd name="connsiteX1" fmla="*/ 251709 w 2468160"/>
                <a:gd name="connsiteY1" fmla="*/ 12711 h 4937688"/>
                <a:gd name="connsiteX2" fmla="*/ 2468160 w 2468160"/>
                <a:gd name="connsiteY2" fmla="*/ 2468844 h 4937688"/>
                <a:gd name="connsiteX3" fmla="*/ 251709 w 2468160"/>
                <a:gd name="connsiteY3" fmla="*/ 4924978 h 4937688"/>
                <a:gd name="connsiteX4" fmla="*/ 0 w 2468160"/>
                <a:gd name="connsiteY4" fmla="*/ 4937688 h 4937688"/>
                <a:gd name="connsiteX5" fmla="*/ 0 w 2468160"/>
                <a:gd name="connsiteY5" fmla="*/ 4688120 h 4937688"/>
                <a:gd name="connsiteX6" fmla="*/ 226192 w 2468160"/>
                <a:gd name="connsiteY6" fmla="*/ 4676698 h 4937688"/>
                <a:gd name="connsiteX7" fmla="*/ 2218592 w 2468160"/>
                <a:gd name="connsiteY7" fmla="*/ 2468844 h 4937688"/>
                <a:gd name="connsiteX8" fmla="*/ 226192 w 2468160"/>
                <a:gd name="connsiteY8" fmla="*/ 260990 h 4937688"/>
                <a:gd name="connsiteX9" fmla="*/ 0 w 2468160"/>
                <a:gd name="connsiteY9" fmla="*/ 249569 h 4937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8160" h="4937688">
                  <a:moveTo>
                    <a:pt x="0" y="0"/>
                  </a:moveTo>
                  <a:lnTo>
                    <a:pt x="251709" y="12711"/>
                  </a:lnTo>
                  <a:cubicBezTo>
                    <a:pt x="1496657" y="139142"/>
                    <a:pt x="2468160" y="1190539"/>
                    <a:pt x="2468160" y="2468844"/>
                  </a:cubicBezTo>
                  <a:cubicBezTo>
                    <a:pt x="2468160" y="3747149"/>
                    <a:pt x="1496657" y="4798546"/>
                    <a:pt x="251709" y="4924978"/>
                  </a:cubicBezTo>
                  <a:lnTo>
                    <a:pt x="0" y="4937688"/>
                  </a:lnTo>
                  <a:lnTo>
                    <a:pt x="0" y="4688120"/>
                  </a:lnTo>
                  <a:lnTo>
                    <a:pt x="226192" y="4676698"/>
                  </a:lnTo>
                  <a:cubicBezTo>
                    <a:pt x="1345293" y="4563047"/>
                    <a:pt x="2218592" y="3617931"/>
                    <a:pt x="2218592" y="2468844"/>
                  </a:cubicBezTo>
                  <a:cubicBezTo>
                    <a:pt x="2218592" y="1319758"/>
                    <a:pt x="1345293" y="374641"/>
                    <a:pt x="226192" y="260990"/>
                  </a:cubicBezTo>
                  <a:lnTo>
                    <a:pt x="0" y="249569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noFill/>
              <a:prstDash val="solid"/>
            </a:ln>
            <a:effectLst>
              <a:innerShdw blurRad="76200" dist="381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3A77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" name="Hexagon 5">
              <a:extLst>
                <a:ext uri="{FF2B5EF4-FFF2-40B4-BE49-F238E27FC236}">
                  <a16:creationId xmlns:a16="http://schemas.microsoft.com/office/drawing/2014/main" id="{57907DBC-AD3F-C088-B6AB-F84BCD1E99BF}"/>
                </a:ext>
              </a:extLst>
            </p:cNvPr>
            <p:cNvSpPr/>
            <p:nvPr/>
          </p:nvSpPr>
          <p:spPr bwMode="auto">
            <a:xfrm rot="10800000">
              <a:off x="1373546" y="3028355"/>
              <a:ext cx="1881164" cy="1632237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ysClr val="window" lastClr="FFFFFF"/>
                </a:gs>
                <a:gs pos="73000">
                  <a:srgbClr val="ECECEC"/>
                </a:gs>
                <a:gs pos="100000">
                  <a:srgbClr val="D9D9D9"/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29000">
                    <a:srgbClr val="E0E0E0"/>
                  </a:gs>
                  <a:gs pos="0">
                    <a:srgbClr val="999999"/>
                  </a:gs>
                  <a:gs pos="83000">
                    <a:sysClr val="window" lastClr="FFFFFF"/>
                  </a:gs>
                </a:gsLst>
                <a:lin ang="2700000" scaled="1"/>
                <a:tileRect/>
              </a:gradFill>
            </a:ln>
            <a:effectLst>
              <a:outerShdw blurRad="254000" dist="114300" dir="2700000" algn="tl" rotWithShape="0">
                <a:prstClr val="black">
                  <a:alpha val="32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663A77"/>
                </a:solidFill>
                <a:effectLst/>
                <a:uLnTx/>
                <a:uFillTx/>
                <a:latin typeface="+mn-ea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AFDABE8-3D73-7A98-5AB6-7E7E0B6E58D9}"/>
                </a:ext>
              </a:extLst>
            </p:cNvPr>
            <p:cNvGrpSpPr/>
            <p:nvPr/>
          </p:nvGrpSpPr>
          <p:grpSpPr>
            <a:xfrm>
              <a:off x="2439750" y="1825108"/>
              <a:ext cx="719960" cy="624691"/>
              <a:chOff x="2374320" y="1461413"/>
              <a:chExt cx="820062" cy="726542"/>
            </a:xfrm>
          </p:grpSpPr>
          <p:sp>
            <p:nvSpPr>
              <p:cNvPr id="80" name="Hexagon 5">
                <a:extLst>
                  <a:ext uri="{FF2B5EF4-FFF2-40B4-BE49-F238E27FC236}">
                    <a16:creationId xmlns:a16="http://schemas.microsoft.com/office/drawing/2014/main" id="{0D8F8812-FB18-DDAD-DB9D-377154D65D03}"/>
                  </a:ext>
                </a:extLst>
              </p:cNvPr>
              <p:cNvSpPr/>
              <p:nvPr/>
            </p:nvSpPr>
            <p:spPr bwMode="auto">
              <a:xfrm rot="10800000">
                <a:off x="2374320" y="1461413"/>
                <a:ext cx="820062" cy="72654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82" name="Hexagon 5">
                <a:extLst>
                  <a:ext uri="{FF2B5EF4-FFF2-40B4-BE49-F238E27FC236}">
                    <a16:creationId xmlns:a16="http://schemas.microsoft.com/office/drawing/2014/main" id="{665849E1-430F-F302-2AF9-684F183D87B9}"/>
                  </a:ext>
                </a:extLst>
              </p:cNvPr>
              <p:cNvSpPr/>
              <p:nvPr/>
            </p:nvSpPr>
            <p:spPr bwMode="auto">
              <a:xfrm rot="10800000">
                <a:off x="2465378" y="1542087"/>
                <a:ext cx="637946" cy="5651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pic>
            <p:nvPicPr>
              <p:cNvPr id="84" name="Picture 2" descr="Summary Icon #427383 - Free Icons Library">
                <a:extLst>
                  <a:ext uri="{FF2B5EF4-FFF2-40B4-BE49-F238E27FC236}">
                    <a16:creationId xmlns:a16="http://schemas.microsoft.com/office/drawing/2014/main" id="{963D4104-D527-85E1-5A65-5034CDEFC7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2558" y="1685786"/>
                <a:ext cx="283584" cy="2777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595F74A-0877-C5C9-638A-8548D61B4AF1}"/>
                </a:ext>
              </a:extLst>
            </p:cNvPr>
            <p:cNvGrpSpPr/>
            <p:nvPr/>
          </p:nvGrpSpPr>
          <p:grpSpPr>
            <a:xfrm>
              <a:off x="3453238" y="2681137"/>
              <a:ext cx="719960" cy="624691"/>
              <a:chOff x="3528722" y="2451937"/>
              <a:chExt cx="820062" cy="726542"/>
            </a:xfrm>
          </p:grpSpPr>
          <p:sp>
            <p:nvSpPr>
              <p:cNvPr id="53" name="Hexagon 5">
                <a:extLst>
                  <a:ext uri="{FF2B5EF4-FFF2-40B4-BE49-F238E27FC236}">
                    <a16:creationId xmlns:a16="http://schemas.microsoft.com/office/drawing/2014/main" id="{438B9390-C820-3510-24D1-C825F4C2ED04}"/>
                  </a:ext>
                </a:extLst>
              </p:cNvPr>
              <p:cNvSpPr/>
              <p:nvPr/>
            </p:nvSpPr>
            <p:spPr bwMode="auto">
              <a:xfrm rot="10800000">
                <a:off x="3528722" y="2451937"/>
                <a:ext cx="820062" cy="72654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55" name="Hexagon 5">
                <a:extLst>
                  <a:ext uri="{FF2B5EF4-FFF2-40B4-BE49-F238E27FC236}">
                    <a16:creationId xmlns:a16="http://schemas.microsoft.com/office/drawing/2014/main" id="{CAC538F2-4837-4F17-87EB-4A4A69C135CF}"/>
                  </a:ext>
                </a:extLst>
              </p:cNvPr>
              <p:cNvSpPr/>
              <p:nvPr/>
            </p:nvSpPr>
            <p:spPr bwMode="auto">
              <a:xfrm rot="10800000">
                <a:off x="3619780" y="2532611"/>
                <a:ext cx="637946" cy="5651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pic>
            <p:nvPicPr>
              <p:cNvPr id="85" name="Picture 4" descr="Product Service Icons - Free SVG &amp; PNG Product Service Images - Noun Project">
                <a:extLst>
                  <a:ext uri="{FF2B5EF4-FFF2-40B4-BE49-F238E27FC236}">
                    <a16:creationId xmlns:a16="http://schemas.microsoft.com/office/drawing/2014/main" id="{77B94FC1-5410-3D62-61BC-E6AC6994BB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69311" y="2645766"/>
                <a:ext cx="338885" cy="3388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9DB5831-D9C6-A6D8-789F-8D217335253A}"/>
                </a:ext>
              </a:extLst>
            </p:cNvPr>
            <p:cNvGrpSpPr/>
            <p:nvPr/>
          </p:nvGrpSpPr>
          <p:grpSpPr>
            <a:xfrm>
              <a:off x="3861372" y="3537166"/>
              <a:ext cx="719960" cy="624691"/>
              <a:chOff x="3993601" y="3439460"/>
              <a:chExt cx="820062" cy="726542"/>
            </a:xfrm>
          </p:grpSpPr>
          <p:sp>
            <p:nvSpPr>
              <p:cNvPr id="49" name="Hexagon  5">
                <a:extLst>
                  <a:ext uri="{FF2B5EF4-FFF2-40B4-BE49-F238E27FC236}">
                    <a16:creationId xmlns:a16="http://schemas.microsoft.com/office/drawing/2014/main" id="{727EFFD1-16C6-3FD3-1ACE-5F8258A3397C}"/>
                  </a:ext>
                </a:extLst>
              </p:cNvPr>
              <p:cNvSpPr/>
              <p:nvPr/>
            </p:nvSpPr>
            <p:spPr bwMode="auto">
              <a:xfrm rot="10800000">
                <a:off x="3993601" y="3439460"/>
                <a:ext cx="820062" cy="72654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51" name="Hexagon 5">
                <a:extLst>
                  <a:ext uri="{FF2B5EF4-FFF2-40B4-BE49-F238E27FC236}">
                    <a16:creationId xmlns:a16="http://schemas.microsoft.com/office/drawing/2014/main" id="{8FE5A257-7A94-5818-BBDC-DCF57AF1FC17}"/>
                  </a:ext>
                </a:extLst>
              </p:cNvPr>
              <p:cNvSpPr/>
              <p:nvPr/>
            </p:nvSpPr>
            <p:spPr bwMode="auto">
              <a:xfrm rot="10800000">
                <a:off x="4084659" y="3520134"/>
                <a:ext cx="637946" cy="5651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pic>
            <p:nvPicPr>
              <p:cNvPr id="86" name="Picture 6" descr="Marketing plan Icon - Free PNG &amp; SVG 1327077 - Noun Project">
                <a:extLst>
                  <a:ext uri="{FF2B5EF4-FFF2-40B4-BE49-F238E27FC236}">
                    <a16:creationId xmlns:a16="http://schemas.microsoft.com/office/drawing/2014/main" id="{E2493819-79F3-65A2-24C2-F5AE713508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60008" y="3659108"/>
                <a:ext cx="287246" cy="2872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C5DACD2-C9B4-6D3B-FDA7-7F60CDA88253}"/>
                </a:ext>
              </a:extLst>
            </p:cNvPr>
            <p:cNvGrpSpPr/>
            <p:nvPr/>
          </p:nvGrpSpPr>
          <p:grpSpPr>
            <a:xfrm>
              <a:off x="3469525" y="4393195"/>
              <a:ext cx="719960" cy="624691"/>
              <a:chOff x="3547273" y="4454565"/>
              <a:chExt cx="820062" cy="726542"/>
            </a:xfrm>
          </p:grpSpPr>
          <p:sp>
            <p:nvSpPr>
              <p:cNvPr id="57" name="Hexagon 5">
                <a:extLst>
                  <a:ext uri="{FF2B5EF4-FFF2-40B4-BE49-F238E27FC236}">
                    <a16:creationId xmlns:a16="http://schemas.microsoft.com/office/drawing/2014/main" id="{47C686D0-1AD4-4B41-5AAB-7FBCB8AEF330}"/>
                  </a:ext>
                </a:extLst>
              </p:cNvPr>
              <p:cNvSpPr/>
              <p:nvPr/>
            </p:nvSpPr>
            <p:spPr bwMode="auto">
              <a:xfrm rot="10800000">
                <a:off x="3547273" y="4454565"/>
                <a:ext cx="820062" cy="72654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59" name="Hexagon 5">
                <a:extLst>
                  <a:ext uri="{FF2B5EF4-FFF2-40B4-BE49-F238E27FC236}">
                    <a16:creationId xmlns:a16="http://schemas.microsoft.com/office/drawing/2014/main" id="{5F0422EC-48F2-A290-82C3-07E17946FA85}"/>
                  </a:ext>
                </a:extLst>
              </p:cNvPr>
              <p:cNvSpPr/>
              <p:nvPr/>
            </p:nvSpPr>
            <p:spPr bwMode="auto">
              <a:xfrm rot="10800000">
                <a:off x="3638331" y="4535239"/>
                <a:ext cx="637946" cy="5651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pic>
            <p:nvPicPr>
              <p:cNvPr id="87" name="Picture 8" descr="Finance - Free business and finance icons">
                <a:extLst>
                  <a:ext uri="{FF2B5EF4-FFF2-40B4-BE49-F238E27FC236}">
                    <a16:creationId xmlns:a16="http://schemas.microsoft.com/office/drawing/2014/main" id="{F49CF523-9BD2-0930-FFAF-F7D714339E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98025" y="4658558"/>
                <a:ext cx="318557" cy="3185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AD3C0862-22F8-CB75-E558-BA7138818CE4}"/>
                </a:ext>
              </a:extLst>
            </p:cNvPr>
            <p:cNvGrpSpPr/>
            <p:nvPr/>
          </p:nvGrpSpPr>
          <p:grpSpPr>
            <a:xfrm>
              <a:off x="2415303" y="5249223"/>
              <a:ext cx="719960" cy="624691"/>
              <a:chOff x="2346474" y="5443807"/>
              <a:chExt cx="820062" cy="726542"/>
            </a:xfrm>
          </p:grpSpPr>
          <p:sp>
            <p:nvSpPr>
              <p:cNvPr id="61" name="Hexagon 5">
                <a:extLst>
                  <a:ext uri="{FF2B5EF4-FFF2-40B4-BE49-F238E27FC236}">
                    <a16:creationId xmlns:a16="http://schemas.microsoft.com/office/drawing/2014/main" id="{2ADBD44E-6CF1-F2A6-056F-8776B520A639}"/>
                  </a:ext>
                </a:extLst>
              </p:cNvPr>
              <p:cNvSpPr/>
              <p:nvPr/>
            </p:nvSpPr>
            <p:spPr bwMode="auto">
              <a:xfrm rot="10800000">
                <a:off x="2346474" y="5443807"/>
                <a:ext cx="820062" cy="726542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73000">
                    <a:srgbClr val="ECECEC"/>
                  </a:gs>
                  <a:gs pos="100000">
                    <a:srgbClr val="D9D9D9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203200" dist="63500" dir="2700000" algn="tl" rotWithShape="0">
                  <a:prstClr val="black">
                    <a:alpha val="32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63" name="Hexagon 5">
                <a:extLst>
                  <a:ext uri="{FF2B5EF4-FFF2-40B4-BE49-F238E27FC236}">
                    <a16:creationId xmlns:a16="http://schemas.microsoft.com/office/drawing/2014/main" id="{E649D3A1-CC5C-9CB4-13FC-EB6D32DCAE4C}"/>
                  </a:ext>
                </a:extLst>
              </p:cNvPr>
              <p:cNvSpPr/>
              <p:nvPr/>
            </p:nvSpPr>
            <p:spPr bwMode="auto">
              <a:xfrm rot="10800000">
                <a:off x="2437532" y="5524481"/>
                <a:ext cx="637946" cy="565194"/>
              </a:xfrm>
              <a:custGeom>
                <a:avLst/>
                <a:gdLst>
                  <a:gd name="T0" fmla="*/ 407 w 1375"/>
                  <a:gd name="T1" fmla="*/ 1218 h 1218"/>
                  <a:gd name="T2" fmla="*/ 299 w 1375"/>
                  <a:gd name="T3" fmla="*/ 1156 h 1218"/>
                  <a:gd name="T4" fmla="*/ 19 w 1375"/>
                  <a:gd name="T5" fmla="*/ 671 h 1218"/>
                  <a:gd name="T6" fmla="*/ 19 w 1375"/>
                  <a:gd name="T7" fmla="*/ 547 h 1218"/>
                  <a:gd name="T8" fmla="*/ 299 w 1375"/>
                  <a:gd name="T9" fmla="*/ 62 h 1218"/>
                  <a:gd name="T10" fmla="*/ 407 w 1375"/>
                  <a:gd name="T11" fmla="*/ 0 h 1218"/>
                  <a:gd name="T12" fmla="*/ 967 w 1375"/>
                  <a:gd name="T13" fmla="*/ 0 h 1218"/>
                  <a:gd name="T14" fmla="*/ 1075 w 1375"/>
                  <a:gd name="T15" fmla="*/ 62 h 1218"/>
                  <a:gd name="T16" fmla="*/ 1355 w 1375"/>
                  <a:gd name="T17" fmla="*/ 547 h 1218"/>
                  <a:gd name="T18" fmla="*/ 1355 w 1375"/>
                  <a:gd name="T19" fmla="*/ 671 h 1218"/>
                  <a:gd name="T20" fmla="*/ 1075 w 1375"/>
                  <a:gd name="T21" fmla="*/ 1156 h 1218"/>
                  <a:gd name="T22" fmla="*/ 967 w 1375"/>
                  <a:gd name="T23" fmla="*/ 1218 h 1218"/>
                  <a:gd name="T24" fmla="*/ 407 w 1375"/>
                  <a:gd name="T25" fmla="*/ 1218 h 1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ysClr val="window" lastClr="FFFFFF"/>
                  </a:gs>
                  <a:gs pos="60000">
                    <a:srgbClr val="ECECEC"/>
                  </a:gs>
                  <a:gs pos="100000">
                    <a:srgbClr val="D1D1D1"/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29000">
                      <a:srgbClr val="E0E0E0"/>
                    </a:gs>
                    <a:gs pos="0">
                      <a:srgbClr val="999999"/>
                    </a:gs>
                    <a:gs pos="83000">
                      <a:sysClr val="window" lastClr="FFFFFF"/>
                    </a:gs>
                  </a:gsLst>
                  <a:lin ang="2700000" scaled="1"/>
                  <a:tileRect/>
                </a:gradFill>
              </a:ln>
              <a:effectLst>
                <a:outerShdw blurRad="152400" dist="38100" dir="2700000" algn="tl" rotWithShape="0">
                  <a:prstClr val="black">
                    <a:alpha val="33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663A77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pic>
            <p:nvPicPr>
              <p:cNvPr id="88" name="Picture 2" descr="End Goal Icons - Free SVG &amp; PNG End Goal Images - Noun Project">
                <a:extLst>
                  <a:ext uri="{FF2B5EF4-FFF2-40B4-BE49-F238E27FC236}">
                    <a16:creationId xmlns:a16="http://schemas.microsoft.com/office/drawing/2014/main" id="{400BA0A3-BA1E-9DAF-B34C-9EBB0569D9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98401" y="5648974"/>
                <a:ext cx="316209" cy="3162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A6698F6-6770-1AF4-68C9-6C4DE83C4A00}"/>
                </a:ext>
              </a:extLst>
            </p:cNvPr>
            <p:cNvSpPr txBox="1"/>
            <p:nvPr/>
          </p:nvSpPr>
          <p:spPr>
            <a:xfrm>
              <a:off x="7108748" y="1845066"/>
              <a:ext cx="40007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Executive Summary</a:t>
              </a: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1C59CCC-BEF4-67CB-A465-44D809BA5C0C}"/>
                </a:ext>
              </a:extLst>
            </p:cNvPr>
            <p:cNvSpPr txBox="1"/>
            <p:nvPr/>
          </p:nvSpPr>
          <p:spPr>
            <a:xfrm>
              <a:off x="7108748" y="2701095"/>
              <a:ext cx="40007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5A69EBE-9736-BD14-B05E-E75F6A0D00CE}"/>
                </a:ext>
              </a:extLst>
            </p:cNvPr>
            <p:cNvSpPr txBox="1"/>
            <p:nvPr/>
          </p:nvSpPr>
          <p:spPr>
            <a:xfrm>
              <a:off x="7108748" y="3552085"/>
              <a:ext cx="40007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CF33771-B1A6-422F-EE8B-F8D33709366E}"/>
                </a:ext>
              </a:extLst>
            </p:cNvPr>
            <p:cNvSpPr txBox="1"/>
            <p:nvPr/>
          </p:nvSpPr>
          <p:spPr>
            <a:xfrm>
              <a:off x="7108748" y="4413153"/>
              <a:ext cx="40007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15FD19C-40C3-9F6C-20B8-F243A7B6F6C6}"/>
                </a:ext>
              </a:extLst>
            </p:cNvPr>
            <p:cNvSpPr txBox="1"/>
            <p:nvPr/>
          </p:nvSpPr>
          <p:spPr>
            <a:xfrm>
              <a:off x="7108748" y="5263571"/>
              <a:ext cx="40007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Finish Goal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pic>
          <p:nvPicPr>
            <p:cNvPr id="156" name="Picture 2" descr="Business plan - Free business and finance icons">
              <a:extLst>
                <a:ext uri="{FF2B5EF4-FFF2-40B4-BE49-F238E27FC236}">
                  <a16:creationId xmlns:a16="http://schemas.microsoft.com/office/drawing/2014/main" id="{2E6A8959-42E0-68E0-6609-608F5969E8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2579" y="3462925"/>
              <a:ext cx="763096" cy="763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0373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04A011A-0FF7-456C-AF36-948631148268}"/>
              </a:ext>
            </a:extLst>
          </p:cNvPr>
          <p:cNvGrpSpPr/>
          <p:nvPr/>
        </p:nvGrpSpPr>
        <p:grpSpPr>
          <a:xfrm>
            <a:off x="1218332" y="1364411"/>
            <a:ext cx="9755336" cy="4849066"/>
            <a:chOff x="1218332" y="1364411"/>
            <a:chExt cx="9755336" cy="4849066"/>
          </a:xfrm>
        </p:grpSpPr>
        <p:sp>
          <p:nvSpPr>
            <p:cNvPr id="3" name="Shadow">
              <a:extLst>
                <a:ext uri="{FF2B5EF4-FFF2-40B4-BE49-F238E27FC236}">
                  <a16:creationId xmlns:a16="http://schemas.microsoft.com/office/drawing/2014/main" id="{F9D15456-8907-9281-A306-733E575F6B31}"/>
                </a:ext>
              </a:extLst>
            </p:cNvPr>
            <p:cNvSpPr/>
            <p:nvPr/>
          </p:nvSpPr>
          <p:spPr>
            <a:xfrm>
              <a:off x="2276475" y="4228488"/>
              <a:ext cx="7639051" cy="972119"/>
            </a:xfrm>
            <a:prstGeom prst="ellipse">
              <a:avLst/>
            </a:prstGeom>
            <a:gradFill flip="none" rotWithShape="1">
              <a:gsLst>
                <a:gs pos="27000">
                  <a:sysClr val="windowText" lastClr="000000">
                    <a:alpha val="49000"/>
                  </a:sysClr>
                </a:gs>
                <a:gs pos="0">
                  <a:sysClr val="windowText" lastClr="000000">
                    <a:lumMod val="100000"/>
                    <a:alpha val="60000"/>
                  </a:sysClr>
                </a:gs>
                <a:gs pos="54000">
                  <a:sysClr val="windowText" lastClr="000000">
                    <a:alpha val="28000"/>
                  </a:sysClr>
                </a:gs>
                <a:gs pos="100000">
                  <a:srgbClr val="D7D7D7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3" name="17">
              <a:extLst>
                <a:ext uri="{FF2B5EF4-FFF2-40B4-BE49-F238E27FC236}">
                  <a16:creationId xmlns:a16="http://schemas.microsoft.com/office/drawing/2014/main" id="{087715E7-C58C-14A4-0476-F43D755DA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146" y="3260835"/>
              <a:ext cx="843822" cy="453808"/>
            </a:xfrm>
            <a:custGeom>
              <a:avLst/>
              <a:gdLst>
                <a:gd name="T0" fmla="*/ 433 w 582"/>
                <a:gd name="T1" fmla="*/ 64 h 313"/>
                <a:gd name="T2" fmla="*/ 582 w 582"/>
                <a:gd name="T3" fmla="*/ 0 h 313"/>
                <a:gd name="T4" fmla="*/ 579 w 582"/>
                <a:gd name="T5" fmla="*/ 15 h 313"/>
                <a:gd name="T6" fmla="*/ 210 w 582"/>
                <a:gd name="T7" fmla="*/ 232 h 313"/>
                <a:gd name="T8" fmla="*/ 19 w 582"/>
                <a:gd name="T9" fmla="*/ 313 h 313"/>
                <a:gd name="T10" fmla="*/ 0 w 582"/>
                <a:gd name="T11" fmla="*/ 308 h 313"/>
                <a:gd name="T12" fmla="*/ 433 w 582"/>
                <a:gd name="T13" fmla="*/ 64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2" h="313">
                  <a:moveTo>
                    <a:pt x="433" y="64"/>
                  </a:moveTo>
                  <a:lnTo>
                    <a:pt x="582" y="0"/>
                  </a:lnTo>
                  <a:lnTo>
                    <a:pt x="579" y="15"/>
                  </a:lnTo>
                  <a:lnTo>
                    <a:pt x="210" y="232"/>
                  </a:lnTo>
                  <a:lnTo>
                    <a:pt x="19" y="313"/>
                  </a:lnTo>
                  <a:lnTo>
                    <a:pt x="0" y="308"/>
                  </a:lnTo>
                  <a:lnTo>
                    <a:pt x="433" y="6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64" name="16">
              <a:extLst>
                <a:ext uri="{FF2B5EF4-FFF2-40B4-BE49-F238E27FC236}">
                  <a16:creationId xmlns:a16="http://schemas.microsoft.com/office/drawing/2014/main" id="{637C89A8-6626-4A01-2814-A9E790AF4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146" y="3581255"/>
              <a:ext cx="1245435" cy="1012006"/>
            </a:xfrm>
            <a:custGeom>
              <a:avLst/>
              <a:gdLst>
                <a:gd name="T0" fmla="*/ 363 w 363"/>
                <a:gd name="T1" fmla="*/ 236 h 295"/>
                <a:gd name="T2" fmla="*/ 360 w 363"/>
                <a:gd name="T3" fmla="*/ 228 h 295"/>
                <a:gd name="T4" fmla="*/ 94 w 363"/>
                <a:gd name="T5" fmla="*/ 2 h 295"/>
                <a:gd name="T6" fmla="*/ 85 w 363"/>
                <a:gd name="T7" fmla="*/ 0 h 295"/>
                <a:gd name="T8" fmla="*/ 0 w 363"/>
                <a:gd name="T9" fmla="*/ 37 h 295"/>
                <a:gd name="T10" fmla="*/ 312 w 363"/>
                <a:gd name="T11" fmla="*/ 295 h 295"/>
                <a:gd name="T12" fmla="*/ 363 w 363"/>
                <a:gd name="T13" fmla="*/ 236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3" h="295">
                  <a:moveTo>
                    <a:pt x="363" y="236"/>
                  </a:moveTo>
                  <a:cubicBezTo>
                    <a:pt x="362" y="233"/>
                    <a:pt x="361" y="231"/>
                    <a:pt x="360" y="228"/>
                  </a:cubicBezTo>
                  <a:cubicBezTo>
                    <a:pt x="261" y="172"/>
                    <a:pt x="165" y="97"/>
                    <a:pt x="94" y="2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84" y="149"/>
                    <a:pt x="187" y="231"/>
                    <a:pt x="312" y="295"/>
                  </a:cubicBezTo>
                  <a:cubicBezTo>
                    <a:pt x="329" y="275"/>
                    <a:pt x="346" y="255"/>
                    <a:pt x="363" y="236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65" name="15">
              <a:extLst>
                <a:ext uri="{FF2B5EF4-FFF2-40B4-BE49-F238E27FC236}">
                  <a16:creationId xmlns:a16="http://schemas.microsoft.com/office/drawing/2014/main" id="{4328F016-CA7E-ED35-562C-7499A11FA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568" y="3260835"/>
              <a:ext cx="1210638" cy="1129445"/>
            </a:xfrm>
            <a:custGeom>
              <a:avLst/>
              <a:gdLst>
                <a:gd name="T0" fmla="*/ 353 w 353"/>
                <a:gd name="T1" fmla="*/ 172 h 329"/>
                <a:gd name="T2" fmla="*/ 161 w 353"/>
                <a:gd name="T3" fmla="*/ 0 h 329"/>
                <a:gd name="T4" fmla="*/ 0 w 353"/>
                <a:gd name="T5" fmla="*/ 93 h 329"/>
                <a:gd name="T6" fmla="*/ 278 w 353"/>
                <a:gd name="T7" fmla="*/ 329 h 329"/>
                <a:gd name="T8" fmla="*/ 353 w 353"/>
                <a:gd name="T9" fmla="*/ 172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29">
                  <a:moveTo>
                    <a:pt x="353" y="172"/>
                  </a:moveTo>
                  <a:cubicBezTo>
                    <a:pt x="278" y="129"/>
                    <a:pt x="211" y="72"/>
                    <a:pt x="161" y="0"/>
                  </a:cubicBezTo>
                  <a:cubicBezTo>
                    <a:pt x="107" y="31"/>
                    <a:pt x="54" y="62"/>
                    <a:pt x="0" y="93"/>
                  </a:cubicBezTo>
                  <a:cubicBezTo>
                    <a:pt x="72" y="191"/>
                    <a:pt x="167" y="271"/>
                    <a:pt x="278" y="329"/>
                  </a:cubicBezTo>
                  <a:cubicBezTo>
                    <a:pt x="303" y="276"/>
                    <a:pt x="328" y="224"/>
                    <a:pt x="353" y="1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66" name="14">
              <a:extLst>
                <a:ext uri="{FF2B5EF4-FFF2-40B4-BE49-F238E27FC236}">
                  <a16:creationId xmlns:a16="http://schemas.microsoft.com/office/drawing/2014/main" id="{A7224DF7-5D6A-2A6B-6BE1-39394C2BC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331" y="3910374"/>
              <a:ext cx="384215" cy="761180"/>
            </a:xfrm>
            <a:custGeom>
              <a:avLst/>
              <a:gdLst>
                <a:gd name="T0" fmla="*/ 180 w 265"/>
                <a:gd name="T1" fmla="*/ 104 h 525"/>
                <a:gd name="T2" fmla="*/ 258 w 265"/>
                <a:gd name="T3" fmla="*/ 0 h 525"/>
                <a:gd name="T4" fmla="*/ 265 w 265"/>
                <a:gd name="T5" fmla="*/ 21 h 525"/>
                <a:gd name="T6" fmla="*/ 128 w 265"/>
                <a:gd name="T7" fmla="*/ 388 h 525"/>
                <a:gd name="T8" fmla="*/ 28 w 265"/>
                <a:gd name="T9" fmla="*/ 518 h 525"/>
                <a:gd name="T10" fmla="*/ 0 w 265"/>
                <a:gd name="T11" fmla="*/ 525 h 525"/>
                <a:gd name="T12" fmla="*/ 180 w 265"/>
                <a:gd name="T13" fmla="*/ 104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5" h="525">
                  <a:moveTo>
                    <a:pt x="180" y="104"/>
                  </a:moveTo>
                  <a:lnTo>
                    <a:pt x="258" y="0"/>
                  </a:lnTo>
                  <a:lnTo>
                    <a:pt x="265" y="21"/>
                  </a:lnTo>
                  <a:lnTo>
                    <a:pt x="128" y="388"/>
                  </a:lnTo>
                  <a:lnTo>
                    <a:pt x="28" y="518"/>
                  </a:lnTo>
                  <a:lnTo>
                    <a:pt x="0" y="525"/>
                  </a:lnTo>
                  <a:lnTo>
                    <a:pt x="180" y="104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67" name="13">
              <a:extLst>
                <a:ext uri="{FF2B5EF4-FFF2-40B4-BE49-F238E27FC236}">
                  <a16:creationId xmlns:a16="http://schemas.microsoft.com/office/drawing/2014/main" id="{CBB7AC95-5C97-27E0-A5D3-D1F030CA6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9331" y="4448275"/>
              <a:ext cx="1361424" cy="501653"/>
            </a:xfrm>
            <a:custGeom>
              <a:avLst/>
              <a:gdLst>
                <a:gd name="T0" fmla="*/ 0 w 397"/>
                <a:gd name="T1" fmla="*/ 65 h 146"/>
                <a:gd name="T2" fmla="*/ 46 w 397"/>
                <a:gd name="T3" fmla="*/ 4 h 146"/>
                <a:gd name="T4" fmla="*/ 59 w 397"/>
                <a:gd name="T5" fmla="*/ 0 h 146"/>
                <a:gd name="T6" fmla="*/ 389 w 397"/>
                <a:gd name="T7" fmla="*/ 73 h 146"/>
                <a:gd name="T8" fmla="*/ 397 w 397"/>
                <a:gd name="T9" fmla="*/ 81 h 146"/>
                <a:gd name="T10" fmla="*/ 390 w 397"/>
                <a:gd name="T11" fmla="*/ 146 h 146"/>
                <a:gd name="T12" fmla="*/ 0 w 397"/>
                <a:gd name="T13" fmla="*/ 6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7" h="146">
                  <a:moveTo>
                    <a:pt x="0" y="65"/>
                  </a:moveTo>
                  <a:cubicBezTo>
                    <a:pt x="46" y="4"/>
                    <a:pt x="46" y="4"/>
                    <a:pt x="46" y="4"/>
                  </a:cubicBezTo>
                  <a:cubicBezTo>
                    <a:pt x="51" y="2"/>
                    <a:pt x="55" y="1"/>
                    <a:pt x="59" y="0"/>
                  </a:cubicBezTo>
                  <a:cubicBezTo>
                    <a:pt x="165" y="45"/>
                    <a:pt x="265" y="68"/>
                    <a:pt x="389" y="73"/>
                  </a:cubicBezTo>
                  <a:cubicBezTo>
                    <a:pt x="392" y="76"/>
                    <a:pt x="395" y="78"/>
                    <a:pt x="397" y="81"/>
                  </a:cubicBezTo>
                  <a:cubicBezTo>
                    <a:pt x="395" y="103"/>
                    <a:pt x="392" y="124"/>
                    <a:pt x="390" y="146"/>
                  </a:cubicBezTo>
                  <a:cubicBezTo>
                    <a:pt x="254" y="146"/>
                    <a:pt x="117" y="117"/>
                    <a:pt x="0" y="65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68" name="12">
              <a:extLst>
                <a:ext uri="{FF2B5EF4-FFF2-40B4-BE49-F238E27FC236}">
                  <a16:creationId xmlns:a16="http://schemas.microsoft.com/office/drawing/2014/main" id="{244F9D3F-027D-8830-266B-E567BBFF9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366" y="3910374"/>
              <a:ext cx="1203388" cy="816275"/>
            </a:xfrm>
            <a:custGeom>
              <a:avLst/>
              <a:gdLst>
                <a:gd name="T0" fmla="*/ 316 w 351"/>
                <a:gd name="T1" fmla="*/ 63 h 238"/>
                <a:gd name="T2" fmla="*/ 351 w 351"/>
                <a:gd name="T3" fmla="*/ 238 h 238"/>
                <a:gd name="T4" fmla="*/ 0 w 351"/>
                <a:gd name="T5" fmla="*/ 161 h 238"/>
                <a:gd name="T6" fmla="*/ 63 w 351"/>
                <a:gd name="T7" fmla="*/ 0 h 238"/>
                <a:gd name="T8" fmla="*/ 316 w 351"/>
                <a:gd name="T9" fmla="*/ 63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1" h="238">
                  <a:moveTo>
                    <a:pt x="316" y="63"/>
                  </a:moveTo>
                  <a:cubicBezTo>
                    <a:pt x="328" y="121"/>
                    <a:pt x="340" y="180"/>
                    <a:pt x="351" y="238"/>
                  </a:cubicBezTo>
                  <a:cubicBezTo>
                    <a:pt x="228" y="234"/>
                    <a:pt x="120" y="214"/>
                    <a:pt x="0" y="161"/>
                  </a:cubicBezTo>
                  <a:cubicBezTo>
                    <a:pt x="21" y="107"/>
                    <a:pt x="42" y="53"/>
                    <a:pt x="63" y="0"/>
                  </a:cubicBezTo>
                  <a:cubicBezTo>
                    <a:pt x="149" y="39"/>
                    <a:pt x="218" y="56"/>
                    <a:pt x="316" y="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69" name="11">
              <a:extLst>
                <a:ext uri="{FF2B5EF4-FFF2-40B4-BE49-F238E27FC236}">
                  <a16:creationId xmlns:a16="http://schemas.microsoft.com/office/drawing/2014/main" id="{DF727B06-42AA-44A8-85FD-F603CA2F6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606" y="4126405"/>
              <a:ext cx="202981" cy="819174"/>
            </a:xfrm>
            <a:custGeom>
              <a:avLst/>
              <a:gdLst>
                <a:gd name="T0" fmla="*/ 5 w 140"/>
                <a:gd name="T1" fmla="*/ 0 h 565"/>
                <a:gd name="T2" fmla="*/ 21 w 140"/>
                <a:gd name="T3" fmla="*/ 9 h 565"/>
                <a:gd name="T4" fmla="*/ 140 w 140"/>
                <a:gd name="T5" fmla="*/ 412 h 565"/>
                <a:gd name="T6" fmla="*/ 130 w 140"/>
                <a:gd name="T7" fmla="*/ 546 h 565"/>
                <a:gd name="T8" fmla="*/ 109 w 140"/>
                <a:gd name="T9" fmla="*/ 565 h 565"/>
                <a:gd name="T10" fmla="*/ 0 w 140"/>
                <a:gd name="T11" fmla="*/ 118 h 565"/>
                <a:gd name="T12" fmla="*/ 5 w 140"/>
                <a:gd name="T13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565">
                  <a:moveTo>
                    <a:pt x="5" y="0"/>
                  </a:moveTo>
                  <a:lnTo>
                    <a:pt x="21" y="9"/>
                  </a:lnTo>
                  <a:lnTo>
                    <a:pt x="140" y="412"/>
                  </a:lnTo>
                  <a:lnTo>
                    <a:pt x="130" y="546"/>
                  </a:lnTo>
                  <a:lnTo>
                    <a:pt x="109" y="565"/>
                  </a:lnTo>
                  <a:lnTo>
                    <a:pt x="0" y="11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0" name="10">
              <a:extLst>
                <a:ext uri="{FF2B5EF4-FFF2-40B4-BE49-F238E27FC236}">
                  <a16:creationId xmlns:a16="http://schemas.microsoft.com/office/drawing/2014/main" id="{C36BAA64-49F0-EA08-A84C-EFB036F49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8640" y="4462773"/>
              <a:ext cx="1217887" cy="482806"/>
            </a:xfrm>
            <a:custGeom>
              <a:avLst/>
              <a:gdLst>
                <a:gd name="T0" fmla="*/ 329 w 355"/>
                <a:gd name="T1" fmla="*/ 1 h 141"/>
                <a:gd name="T2" fmla="*/ 355 w 355"/>
                <a:gd name="T3" fmla="*/ 56 h 141"/>
                <a:gd name="T4" fmla="*/ 0 w 355"/>
                <a:gd name="T5" fmla="*/ 141 h 141"/>
                <a:gd name="T6" fmla="*/ 4 w 355"/>
                <a:gd name="T7" fmla="*/ 76 h 141"/>
                <a:gd name="T8" fmla="*/ 11 w 355"/>
                <a:gd name="T9" fmla="*/ 69 h 141"/>
                <a:gd name="T10" fmla="*/ 318 w 355"/>
                <a:gd name="T11" fmla="*/ 0 h 141"/>
                <a:gd name="T12" fmla="*/ 329 w 355"/>
                <a:gd name="T13" fmla="*/ 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5" h="141">
                  <a:moveTo>
                    <a:pt x="329" y="1"/>
                  </a:moveTo>
                  <a:cubicBezTo>
                    <a:pt x="338" y="20"/>
                    <a:pt x="346" y="38"/>
                    <a:pt x="355" y="56"/>
                  </a:cubicBezTo>
                  <a:cubicBezTo>
                    <a:pt x="233" y="110"/>
                    <a:pt x="126" y="134"/>
                    <a:pt x="0" y="141"/>
                  </a:cubicBezTo>
                  <a:cubicBezTo>
                    <a:pt x="1" y="120"/>
                    <a:pt x="3" y="98"/>
                    <a:pt x="4" y="76"/>
                  </a:cubicBezTo>
                  <a:cubicBezTo>
                    <a:pt x="6" y="74"/>
                    <a:pt x="9" y="72"/>
                    <a:pt x="11" y="69"/>
                  </a:cubicBezTo>
                  <a:cubicBezTo>
                    <a:pt x="125" y="65"/>
                    <a:pt x="229" y="37"/>
                    <a:pt x="318" y="0"/>
                  </a:cubicBezTo>
                  <a:cubicBezTo>
                    <a:pt x="322" y="1"/>
                    <a:pt x="326" y="1"/>
                    <a:pt x="329" y="1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1" name="9">
              <a:extLst>
                <a:ext uri="{FF2B5EF4-FFF2-40B4-BE49-F238E27FC236}">
                  <a16:creationId xmlns:a16="http://schemas.microsoft.com/office/drawing/2014/main" id="{ACB64C01-6B71-C8F7-2EFD-10C14CDA0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7854" y="3953870"/>
              <a:ext cx="1278781" cy="769879"/>
            </a:xfrm>
            <a:custGeom>
              <a:avLst/>
              <a:gdLst>
                <a:gd name="T0" fmla="*/ 242 w 373"/>
                <a:gd name="T1" fmla="*/ 0 h 224"/>
                <a:gd name="T2" fmla="*/ 373 w 373"/>
                <a:gd name="T3" fmla="*/ 149 h 224"/>
                <a:gd name="T4" fmla="*/ 48 w 373"/>
                <a:gd name="T5" fmla="*/ 224 h 224"/>
                <a:gd name="T6" fmla="*/ 0 w 373"/>
                <a:gd name="T7" fmla="*/ 50 h 224"/>
                <a:gd name="T8" fmla="*/ 242 w 373"/>
                <a:gd name="T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3" h="224">
                  <a:moveTo>
                    <a:pt x="242" y="0"/>
                  </a:moveTo>
                  <a:cubicBezTo>
                    <a:pt x="286" y="49"/>
                    <a:pt x="330" y="99"/>
                    <a:pt x="373" y="149"/>
                  </a:cubicBezTo>
                  <a:cubicBezTo>
                    <a:pt x="266" y="196"/>
                    <a:pt x="179" y="218"/>
                    <a:pt x="48" y="224"/>
                  </a:cubicBezTo>
                  <a:cubicBezTo>
                    <a:pt x="32" y="166"/>
                    <a:pt x="16" y="108"/>
                    <a:pt x="0" y="50"/>
                  </a:cubicBezTo>
                  <a:cubicBezTo>
                    <a:pt x="92" y="46"/>
                    <a:pt x="164" y="32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2" name="8">
              <a:extLst>
                <a:ext uri="{FF2B5EF4-FFF2-40B4-BE49-F238E27FC236}">
                  <a16:creationId xmlns:a16="http://schemas.microsoft.com/office/drawing/2014/main" id="{77582628-DAF5-3A73-F579-0DCE9BEB5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118" y="3906025"/>
              <a:ext cx="592995" cy="677087"/>
            </a:xfrm>
            <a:custGeom>
              <a:avLst/>
              <a:gdLst>
                <a:gd name="T0" fmla="*/ 0 w 409"/>
                <a:gd name="T1" fmla="*/ 0 h 467"/>
                <a:gd name="T2" fmla="*/ 24 w 409"/>
                <a:gd name="T3" fmla="*/ 3 h 467"/>
                <a:gd name="T4" fmla="*/ 355 w 409"/>
                <a:gd name="T5" fmla="*/ 329 h 467"/>
                <a:gd name="T6" fmla="*/ 409 w 409"/>
                <a:gd name="T7" fmla="*/ 438 h 467"/>
                <a:gd name="T8" fmla="*/ 402 w 409"/>
                <a:gd name="T9" fmla="*/ 467 h 467"/>
                <a:gd name="T10" fmla="*/ 55 w 409"/>
                <a:gd name="T11" fmla="*/ 97 h 467"/>
                <a:gd name="T12" fmla="*/ 0 w 409"/>
                <a:gd name="T13" fmla="*/ 0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9" h="467">
                  <a:moveTo>
                    <a:pt x="0" y="0"/>
                  </a:moveTo>
                  <a:lnTo>
                    <a:pt x="24" y="3"/>
                  </a:lnTo>
                  <a:lnTo>
                    <a:pt x="355" y="329"/>
                  </a:lnTo>
                  <a:lnTo>
                    <a:pt x="409" y="438"/>
                  </a:lnTo>
                  <a:lnTo>
                    <a:pt x="402" y="467"/>
                  </a:lnTo>
                  <a:lnTo>
                    <a:pt x="55" y="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3" name="7">
              <a:extLst>
                <a:ext uri="{FF2B5EF4-FFF2-40B4-BE49-F238E27FC236}">
                  <a16:creationId xmlns:a16="http://schemas.microsoft.com/office/drawing/2014/main" id="{95FC4AFB-23CC-7D7D-5D44-B3FE1E935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4373" y="3737841"/>
              <a:ext cx="997507" cy="845272"/>
            </a:xfrm>
            <a:custGeom>
              <a:avLst/>
              <a:gdLst>
                <a:gd name="T0" fmla="*/ 29 w 291"/>
                <a:gd name="T1" fmla="*/ 246 h 246"/>
                <a:gd name="T2" fmla="*/ 0 w 291"/>
                <a:gd name="T3" fmla="*/ 193 h 246"/>
                <a:gd name="T4" fmla="*/ 1 w 291"/>
                <a:gd name="T5" fmla="*/ 181 h 246"/>
                <a:gd name="T6" fmla="*/ 229 w 291"/>
                <a:gd name="T7" fmla="*/ 1 h 246"/>
                <a:gd name="T8" fmla="*/ 241 w 291"/>
                <a:gd name="T9" fmla="*/ 0 h 246"/>
                <a:gd name="T10" fmla="*/ 291 w 291"/>
                <a:gd name="T11" fmla="*/ 34 h 246"/>
                <a:gd name="T12" fmla="*/ 29 w 291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1" h="246">
                  <a:moveTo>
                    <a:pt x="29" y="246"/>
                  </a:moveTo>
                  <a:cubicBezTo>
                    <a:pt x="19" y="229"/>
                    <a:pt x="10" y="211"/>
                    <a:pt x="0" y="193"/>
                  </a:cubicBezTo>
                  <a:cubicBezTo>
                    <a:pt x="0" y="189"/>
                    <a:pt x="1" y="185"/>
                    <a:pt x="1" y="181"/>
                  </a:cubicBezTo>
                  <a:cubicBezTo>
                    <a:pt x="84" y="138"/>
                    <a:pt x="158" y="81"/>
                    <a:pt x="229" y="1"/>
                  </a:cubicBezTo>
                  <a:cubicBezTo>
                    <a:pt x="233" y="1"/>
                    <a:pt x="237" y="0"/>
                    <a:pt x="241" y="0"/>
                  </a:cubicBezTo>
                  <a:cubicBezTo>
                    <a:pt x="258" y="11"/>
                    <a:pt x="275" y="23"/>
                    <a:pt x="291" y="34"/>
                  </a:cubicBezTo>
                  <a:cubicBezTo>
                    <a:pt x="219" y="123"/>
                    <a:pt x="132" y="192"/>
                    <a:pt x="29" y="246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4" name="6">
              <a:extLst>
                <a:ext uri="{FF2B5EF4-FFF2-40B4-BE49-F238E27FC236}">
                  <a16:creationId xmlns:a16="http://schemas.microsoft.com/office/drawing/2014/main" id="{665605EE-9B26-AC2F-DC90-F39FC1B98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118" y="3418870"/>
              <a:ext cx="1310678" cy="981559"/>
            </a:xfrm>
            <a:custGeom>
              <a:avLst/>
              <a:gdLst>
                <a:gd name="T0" fmla="*/ 180 w 382"/>
                <a:gd name="T1" fmla="*/ 0 h 286"/>
                <a:gd name="T2" fmla="*/ 382 w 382"/>
                <a:gd name="T3" fmla="*/ 93 h 286"/>
                <a:gd name="T4" fmla="*/ 141 w 382"/>
                <a:gd name="T5" fmla="*/ 286 h 286"/>
                <a:gd name="T6" fmla="*/ 0 w 382"/>
                <a:gd name="T7" fmla="*/ 142 h 286"/>
                <a:gd name="T8" fmla="*/ 180 w 382"/>
                <a:gd name="T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2" h="286">
                  <a:moveTo>
                    <a:pt x="180" y="0"/>
                  </a:moveTo>
                  <a:cubicBezTo>
                    <a:pt x="248" y="31"/>
                    <a:pt x="315" y="62"/>
                    <a:pt x="382" y="93"/>
                  </a:cubicBezTo>
                  <a:cubicBezTo>
                    <a:pt x="309" y="181"/>
                    <a:pt x="227" y="242"/>
                    <a:pt x="141" y="286"/>
                  </a:cubicBezTo>
                  <a:cubicBezTo>
                    <a:pt x="94" y="238"/>
                    <a:pt x="47" y="190"/>
                    <a:pt x="0" y="142"/>
                  </a:cubicBezTo>
                  <a:cubicBezTo>
                    <a:pt x="71" y="107"/>
                    <a:pt x="130" y="60"/>
                    <a:pt x="18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5" name="5">
              <a:extLst>
                <a:ext uri="{FF2B5EF4-FFF2-40B4-BE49-F238E27FC236}">
                  <a16:creationId xmlns:a16="http://schemas.microsoft.com/office/drawing/2014/main" id="{BA74DDA0-C6BB-75DE-1753-5EDF73998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3005" y="3330428"/>
              <a:ext cx="894567" cy="404513"/>
            </a:xfrm>
            <a:custGeom>
              <a:avLst/>
              <a:gdLst>
                <a:gd name="T0" fmla="*/ 99 w 617"/>
                <a:gd name="T1" fmla="*/ 64 h 279"/>
                <a:gd name="T2" fmla="*/ 0 w 617"/>
                <a:gd name="T3" fmla="*/ 5 h 279"/>
                <a:gd name="T4" fmla="*/ 21 w 617"/>
                <a:gd name="T5" fmla="*/ 0 h 279"/>
                <a:gd name="T6" fmla="*/ 502 w 617"/>
                <a:gd name="T7" fmla="*/ 191 h 279"/>
                <a:gd name="T8" fmla="*/ 613 w 617"/>
                <a:gd name="T9" fmla="*/ 260 h 279"/>
                <a:gd name="T10" fmla="*/ 617 w 617"/>
                <a:gd name="T11" fmla="*/ 279 h 279"/>
                <a:gd name="T12" fmla="*/ 99 w 617"/>
                <a:gd name="T13" fmla="*/ 64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7" h="279">
                  <a:moveTo>
                    <a:pt x="99" y="64"/>
                  </a:moveTo>
                  <a:lnTo>
                    <a:pt x="0" y="5"/>
                  </a:lnTo>
                  <a:lnTo>
                    <a:pt x="21" y="0"/>
                  </a:lnTo>
                  <a:lnTo>
                    <a:pt x="502" y="191"/>
                  </a:lnTo>
                  <a:lnTo>
                    <a:pt x="613" y="260"/>
                  </a:lnTo>
                  <a:lnTo>
                    <a:pt x="617" y="279"/>
                  </a:lnTo>
                  <a:lnTo>
                    <a:pt x="99" y="64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6" name="4">
              <a:extLst>
                <a:ext uri="{FF2B5EF4-FFF2-40B4-BE49-F238E27FC236}">
                  <a16:creationId xmlns:a16="http://schemas.microsoft.com/office/drawing/2014/main" id="{3B6C3E9C-C562-9B46-95A4-B10B450DD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9089" y="3137597"/>
              <a:ext cx="481355" cy="597344"/>
            </a:xfrm>
            <a:custGeom>
              <a:avLst/>
              <a:gdLst>
                <a:gd name="T0" fmla="*/ 55 w 140"/>
                <a:gd name="T1" fmla="*/ 174 h 174"/>
                <a:gd name="T2" fmla="*/ 2 w 140"/>
                <a:gd name="T3" fmla="*/ 143 h 174"/>
                <a:gd name="T4" fmla="*/ 0 w 140"/>
                <a:gd name="T5" fmla="*/ 133 h 174"/>
                <a:gd name="T6" fmla="*/ 81 w 140"/>
                <a:gd name="T7" fmla="*/ 0 h 174"/>
                <a:gd name="T8" fmla="*/ 137 w 140"/>
                <a:gd name="T9" fmla="*/ 26 h 174"/>
                <a:gd name="T10" fmla="*/ 140 w 140"/>
                <a:gd name="T11" fmla="*/ 34 h 174"/>
                <a:gd name="T12" fmla="*/ 55 w 140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174">
                  <a:moveTo>
                    <a:pt x="55" y="174"/>
                  </a:moveTo>
                  <a:cubicBezTo>
                    <a:pt x="37" y="164"/>
                    <a:pt x="20" y="153"/>
                    <a:pt x="2" y="143"/>
                  </a:cubicBezTo>
                  <a:cubicBezTo>
                    <a:pt x="1" y="139"/>
                    <a:pt x="0" y="136"/>
                    <a:pt x="0" y="133"/>
                  </a:cubicBezTo>
                  <a:cubicBezTo>
                    <a:pt x="29" y="91"/>
                    <a:pt x="57" y="46"/>
                    <a:pt x="81" y="0"/>
                  </a:cubicBezTo>
                  <a:cubicBezTo>
                    <a:pt x="100" y="9"/>
                    <a:pt x="119" y="18"/>
                    <a:pt x="137" y="26"/>
                  </a:cubicBezTo>
                  <a:cubicBezTo>
                    <a:pt x="138" y="29"/>
                    <a:pt x="139" y="32"/>
                    <a:pt x="140" y="34"/>
                  </a:cubicBezTo>
                  <a:cubicBezTo>
                    <a:pt x="113" y="83"/>
                    <a:pt x="87" y="129"/>
                    <a:pt x="55" y="17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7" name="3">
              <a:extLst>
                <a:ext uri="{FF2B5EF4-FFF2-40B4-BE49-F238E27FC236}">
                  <a16:creationId xmlns:a16="http://schemas.microsoft.com/office/drawing/2014/main" id="{7F6DB97B-4AF7-B791-E38C-5C6E79345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0512" y="3147745"/>
              <a:ext cx="865570" cy="265326"/>
            </a:xfrm>
            <a:custGeom>
              <a:avLst/>
              <a:gdLst>
                <a:gd name="T0" fmla="*/ 597 w 597"/>
                <a:gd name="T1" fmla="*/ 183 h 183"/>
                <a:gd name="T2" fmla="*/ 131 w 597"/>
                <a:gd name="T3" fmla="*/ 74 h 183"/>
                <a:gd name="T4" fmla="*/ 0 w 597"/>
                <a:gd name="T5" fmla="*/ 10 h 183"/>
                <a:gd name="T6" fmla="*/ 19 w 597"/>
                <a:gd name="T7" fmla="*/ 0 h 183"/>
                <a:gd name="T8" fmla="*/ 445 w 597"/>
                <a:gd name="T9" fmla="*/ 90 h 183"/>
                <a:gd name="T10" fmla="*/ 585 w 597"/>
                <a:gd name="T11" fmla="*/ 164 h 183"/>
                <a:gd name="T12" fmla="*/ 597 w 597"/>
                <a:gd name="T13" fmla="*/ 183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7" h="183">
                  <a:moveTo>
                    <a:pt x="597" y="183"/>
                  </a:moveTo>
                  <a:lnTo>
                    <a:pt x="131" y="74"/>
                  </a:lnTo>
                  <a:lnTo>
                    <a:pt x="0" y="10"/>
                  </a:lnTo>
                  <a:lnTo>
                    <a:pt x="19" y="0"/>
                  </a:lnTo>
                  <a:lnTo>
                    <a:pt x="445" y="90"/>
                  </a:lnTo>
                  <a:lnTo>
                    <a:pt x="585" y="164"/>
                  </a:lnTo>
                  <a:lnTo>
                    <a:pt x="597" y="183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8" name="2">
              <a:extLst>
                <a:ext uri="{FF2B5EF4-FFF2-40B4-BE49-F238E27FC236}">
                  <a16:creationId xmlns:a16="http://schemas.microsoft.com/office/drawing/2014/main" id="{4D0DC985-90C5-5592-0A87-EF9AB3D9F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4875" y="1364411"/>
              <a:ext cx="471207" cy="2048660"/>
            </a:xfrm>
            <a:custGeom>
              <a:avLst/>
              <a:gdLst>
                <a:gd name="T0" fmla="*/ 52 w 137"/>
                <a:gd name="T1" fmla="*/ 29 h 597"/>
                <a:gd name="T2" fmla="*/ 6 w 137"/>
                <a:gd name="T3" fmla="*/ 0 h 597"/>
                <a:gd name="T4" fmla="*/ 0 w 137"/>
                <a:gd name="T5" fmla="*/ 11 h 597"/>
                <a:gd name="T6" fmla="*/ 66 w 137"/>
                <a:gd name="T7" fmla="*/ 556 h 597"/>
                <a:gd name="T8" fmla="*/ 73 w 137"/>
                <a:gd name="T9" fmla="*/ 565 h 597"/>
                <a:gd name="T10" fmla="*/ 137 w 137"/>
                <a:gd name="T11" fmla="*/ 597 h 597"/>
                <a:gd name="T12" fmla="*/ 52 w 137"/>
                <a:gd name="T13" fmla="*/ 29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597">
                  <a:moveTo>
                    <a:pt x="52" y="29"/>
                  </a:moveTo>
                  <a:cubicBezTo>
                    <a:pt x="35" y="17"/>
                    <a:pt x="6" y="0"/>
                    <a:pt x="6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6" y="556"/>
                    <a:pt x="66" y="556"/>
                    <a:pt x="66" y="556"/>
                  </a:cubicBezTo>
                  <a:cubicBezTo>
                    <a:pt x="73" y="565"/>
                    <a:pt x="73" y="565"/>
                    <a:pt x="73" y="565"/>
                  </a:cubicBezTo>
                  <a:cubicBezTo>
                    <a:pt x="73" y="565"/>
                    <a:pt x="118" y="588"/>
                    <a:pt x="137" y="597"/>
                  </a:cubicBezTo>
                  <a:cubicBezTo>
                    <a:pt x="123" y="442"/>
                    <a:pt x="86" y="172"/>
                    <a:pt x="52" y="2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79" name="2">
              <a:extLst>
                <a:ext uri="{FF2B5EF4-FFF2-40B4-BE49-F238E27FC236}">
                  <a16:creationId xmlns:a16="http://schemas.microsoft.com/office/drawing/2014/main" id="{A931688A-C784-F911-7CB8-8928DDA66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5159" y="2928816"/>
              <a:ext cx="276925" cy="95691"/>
            </a:xfrm>
            <a:custGeom>
              <a:avLst/>
              <a:gdLst>
                <a:gd name="T0" fmla="*/ 92 w 191"/>
                <a:gd name="T1" fmla="*/ 47 h 66"/>
                <a:gd name="T2" fmla="*/ 0 w 191"/>
                <a:gd name="T3" fmla="*/ 5 h 66"/>
                <a:gd name="T4" fmla="*/ 16 w 191"/>
                <a:gd name="T5" fmla="*/ 0 h 66"/>
                <a:gd name="T6" fmla="*/ 191 w 191"/>
                <a:gd name="T7" fmla="*/ 38 h 66"/>
                <a:gd name="T8" fmla="*/ 173 w 191"/>
                <a:gd name="T9" fmla="*/ 66 h 66"/>
                <a:gd name="T10" fmla="*/ 92 w 191"/>
                <a:gd name="T11" fmla="*/ 4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1" h="66">
                  <a:moveTo>
                    <a:pt x="92" y="47"/>
                  </a:moveTo>
                  <a:lnTo>
                    <a:pt x="0" y="5"/>
                  </a:lnTo>
                  <a:lnTo>
                    <a:pt x="16" y="0"/>
                  </a:lnTo>
                  <a:lnTo>
                    <a:pt x="191" y="38"/>
                  </a:lnTo>
                  <a:lnTo>
                    <a:pt x="173" y="66"/>
                  </a:lnTo>
                  <a:lnTo>
                    <a:pt x="92" y="4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0" name="1">
              <a:extLst>
                <a:ext uri="{FF2B5EF4-FFF2-40B4-BE49-F238E27FC236}">
                  <a16:creationId xmlns:a16="http://schemas.microsoft.com/office/drawing/2014/main" id="{C2C12CCE-1572-2721-8A0E-DC7ADB981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5159" y="1364411"/>
              <a:ext cx="1690543" cy="2264689"/>
            </a:xfrm>
            <a:custGeom>
              <a:avLst/>
              <a:gdLst>
                <a:gd name="T0" fmla="*/ 426 w 493"/>
                <a:gd name="T1" fmla="*/ 0 h 660"/>
                <a:gd name="T2" fmla="*/ 493 w 493"/>
                <a:gd name="T3" fmla="*/ 565 h 660"/>
                <a:gd name="T4" fmla="*/ 305 w 493"/>
                <a:gd name="T5" fmla="*/ 524 h 660"/>
                <a:gd name="T6" fmla="*/ 222 w 493"/>
                <a:gd name="T7" fmla="*/ 660 h 660"/>
                <a:gd name="T8" fmla="*/ 14 w 493"/>
                <a:gd name="T9" fmla="*/ 575 h 660"/>
                <a:gd name="T10" fmla="*/ 75 w 493"/>
                <a:gd name="T11" fmla="*/ 475 h 660"/>
                <a:gd name="T12" fmla="*/ 0 w 493"/>
                <a:gd name="T13" fmla="*/ 458 h 660"/>
                <a:gd name="T14" fmla="*/ 426 w 493"/>
                <a:gd name="T1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3" h="660">
                  <a:moveTo>
                    <a:pt x="426" y="0"/>
                  </a:moveTo>
                  <a:cubicBezTo>
                    <a:pt x="451" y="154"/>
                    <a:pt x="483" y="432"/>
                    <a:pt x="493" y="565"/>
                  </a:cubicBezTo>
                  <a:cubicBezTo>
                    <a:pt x="440" y="554"/>
                    <a:pt x="305" y="524"/>
                    <a:pt x="305" y="524"/>
                  </a:cubicBezTo>
                  <a:cubicBezTo>
                    <a:pt x="222" y="660"/>
                    <a:pt x="222" y="660"/>
                    <a:pt x="222" y="660"/>
                  </a:cubicBezTo>
                  <a:cubicBezTo>
                    <a:pt x="14" y="575"/>
                    <a:pt x="14" y="575"/>
                    <a:pt x="14" y="575"/>
                  </a:cubicBezTo>
                  <a:cubicBezTo>
                    <a:pt x="75" y="475"/>
                    <a:pt x="75" y="475"/>
                    <a:pt x="75" y="475"/>
                  </a:cubicBezTo>
                  <a:cubicBezTo>
                    <a:pt x="75" y="475"/>
                    <a:pt x="33" y="466"/>
                    <a:pt x="0" y="458"/>
                  </a:cubicBezTo>
                  <a:cubicBezTo>
                    <a:pt x="129" y="341"/>
                    <a:pt x="331" y="134"/>
                    <a:pt x="426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77"/>
              <a:endParaRPr lang="zh-CN" altLang="en-US" sz="1351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61" name="Text Box 1">
              <a:extLst>
                <a:ext uri="{FF2B5EF4-FFF2-40B4-BE49-F238E27FC236}">
                  <a16:creationId xmlns:a16="http://schemas.microsoft.com/office/drawing/2014/main" id="{763C1318-B5A5-067B-0397-5B00641D69D1}"/>
                </a:ext>
              </a:extLst>
            </p:cNvPr>
            <p:cNvSpPr txBox="1"/>
            <p:nvPr/>
          </p:nvSpPr>
          <p:spPr>
            <a:xfrm>
              <a:off x="3758414" y="3439239"/>
              <a:ext cx="671447" cy="584775"/>
            </a:xfrm>
            <a:prstGeom prst="rect">
              <a:avLst/>
            </a:prstGeom>
            <a:noFill/>
            <a:scene3d>
              <a:camera prst="orthographicFront">
                <a:rot lat="3314892" lon="20720000" rev="18782333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 defTabSz="914377"/>
              <a:r>
                <a:rPr lang="en-US" altLang="zh-CN" sz="3200" dirty="0">
                  <a:solidFill>
                    <a:prstClr val="white"/>
                  </a:solidFill>
                  <a:latin typeface="Lora" pitchFamily="2" charset="0"/>
                </a:rPr>
                <a:t>01</a:t>
              </a:r>
              <a:endParaRPr lang="zh-CN" altLang="en-US" sz="3200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sp>
          <p:nvSpPr>
            <p:cNvPr id="59" name="Text Box 2">
              <a:extLst>
                <a:ext uri="{FF2B5EF4-FFF2-40B4-BE49-F238E27FC236}">
                  <a16:creationId xmlns:a16="http://schemas.microsoft.com/office/drawing/2014/main" id="{3C6E29FE-9FAE-4C41-9EC5-652EC5B434CC}"/>
                </a:ext>
              </a:extLst>
            </p:cNvPr>
            <p:cNvSpPr txBox="1"/>
            <p:nvPr/>
          </p:nvSpPr>
          <p:spPr>
            <a:xfrm>
              <a:off x="4885125" y="4000752"/>
              <a:ext cx="671448" cy="584775"/>
            </a:xfrm>
            <a:prstGeom prst="rect">
              <a:avLst/>
            </a:prstGeom>
            <a:noFill/>
            <a:scene3d>
              <a:camera prst="orthographicFront">
                <a:rot lat="3814791" lon="250952" rev="21043172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 defTabSz="914377"/>
              <a:r>
                <a:rPr lang="en-US" altLang="zh-CN" sz="3200" dirty="0">
                  <a:solidFill>
                    <a:prstClr val="white"/>
                  </a:solidFill>
                  <a:latin typeface="Lora" pitchFamily="2" charset="0"/>
                </a:rPr>
                <a:t>02</a:t>
              </a:r>
              <a:endParaRPr lang="zh-CN" altLang="en-US" sz="3200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sp>
          <p:nvSpPr>
            <p:cNvPr id="57" name="Text Box 3">
              <a:extLst>
                <a:ext uri="{FF2B5EF4-FFF2-40B4-BE49-F238E27FC236}">
                  <a16:creationId xmlns:a16="http://schemas.microsoft.com/office/drawing/2014/main" id="{2F48F6C3-1678-7618-62F2-B5F32F42B4C3}"/>
                </a:ext>
              </a:extLst>
            </p:cNvPr>
            <p:cNvSpPr txBox="1"/>
            <p:nvPr/>
          </p:nvSpPr>
          <p:spPr>
            <a:xfrm>
              <a:off x="6101731" y="4013543"/>
              <a:ext cx="671448" cy="584776"/>
            </a:xfrm>
            <a:prstGeom prst="rect">
              <a:avLst/>
            </a:prstGeom>
            <a:noFill/>
            <a:scene3d>
              <a:camera prst="isometricOffAxis2Top">
                <a:rot lat="18086309" lon="20266692" rev="1726338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 defTabSz="914377"/>
              <a:r>
                <a:rPr lang="en-US" altLang="zh-CN" sz="3200" dirty="0">
                  <a:solidFill>
                    <a:prstClr val="white"/>
                  </a:solidFill>
                  <a:latin typeface="Lora" pitchFamily="2" charset="0"/>
                </a:rPr>
                <a:t>03</a:t>
              </a:r>
              <a:endParaRPr lang="zh-CN" altLang="en-US" sz="3200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sp>
          <p:nvSpPr>
            <p:cNvPr id="55" name="Text Box 4">
              <a:extLst>
                <a:ext uri="{FF2B5EF4-FFF2-40B4-BE49-F238E27FC236}">
                  <a16:creationId xmlns:a16="http://schemas.microsoft.com/office/drawing/2014/main" id="{F908861D-3B98-72A8-1E86-6531A9C96CE7}"/>
                </a:ext>
              </a:extLst>
            </p:cNvPr>
            <p:cNvSpPr txBox="1"/>
            <p:nvPr/>
          </p:nvSpPr>
          <p:spPr>
            <a:xfrm>
              <a:off x="7110169" y="3549571"/>
              <a:ext cx="671447" cy="584775"/>
            </a:xfrm>
            <a:prstGeom prst="rect">
              <a:avLst/>
            </a:prstGeom>
            <a:noFill/>
            <a:scene3d>
              <a:camera prst="isometricOffAxis2Top">
                <a:rot lat="18243911" lon="20123570" rev="3339989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 defTabSz="914377"/>
              <a:r>
                <a:rPr lang="en-US" altLang="zh-CN" sz="3200" dirty="0">
                  <a:solidFill>
                    <a:prstClr val="white"/>
                  </a:solidFill>
                  <a:latin typeface="Lora" pitchFamily="2" charset="0"/>
                </a:rPr>
                <a:t>04</a:t>
              </a:r>
              <a:endParaRPr lang="zh-CN" altLang="en-US" sz="3200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0BC5241-CA85-14F6-2F8C-537DCC9B9C37}"/>
                </a:ext>
              </a:extLst>
            </p:cNvPr>
            <p:cNvGrpSpPr/>
            <p:nvPr/>
          </p:nvGrpSpPr>
          <p:grpSpPr>
            <a:xfrm>
              <a:off x="1218332" y="5459424"/>
              <a:ext cx="9755336" cy="754053"/>
              <a:chOff x="1122117" y="5459424"/>
              <a:chExt cx="9755336" cy="754053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A1B514-88CD-89A8-A5BF-D69B64082AA6}"/>
                  </a:ext>
                </a:extLst>
              </p:cNvPr>
              <p:cNvSpPr txBox="1"/>
              <p:nvPr/>
            </p:nvSpPr>
            <p:spPr>
              <a:xfrm>
                <a:off x="1122117" y="5459424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accent1"/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A3F1140-F2D8-5E27-F6A8-8B1E4C0D9A12}"/>
                  </a:ext>
                </a:extLst>
              </p:cNvPr>
              <p:cNvSpPr txBox="1"/>
              <p:nvPr/>
            </p:nvSpPr>
            <p:spPr>
              <a:xfrm>
                <a:off x="3631293" y="5459424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accent2"/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accent2"/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9820B8F-7FFF-AD6C-0A86-4C39C319255E}"/>
                  </a:ext>
                </a:extLst>
              </p:cNvPr>
              <p:cNvSpPr txBox="1"/>
              <p:nvPr/>
            </p:nvSpPr>
            <p:spPr>
              <a:xfrm>
                <a:off x="6140469" y="5459424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accent3"/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C1296C8-F49C-2814-9BAE-5B027C3369E7}"/>
                  </a:ext>
                </a:extLst>
              </p:cNvPr>
              <p:cNvSpPr txBox="1"/>
              <p:nvPr/>
            </p:nvSpPr>
            <p:spPr>
              <a:xfrm>
                <a:off x="8649645" y="5459424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accent4"/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accent4"/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5479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F84E8736-D339-9981-1EB7-EBA8CA930E81}"/>
              </a:ext>
            </a:extLst>
          </p:cNvPr>
          <p:cNvGrpSpPr/>
          <p:nvPr/>
        </p:nvGrpSpPr>
        <p:grpSpPr>
          <a:xfrm>
            <a:off x="1645018" y="1894116"/>
            <a:ext cx="8901964" cy="4085728"/>
            <a:chOff x="1645018" y="1894116"/>
            <a:chExt cx="8901964" cy="4085728"/>
          </a:xfrm>
        </p:grpSpPr>
        <p:sp>
          <p:nvSpPr>
            <p:cNvPr id="57" name="Circle 5">
              <a:extLst>
                <a:ext uri="{FF2B5EF4-FFF2-40B4-BE49-F238E27FC236}">
                  <a16:creationId xmlns:a16="http://schemas.microsoft.com/office/drawing/2014/main" id="{277F638A-1863-5638-C900-B7CCDBD15336}"/>
                </a:ext>
              </a:extLst>
            </p:cNvPr>
            <p:cNvSpPr/>
            <p:nvPr/>
          </p:nvSpPr>
          <p:spPr>
            <a:xfrm>
              <a:off x="4268999" y="3464090"/>
              <a:ext cx="979259" cy="949285"/>
            </a:xfrm>
            <a:custGeom>
              <a:avLst/>
              <a:gdLst>
                <a:gd name="connsiteX0" fmla="*/ 55320 w 886189"/>
                <a:gd name="connsiteY0" fmla="*/ 0 h 859064"/>
                <a:gd name="connsiteX1" fmla="*/ 456657 w 886189"/>
                <a:gd name="connsiteY1" fmla="*/ 0 h 859064"/>
                <a:gd name="connsiteX2" fmla="*/ 886189 w 886189"/>
                <a:gd name="connsiteY2" fmla="*/ 429532 h 859064"/>
                <a:gd name="connsiteX3" fmla="*/ 456657 w 886189"/>
                <a:gd name="connsiteY3" fmla="*/ 859064 h 859064"/>
                <a:gd name="connsiteX4" fmla="*/ 55320 w 886189"/>
                <a:gd name="connsiteY4" fmla="*/ 859064 h 859064"/>
                <a:gd name="connsiteX5" fmla="*/ 35550 w 886189"/>
                <a:gd name="connsiteY5" fmla="*/ 782176 h 859064"/>
                <a:gd name="connsiteX6" fmla="*/ 0 w 886189"/>
                <a:gd name="connsiteY6" fmla="*/ 429532 h 859064"/>
                <a:gd name="connsiteX7" fmla="*/ 35550 w 886189"/>
                <a:gd name="connsiteY7" fmla="*/ 76889 h 859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6189" h="859064">
                  <a:moveTo>
                    <a:pt x="55320" y="0"/>
                  </a:moveTo>
                  <a:lnTo>
                    <a:pt x="456657" y="0"/>
                  </a:lnTo>
                  <a:cubicBezTo>
                    <a:pt x="693881" y="0"/>
                    <a:pt x="886189" y="192308"/>
                    <a:pt x="886189" y="429532"/>
                  </a:cubicBezTo>
                  <a:cubicBezTo>
                    <a:pt x="886189" y="666756"/>
                    <a:pt x="693881" y="859064"/>
                    <a:pt x="456657" y="859064"/>
                  </a:cubicBezTo>
                  <a:lnTo>
                    <a:pt x="55320" y="859064"/>
                  </a:lnTo>
                  <a:lnTo>
                    <a:pt x="35550" y="782176"/>
                  </a:lnTo>
                  <a:cubicBezTo>
                    <a:pt x="12241" y="668269"/>
                    <a:pt x="0" y="550330"/>
                    <a:pt x="0" y="429532"/>
                  </a:cubicBezTo>
                  <a:cubicBezTo>
                    <a:pt x="0" y="308734"/>
                    <a:pt x="12241" y="190796"/>
                    <a:pt x="35550" y="76889"/>
                  </a:cubicBezTo>
                  <a:close/>
                </a:path>
              </a:pathLst>
            </a:custGeom>
            <a:solidFill>
              <a:schemeClr val="accent4"/>
            </a:solidFill>
            <a:ln w="34925" cap="flat" cmpd="sng" algn="ctr">
              <a:noFill/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8" name="Circle 4">
              <a:extLst>
                <a:ext uri="{FF2B5EF4-FFF2-40B4-BE49-F238E27FC236}">
                  <a16:creationId xmlns:a16="http://schemas.microsoft.com/office/drawing/2014/main" id="{AE22DA29-3CCF-0943-FDE3-C1DEF20E9125}"/>
                </a:ext>
              </a:extLst>
            </p:cNvPr>
            <p:cNvSpPr/>
            <p:nvPr/>
          </p:nvSpPr>
          <p:spPr>
            <a:xfrm flipH="1">
              <a:off x="6933970" y="3464090"/>
              <a:ext cx="979259" cy="949285"/>
            </a:xfrm>
            <a:custGeom>
              <a:avLst/>
              <a:gdLst>
                <a:gd name="connsiteX0" fmla="*/ 55320 w 886189"/>
                <a:gd name="connsiteY0" fmla="*/ 0 h 859064"/>
                <a:gd name="connsiteX1" fmla="*/ 456657 w 886189"/>
                <a:gd name="connsiteY1" fmla="*/ 0 h 859064"/>
                <a:gd name="connsiteX2" fmla="*/ 886189 w 886189"/>
                <a:gd name="connsiteY2" fmla="*/ 429532 h 859064"/>
                <a:gd name="connsiteX3" fmla="*/ 456657 w 886189"/>
                <a:gd name="connsiteY3" fmla="*/ 859064 h 859064"/>
                <a:gd name="connsiteX4" fmla="*/ 55320 w 886189"/>
                <a:gd name="connsiteY4" fmla="*/ 859064 h 859064"/>
                <a:gd name="connsiteX5" fmla="*/ 35550 w 886189"/>
                <a:gd name="connsiteY5" fmla="*/ 782176 h 859064"/>
                <a:gd name="connsiteX6" fmla="*/ 0 w 886189"/>
                <a:gd name="connsiteY6" fmla="*/ 429532 h 859064"/>
                <a:gd name="connsiteX7" fmla="*/ 35550 w 886189"/>
                <a:gd name="connsiteY7" fmla="*/ 76889 h 859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6189" h="859064">
                  <a:moveTo>
                    <a:pt x="55320" y="0"/>
                  </a:moveTo>
                  <a:lnTo>
                    <a:pt x="456657" y="0"/>
                  </a:lnTo>
                  <a:cubicBezTo>
                    <a:pt x="693881" y="0"/>
                    <a:pt x="886189" y="192308"/>
                    <a:pt x="886189" y="429532"/>
                  </a:cubicBezTo>
                  <a:cubicBezTo>
                    <a:pt x="886189" y="666756"/>
                    <a:pt x="693881" y="859064"/>
                    <a:pt x="456657" y="859064"/>
                  </a:cubicBezTo>
                  <a:lnTo>
                    <a:pt x="55320" y="859064"/>
                  </a:lnTo>
                  <a:lnTo>
                    <a:pt x="35550" y="782176"/>
                  </a:lnTo>
                  <a:cubicBezTo>
                    <a:pt x="12241" y="668269"/>
                    <a:pt x="0" y="550330"/>
                    <a:pt x="0" y="429532"/>
                  </a:cubicBezTo>
                  <a:cubicBezTo>
                    <a:pt x="0" y="308734"/>
                    <a:pt x="12241" y="190796"/>
                    <a:pt x="35550" y="76889"/>
                  </a:cubicBez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9" name="Circle 3">
              <a:extLst>
                <a:ext uri="{FF2B5EF4-FFF2-40B4-BE49-F238E27FC236}">
                  <a16:creationId xmlns:a16="http://schemas.microsoft.com/office/drawing/2014/main" id="{156CCCA5-2599-68EB-898E-38676017111C}"/>
                </a:ext>
              </a:extLst>
            </p:cNvPr>
            <p:cNvSpPr/>
            <p:nvPr/>
          </p:nvSpPr>
          <p:spPr>
            <a:xfrm rot="5400000">
              <a:off x="5561464" y="2130505"/>
              <a:ext cx="979259" cy="949286"/>
            </a:xfrm>
            <a:custGeom>
              <a:avLst/>
              <a:gdLst>
                <a:gd name="connsiteX0" fmla="*/ 55320 w 886189"/>
                <a:gd name="connsiteY0" fmla="*/ 0 h 859064"/>
                <a:gd name="connsiteX1" fmla="*/ 456657 w 886189"/>
                <a:gd name="connsiteY1" fmla="*/ 0 h 859064"/>
                <a:gd name="connsiteX2" fmla="*/ 886189 w 886189"/>
                <a:gd name="connsiteY2" fmla="*/ 429532 h 859064"/>
                <a:gd name="connsiteX3" fmla="*/ 456657 w 886189"/>
                <a:gd name="connsiteY3" fmla="*/ 859064 h 859064"/>
                <a:gd name="connsiteX4" fmla="*/ 55320 w 886189"/>
                <a:gd name="connsiteY4" fmla="*/ 859064 h 859064"/>
                <a:gd name="connsiteX5" fmla="*/ 35550 w 886189"/>
                <a:gd name="connsiteY5" fmla="*/ 782176 h 859064"/>
                <a:gd name="connsiteX6" fmla="*/ 0 w 886189"/>
                <a:gd name="connsiteY6" fmla="*/ 429532 h 859064"/>
                <a:gd name="connsiteX7" fmla="*/ 35550 w 886189"/>
                <a:gd name="connsiteY7" fmla="*/ 76889 h 859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6189" h="859064">
                  <a:moveTo>
                    <a:pt x="55320" y="0"/>
                  </a:moveTo>
                  <a:lnTo>
                    <a:pt x="456657" y="0"/>
                  </a:lnTo>
                  <a:cubicBezTo>
                    <a:pt x="693881" y="0"/>
                    <a:pt x="886189" y="192308"/>
                    <a:pt x="886189" y="429532"/>
                  </a:cubicBezTo>
                  <a:cubicBezTo>
                    <a:pt x="886189" y="666756"/>
                    <a:pt x="693881" y="859064"/>
                    <a:pt x="456657" y="859064"/>
                  </a:cubicBezTo>
                  <a:lnTo>
                    <a:pt x="55320" y="859064"/>
                  </a:lnTo>
                  <a:lnTo>
                    <a:pt x="35550" y="782176"/>
                  </a:lnTo>
                  <a:cubicBezTo>
                    <a:pt x="12241" y="668269"/>
                    <a:pt x="0" y="550330"/>
                    <a:pt x="0" y="429532"/>
                  </a:cubicBezTo>
                  <a:cubicBezTo>
                    <a:pt x="0" y="308734"/>
                    <a:pt x="12241" y="190796"/>
                    <a:pt x="35550" y="76889"/>
                  </a:cubicBez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0" name="Circle 2">
              <a:extLst>
                <a:ext uri="{FF2B5EF4-FFF2-40B4-BE49-F238E27FC236}">
                  <a16:creationId xmlns:a16="http://schemas.microsoft.com/office/drawing/2014/main" id="{6196883A-FE64-8B19-01E0-A7BCCC32EE9B}"/>
                </a:ext>
              </a:extLst>
            </p:cNvPr>
            <p:cNvSpPr/>
            <p:nvPr/>
          </p:nvSpPr>
          <p:spPr>
            <a:xfrm rot="5400000" flipH="1">
              <a:off x="5561464" y="4795474"/>
              <a:ext cx="979259" cy="949286"/>
            </a:xfrm>
            <a:custGeom>
              <a:avLst/>
              <a:gdLst>
                <a:gd name="connsiteX0" fmla="*/ 55320 w 886189"/>
                <a:gd name="connsiteY0" fmla="*/ 0 h 859064"/>
                <a:gd name="connsiteX1" fmla="*/ 456657 w 886189"/>
                <a:gd name="connsiteY1" fmla="*/ 0 h 859064"/>
                <a:gd name="connsiteX2" fmla="*/ 886189 w 886189"/>
                <a:gd name="connsiteY2" fmla="*/ 429532 h 859064"/>
                <a:gd name="connsiteX3" fmla="*/ 456657 w 886189"/>
                <a:gd name="connsiteY3" fmla="*/ 859064 h 859064"/>
                <a:gd name="connsiteX4" fmla="*/ 55320 w 886189"/>
                <a:gd name="connsiteY4" fmla="*/ 859064 h 859064"/>
                <a:gd name="connsiteX5" fmla="*/ 35550 w 886189"/>
                <a:gd name="connsiteY5" fmla="*/ 782176 h 859064"/>
                <a:gd name="connsiteX6" fmla="*/ 0 w 886189"/>
                <a:gd name="connsiteY6" fmla="*/ 429532 h 859064"/>
                <a:gd name="connsiteX7" fmla="*/ 35550 w 886189"/>
                <a:gd name="connsiteY7" fmla="*/ 76889 h 859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6189" h="859064">
                  <a:moveTo>
                    <a:pt x="55320" y="0"/>
                  </a:moveTo>
                  <a:lnTo>
                    <a:pt x="456657" y="0"/>
                  </a:lnTo>
                  <a:cubicBezTo>
                    <a:pt x="693881" y="0"/>
                    <a:pt x="886189" y="192308"/>
                    <a:pt x="886189" y="429532"/>
                  </a:cubicBezTo>
                  <a:cubicBezTo>
                    <a:pt x="886189" y="666756"/>
                    <a:pt x="693881" y="859064"/>
                    <a:pt x="456657" y="859064"/>
                  </a:cubicBezTo>
                  <a:lnTo>
                    <a:pt x="55320" y="859064"/>
                  </a:lnTo>
                  <a:lnTo>
                    <a:pt x="35550" y="782176"/>
                  </a:lnTo>
                  <a:cubicBezTo>
                    <a:pt x="12241" y="668269"/>
                    <a:pt x="0" y="550330"/>
                    <a:pt x="0" y="429532"/>
                  </a:cubicBezTo>
                  <a:cubicBezTo>
                    <a:pt x="0" y="308734"/>
                    <a:pt x="12241" y="190796"/>
                    <a:pt x="35550" y="76889"/>
                  </a:cubicBezTo>
                  <a:close/>
                </a:path>
              </a:pathLst>
            </a:cu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45720" rIns="91440" bIns="45720"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1" name="Circle 1">
              <a:extLst>
                <a:ext uri="{FF2B5EF4-FFF2-40B4-BE49-F238E27FC236}">
                  <a16:creationId xmlns:a16="http://schemas.microsoft.com/office/drawing/2014/main" id="{281FCDAA-F332-6C38-28CF-F0E436668C84}"/>
                </a:ext>
              </a:extLst>
            </p:cNvPr>
            <p:cNvSpPr/>
            <p:nvPr/>
          </p:nvSpPr>
          <p:spPr>
            <a:xfrm>
              <a:off x="4063121" y="1894116"/>
              <a:ext cx="4065759" cy="4085728"/>
            </a:xfrm>
            <a:custGeom>
              <a:avLst/>
              <a:gdLst>
                <a:gd name="connsiteX0" fmla="*/ 2228564 w 3679342"/>
                <a:gd name="connsiteY0" fmla="*/ 0 h 3697415"/>
                <a:gd name="connsiteX1" fmla="*/ 2401628 w 3679342"/>
                <a:gd name="connsiteY1" fmla="*/ 44499 h 3697415"/>
                <a:gd name="connsiteX2" fmla="*/ 3672815 w 3679342"/>
                <a:gd name="connsiteY2" fmla="*/ 1388354 h 3697415"/>
                <a:gd name="connsiteX3" fmla="*/ 3679342 w 3679342"/>
                <a:gd name="connsiteY3" fmla="*/ 1419767 h 3697415"/>
                <a:gd name="connsiteX4" fmla="*/ 3033290 w 3679342"/>
                <a:gd name="connsiteY4" fmla="*/ 1419767 h 3697415"/>
                <a:gd name="connsiteX5" fmla="*/ 2603758 w 3679342"/>
                <a:gd name="connsiteY5" fmla="*/ 1849299 h 3697415"/>
                <a:gd name="connsiteX6" fmla="*/ 3033290 w 3679342"/>
                <a:gd name="connsiteY6" fmla="*/ 2278831 h 3697415"/>
                <a:gd name="connsiteX7" fmla="*/ 3678521 w 3679342"/>
                <a:gd name="connsiteY7" fmla="*/ 2278831 h 3697415"/>
                <a:gd name="connsiteX8" fmla="*/ 3644471 w 3679342"/>
                <a:gd name="connsiteY8" fmla="*/ 2411256 h 3697415"/>
                <a:gd name="connsiteX9" fmla="*/ 2300617 w 3679342"/>
                <a:gd name="connsiteY9" fmla="*/ 3682443 h 3697415"/>
                <a:gd name="connsiteX10" fmla="*/ 2228564 w 3679342"/>
                <a:gd name="connsiteY10" fmla="*/ 3697415 h 3697415"/>
                <a:gd name="connsiteX11" fmla="*/ 2228564 w 3679342"/>
                <a:gd name="connsiteY11" fmla="*/ 3083558 h 3697415"/>
                <a:gd name="connsiteX12" fmla="*/ 1799032 w 3679342"/>
                <a:gd name="connsiteY12" fmla="*/ 2654026 h 3697415"/>
                <a:gd name="connsiteX13" fmla="*/ 1369500 w 3679342"/>
                <a:gd name="connsiteY13" fmla="*/ 3083558 h 3697415"/>
                <a:gd name="connsiteX14" fmla="*/ 1369500 w 3679342"/>
                <a:gd name="connsiteY14" fmla="*/ 3679731 h 3697415"/>
                <a:gd name="connsiteX15" fmla="*/ 1233570 w 3679342"/>
                <a:gd name="connsiteY15" fmla="*/ 3639768 h 3697415"/>
                <a:gd name="connsiteX16" fmla="*/ 34871 w 3679342"/>
                <a:gd name="connsiteY16" fmla="*/ 2411256 h 3697415"/>
                <a:gd name="connsiteX17" fmla="*/ 821 w 3679342"/>
                <a:gd name="connsiteY17" fmla="*/ 2278831 h 3697415"/>
                <a:gd name="connsiteX18" fmla="*/ 564773 w 3679342"/>
                <a:gd name="connsiteY18" fmla="*/ 2278831 h 3697415"/>
                <a:gd name="connsiteX19" fmla="*/ 994305 w 3679342"/>
                <a:gd name="connsiteY19" fmla="*/ 1849299 h 3697415"/>
                <a:gd name="connsiteX20" fmla="*/ 564773 w 3679342"/>
                <a:gd name="connsiteY20" fmla="*/ 1419767 h 3697415"/>
                <a:gd name="connsiteX21" fmla="*/ 0 w 3679342"/>
                <a:gd name="connsiteY21" fmla="*/ 1419767 h 3697415"/>
                <a:gd name="connsiteX22" fmla="*/ 6527 w 3679342"/>
                <a:gd name="connsiteY22" fmla="*/ 1388354 h 3697415"/>
                <a:gd name="connsiteX23" fmla="*/ 1277714 w 3679342"/>
                <a:gd name="connsiteY23" fmla="*/ 44499 h 3697415"/>
                <a:gd name="connsiteX24" fmla="*/ 1369500 w 3679342"/>
                <a:gd name="connsiteY24" fmla="*/ 20898 h 3697415"/>
                <a:gd name="connsiteX25" fmla="*/ 1369500 w 3679342"/>
                <a:gd name="connsiteY25" fmla="*/ 615041 h 3697415"/>
                <a:gd name="connsiteX26" fmla="*/ 1799032 w 3679342"/>
                <a:gd name="connsiteY26" fmla="*/ 1044573 h 3697415"/>
                <a:gd name="connsiteX27" fmla="*/ 2228564 w 3679342"/>
                <a:gd name="connsiteY27" fmla="*/ 615041 h 3697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679342" h="3697415">
                  <a:moveTo>
                    <a:pt x="2228564" y="0"/>
                  </a:moveTo>
                  <a:lnTo>
                    <a:pt x="2401628" y="44499"/>
                  </a:lnTo>
                  <a:cubicBezTo>
                    <a:pt x="3026654" y="238902"/>
                    <a:pt x="3512570" y="749041"/>
                    <a:pt x="3672815" y="1388354"/>
                  </a:cubicBezTo>
                  <a:lnTo>
                    <a:pt x="3679342" y="1419767"/>
                  </a:lnTo>
                  <a:lnTo>
                    <a:pt x="3033290" y="1419767"/>
                  </a:lnTo>
                  <a:cubicBezTo>
                    <a:pt x="2796066" y="1419767"/>
                    <a:pt x="2603758" y="1612075"/>
                    <a:pt x="2603758" y="1849299"/>
                  </a:cubicBezTo>
                  <a:cubicBezTo>
                    <a:pt x="2603758" y="2086523"/>
                    <a:pt x="2796066" y="2278831"/>
                    <a:pt x="3033290" y="2278831"/>
                  </a:cubicBezTo>
                  <a:lnTo>
                    <a:pt x="3678521" y="2278831"/>
                  </a:lnTo>
                  <a:lnTo>
                    <a:pt x="3644471" y="2411256"/>
                  </a:lnTo>
                  <a:cubicBezTo>
                    <a:pt x="3450068" y="3036282"/>
                    <a:pt x="2939929" y="3522198"/>
                    <a:pt x="2300617" y="3682443"/>
                  </a:cubicBezTo>
                  <a:lnTo>
                    <a:pt x="2228564" y="3697415"/>
                  </a:lnTo>
                  <a:lnTo>
                    <a:pt x="2228564" y="3083558"/>
                  </a:lnTo>
                  <a:cubicBezTo>
                    <a:pt x="2228564" y="2846334"/>
                    <a:pt x="2036256" y="2654026"/>
                    <a:pt x="1799032" y="2654026"/>
                  </a:cubicBezTo>
                  <a:cubicBezTo>
                    <a:pt x="1561808" y="2654026"/>
                    <a:pt x="1369500" y="2846334"/>
                    <a:pt x="1369500" y="3083558"/>
                  </a:cubicBezTo>
                  <a:lnTo>
                    <a:pt x="1369500" y="3679731"/>
                  </a:lnTo>
                  <a:lnTo>
                    <a:pt x="1233570" y="3639768"/>
                  </a:lnTo>
                  <a:cubicBezTo>
                    <a:pt x="662798" y="3446619"/>
                    <a:pt x="214320" y="2988203"/>
                    <a:pt x="34871" y="2411256"/>
                  </a:cubicBezTo>
                  <a:lnTo>
                    <a:pt x="821" y="2278831"/>
                  </a:lnTo>
                  <a:lnTo>
                    <a:pt x="564773" y="2278831"/>
                  </a:lnTo>
                  <a:cubicBezTo>
                    <a:pt x="801997" y="2278831"/>
                    <a:pt x="994305" y="2086523"/>
                    <a:pt x="994305" y="1849299"/>
                  </a:cubicBezTo>
                  <a:cubicBezTo>
                    <a:pt x="994305" y="1612075"/>
                    <a:pt x="801997" y="1419767"/>
                    <a:pt x="564773" y="1419767"/>
                  </a:cubicBezTo>
                  <a:lnTo>
                    <a:pt x="0" y="1419767"/>
                  </a:lnTo>
                  <a:lnTo>
                    <a:pt x="6527" y="1388354"/>
                  </a:lnTo>
                  <a:cubicBezTo>
                    <a:pt x="166772" y="749041"/>
                    <a:pt x="652689" y="238902"/>
                    <a:pt x="1277714" y="44499"/>
                  </a:cubicBezTo>
                  <a:lnTo>
                    <a:pt x="1369500" y="20898"/>
                  </a:lnTo>
                  <a:lnTo>
                    <a:pt x="1369500" y="615041"/>
                  </a:lnTo>
                  <a:cubicBezTo>
                    <a:pt x="1369500" y="852265"/>
                    <a:pt x="1561808" y="1044573"/>
                    <a:pt x="1799032" y="1044573"/>
                  </a:cubicBezTo>
                  <a:cubicBezTo>
                    <a:pt x="2036256" y="1044573"/>
                    <a:pt x="2228564" y="852265"/>
                    <a:pt x="2228564" y="615041"/>
                  </a:cubicBezTo>
                  <a:close/>
                </a:path>
              </a:pathLst>
            </a:custGeom>
            <a:gradFill flip="none" rotWithShape="1">
              <a:gsLst>
                <a:gs pos="0">
                  <a:sysClr val="window" lastClr="FFFFFF">
                    <a:lumMod val="84000"/>
                  </a:sysClr>
                </a:gs>
                <a:gs pos="100000">
                  <a:sysClr val="window" lastClr="FFFFFF">
                    <a:lumMod val="93000"/>
                  </a:sysClr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2032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1750" h="12700" prst="angle"/>
            </a:sp3d>
          </p:spPr>
          <p:txBody>
            <a:bodyPr lIns="91440" tIns="45720" rIns="91440" bIns="45720"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91246329-AF58-EFD2-E710-A38B4CABAA6F}"/>
                </a:ext>
              </a:extLst>
            </p:cNvPr>
            <p:cNvSpPr/>
            <p:nvPr/>
          </p:nvSpPr>
          <p:spPr>
            <a:xfrm>
              <a:off x="5359227" y="3245767"/>
              <a:ext cx="1383732" cy="1383732"/>
            </a:xfrm>
            <a:prstGeom prst="ellipse">
              <a:avLst/>
            </a:prstGeom>
            <a:gradFill>
              <a:gsLst>
                <a:gs pos="0">
                  <a:sysClr val="window" lastClr="FFFFFF">
                    <a:lumMod val="72000"/>
                  </a:sysClr>
                </a:gs>
                <a:gs pos="100000">
                  <a:sysClr val="window" lastClr="FFFFFF">
                    <a:lumMod val="94000"/>
                    <a:lumOff val="6000"/>
                  </a:sys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softEdge rad="25400"/>
            </a:effectLst>
          </p:spPr>
          <p:txBody>
            <a:bodyPr lIns="91440" tIns="45720" rIns="91440" bIns="45720" rtlCol="0" anchor="ctr"/>
            <a:lstStyle/>
            <a:p>
              <a:pPr marL="0" marR="0" lvl="0" indent="0" algn="ctr" defTabSz="91437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67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3" name="Text Box 4">
              <a:extLst>
                <a:ext uri="{FF2B5EF4-FFF2-40B4-BE49-F238E27FC236}">
                  <a16:creationId xmlns:a16="http://schemas.microsoft.com/office/drawing/2014/main" id="{E0884C65-4D5D-5342-7281-CCB7DBEB13EB}"/>
                </a:ext>
              </a:extLst>
            </p:cNvPr>
            <p:cNvSpPr txBox="1"/>
            <p:nvPr/>
          </p:nvSpPr>
          <p:spPr>
            <a:xfrm>
              <a:off x="5691358" y="2280855"/>
              <a:ext cx="719467" cy="57817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 defTabSz="914377"/>
              <a:r>
                <a:rPr lang="en-US" altLang="zh-CN" sz="2800" b="1" dirty="0">
                  <a:solidFill>
                    <a:prstClr val="white"/>
                  </a:solidFill>
                  <a:latin typeface="Lora" pitchFamily="2" charset="0"/>
                </a:rPr>
                <a:t>01</a:t>
              </a:r>
              <a:endParaRPr lang="zh-CN" altLang="en-US" sz="2800" b="1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sp>
          <p:nvSpPr>
            <p:cNvPr id="64" name="Text Box 3">
              <a:extLst>
                <a:ext uri="{FF2B5EF4-FFF2-40B4-BE49-F238E27FC236}">
                  <a16:creationId xmlns:a16="http://schemas.microsoft.com/office/drawing/2014/main" id="{A3AC04C8-4BBC-5EED-D3BF-3D16FB21A4F3}"/>
                </a:ext>
              </a:extLst>
            </p:cNvPr>
            <p:cNvSpPr txBox="1"/>
            <p:nvPr/>
          </p:nvSpPr>
          <p:spPr>
            <a:xfrm>
              <a:off x="5691358" y="4981033"/>
              <a:ext cx="719467" cy="57817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 defTabSz="914377"/>
              <a:r>
                <a:rPr lang="en-US" altLang="zh-CN" sz="2800" b="1" dirty="0">
                  <a:solidFill>
                    <a:prstClr val="white"/>
                  </a:solidFill>
                  <a:latin typeface="Lora" pitchFamily="2" charset="0"/>
                </a:rPr>
                <a:t>03</a:t>
              </a:r>
              <a:endParaRPr lang="zh-CN" altLang="en-US" sz="2800" b="1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sp>
          <p:nvSpPr>
            <p:cNvPr id="65" name="Text Box 2">
              <a:extLst>
                <a:ext uri="{FF2B5EF4-FFF2-40B4-BE49-F238E27FC236}">
                  <a16:creationId xmlns:a16="http://schemas.microsoft.com/office/drawing/2014/main" id="{B0C3CF76-7043-7C13-5958-563B13DF8374}"/>
                </a:ext>
              </a:extLst>
            </p:cNvPr>
            <p:cNvSpPr txBox="1"/>
            <p:nvPr/>
          </p:nvSpPr>
          <p:spPr>
            <a:xfrm>
              <a:off x="7145184" y="3647893"/>
              <a:ext cx="719467" cy="57817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 defTabSz="914377"/>
              <a:r>
                <a:rPr lang="en-US" altLang="zh-CN" sz="2800" b="1" dirty="0">
                  <a:solidFill>
                    <a:prstClr val="white"/>
                  </a:solidFill>
                  <a:latin typeface="Lora" pitchFamily="2" charset="0"/>
                </a:rPr>
                <a:t>02</a:t>
              </a:r>
              <a:endParaRPr lang="zh-CN" altLang="en-US" sz="2800" b="1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sp>
          <p:nvSpPr>
            <p:cNvPr id="66" name="Text Box 1">
              <a:extLst>
                <a:ext uri="{FF2B5EF4-FFF2-40B4-BE49-F238E27FC236}">
                  <a16:creationId xmlns:a16="http://schemas.microsoft.com/office/drawing/2014/main" id="{6A9F8975-19EE-3D0B-BFA0-2AECB374236F}"/>
                </a:ext>
              </a:extLst>
            </p:cNvPr>
            <p:cNvSpPr txBox="1"/>
            <p:nvPr/>
          </p:nvSpPr>
          <p:spPr>
            <a:xfrm>
              <a:off x="4337408" y="3647893"/>
              <a:ext cx="719467" cy="57817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 defTabSz="914377"/>
              <a:r>
                <a:rPr lang="en-US" altLang="zh-CN" sz="2800" b="1" dirty="0">
                  <a:solidFill>
                    <a:prstClr val="white"/>
                  </a:solidFill>
                  <a:latin typeface="Lora" pitchFamily="2" charset="0"/>
                </a:rPr>
                <a:t>04</a:t>
              </a:r>
              <a:endParaRPr lang="zh-CN" altLang="en-US" sz="2800" b="1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pic>
          <p:nvPicPr>
            <p:cNvPr id="83" name="Picture 2" descr="Business plan - Free business and finance icons">
              <a:extLst>
                <a:ext uri="{FF2B5EF4-FFF2-40B4-BE49-F238E27FC236}">
                  <a16:creationId xmlns:a16="http://schemas.microsoft.com/office/drawing/2014/main" id="{1A0462A1-38F3-7FF6-5D9B-0BD62DEB8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9204" y="3635744"/>
              <a:ext cx="603778" cy="603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707671A-2B8D-1EE5-00C6-26129A5A017D}"/>
                </a:ext>
              </a:extLst>
            </p:cNvPr>
            <p:cNvGrpSpPr/>
            <p:nvPr/>
          </p:nvGrpSpPr>
          <p:grpSpPr>
            <a:xfrm>
              <a:off x="1645018" y="1950334"/>
              <a:ext cx="2461779" cy="3894098"/>
              <a:chOff x="2026294" y="1857168"/>
              <a:chExt cx="2227808" cy="3523998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C3FBC69-829E-4FD7-86AC-7D92B9E5BBD2}"/>
                  </a:ext>
                </a:extLst>
              </p:cNvPr>
              <p:cNvSpPr txBox="1"/>
              <p:nvPr/>
            </p:nvSpPr>
            <p:spPr>
              <a:xfrm>
                <a:off x="2026294" y="1857168"/>
                <a:ext cx="2227808" cy="682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57FB4854-670B-F661-0608-33F639715E19}"/>
                  </a:ext>
                </a:extLst>
              </p:cNvPr>
              <p:cNvSpPr txBox="1"/>
              <p:nvPr/>
            </p:nvSpPr>
            <p:spPr>
              <a:xfrm>
                <a:off x="2026294" y="4698779"/>
                <a:ext cx="2227808" cy="682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AE836786-7CD8-E4F2-6B8E-38D0B24CA3AA}"/>
                </a:ext>
              </a:extLst>
            </p:cNvPr>
            <p:cNvGrpSpPr/>
            <p:nvPr/>
          </p:nvGrpSpPr>
          <p:grpSpPr>
            <a:xfrm>
              <a:off x="8085203" y="1950334"/>
              <a:ext cx="2461779" cy="3894098"/>
              <a:chOff x="7854394" y="1857168"/>
              <a:chExt cx="2227808" cy="3523998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B29010D-589A-4537-E7EC-39E0EE0A8C17}"/>
                  </a:ext>
                </a:extLst>
              </p:cNvPr>
              <p:cNvSpPr txBox="1"/>
              <p:nvPr/>
            </p:nvSpPr>
            <p:spPr>
              <a:xfrm>
                <a:off x="7854394" y="1857168"/>
                <a:ext cx="2227808" cy="682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D699AD-11B8-2A9E-7323-34A3B2DE4700}"/>
                  </a:ext>
                </a:extLst>
              </p:cNvPr>
              <p:cNvSpPr txBox="1"/>
              <p:nvPr/>
            </p:nvSpPr>
            <p:spPr>
              <a:xfrm>
                <a:off x="7854394" y="4698779"/>
                <a:ext cx="2227808" cy="682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447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A546407E-B9CA-C78E-2B6D-6E1AB8F4FAD5}"/>
              </a:ext>
            </a:extLst>
          </p:cNvPr>
          <p:cNvGrpSpPr/>
          <p:nvPr/>
        </p:nvGrpSpPr>
        <p:grpSpPr>
          <a:xfrm>
            <a:off x="1448464" y="1352065"/>
            <a:ext cx="9295072" cy="5012167"/>
            <a:chOff x="1448464" y="1352065"/>
            <a:chExt cx="9295072" cy="5012167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B90AC7A-C633-435C-C8BD-094734E4F28E}"/>
                </a:ext>
              </a:extLst>
            </p:cNvPr>
            <p:cNvCxnSpPr>
              <a:stCxn id="10" idx="5"/>
              <a:endCxn id="4" idx="6"/>
            </p:cNvCxnSpPr>
            <p:nvPr/>
          </p:nvCxnSpPr>
          <p:spPr>
            <a:xfrm>
              <a:off x="5994041" y="5171313"/>
              <a:ext cx="4538740" cy="133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F0487B8-C9AD-B8B0-2E26-A00519CECA85}"/>
                </a:ext>
              </a:extLst>
            </p:cNvPr>
            <p:cNvCxnSpPr>
              <a:stCxn id="7" idx="4"/>
              <a:endCxn id="14" idx="6"/>
            </p:cNvCxnSpPr>
            <p:nvPr/>
          </p:nvCxnSpPr>
          <p:spPr>
            <a:xfrm flipH="1" flipV="1">
              <a:off x="1601907" y="2220583"/>
              <a:ext cx="3417000" cy="8978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92AAFF0-6646-EDEF-77FC-21A1AB8AE41D}"/>
                </a:ext>
              </a:extLst>
            </p:cNvPr>
            <p:cNvCxnSpPr>
              <a:stCxn id="8" idx="0"/>
              <a:endCxn id="6" idx="6"/>
            </p:cNvCxnSpPr>
            <p:nvPr/>
          </p:nvCxnSpPr>
          <p:spPr>
            <a:xfrm flipV="1">
              <a:off x="5991646" y="3122801"/>
              <a:ext cx="4541134" cy="445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D1485B4-B621-C6AF-870C-A589A4B0A3F9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>
              <a:off x="1601907" y="4014339"/>
              <a:ext cx="4393712" cy="2127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Circle 4">
              <a:extLst>
                <a:ext uri="{FF2B5EF4-FFF2-40B4-BE49-F238E27FC236}">
                  <a16:creationId xmlns:a16="http://schemas.microsoft.com/office/drawing/2014/main" id="{73F88C9D-8823-CEF3-FCD7-6A3EA3EDBC63}"/>
                </a:ext>
              </a:extLst>
            </p:cNvPr>
            <p:cNvSpPr/>
            <p:nvPr/>
          </p:nvSpPr>
          <p:spPr>
            <a:xfrm flipH="1">
              <a:off x="10532781" y="5097781"/>
              <a:ext cx="149785" cy="149731"/>
            </a:xfrm>
            <a:prstGeom prst="ellipse">
              <a:avLst/>
            </a:prstGeom>
            <a:solidFill>
              <a:schemeClr val="accent4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" name="Circle 3">
              <a:extLst>
                <a:ext uri="{FF2B5EF4-FFF2-40B4-BE49-F238E27FC236}">
                  <a16:creationId xmlns:a16="http://schemas.microsoft.com/office/drawing/2014/main" id="{9ACA5A6C-59BB-5E49-EF91-F101C2705983}"/>
                </a:ext>
              </a:extLst>
            </p:cNvPr>
            <p:cNvSpPr/>
            <p:nvPr/>
          </p:nvSpPr>
          <p:spPr>
            <a:xfrm flipH="1">
              <a:off x="10532780" y="3047935"/>
              <a:ext cx="149785" cy="149731"/>
            </a:xfrm>
            <a:prstGeom prst="ellipse">
              <a:avLst/>
            </a:pr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4" name="Circle 2">
              <a:extLst>
                <a:ext uri="{FF2B5EF4-FFF2-40B4-BE49-F238E27FC236}">
                  <a16:creationId xmlns:a16="http://schemas.microsoft.com/office/drawing/2014/main" id="{2C010D3A-1AFB-9FAD-E012-E5F290112C38}"/>
                </a:ext>
              </a:extLst>
            </p:cNvPr>
            <p:cNvSpPr/>
            <p:nvPr/>
          </p:nvSpPr>
          <p:spPr>
            <a:xfrm>
              <a:off x="1452122" y="2145717"/>
              <a:ext cx="149785" cy="149731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" name="Circle 1">
              <a:extLst>
                <a:ext uri="{FF2B5EF4-FFF2-40B4-BE49-F238E27FC236}">
                  <a16:creationId xmlns:a16="http://schemas.microsoft.com/office/drawing/2014/main" id="{883C464B-CDAC-D47B-0C91-362CDFEB05E3}"/>
                </a:ext>
              </a:extLst>
            </p:cNvPr>
            <p:cNvSpPr/>
            <p:nvPr/>
          </p:nvSpPr>
          <p:spPr>
            <a:xfrm>
              <a:off x="1452121" y="3960745"/>
              <a:ext cx="149785" cy="149731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61C9B1D1-BCB6-AD36-4620-B108C961C723}"/>
                </a:ext>
              </a:extLst>
            </p:cNvPr>
            <p:cNvSpPr/>
            <p:nvPr/>
          </p:nvSpPr>
          <p:spPr>
            <a:xfrm>
              <a:off x="5018371" y="1352065"/>
              <a:ext cx="1946549" cy="888109"/>
            </a:xfrm>
            <a:custGeom>
              <a:avLst/>
              <a:gdLst>
                <a:gd name="connsiteX0" fmla="*/ 1289422 w 2578844"/>
                <a:gd name="connsiteY0" fmla="*/ 0 h 1177018"/>
                <a:gd name="connsiteX1" fmla="*/ 2578134 w 2578844"/>
                <a:gd name="connsiteY1" fmla="*/ 1162953 h 1177018"/>
                <a:gd name="connsiteX2" fmla="*/ 2578844 w 2578844"/>
                <a:gd name="connsiteY2" fmla="*/ 1177018 h 1177018"/>
                <a:gd name="connsiteX3" fmla="*/ 0 w 2578844"/>
                <a:gd name="connsiteY3" fmla="*/ 1177018 h 1177018"/>
                <a:gd name="connsiteX4" fmla="*/ 710 w 2578844"/>
                <a:gd name="connsiteY4" fmla="*/ 1162953 h 1177018"/>
                <a:gd name="connsiteX5" fmla="*/ 1289422 w 2578844"/>
                <a:gd name="connsiteY5" fmla="*/ 0 h 1177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78844" h="1177018">
                  <a:moveTo>
                    <a:pt x="1289422" y="0"/>
                  </a:moveTo>
                  <a:cubicBezTo>
                    <a:pt x="1960138" y="0"/>
                    <a:pt x="2511797" y="509739"/>
                    <a:pt x="2578134" y="1162953"/>
                  </a:cubicBezTo>
                  <a:lnTo>
                    <a:pt x="2578844" y="1177018"/>
                  </a:lnTo>
                  <a:lnTo>
                    <a:pt x="0" y="1177018"/>
                  </a:lnTo>
                  <a:lnTo>
                    <a:pt x="710" y="1162953"/>
                  </a:lnTo>
                  <a:cubicBezTo>
                    <a:pt x="67048" y="509739"/>
                    <a:pt x="618707" y="0"/>
                    <a:pt x="1289422" y="0"/>
                  </a:cubicBezTo>
                  <a:close/>
                </a:path>
              </a:pathLst>
            </a:cu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0000"/>
                  </a:sysClr>
                </a:gs>
              </a:gsLst>
              <a:lin ang="2700000" scaled="1"/>
            </a:gradFill>
            <a:ln w="25400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8" name="3">
              <a:extLst>
                <a:ext uri="{FF2B5EF4-FFF2-40B4-BE49-F238E27FC236}">
                  <a16:creationId xmlns:a16="http://schemas.microsoft.com/office/drawing/2014/main" id="{FDE7DDA5-CB9C-B61A-7C96-0607AE5AFB1F}"/>
                </a:ext>
              </a:extLst>
            </p:cNvPr>
            <p:cNvSpPr/>
            <p:nvPr/>
          </p:nvSpPr>
          <p:spPr>
            <a:xfrm flipV="1">
              <a:off x="5018371" y="2321067"/>
              <a:ext cx="1946549" cy="806190"/>
            </a:xfrm>
            <a:prstGeom prst="trapezoid">
              <a:avLst/>
            </a:prstGeom>
            <a:gradFill flip="none" rotWithShape="1"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0000"/>
                  </a:sysClr>
                </a:gs>
              </a:gsLst>
              <a:lin ang="18900000" scaled="1"/>
              <a:tileRect/>
            </a:gradFill>
            <a:ln w="25400" cap="flat" cmpd="sng" algn="ctr">
              <a:gradFill flip="none" rotWithShape="1">
                <a:gsLst>
                  <a:gs pos="0">
                    <a:sysClr val="window" lastClr="FFFFFF">
                      <a:lumMod val="96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1"/>
                <a:tileRect/>
              </a:gradFill>
              <a:prstDash val="solid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702E4179-000B-DB1D-5B78-EF57DE7DD7EF}"/>
                </a:ext>
              </a:extLst>
            </p:cNvPr>
            <p:cNvSpPr/>
            <p:nvPr/>
          </p:nvSpPr>
          <p:spPr>
            <a:xfrm flipV="1">
              <a:off x="5235917" y="3208149"/>
              <a:ext cx="1519404" cy="806190"/>
            </a:xfrm>
            <a:prstGeom prst="trapezoid">
              <a:avLst/>
            </a:prstGeom>
            <a:gradFill flip="none" rotWithShape="1"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0000"/>
                  </a:sysClr>
                </a:gs>
              </a:gsLst>
              <a:lin ang="18900000" scaled="1"/>
              <a:tileRect/>
            </a:gradFill>
            <a:ln w="25400" cap="flat" cmpd="sng" algn="ctr">
              <a:gradFill flip="none" rotWithShape="1">
                <a:gsLst>
                  <a:gs pos="0">
                    <a:sysClr val="window" lastClr="FFFFFF">
                      <a:lumMod val="96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1"/>
                <a:tileRect/>
              </a:gradFill>
              <a:prstDash val="solid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0" name="Shape 1">
              <a:extLst>
                <a:ext uri="{FF2B5EF4-FFF2-40B4-BE49-F238E27FC236}">
                  <a16:creationId xmlns:a16="http://schemas.microsoft.com/office/drawing/2014/main" id="{A37488DE-D3D6-7837-10B2-FC33908CBD45}"/>
                </a:ext>
              </a:extLst>
            </p:cNvPr>
            <p:cNvSpPr/>
            <p:nvPr/>
          </p:nvSpPr>
          <p:spPr>
            <a:xfrm flipV="1">
              <a:off x="5449209" y="4095231"/>
              <a:ext cx="1092820" cy="1076082"/>
            </a:xfrm>
            <a:custGeom>
              <a:avLst/>
              <a:gdLst>
                <a:gd name="connsiteX0" fmla="*/ 0 w 1447800"/>
                <a:gd name="connsiteY0" fmla="*/ 1426140 h 1426140"/>
                <a:gd name="connsiteX1" fmla="*/ 1447800 w 1447800"/>
                <a:gd name="connsiteY1" fmla="*/ 1426140 h 1426140"/>
                <a:gd name="connsiteX2" fmla="*/ 1180688 w 1447800"/>
                <a:gd name="connsiteY2" fmla="*/ 357690 h 1426140"/>
                <a:gd name="connsiteX3" fmla="*/ 1177247 w 1447800"/>
                <a:gd name="connsiteY3" fmla="*/ 357690 h 1426140"/>
                <a:gd name="connsiteX4" fmla="*/ 1174880 w 1447800"/>
                <a:gd name="connsiteY4" fmla="*/ 336305 h 1426140"/>
                <a:gd name="connsiteX5" fmla="*/ 721810 w 1447800"/>
                <a:gd name="connsiteY5" fmla="*/ 0 h 1426140"/>
                <a:gd name="connsiteX6" fmla="*/ 268741 w 1447800"/>
                <a:gd name="connsiteY6" fmla="*/ 336305 h 1426140"/>
                <a:gd name="connsiteX7" fmla="*/ 265786 w 1447800"/>
                <a:gd name="connsiteY7" fmla="*/ 362997 h 1426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7800" h="1426140">
                  <a:moveTo>
                    <a:pt x="0" y="1426140"/>
                  </a:moveTo>
                  <a:lnTo>
                    <a:pt x="1447800" y="1426140"/>
                  </a:lnTo>
                  <a:lnTo>
                    <a:pt x="1180688" y="357690"/>
                  </a:lnTo>
                  <a:lnTo>
                    <a:pt x="1177247" y="357690"/>
                  </a:lnTo>
                  <a:lnTo>
                    <a:pt x="1174880" y="336305"/>
                  </a:lnTo>
                  <a:cubicBezTo>
                    <a:pt x="1131756" y="144376"/>
                    <a:pt x="945296" y="0"/>
                    <a:pt x="721810" y="0"/>
                  </a:cubicBezTo>
                  <a:cubicBezTo>
                    <a:pt x="498325" y="0"/>
                    <a:pt x="311864" y="144376"/>
                    <a:pt x="268741" y="336305"/>
                  </a:cubicBezTo>
                  <a:lnTo>
                    <a:pt x="265786" y="362997"/>
                  </a:lnTo>
                  <a:close/>
                </a:path>
              </a:pathLst>
            </a:custGeom>
            <a:gradFill flip="none" rotWithShape="1"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75000"/>
                  </a:sysClr>
                </a:gs>
              </a:gsLst>
              <a:lin ang="18900000" scaled="1"/>
              <a:tileRect/>
            </a:gradFill>
            <a:ln w="25400" cap="flat" cmpd="sng" algn="ctr">
              <a:gradFill flip="none" rotWithShape="1">
                <a:gsLst>
                  <a:gs pos="0">
                    <a:sysClr val="window" lastClr="FFFFFF">
                      <a:lumMod val="96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1"/>
                <a:tileRect/>
              </a:gradFill>
              <a:prstDash val="solid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E5CDD228-F71F-4468-435D-828B5E92D3B8}"/>
                </a:ext>
              </a:extLst>
            </p:cNvPr>
            <p:cNvSpPr/>
            <p:nvPr/>
          </p:nvSpPr>
          <p:spPr>
            <a:xfrm>
              <a:off x="5468765" y="5318848"/>
              <a:ext cx="1045762" cy="1045384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25400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40" name="Picture 2" descr="Summary Icon #427383 - Free Icons Library">
              <a:extLst>
                <a:ext uri="{FF2B5EF4-FFF2-40B4-BE49-F238E27FC236}">
                  <a16:creationId xmlns:a16="http://schemas.microsoft.com/office/drawing/2014/main" id="{55E53C3D-5478-2C6D-0FC7-E417D717E2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4587" y="1534512"/>
              <a:ext cx="534116" cy="523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28D0D663-59B1-40E5-9D2E-492D421A47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52415" y="3368041"/>
              <a:ext cx="486408" cy="486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3FCC7D3C-3357-FAAB-0070-DA5E903921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35959" y="2468477"/>
              <a:ext cx="511372" cy="511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8" descr="Finance - Free business and finance icons">
              <a:extLst>
                <a:ext uri="{FF2B5EF4-FFF2-40B4-BE49-F238E27FC236}">
                  <a16:creationId xmlns:a16="http://schemas.microsoft.com/office/drawing/2014/main" id="{8560B472-BE95-57D9-81FC-39BF216394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7353" y="4415006"/>
              <a:ext cx="436532" cy="4365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" descr="Business plan - Free business and finance icons">
              <a:extLst>
                <a:ext uri="{FF2B5EF4-FFF2-40B4-BE49-F238E27FC236}">
                  <a16:creationId xmlns:a16="http://schemas.microsoft.com/office/drawing/2014/main" id="{D8E3317B-99A9-D29C-DF87-3F173596A6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6981" y="5536875"/>
              <a:ext cx="609330" cy="609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BF24D8C-0170-A180-BA4B-7C769D626FDB}"/>
                </a:ext>
              </a:extLst>
            </p:cNvPr>
            <p:cNvSpPr txBox="1"/>
            <p:nvPr/>
          </p:nvSpPr>
          <p:spPr>
            <a:xfrm>
              <a:off x="1448465" y="2349042"/>
              <a:ext cx="2227814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Executive Summary</a:t>
              </a: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8D294BD-041A-D379-F142-F1E63FD98D4C}"/>
                </a:ext>
              </a:extLst>
            </p:cNvPr>
            <p:cNvSpPr txBox="1"/>
            <p:nvPr/>
          </p:nvSpPr>
          <p:spPr>
            <a:xfrm>
              <a:off x="1448464" y="4219968"/>
              <a:ext cx="2227814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C7F268F-42F9-C10B-793C-D9A482EBDD19}"/>
                </a:ext>
              </a:extLst>
            </p:cNvPr>
            <p:cNvSpPr txBox="1"/>
            <p:nvPr/>
          </p:nvSpPr>
          <p:spPr>
            <a:xfrm>
              <a:off x="8454751" y="3254883"/>
              <a:ext cx="2227814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E6E93E1-9B77-F65C-10D5-C1D07193FDAC}"/>
                </a:ext>
              </a:extLst>
            </p:cNvPr>
            <p:cNvSpPr txBox="1"/>
            <p:nvPr/>
          </p:nvSpPr>
          <p:spPr>
            <a:xfrm>
              <a:off x="8515722" y="5304729"/>
              <a:ext cx="2227814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3978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C7A534C6-407D-7D7A-742B-BAA673ACFFCA}"/>
              </a:ext>
            </a:extLst>
          </p:cNvPr>
          <p:cNvGrpSpPr/>
          <p:nvPr/>
        </p:nvGrpSpPr>
        <p:grpSpPr>
          <a:xfrm>
            <a:off x="1032794" y="1818451"/>
            <a:ext cx="10126413" cy="4032448"/>
            <a:chOff x="1032794" y="1818451"/>
            <a:chExt cx="10126413" cy="4032448"/>
          </a:xfrm>
        </p:grpSpPr>
        <p:sp>
          <p:nvSpPr>
            <p:cNvPr id="32" name="Oval 52">
              <a:extLst>
                <a:ext uri="{FF2B5EF4-FFF2-40B4-BE49-F238E27FC236}">
                  <a16:creationId xmlns:a16="http://schemas.microsoft.com/office/drawing/2014/main" id="{727911D1-2607-153E-970A-0019B5111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794" y="1818451"/>
              <a:ext cx="4037688" cy="4032448"/>
            </a:xfrm>
            <a:prstGeom prst="ellipse">
              <a:avLst/>
            </a:prstGeom>
            <a:gradFill flip="none" rotWithShape="1">
              <a:gsLst>
                <a:gs pos="69000">
                  <a:srgbClr val="CCCCCC"/>
                </a:gs>
                <a:gs pos="49000">
                  <a:srgbClr val="FFFFFF"/>
                </a:gs>
                <a:gs pos="33000">
                  <a:srgbClr val="FFFFFF">
                    <a:lumMod val="85000"/>
                  </a:srgbClr>
                </a:gs>
                <a:gs pos="16000">
                  <a:srgbClr val="FFFFFF"/>
                </a:gs>
                <a:gs pos="91000">
                  <a:srgbClr val="FFFFFF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215900" dist="889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3" name="Oval 62">
              <a:extLst>
                <a:ext uri="{FF2B5EF4-FFF2-40B4-BE49-F238E27FC236}">
                  <a16:creationId xmlns:a16="http://schemas.microsoft.com/office/drawing/2014/main" id="{67507125-BB61-87E1-631E-E92471CBB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5604" y="1944865"/>
              <a:ext cx="3770432" cy="37704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0">
              <a:gradFill flip="none"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</a:ln>
            <a:effectLst>
              <a:innerShdw blurRad="114300" dist="635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0" name="Freeform 67">
              <a:extLst>
                <a:ext uri="{FF2B5EF4-FFF2-40B4-BE49-F238E27FC236}">
                  <a16:creationId xmlns:a16="http://schemas.microsoft.com/office/drawing/2014/main" id="{9713F838-A1E1-6A03-FFC1-1B8A08977C3D}"/>
                </a:ext>
              </a:extLst>
            </p:cNvPr>
            <p:cNvSpPr/>
            <p:nvPr/>
          </p:nvSpPr>
          <p:spPr bwMode="auto">
            <a:xfrm rot="14081883" flipH="1">
              <a:off x="4241121" y="4819666"/>
              <a:ext cx="770549" cy="771537"/>
            </a:xfrm>
            <a:custGeom>
              <a:avLst/>
              <a:gdLst>
                <a:gd name="T0" fmla="*/ 657 w 657"/>
                <a:gd name="T1" fmla="*/ 329 h 658"/>
                <a:gd name="T2" fmla="*/ 657 w 657"/>
                <a:gd name="T3" fmla="*/ 658 h 658"/>
                <a:gd name="T4" fmla="*/ 329 w 657"/>
                <a:gd name="T5" fmla="*/ 658 h 658"/>
                <a:gd name="T6" fmla="*/ 0 w 657"/>
                <a:gd name="T7" fmla="*/ 329 h 658"/>
                <a:gd name="T8" fmla="*/ 329 w 657"/>
                <a:gd name="T9" fmla="*/ 0 h 658"/>
                <a:gd name="T10" fmla="*/ 657 w 657"/>
                <a:gd name="T11" fmla="*/ 329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7" h="658">
                  <a:moveTo>
                    <a:pt x="657" y="329"/>
                  </a:moveTo>
                  <a:cubicBezTo>
                    <a:pt x="657" y="419"/>
                    <a:pt x="657" y="658"/>
                    <a:pt x="657" y="658"/>
                  </a:cubicBezTo>
                  <a:cubicBezTo>
                    <a:pt x="657" y="658"/>
                    <a:pt x="420" y="658"/>
                    <a:pt x="329" y="658"/>
                  </a:cubicBezTo>
                  <a:cubicBezTo>
                    <a:pt x="147" y="658"/>
                    <a:pt x="0" y="511"/>
                    <a:pt x="0" y="329"/>
                  </a:cubicBezTo>
                  <a:cubicBezTo>
                    <a:pt x="0" y="148"/>
                    <a:pt x="147" y="0"/>
                    <a:pt x="329" y="0"/>
                  </a:cubicBezTo>
                  <a:cubicBezTo>
                    <a:pt x="510" y="0"/>
                    <a:pt x="657" y="148"/>
                    <a:pt x="657" y="329"/>
                  </a:cubicBezTo>
                  <a:close/>
                </a:path>
              </a:pathLst>
            </a:custGeom>
            <a:gradFill>
              <a:gsLst>
                <a:gs pos="69000">
                  <a:srgbClr val="CCCCCC"/>
                </a:gs>
                <a:gs pos="49000">
                  <a:srgbClr val="FFFFFF"/>
                </a:gs>
                <a:gs pos="33000">
                  <a:srgbClr val="FFFFFF">
                    <a:lumMod val="85000"/>
                  </a:srgbClr>
                </a:gs>
                <a:gs pos="16000">
                  <a:srgbClr val="FFFFFF"/>
                </a:gs>
                <a:gs pos="91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1" name="Freeform 72">
              <a:extLst>
                <a:ext uri="{FF2B5EF4-FFF2-40B4-BE49-F238E27FC236}">
                  <a16:creationId xmlns:a16="http://schemas.microsoft.com/office/drawing/2014/main" id="{AA5CD1FB-4A81-8C21-DB45-E9F6EF112F4B}"/>
                </a:ext>
              </a:extLst>
            </p:cNvPr>
            <p:cNvSpPr/>
            <p:nvPr/>
          </p:nvSpPr>
          <p:spPr bwMode="auto">
            <a:xfrm rot="13680498" flipH="1">
              <a:off x="4269725" y="4839056"/>
              <a:ext cx="734985" cy="735973"/>
            </a:xfrm>
            <a:custGeom>
              <a:avLst/>
              <a:gdLst>
                <a:gd name="T0" fmla="*/ 627 w 627"/>
                <a:gd name="T1" fmla="*/ 314 h 628"/>
                <a:gd name="T2" fmla="*/ 627 w 627"/>
                <a:gd name="T3" fmla="*/ 628 h 628"/>
                <a:gd name="T4" fmla="*/ 313 w 627"/>
                <a:gd name="T5" fmla="*/ 628 h 628"/>
                <a:gd name="T6" fmla="*/ 0 w 627"/>
                <a:gd name="T7" fmla="*/ 314 h 628"/>
                <a:gd name="T8" fmla="*/ 313 w 627"/>
                <a:gd name="T9" fmla="*/ 0 h 628"/>
                <a:gd name="T10" fmla="*/ 627 w 627"/>
                <a:gd name="T11" fmla="*/ 314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7" h="628">
                  <a:moveTo>
                    <a:pt x="627" y="314"/>
                  </a:moveTo>
                  <a:cubicBezTo>
                    <a:pt x="627" y="400"/>
                    <a:pt x="627" y="628"/>
                    <a:pt x="627" y="628"/>
                  </a:cubicBezTo>
                  <a:cubicBezTo>
                    <a:pt x="627" y="628"/>
                    <a:pt x="401" y="628"/>
                    <a:pt x="313" y="628"/>
                  </a:cubicBezTo>
                  <a:cubicBezTo>
                    <a:pt x="140" y="628"/>
                    <a:pt x="0" y="487"/>
                    <a:pt x="0" y="314"/>
                  </a:cubicBezTo>
                  <a:cubicBezTo>
                    <a:pt x="0" y="141"/>
                    <a:pt x="140" y="0"/>
                    <a:pt x="313" y="0"/>
                  </a:cubicBezTo>
                  <a:cubicBezTo>
                    <a:pt x="487" y="0"/>
                    <a:pt x="627" y="141"/>
                    <a:pt x="627" y="314"/>
                  </a:cubicBezTo>
                  <a:close/>
                </a:path>
              </a:pathLst>
            </a:custGeom>
            <a:solidFill>
              <a:schemeClr val="accent3"/>
            </a:solidFill>
            <a:ln w="25400">
              <a:gradFill flip="none" rotWithShape="1">
                <a:gsLst>
                  <a:gs pos="0">
                    <a:srgbClr val="FFFFFF">
                      <a:lumMod val="65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round/>
            </a:ln>
            <a:effectLst>
              <a:innerShdw blurRad="1143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8" name="Freeform 67">
              <a:extLst>
                <a:ext uri="{FF2B5EF4-FFF2-40B4-BE49-F238E27FC236}">
                  <a16:creationId xmlns:a16="http://schemas.microsoft.com/office/drawing/2014/main" id="{35AA723C-142B-1129-E123-5CBDBFCB42FE}"/>
                </a:ext>
              </a:extLst>
            </p:cNvPr>
            <p:cNvSpPr/>
            <p:nvPr/>
          </p:nvSpPr>
          <p:spPr bwMode="auto">
            <a:xfrm rot="18900000">
              <a:off x="4683772" y="3493736"/>
              <a:ext cx="773421" cy="774413"/>
            </a:xfrm>
            <a:custGeom>
              <a:avLst/>
              <a:gdLst>
                <a:gd name="T0" fmla="*/ 657 w 657"/>
                <a:gd name="T1" fmla="*/ 329 h 658"/>
                <a:gd name="T2" fmla="*/ 657 w 657"/>
                <a:gd name="T3" fmla="*/ 658 h 658"/>
                <a:gd name="T4" fmla="*/ 329 w 657"/>
                <a:gd name="T5" fmla="*/ 658 h 658"/>
                <a:gd name="T6" fmla="*/ 0 w 657"/>
                <a:gd name="T7" fmla="*/ 329 h 658"/>
                <a:gd name="T8" fmla="*/ 329 w 657"/>
                <a:gd name="T9" fmla="*/ 0 h 658"/>
                <a:gd name="T10" fmla="*/ 657 w 657"/>
                <a:gd name="T11" fmla="*/ 329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7" h="658">
                  <a:moveTo>
                    <a:pt x="657" y="329"/>
                  </a:moveTo>
                  <a:cubicBezTo>
                    <a:pt x="657" y="419"/>
                    <a:pt x="657" y="658"/>
                    <a:pt x="657" y="658"/>
                  </a:cubicBezTo>
                  <a:cubicBezTo>
                    <a:pt x="657" y="658"/>
                    <a:pt x="420" y="658"/>
                    <a:pt x="329" y="658"/>
                  </a:cubicBezTo>
                  <a:cubicBezTo>
                    <a:pt x="147" y="658"/>
                    <a:pt x="0" y="511"/>
                    <a:pt x="0" y="329"/>
                  </a:cubicBezTo>
                  <a:cubicBezTo>
                    <a:pt x="0" y="148"/>
                    <a:pt x="147" y="0"/>
                    <a:pt x="329" y="0"/>
                  </a:cubicBezTo>
                  <a:cubicBezTo>
                    <a:pt x="510" y="0"/>
                    <a:pt x="657" y="148"/>
                    <a:pt x="657" y="329"/>
                  </a:cubicBezTo>
                  <a:close/>
                </a:path>
              </a:pathLst>
            </a:custGeom>
            <a:gradFill>
              <a:gsLst>
                <a:gs pos="69000">
                  <a:srgbClr val="CCCCCC"/>
                </a:gs>
                <a:gs pos="49000">
                  <a:srgbClr val="FFFFFF"/>
                </a:gs>
                <a:gs pos="33000">
                  <a:srgbClr val="FFFFFF">
                    <a:lumMod val="85000"/>
                  </a:srgbClr>
                </a:gs>
                <a:gs pos="16000">
                  <a:srgbClr val="FFFFFF"/>
                </a:gs>
                <a:gs pos="91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9" name="Freeform 72">
              <a:extLst>
                <a:ext uri="{FF2B5EF4-FFF2-40B4-BE49-F238E27FC236}">
                  <a16:creationId xmlns:a16="http://schemas.microsoft.com/office/drawing/2014/main" id="{C48E814F-BEC2-8167-5F0D-31EC24BECCBA}"/>
                </a:ext>
              </a:extLst>
            </p:cNvPr>
            <p:cNvSpPr/>
            <p:nvPr/>
          </p:nvSpPr>
          <p:spPr bwMode="auto">
            <a:xfrm rot="18900000">
              <a:off x="4712599" y="3511823"/>
              <a:ext cx="737725" cy="738716"/>
            </a:xfrm>
            <a:custGeom>
              <a:avLst/>
              <a:gdLst>
                <a:gd name="T0" fmla="*/ 627 w 627"/>
                <a:gd name="T1" fmla="*/ 314 h 628"/>
                <a:gd name="T2" fmla="*/ 627 w 627"/>
                <a:gd name="T3" fmla="*/ 628 h 628"/>
                <a:gd name="T4" fmla="*/ 313 w 627"/>
                <a:gd name="T5" fmla="*/ 628 h 628"/>
                <a:gd name="T6" fmla="*/ 0 w 627"/>
                <a:gd name="T7" fmla="*/ 314 h 628"/>
                <a:gd name="T8" fmla="*/ 313 w 627"/>
                <a:gd name="T9" fmla="*/ 0 h 628"/>
                <a:gd name="T10" fmla="*/ 627 w 627"/>
                <a:gd name="T11" fmla="*/ 314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7" h="628">
                  <a:moveTo>
                    <a:pt x="627" y="314"/>
                  </a:moveTo>
                  <a:cubicBezTo>
                    <a:pt x="627" y="400"/>
                    <a:pt x="627" y="628"/>
                    <a:pt x="627" y="628"/>
                  </a:cubicBezTo>
                  <a:cubicBezTo>
                    <a:pt x="627" y="628"/>
                    <a:pt x="401" y="628"/>
                    <a:pt x="313" y="628"/>
                  </a:cubicBezTo>
                  <a:cubicBezTo>
                    <a:pt x="140" y="628"/>
                    <a:pt x="0" y="487"/>
                    <a:pt x="0" y="314"/>
                  </a:cubicBezTo>
                  <a:cubicBezTo>
                    <a:pt x="0" y="141"/>
                    <a:pt x="140" y="0"/>
                    <a:pt x="313" y="0"/>
                  </a:cubicBezTo>
                  <a:cubicBezTo>
                    <a:pt x="487" y="0"/>
                    <a:pt x="627" y="141"/>
                    <a:pt x="627" y="314"/>
                  </a:cubicBezTo>
                  <a:close/>
                </a:path>
              </a:pathLst>
            </a:custGeom>
            <a:solidFill>
              <a:schemeClr val="accent2"/>
            </a:solidFill>
            <a:ln w="25400">
              <a:gradFill flip="none" rotWithShape="1">
                <a:gsLst>
                  <a:gs pos="0">
                    <a:srgbClr val="FFFFFF">
                      <a:lumMod val="65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round/>
            </a:ln>
            <a:effectLst>
              <a:innerShdw blurRad="1143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46ABA1C1-B4B6-D9A3-6133-F64194DAA239}"/>
                </a:ext>
              </a:extLst>
            </p:cNvPr>
            <p:cNvSpPr/>
            <p:nvPr/>
          </p:nvSpPr>
          <p:spPr bwMode="auto">
            <a:xfrm rot="14081883" flipH="1">
              <a:off x="4208593" y="2178297"/>
              <a:ext cx="770549" cy="771537"/>
            </a:xfrm>
            <a:custGeom>
              <a:avLst/>
              <a:gdLst>
                <a:gd name="T0" fmla="*/ 657 w 657"/>
                <a:gd name="T1" fmla="*/ 329 h 658"/>
                <a:gd name="T2" fmla="*/ 657 w 657"/>
                <a:gd name="T3" fmla="*/ 658 h 658"/>
                <a:gd name="T4" fmla="*/ 329 w 657"/>
                <a:gd name="T5" fmla="*/ 658 h 658"/>
                <a:gd name="T6" fmla="*/ 0 w 657"/>
                <a:gd name="T7" fmla="*/ 329 h 658"/>
                <a:gd name="T8" fmla="*/ 329 w 657"/>
                <a:gd name="T9" fmla="*/ 0 h 658"/>
                <a:gd name="T10" fmla="*/ 657 w 657"/>
                <a:gd name="T11" fmla="*/ 329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7" h="658">
                  <a:moveTo>
                    <a:pt x="657" y="329"/>
                  </a:moveTo>
                  <a:cubicBezTo>
                    <a:pt x="657" y="419"/>
                    <a:pt x="657" y="658"/>
                    <a:pt x="657" y="658"/>
                  </a:cubicBezTo>
                  <a:cubicBezTo>
                    <a:pt x="657" y="658"/>
                    <a:pt x="420" y="658"/>
                    <a:pt x="329" y="658"/>
                  </a:cubicBezTo>
                  <a:cubicBezTo>
                    <a:pt x="147" y="658"/>
                    <a:pt x="0" y="511"/>
                    <a:pt x="0" y="329"/>
                  </a:cubicBezTo>
                  <a:cubicBezTo>
                    <a:pt x="0" y="148"/>
                    <a:pt x="147" y="0"/>
                    <a:pt x="329" y="0"/>
                  </a:cubicBezTo>
                  <a:cubicBezTo>
                    <a:pt x="510" y="0"/>
                    <a:pt x="657" y="148"/>
                    <a:pt x="657" y="329"/>
                  </a:cubicBezTo>
                  <a:close/>
                </a:path>
              </a:pathLst>
            </a:custGeom>
            <a:gradFill>
              <a:gsLst>
                <a:gs pos="69000">
                  <a:srgbClr val="CCCCCC"/>
                </a:gs>
                <a:gs pos="49000">
                  <a:srgbClr val="FFFFFF"/>
                </a:gs>
                <a:gs pos="33000">
                  <a:srgbClr val="FFFFFF">
                    <a:lumMod val="85000"/>
                  </a:srgbClr>
                </a:gs>
                <a:gs pos="16000">
                  <a:srgbClr val="FFFFFF"/>
                </a:gs>
                <a:gs pos="91000">
                  <a:srgbClr val="FFFFFF"/>
                </a:gs>
              </a:gsLst>
              <a:lin ang="2700000" scaled="1"/>
            </a:gra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7" name="Freeform 72">
              <a:extLst>
                <a:ext uri="{FF2B5EF4-FFF2-40B4-BE49-F238E27FC236}">
                  <a16:creationId xmlns:a16="http://schemas.microsoft.com/office/drawing/2014/main" id="{81CEAFCF-0332-90C3-D6C1-B0D1A29ABF4D}"/>
                </a:ext>
              </a:extLst>
            </p:cNvPr>
            <p:cNvSpPr/>
            <p:nvPr/>
          </p:nvSpPr>
          <p:spPr bwMode="auto">
            <a:xfrm rot="13440714" flipH="1">
              <a:off x="4237197" y="2197687"/>
              <a:ext cx="734985" cy="735973"/>
            </a:xfrm>
            <a:custGeom>
              <a:avLst/>
              <a:gdLst>
                <a:gd name="T0" fmla="*/ 627 w 627"/>
                <a:gd name="T1" fmla="*/ 314 h 628"/>
                <a:gd name="T2" fmla="*/ 627 w 627"/>
                <a:gd name="T3" fmla="*/ 628 h 628"/>
                <a:gd name="T4" fmla="*/ 313 w 627"/>
                <a:gd name="T5" fmla="*/ 628 h 628"/>
                <a:gd name="T6" fmla="*/ 0 w 627"/>
                <a:gd name="T7" fmla="*/ 314 h 628"/>
                <a:gd name="T8" fmla="*/ 313 w 627"/>
                <a:gd name="T9" fmla="*/ 0 h 628"/>
                <a:gd name="T10" fmla="*/ 627 w 627"/>
                <a:gd name="T11" fmla="*/ 314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27" h="628">
                  <a:moveTo>
                    <a:pt x="627" y="314"/>
                  </a:moveTo>
                  <a:cubicBezTo>
                    <a:pt x="627" y="400"/>
                    <a:pt x="627" y="628"/>
                    <a:pt x="627" y="628"/>
                  </a:cubicBezTo>
                  <a:cubicBezTo>
                    <a:pt x="627" y="628"/>
                    <a:pt x="401" y="628"/>
                    <a:pt x="313" y="628"/>
                  </a:cubicBezTo>
                  <a:cubicBezTo>
                    <a:pt x="140" y="628"/>
                    <a:pt x="0" y="487"/>
                    <a:pt x="0" y="314"/>
                  </a:cubicBezTo>
                  <a:cubicBezTo>
                    <a:pt x="0" y="141"/>
                    <a:pt x="140" y="0"/>
                    <a:pt x="313" y="0"/>
                  </a:cubicBezTo>
                  <a:cubicBezTo>
                    <a:pt x="487" y="0"/>
                    <a:pt x="627" y="141"/>
                    <a:pt x="627" y="314"/>
                  </a:cubicBezTo>
                  <a:close/>
                </a:path>
              </a:pathLst>
            </a:custGeom>
            <a:solidFill>
              <a:schemeClr val="accent1"/>
            </a:solidFill>
            <a:ln w="25400">
              <a:gradFill flip="none" rotWithShape="1">
                <a:gsLst>
                  <a:gs pos="0">
                    <a:srgbClr val="FFFFFF">
                      <a:lumMod val="65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round/>
            </a:ln>
            <a:effectLst>
              <a:innerShdw blurRad="114300" dist="508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BFF069C4-53BC-DF8C-63B7-59EA8EEB826B}"/>
                </a:ext>
              </a:extLst>
            </p:cNvPr>
            <p:cNvSpPr txBox="1"/>
            <p:nvPr/>
          </p:nvSpPr>
          <p:spPr>
            <a:xfrm>
              <a:off x="4371066" y="2338737"/>
              <a:ext cx="470000" cy="420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135" b="1" dirty="0">
                  <a:solidFill>
                    <a:srgbClr val="FFFFFF"/>
                  </a:solidFill>
                  <a:latin typeface="Lora" pitchFamily="2" charset="0"/>
                </a:rPr>
                <a:t>01</a:t>
              </a:r>
              <a:endParaRPr lang="zh-CN" altLang="en-US" sz="2135" b="1" dirty="0">
                <a:solidFill>
                  <a:srgbClr val="FFFFFF"/>
                </a:solidFill>
                <a:latin typeface="Lora" pitchFamily="2" charset="0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59C85AC-BE13-E104-7A1A-8D717A10586F}"/>
                </a:ext>
              </a:extLst>
            </p:cNvPr>
            <p:cNvSpPr txBox="1"/>
            <p:nvPr/>
          </p:nvSpPr>
          <p:spPr>
            <a:xfrm>
              <a:off x="4837019" y="3666509"/>
              <a:ext cx="505267" cy="420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135" b="1" dirty="0">
                  <a:solidFill>
                    <a:srgbClr val="FFFFFF"/>
                  </a:solidFill>
                  <a:latin typeface="Lora" pitchFamily="2" charset="0"/>
                </a:rPr>
                <a:t>02</a:t>
              </a:r>
              <a:endParaRPr lang="zh-CN" altLang="en-US" sz="2135" b="1" dirty="0">
                <a:solidFill>
                  <a:srgbClr val="FFFFFF"/>
                </a:solidFill>
                <a:latin typeface="Lora" pitchFamily="2" charset="0"/>
              </a:endParaRPr>
            </a:p>
          </p:txBody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0EF41794-71EA-0E5E-4F05-DAADA187B043}"/>
                </a:ext>
              </a:extLst>
            </p:cNvPr>
            <p:cNvSpPr txBox="1"/>
            <p:nvPr/>
          </p:nvSpPr>
          <p:spPr>
            <a:xfrm>
              <a:off x="4371066" y="4972527"/>
              <a:ext cx="513282" cy="420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135" b="1" dirty="0">
                  <a:solidFill>
                    <a:srgbClr val="FFFFFF"/>
                  </a:solidFill>
                  <a:latin typeface="Lora" pitchFamily="2" charset="0"/>
                </a:rPr>
                <a:t>03</a:t>
              </a:r>
              <a:endParaRPr lang="zh-CN" altLang="en-US" sz="2135" b="1" dirty="0">
                <a:solidFill>
                  <a:srgbClr val="FFFFFF"/>
                </a:solidFill>
                <a:latin typeface="Lora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2A2DBCF-1A49-90E3-200F-F1D4C3E19D32}"/>
                </a:ext>
              </a:extLst>
            </p:cNvPr>
            <p:cNvSpPr txBox="1"/>
            <p:nvPr/>
          </p:nvSpPr>
          <p:spPr>
            <a:xfrm>
              <a:off x="5708238" y="3461556"/>
              <a:ext cx="5450969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>
                <a:spcBef>
                  <a:spcPts val="600"/>
                </a:spcBef>
              </a:pP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Maecenas non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laoreet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odio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Fusce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lobortis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porttitor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purus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,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vel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vestibulum libero pharetra vel.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Pellentesque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lorem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augue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8D810F7-2911-6E7B-5797-E89BFAE874CB}"/>
                </a:ext>
              </a:extLst>
            </p:cNvPr>
            <p:cNvSpPr txBox="1"/>
            <p:nvPr/>
          </p:nvSpPr>
          <p:spPr>
            <a:xfrm>
              <a:off x="5708238" y="4782241"/>
              <a:ext cx="5450969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Maecenas non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laoreet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odio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Fusce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lobortis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porttitor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purus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,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vel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vestibulum libero pharetra vel.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Pellentesque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lorem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augue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E38FD43-7C98-4C36-FD1C-A1FEC19FBEAB}"/>
                </a:ext>
              </a:extLst>
            </p:cNvPr>
            <p:cNvSpPr txBox="1"/>
            <p:nvPr/>
          </p:nvSpPr>
          <p:spPr>
            <a:xfrm>
              <a:off x="5708238" y="2140872"/>
              <a:ext cx="5388248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Financial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Maecenas non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laoreet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odio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Fusce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lobortis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porttitor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purus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,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vel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vestibulum libero pharetra vel.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Pellentesque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lorem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augue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pic>
          <p:nvPicPr>
            <p:cNvPr id="39" name="Picture 2" descr="Business plan - Free business and finance icons">
              <a:extLst>
                <a:ext uri="{FF2B5EF4-FFF2-40B4-BE49-F238E27FC236}">
                  <a16:creationId xmlns:a16="http://schemas.microsoft.com/office/drawing/2014/main" id="{5A6457C1-86A7-EDBE-E57E-EC4AAFBA8F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0514" y="2963551"/>
              <a:ext cx="1742248" cy="17422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6806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157FEFCA-6D25-B638-7BDA-E93A18795CC9}"/>
              </a:ext>
            </a:extLst>
          </p:cNvPr>
          <p:cNvGrpSpPr/>
          <p:nvPr/>
        </p:nvGrpSpPr>
        <p:grpSpPr>
          <a:xfrm>
            <a:off x="1343209" y="2135985"/>
            <a:ext cx="9505582" cy="3474414"/>
            <a:chOff x="1343209" y="2135985"/>
            <a:chExt cx="9505582" cy="3474414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5362216E-9231-C070-74D4-851788D9FE8B}"/>
                </a:ext>
              </a:extLst>
            </p:cNvPr>
            <p:cNvSpPr/>
            <p:nvPr/>
          </p:nvSpPr>
          <p:spPr>
            <a:xfrm>
              <a:off x="1343209" y="2135985"/>
              <a:ext cx="4500445" cy="140498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5D5D5"/>
                </a:gs>
                <a:gs pos="100000">
                  <a:srgbClr val="FBFBFB"/>
                </a:gs>
              </a:gsLst>
              <a:lin ang="5400000" scaled="1"/>
              <a:tileRect/>
            </a:gradFill>
            <a:ln w="19050" cap="flat" cmpd="sng" algn="ctr">
              <a:gradFill>
                <a:gsLst>
                  <a:gs pos="0">
                    <a:sysClr val="window" lastClr="FFFFFF"/>
                  </a:gs>
                  <a:gs pos="100000">
                    <a:srgbClr val="CBCBCB"/>
                  </a:gs>
                </a:gsLst>
                <a:lin ang="5400000" scaled="0"/>
              </a:gradFill>
              <a:prstDash val="solid"/>
            </a:ln>
            <a:effectLst>
              <a:outerShdw blurRad="127000" dist="63500" dir="5400000" algn="t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6F04DCF9-375F-63F0-4EE2-2BFC63639B6D}"/>
                </a:ext>
              </a:extLst>
            </p:cNvPr>
            <p:cNvSpPr/>
            <p:nvPr/>
          </p:nvSpPr>
          <p:spPr>
            <a:xfrm>
              <a:off x="1951628" y="2360226"/>
              <a:ext cx="373493" cy="373493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</a:ln>
            <a:effectLst>
              <a:innerShdw blurRad="88900" dist="25400" dir="162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26" name="Shape">
              <a:extLst>
                <a:ext uri="{FF2B5EF4-FFF2-40B4-BE49-F238E27FC236}">
                  <a16:creationId xmlns:a16="http://schemas.microsoft.com/office/drawing/2014/main" id="{87E07CD2-6075-6315-8C43-8DC92EEFEFAA}"/>
                </a:ext>
              </a:extLst>
            </p:cNvPr>
            <p:cNvSpPr/>
            <p:nvPr/>
          </p:nvSpPr>
          <p:spPr>
            <a:xfrm>
              <a:off x="2469788" y="2360226"/>
              <a:ext cx="2757226" cy="373493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</a:ln>
            <a:effectLst>
              <a:innerShdw blurRad="88900" dist="25400" dir="162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CBC97899-8158-6B4A-D68A-C9203B24E9A8}"/>
                </a:ext>
              </a:extLst>
            </p:cNvPr>
            <p:cNvSpPr/>
            <p:nvPr/>
          </p:nvSpPr>
          <p:spPr>
            <a:xfrm>
              <a:off x="1459262" y="2734567"/>
              <a:ext cx="207818" cy="207818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blurRad="139700" dist="63500" dir="2700000" algn="tl" rotWithShape="0">
                <a:prstClr val="black">
                  <a:alpha val="29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36" name="Shape">
              <a:extLst>
                <a:ext uri="{FF2B5EF4-FFF2-40B4-BE49-F238E27FC236}">
                  <a16:creationId xmlns:a16="http://schemas.microsoft.com/office/drawing/2014/main" id="{03004BEB-9EF6-CC1C-A606-923CD3942785}"/>
                </a:ext>
              </a:extLst>
            </p:cNvPr>
            <p:cNvSpPr/>
            <p:nvPr/>
          </p:nvSpPr>
          <p:spPr>
            <a:xfrm>
              <a:off x="1505621" y="2779628"/>
              <a:ext cx="115099" cy="117695"/>
            </a:xfrm>
            <a:prstGeom prst="hexagon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5400" cap="flat" cmpd="sng" algn="ctr">
              <a:noFill/>
              <a:prstDash val="solid"/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33" name="Shape">
              <a:extLst>
                <a:ext uri="{FF2B5EF4-FFF2-40B4-BE49-F238E27FC236}">
                  <a16:creationId xmlns:a16="http://schemas.microsoft.com/office/drawing/2014/main" id="{2641070D-A851-A583-BCA4-506725177233}"/>
                </a:ext>
              </a:extLst>
            </p:cNvPr>
            <p:cNvSpPr/>
            <p:nvPr/>
          </p:nvSpPr>
          <p:spPr>
            <a:xfrm>
              <a:off x="5518306" y="2734567"/>
              <a:ext cx="207818" cy="207818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blurRad="139700" dist="63500" dir="2700000" algn="tl" rotWithShape="0">
                <a:prstClr val="black">
                  <a:alpha val="29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34" name="Shape">
              <a:extLst>
                <a:ext uri="{FF2B5EF4-FFF2-40B4-BE49-F238E27FC236}">
                  <a16:creationId xmlns:a16="http://schemas.microsoft.com/office/drawing/2014/main" id="{D079047F-7428-F6DB-104A-6CD5AADBD1AC}"/>
                </a:ext>
              </a:extLst>
            </p:cNvPr>
            <p:cNvSpPr/>
            <p:nvPr/>
          </p:nvSpPr>
          <p:spPr>
            <a:xfrm>
              <a:off x="5564665" y="2779628"/>
              <a:ext cx="115099" cy="117695"/>
            </a:xfrm>
            <a:prstGeom prst="hexagon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5400" cap="flat" cmpd="sng" algn="ctr">
              <a:noFill/>
              <a:prstDash val="solid"/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31" name="Textbox">
              <a:extLst>
                <a:ext uri="{FF2B5EF4-FFF2-40B4-BE49-F238E27FC236}">
                  <a16:creationId xmlns:a16="http://schemas.microsoft.com/office/drawing/2014/main" id="{AA3535DE-14E9-9E9D-9EF2-F9148DB936D3}"/>
                </a:ext>
              </a:extLst>
            </p:cNvPr>
            <p:cNvSpPr txBox="1"/>
            <p:nvPr/>
          </p:nvSpPr>
          <p:spPr>
            <a:xfrm>
              <a:off x="1890406" y="2365889"/>
              <a:ext cx="495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ora" pitchFamily="2" charset="0"/>
                </a:rPr>
                <a:t>01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38" name="Shape">
              <a:extLst>
                <a:ext uri="{FF2B5EF4-FFF2-40B4-BE49-F238E27FC236}">
                  <a16:creationId xmlns:a16="http://schemas.microsoft.com/office/drawing/2014/main" id="{C49458EC-0F77-5087-11B2-12F79B87CD19}"/>
                </a:ext>
              </a:extLst>
            </p:cNvPr>
            <p:cNvSpPr/>
            <p:nvPr/>
          </p:nvSpPr>
          <p:spPr>
            <a:xfrm>
              <a:off x="6348346" y="2135985"/>
              <a:ext cx="4500445" cy="140498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5D5D5"/>
                </a:gs>
                <a:gs pos="100000">
                  <a:srgbClr val="FBFBFB"/>
                </a:gs>
              </a:gsLst>
              <a:lin ang="5400000" scaled="1"/>
              <a:tileRect/>
            </a:gradFill>
            <a:ln w="19050" cap="flat" cmpd="sng" algn="ctr">
              <a:gradFill>
                <a:gsLst>
                  <a:gs pos="0">
                    <a:sysClr val="window" lastClr="FFFFFF"/>
                  </a:gs>
                  <a:gs pos="100000">
                    <a:srgbClr val="CBCBCB"/>
                  </a:gs>
                </a:gsLst>
                <a:lin ang="5400000" scaled="0"/>
              </a:gradFill>
              <a:prstDash val="solid"/>
            </a:ln>
            <a:effectLst>
              <a:outerShdw blurRad="127000" dist="63500" dir="5400000" algn="t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39" name="Shape">
              <a:extLst>
                <a:ext uri="{FF2B5EF4-FFF2-40B4-BE49-F238E27FC236}">
                  <a16:creationId xmlns:a16="http://schemas.microsoft.com/office/drawing/2014/main" id="{89080945-C9C5-14BC-8CA8-5978672046DD}"/>
                </a:ext>
              </a:extLst>
            </p:cNvPr>
            <p:cNvSpPr/>
            <p:nvPr/>
          </p:nvSpPr>
          <p:spPr>
            <a:xfrm>
              <a:off x="6956765" y="2360226"/>
              <a:ext cx="373493" cy="373493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innerShdw blurRad="88900" dist="25400" dir="162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40" name="Shape">
              <a:extLst>
                <a:ext uri="{FF2B5EF4-FFF2-40B4-BE49-F238E27FC236}">
                  <a16:creationId xmlns:a16="http://schemas.microsoft.com/office/drawing/2014/main" id="{3628E598-E8D9-B0C5-E3E6-4AF2EBC7264A}"/>
                </a:ext>
              </a:extLst>
            </p:cNvPr>
            <p:cNvSpPr/>
            <p:nvPr/>
          </p:nvSpPr>
          <p:spPr>
            <a:xfrm>
              <a:off x="7474925" y="2360226"/>
              <a:ext cx="2757226" cy="373493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</a:ln>
            <a:effectLst>
              <a:innerShdw blurRad="88900" dist="25400" dir="162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48" name="Shape">
              <a:extLst>
                <a:ext uri="{FF2B5EF4-FFF2-40B4-BE49-F238E27FC236}">
                  <a16:creationId xmlns:a16="http://schemas.microsoft.com/office/drawing/2014/main" id="{209FAC0F-E6C0-38BB-6737-974BC3F4C12B}"/>
                </a:ext>
              </a:extLst>
            </p:cNvPr>
            <p:cNvSpPr/>
            <p:nvPr/>
          </p:nvSpPr>
          <p:spPr>
            <a:xfrm>
              <a:off x="6464399" y="2734567"/>
              <a:ext cx="207818" cy="207818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blurRad="139700" dist="63500" dir="2700000" algn="tl" rotWithShape="0">
                <a:prstClr val="black">
                  <a:alpha val="29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49" name="Shape">
              <a:extLst>
                <a:ext uri="{FF2B5EF4-FFF2-40B4-BE49-F238E27FC236}">
                  <a16:creationId xmlns:a16="http://schemas.microsoft.com/office/drawing/2014/main" id="{258D3CAD-A38E-685F-EB82-B5957164B37D}"/>
                </a:ext>
              </a:extLst>
            </p:cNvPr>
            <p:cNvSpPr/>
            <p:nvPr/>
          </p:nvSpPr>
          <p:spPr>
            <a:xfrm>
              <a:off x="6510758" y="2779628"/>
              <a:ext cx="115099" cy="117695"/>
            </a:xfrm>
            <a:prstGeom prst="hexagon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5400" cap="flat" cmpd="sng" algn="ctr">
              <a:noFill/>
              <a:prstDash val="solid"/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46" name="Shape">
              <a:extLst>
                <a:ext uri="{FF2B5EF4-FFF2-40B4-BE49-F238E27FC236}">
                  <a16:creationId xmlns:a16="http://schemas.microsoft.com/office/drawing/2014/main" id="{16B0062C-4038-6E66-3153-3EF2F2A09126}"/>
                </a:ext>
              </a:extLst>
            </p:cNvPr>
            <p:cNvSpPr/>
            <p:nvPr/>
          </p:nvSpPr>
          <p:spPr>
            <a:xfrm>
              <a:off x="10523443" y="2734567"/>
              <a:ext cx="207818" cy="207818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blurRad="139700" dist="63500" dir="2700000" algn="tl" rotWithShape="0">
                <a:prstClr val="black">
                  <a:alpha val="29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47" name="Shape">
              <a:extLst>
                <a:ext uri="{FF2B5EF4-FFF2-40B4-BE49-F238E27FC236}">
                  <a16:creationId xmlns:a16="http://schemas.microsoft.com/office/drawing/2014/main" id="{CB31C99A-FC32-81AA-111A-57193CFF4340}"/>
                </a:ext>
              </a:extLst>
            </p:cNvPr>
            <p:cNvSpPr/>
            <p:nvPr/>
          </p:nvSpPr>
          <p:spPr>
            <a:xfrm>
              <a:off x="10569802" y="2779628"/>
              <a:ext cx="115099" cy="117695"/>
            </a:xfrm>
            <a:prstGeom prst="hexagon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5400" cap="flat" cmpd="sng" algn="ctr">
              <a:noFill/>
              <a:prstDash val="solid"/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44" name="Textbox">
              <a:extLst>
                <a:ext uri="{FF2B5EF4-FFF2-40B4-BE49-F238E27FC236}">
                  <a16:creationId xmlns:a16="http://schemas.microsoft.com/office/drawing/2014/main" id="{A3B703A6-9289-CC41-9A68-0BF27F31EB6F}"/>
                </a:ext>
              </a:extLst>
            </p:cNvPr>
            <p:cNvSpPr txBox="1"/>
            <p:nvPr/>
          </p:nvSpPr>
          <p:spPr>
            <a:xfrm>
              <a:off x="6895543" y="2365889"/>
              <a:ext cx="495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ora" pitchFamily="2" charset="0"/>
                </a:rPr>
                <a:t>02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21ADCCCD-7586-0DD4-D2FC-CD35751A3822}"/>
                </a:ext>
              </a:extLst>
            </p:cNvPr>
            <p:cNvSpPr/>
            <p:nvPr/>
          </p:nvSpPr>
          <p:spPr>
            <a:xfrm>
              <a:off x="1343209" y="4205417"/>
              <a:ext cx="4500445" cy="140498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5D5D5"/>
                </a:gs>
                <a:gs pos="100000">
                  <a:srgbClr val="FBFBFB"/>
                </a:gs>
              </a:gsLst>
              <a:lin ang="5400000" scaled="1"/>
              <a:tileRect/>
            </a:gradFill>
            <a:ln w="19050" cap="flat" cmpd="sng" algn="ctr">
              <a:gradFill>
                <a:gsLst>
                  <a:gs pos="0">
                    <a:sysClr val="window" lastClr="FFFFFF"/>
                  </a:gs>
                  <a:gs pos="100000">
                    <a:srgbClr val="CBCBCB"/>
                  </a:gs>
                </a:gsLst>
                <a:lin ang="5400000" scaled="0"/>
              </a:gradFill>
              <a:prstDash val="solid"/>
            </a:ln>
            <a:effectLst>
              <a:outerShdw blurRad="127000" dist="63500" dir="5400000" algn="t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48BA52B1-63E3-8F6C-ED05-70D2DEC02365}"/>
                </a:ext>
              </a:extLst>
            </p:cNvPr>
            <p:cNvSpPr/>
            <p:nvPr/>
          </p:nvSpPr>
          <p:spPr>
            <a:xfrm>
              <a:off x="1951628" y="4429658"/>
              <a:ext cx="373493" cy="373493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innerShdw blurRad="88900" dist="25400" dir="162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E20B0318-1534-3CA4-C681-A82D61E91939}"/>
                </a:ext>
              </a:extLst>
            </p:cNvPr>
            <p:cNvSpPr/>
            <p:nvPr/>
          </p:nvSpPr>
          <p:spPr>
            <a:xfrm>
              <a:off x="2469788" y="4429658"/>
              <a:ext cx="2757226" cy="373493"/>
            </a:xfrm>
            <a:prstGeom prst="rect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</a:ln>
            <a:effectLst>
              <a:innerShdw blurRad="88900" dist="25400" dir="162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61" name="Shape">
              <a:extLst>
                <a:ext uri="{FF2B5EF4-FFF2-40B4-BE49-F238E27FC236}">
                  <a16:creationId xmlns:a16="http://schemas.microsoft.com/office/drawing/2014/main" id="{DF0F6B31-D45D-C9D9-54D1-A98824FFC080}"/>
                </a:ext>
              </a:extLst>
            </p:cNvPr>
            <p:cNvSpPr/>
            <p:nvPr/>
          </p:nvSpPr>
          <p:spPr>
            <a:xfrm>
              <a:off x="1459262" y="4803999"/>
              <a:ext cx="207818" cy="207818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blurRad="139700" dist="63500" dir="2700000" algn="tl" rotWithShape="0">
                <a:prstClr val="black">
                  <a:alpha val="29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62" name="Shape">
              <a:extLst>
                <a:ext uri="{FF2B5EF4-FFF2-40B4-BE49-F238E27FC236}">
                  <a16:creationId xmlns:a16="http://schemas.microsoft.com/office/drawing/2014/main" id="{BD316F69-FECC-9CBC-4B3D-FC06147AAD03}"/>
                </a:ext>
              </a:extLst>
            </p:cNvPr>
            <p:cNvSpPr/>
            <p:nvPr/>
          </p:nvSpPr>
          <p:spPr>
            <a:xfrm>
              <a:off x="1505621" y="4849060"/>
              <a:ext cx="115099" cy="117695"/>
            </a:xfrm>
            <a:prstGeom prst="hexagon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5400" cap="flat" cmpd="sng" algn="ctr">
              <a:noFill/>
              <a:prstDash val="solid"/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A9F3AD2C-C88A-B54F-1571-7AF59989BD7D}"/>
                </a:ext>
              </a:extLst>
            </p:cNvPr>
            <p:cNvSpPr/>
            <p:nvPr/>
          </p:nvSpPr>
          <p:spPr>
            <a:xfrm>
              <a:off x="5518306" y="4803999"/>
              <a:ext cx="207818" cy="207818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blurRad="139700" dist="63500" dir="2700000" algn="tl" rotWithShape="0">
                <a:prstClr val="black">
                  <a:alpha val="29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A67A8785-F421-D878-A506-F6575FD4CE24}"/>
                </a:ext>
              </a:extLst>
            </p:cNvPr>
            <p:cNvSpPr/>
            <p:nvPr/>
          </p:nvSpPr>
          <p:spPr>
            <a:xfrm>
              <a:off x="5564665" y="4849060"/>
              <a:ext cx="115099" cy="117695"/>
            </a:xfrm>
            <a:prstGeom prst="hexagon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5400" cap="flat" cmpd="sng" algn="ctr">
              <a:noFill/>
              <a:prstDash val="solid"/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57" name="Text Box">
              <a:extLst>
                <a:ext uri="{FF2B5EF4-FFF2-40B4-BE49-F238E27FC236}">
                  <a16:creationId xmlns:a16="http://schemas.microsoft.com/office/drawing/2014/main" id="{55D8B1EE-346F-7FD3-6743-E56AB02D57B0}"/>
                </a:ext>
              </a:extLst>
            </p:cNvPr>
            <p:cNvSpPr txBox="1"/>
            <p:nvPr/>
          </p:nvSpPr>
          <p:spPr>
            <a:xfrm>
              <a:off x="1890406" y="4435321"/>
              <a:ext cx="4959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ora" pitchFamily="2" charset="0"/>
                </a:rPr>
                <a:t>03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64" name="Shape">
              <a:extLst>
                <a:ext uri="{FF2B5EF4-FFF2-40B4-BE49-F238E27FC236}">
                  <a16:creationId xmlns:a16="http://schemas.microsoft.com/office/drawing/2014/main" id="{C2FE2446-3217-1B51-CB9E-D80D4DC6A1FA}"/>
                </a:ext>
              </a:extLst>
            </p:cNvPr>
            <p:cNvSpPr/>
            <p:nvPr/>
          </p:nvSpPr>
          <p:spPr>
            <a:xfrm>
              <a:off x="6348346" y="4205417"/>
              <a:ext cx="4500445" cy="1404982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D5D5D5"/>
                </a:gs>
                <a:gs pos="100000">
                  <a:srgbClr val="FBFBFB"/>
                </a:gs>
              </a:gsLst>
              <a:lin ang="5400000" scaled="1"/>
              <a:tileRect/>
            </a:gradFill>
            <a:ln w="19050" cap="flat" cmpd="sng" algn="ctr">
              <a:gradFill>
                <a:gsLst>
                  <a:gs pos="0">
                    <a:sysClr val="window" lastClr="FFFFFF"/>
                  </a:gs>
                  <a:gs pos="100000">
                    <a:srgbClr val="CBCBCB"/>
                  </a:gs>
                </a:gsLst>
                <a:lin ang="5400000" scaled="0"/>
              </a:gradFill>
              <a:prstDash val="solid"/>
            </a:ln>
            <a:effectLst>
              <a:outerShdw blurRad="127000" dist="63500" dir="5400000" algn="t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65" name="Shape">
              <a:extLst>
                <a:ext uri="{FF2B5EF4-FFF2-40B4-BE49-F238E27FC236}">
                  <a16:creationId xmlns:a16="http://schemas.microsoft.com/office/drawing/2014/main" id="{6A32E708-F68E-6D2F-93E6-A61095CE531A}"/>
                </a:ext>
              </a:extLst>
            </p:cNvPr>
            <p:cNvSpPr/>
            <p:nvPr/>
          </p:nvSpPr>
          <p:spPr>
            <a:xfrm>
              <a:off x="6956765" y="4429658"/>
              <a:ext cx="373493" cy="373493"/>
            </a:xfrm>
            <a:prstGeom prst="rect">
              <a:avLst/>
            </a:prstGeom>
            <a:solidFill>
              <a:schemeClr val="accent4"/>
            </a:solidFill>
            <a:ln w="12700" cap="flat" cmpd="sng" algn="ctr">
              <a:noFill/>
              <a:prstDash val="solid"/>
            </a:ln>
            <a:effectLst>
              <a:innerShdw blurRad="88900" dist="25400" dir="162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66" name="Shape">
              <a:extLst>
                <a:ext uri="{FF2B5EF4-FFF2-40B4-BE49-F238E27FC236}">
                  <a16:creationId xmlns:a16="http://schemas.microsoft.com/office/drawing/2014/main" id="{8F247C7D-6D37-78E2-4888-3383E5126AD0}"/>
                </a:ext>
              </a:extLst>
            </p:cNvPr>
            <p:cNvSpPr/>
            <p:nvPr/>
          </p:nvSpPr>
          <p:spPr>
            <a:xfrm>
              <a:off x="7474925" y="4429658"/>
              <a:ext cx="2757226" cy="373493"/>
            </a:xfrm>
            <a:prstGeom prst="rect">
              <a:avLst/>
            </a:prstGeom>
            <a:solidFill>
              <a:schemeClr val="accent4"/>
            </a:solidFill>
            <a:ln w="12700" cap="flat" cmpd="sng" algn="ctr">
              <a:noFill/>
              <a:prstDash val="solid"/>
            </a:ln>
            <a:effectLst>
              <a:innerShdw blurRad="88900" dist="25400" dir="16200000">
                <a:prstClr val="black">
                  <a:alpha val="4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74" name="Shadow">
              <a:extLst>
                <a:ext uri="{FF2B5EF4-FFF2-40B4-BE49-F238E27FC236}">
                  <a16:creationId xmlns:a16="http://schemas.microsoft.com/office/drawing/2014/main" id="{868CE1D9-2E7B-9768-6848-27F7AC28714C}"/>
                </a:ext>
              </a:extLst>
            </p:cNvPr>
            <p:cNvSpPr/>
            <p:nvPr/>
          </p:nvSpPr>
          <p:spPr>
            <a:xfrm>
              <a:off x="6464399" y="4803999"/>
              <a:ext cx="207818" cy="207818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25400" cap="flat" cmpd="sng" algn="ctr">
              <a:noFill/>
              <a:prstDash val="solid"/>
            </a:ln>
            <a:effectLst>
              <a:outerShdw blurRad="139700" dist="63500" dir="2700000" algn="tl" rotWithShape="0">
                <a:prstClr val="black">
                  <a:alpha val="29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75" name="Shape">
              <a:extLst>
                <a:ext uri="{FF2B5EF4-FFF2-40B4-BE49-F238E27FC236}">
                  <a16:creationId xmlns:a16="http://schemas.microsoft.com/office/drawing/2014/main" id="{E84BA779-D714-1747-C62B-D6FAE379E769}"/>
                </a:ext>
              </a:extLst>
            </p:cNvPr>
            <p:cNvSpPr/>
            <p:nvPr/>
          </p:nvSpPr>
          <p:spPr>
            <a:xfrm>
              <a:off x="6510758" y="4849060"/>
              <a:ext cx="115099" cy="117695"/>
            </a:xfrm>
            <a:prstGeom prst="hexagon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25400" cap="flat" cmpd="sng" algn="ctr">
              <a:noFill/>
              <a:prstDash val="solid"/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72" name="Circle">
              <a:extLst>
                <a:ext uri="{FF2B5EF4-FFF2-40B4-BE49-F238E27FC236}">
                  <a16:creationId xmlns:a16="http://schemas.microsoft.com/office/drawing/2014/main" id="{1F6D61DD-1407-C0B1-CDAA-480CA45F573D}"/>
                </a:ext>
              </a:extLst>
            </p:cNvPr>
            <p:cNvSpPr/>
            <p:nvPr/>
          </p:nvSpPr>
          <p:spPr>
            <a:xfrm>
              <a:off x="10523443" y="4803999"/>
              <a:ext cx="207818" cy="207818"/>
            </a:xfrm>
            <a:prstGeom prst="ellipse">
              <a:avLst/>
            </a:prstGeom>
            <a:solidFill>
              <a:schemeClr val="accent4"/>
            </a:solidFill>
            <a:ln w="25400" cap="flat" cmpd="sng" algn="ctr">
              <a:noFill/>
              <a:prstDash val="solid"/>
            </a:ln>
            <a:effectLst>
              <a:outerShdw blurRad="139700" dist="63500" dir="2700000" algn="tl" rotWithShape="0">
                <a:prstClr val="black">
                  <a:alpha val="29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73" name="Circle">
              <a:extLst>
                <a:ext uri="{FF2B5EF4-FFF2-40B4-BE49-F238E27FC236}">
                  <a16:creationId xmlns:a16="http://schemas.microsoft.com/office/drawing/2014/main" id="{10AC393F-C4B4-5F85-D8FF-523E8F098070}"/>
                </a:ext>
              </a:extLst>
            </p:cNvPr>
            <p:cNvSpPr/>
            <p:nvPr/>
          </p:nvSpPr>
          <p:spPr>
            <a:xfrm>
              <a:off x="10569802" y="4849060"/>
              <a:ext cx="115099" cy="117695"/>
            </a:xfrm>
            <a:prstGeom prst="hexagon">
              <a:avLst/>
            </a:prstGeom>
            <a:solidFill>
              <a:schemeClr val="accent4"/>
            </a:solidFill>
            <a:ln w="25400" cap="flat" cmpd="sng" algn="ctr">
              <a:noFill/>
              <a:prstDash val="solid"/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70" name="Text Box">
              <a:extLst>
                <a:ext uri="{FF2B5EF4-FFF2-40B4-BE49-F238E27FC236}">
                  <a16:creationId xmlns:a16="http://schemas.microsoft.com/office/drawing/2014/main" id="{0ADBE6F5-EBF3-81FB-D1DD-15DEF4FC5414}"/>
                </a:ext>
              </a:extLst>
            </p:cNvPr>
            <p:cNvSpPr txBox="1"/>
            <p:nvPr/>
          </p:nvSpPr>
          <p:spPr>
            <a:xfrm>
              <a:off x="6895543" y="4449045"/>
              <a:ext cx="4959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Lora" pitchFamily="2" charset="0"/>
                </a:rPr>
                <a:t>04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426BD38-DBB0-AC26-57CD-BEB55ABC2C8F}"/>
                </a:ext>
              </a:extLst>
            </p:cNvPr>
            <p:cNvSpPr txBox="1"/>
            <p:nvPr/>
          </p:nvSpPr>
          <p:spPr>
            <a:xfrm>
              <a:off x="2469788" y="2868063"/>
              <a:ext cx="27572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6ABDEAA-CB90-4AFA-6621-3E51786C908A}"/>
                </a:ext>
              </a:extLst>
            </p:cNvPr>
            <p:cNvSpPr txBox="1"/>
            <p:nvPr/>
          </p:nvSpPr>
          <p:spPr>
            <a:xfrm>
              <a:off x="2469788" y="2379775"/>
              <a:ext cx="21316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Executive Summary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8AC488F-E47D-6402-879C-ED68838A0B9A}"/>
                </a:ext>
              </a:extLst>
            </p:cNvPr>
            <p:cNvSpPr txBox="1"/>
            <p:nvPr/>
          </p:nvSpPr>
          <p:spPr>
            <a:xfrm>
              <a:off x="2469788" y="4447127"/>
              <a:ext cx="21316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6865D84-9FC0-213F-B615-CA3CD6C888FE}"/>
                </a:ext>
              </a:extLst>
            </p:cNvPr>
            <p:cNvSpPr txBox="1"/>
            <p:nvPr/>
          </p:nvSpPr>
          <p:spPr>
            <a:xfrm>
              <a:off x="7474925" y="2373171"/>
              <a:ext cx="21316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Marketing Planning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99BF930-1E11-982D-33C4-A2201B42D6DE}"/>
                </a:ext>
              </a:extLst>
            </p:cNvPr>
            <p:cNvSpPr txBox="1"/>
            <p:nvPr/>
          </p:nvSpPr>
          <p:spPr>
            <a:xfrm>
              <a:off x="7474925" y="4447127"/>
              <a:ext cx="21316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600" b="1" dirty="0">
                  <a:solidFill>
                    <a:schemeClr val="bg1"/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16D1393-5471-3AD7-AE18-9BCAE9EE0788}"/>
                </a:ext>
              </a:extLst>
            </p:cNvPr>
            <p:cNvSpPr txBox="1"/>
            <p:nvPr/>
          </p:nvSpPr>
          <p:spPr>
            <a:xfrm>
              <a:off x="7476640" y="2868063"/>
              <a:ext cx="27572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35C30DB-BC6E-AC1B-931C-E3220F53EF96}"/>
                </a:ext>
              </a:extLst>
            </p:cNvPr>
            <p:cNvSpPr txBox="1"/>
            <p:nvPr/>
          </p:nvSpPr>
          <p:spPr>
            <a:xfrm>
              <a:off x="2469788" y="4939807"/>
              <a:ext cx="27572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C313F7D-F153-EEFC-5E1D-01153D21249A}"/>
                </a:ext>
              </a:extLst>
            </p:cNvPr>
            <p:cNvSpPr txBox="1"/>
            <p:nvPr/>
          </p:nvSpPr>
          <p:spPr>
            <a:xfrm>
              <a:off x="7476640" y="4917470"/>
              <a:ext cx="275722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9621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75A17665-AAB2-901B-B0DE-333C8B0D2A10}"/>
              </a:ext>
            </a:extLst>
          </p:cNvPr>
          <p:cNvGrpSpPr/>
          <p:nvPr/>
        </p:nvGrpSpPr>
        <p:grpSpPr>
          <a:xfrm>
            <a:off x="1809387" y="1805802"/>
            <a:ext cx="8573226" cy="4237247"/>
            <a:chOff x="1809387" y="1805802"/>
            <a:chExt cx="8573226" cy="4237247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FDD5BB29-94C0-FCF9-8494-0B4B346F500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809387" y="4630899"/>
              <a:ext cx="1593324" cy="1412150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ysClr val="window" lastClr="FFFFFF"/>
                </a:gs>
                <a:gs pos="100000">
                  <a:srgbClr val="DCDCDC"/>
                </a:gs>
              </a:gsLst>
              <a:lin ang="2700000" scaled="0"/>
            </a:gradFill>
            <a:ln w="19050">
              <a:gradFill>
                <a:gsLst>
                  <a:gs pos="0">
                    <a:srgbClr val="ADADAD"/>
                  </a:gs>
                  <a:gs pos="66000">
                    <a:sysClr val="window" lastClr="FFFFFF"/>
                  </a:gs>
                </a:gsLst>
                <a:lin ang="2700000" scaled="0"/>
              </a:gradFill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73EF707-7D96-E19B-5807-910F47FCE9C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25488" y="4822426"/>
              <a:ext cx="1161123" cy="102909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3"/>
            </a:solidFill>
            <a:ln w="15875">
              <a:noFill/>
            </a:ln>
            <a:effectLst>
              <a:innerShdw blurRad="63500" dist="25400" dir="2700000">
                <a:prstClr val="black">
                  <a:alpha val="50000"/>
                </a:prstClr>
              </a:inn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AEDD7542-3C9F-AD77-4110-992BB87924B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809387" y="3217952"/>
              <a:ext cx="1593324" cy="1412150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ysClr val="window" lastClr="FFFFFF"/>
                </a:gs>
                <a:gs pos="100000">
                  <a:srgbClr val="DCDCDC"/>
                </a:gs>
              </a:gsLst>
              <a:lin ang="2700000" scaled="0"/>
            </a:gradFill>
            <a:ln w="19050">
              <a:gradFill>
                <a:gsLst>
                  <a:gs pos="0">
                    <a:srgbClr val="ADADAD"/>
                  </a:gs>
                  <a:gs pos="66000">
                    <a:sysClr val="window" lastClr="FFFFFF"/>
                  </a:gs>
                </a:gsLst>
                <a:lin ang="2700000" scaled="0"/>
              </a:gradFill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7EBEBCAA-01AA-795B-62F8-65C564510C2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25488" y="3409479"/>
              <a:ext cx="1161123" cy="1029095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2"/>
            </a:solidFill>
            <a:ln w="15875">
              <a:noFill/>
            </a:ln>
            <a:effectLst>
              <a:innerShdw blurRad="63500" dist="25400" dir="2700000">
                <a:prstClr val="black">
                  <a:alpha val="50000"/>
                </a:prstClr>
              </a:inn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52939E8-577B-B312-FAA2-DD16886FF01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809387" y="1805802"/>
              <a:ext cx="1593324" cy="1412149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>
              <a:gsLst>
                <a:gs pos="0">
                  <a:sysClr val="window" lastClr="FFFFFF"/>
                </a:gs>
                <a:gs pos="100000">
                  <a:srgbClr val="DCDCDC"/>
                </a:gs>
              </a:gsLst>
              <a:lin ang="2700000" scaled="0"/>
            </a:gradFill>
            <a:ln w="19050">
              <a:gradFill>
                <a:gsLst>
                  <a:gs pos="0">
                    <a:srgbClr val="ADADAD"/>
                  </a:gs>
                  <a:gs pos="66000">
                    <a:sysClr val="window" lastClr="FFFFFF"/>
                  </a:gs>
                </a:gsLst>
                <a:lin ang="2700000" scaled="0"/>
              </a:gradFill>
            </a:ln>
            <a:effectLst>
              <a:outerShdw blurRad="1143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03A79E-A3F6-9633-50F4-031D081F125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25487" y="1997328"/>
              <a:ext cx="1161123" cy="1029094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accent1"/>
            </a:solidFill>
            <a:ln w="15875">
              <a:noFill/>
            </a:ln>
            <a:effectLst>
              <a:innerShdw blurRad="63500" dist="25400" dir="2700000">
                <a:prstClr val="black">
                  <a:alpha val="50000"/>
                </a:prstClr>
              </a:innerShdw>
            </a:effec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61D03D-C187-B1A5-B6DA-30422BC028BC}"/>
                </a:ext>
              </a:extLst>
            </p:cNvPr>
            <p:cNvSpPr txBox="1"/>
            <p:nvPr/>
          </p:nvSpPr>
          <p:spPr>
            <a:xfrm>
              <a:off x="3529482" y="3500833"/>
              <a:ext cx="6772891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>
                <a:spcBef>
                  <a:spcPts val="600"/>
                </a:spcBef>
              </a:pP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Maecenas non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laoreet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odio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Fusce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lobortis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porttitor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purus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,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vel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vestibulum libero pharetra vel.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Pellentesque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lorem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augue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3A06E25-1792-EA15-F3D7-75748D6EF4C3}"/>
                </a:ext>
              </a:extLst>
            </p:cNvPr>
            <p:cNvSpPr txBox="1"/>
            <p:nvPr/>
          </p:nvSpPr>
          <p:spPr>
            <a:xfrm>
              <a:off x="3609722" y="4913781"/>
              <a:ext cx="6772891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Maecenas non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laoreet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odio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Fusce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lobortis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porttitor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purus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,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vel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vestibulum libero pharetra vel.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Pellentesque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lorem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augue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7B62170-FB36-C30B-7779-5DE1B56D4AE4}"/>
                </a:ext>
              </a:extLst>
            </p:cNvPr>
            <p:cNvSpPr txBox="1"/>
            <p:nvPr/>
          </p:nvSpPr>
          <p:spPr>
            <a:xfrm>
              <a:off x="3609722" y="2088683"/>
              <a:ext cx="6694959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Financial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>
                <a:spcBef>
                  <a:spcPts val="600"/>
                </a:spcBef>
              </a:pP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Maecenas non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laoreet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odio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Fusce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lobortis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porttitor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purus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,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vel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vestibulum libero pharetra vel.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Pellentesque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 lorem </a:t>
              </a:r>
              <a:r>
                <a:rPr lang="en-IN" sz="1400" b="0" i="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augue</a:t>
              </a:r>
              <a:r>
                <a:rPr lang="en-IN" sz="1400" b="0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Lora" pitchFamily="2" charset="0"/>
                </a:rPr>
                <a:t>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pic>
          <p:nvPicPr>
            <p:cNvPr id="6146" name="Picture 2" descr="Financial Planning Icons - Free SVG &amp; PNG Financial Planning Images - Noun  Project">
              <a:extLst>
                <a:ext uri="{FF2B5EF4-FFF2-40B4-BE49-F238E27FC236}">
                  <a16:creationId xmlns:a16="http://schemas.microsoft.com/office/drawing/2014/main" id="{75EB22FE-00DF-FD42-919A-E5F7EC5628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6735" y="2252563"/>
              <a:ext cx="518627" cy="5186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CC797A06-C29B-5F7E-C1B8-4AB16A18AD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8736" y="3696714"/>
              <a:ext cx="454626" cy="454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Finance - Free business and finance icons">
              <a:extLst>
                <a:ext uri="{FF2B5EF4-FFF2-40B4-BE49-F238E27FC236}">
                  <a16:creationId xmlns:a16="http://schemas.microsoft.com/office/drawing/2014/main" id="{D9474E13-40F4-0217-3B2F-E1F0DDBF4B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5504" y="5106429"/>
              <a:ext cx="461090" cy="4610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76035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8F21C62A-66F1-B8FD-5A10-ABEDB4ABE977}"/>
              </a:ext>
            </a:extLst>
          </p:cNvPr>
          <p:cNvGrpSpPr/>
          <p:nvPr/>
        </p:nvGrpSpPr>
        <p:grpSpPr>
          <a:xfrm>
            <a:off x="1457721" y="1702758"/>
            <a:ext cx="9276559" cy="4272436"/>
            <a:chOff x="1457721" y="1702758"/>
            <a:chExt cx="9276559" cy="4272436"/>
          </a:xfrm>
        </p:grpSpPr>
        <p:sp>
          <p:nvSpPr>
            <p:cNvPr id="3" name="Diamond">
              <a:extLst>
                <a:ext uri="{FF2B5EF4-FFF2-40B4-BE49-F238E27FC236}">
                  <a16:creationId xmlns:a16="http://schemas.microsoft.com/office/drawing/2014/main" id="{9C7E2C32-700B-7F55-9673-B2DEC0EC232C}"/>
                </a:ext>
              </a:extLst>
            </p:cNvPr>
            <p:cNvSpPr/>
            <p:nvPr/>
          </p:nvSpPr>
          <p:spPr>
            <a:xfrm rot="2581990">
              <a:off x="1707628" y="2160955"/>
              <a:ext cx="1883427" cy="1882744"/>
            </a:xfrm>
            <a:prstGeom prst="roundRect">
              <a:avLst>
                <a:gd name="adj" fmla="val 12985"/>
              </a:avLst>
            </a:prstGeom>
            <a:solidFill>
              <a:schemeClr val="accent1"/>
            </a:solidFill>
            <a:ln w="25400" cap="flat" cmpd="sng" algn="ctr">
              <a:gradFill flip="none"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innerShdw blurRad="139700" dist="762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4" name="Diamond">
              <a:extLst>
                <a:ext uri="{FF2B5EF4-FFF2-40B4-BE49-F238E27FC236}">
                  <a16:creationId xmlns:a16="http://schemas.microsoft.com/office/drawing/2014/main" id="{D8A862DA-4DA2-7583-D6BB-AD0528B4B1AA}"/>
                </a:ext>
              </a:extLst>
            </p:cNvPr>
            <p:cNvSpPr/>
            <p:nvPr/>
          </p:nvSpPr>
          <p:spPr>
            <a:xfrm rot="2581990">
              <a:off x="4276344" y="3562534"/>
              <a:ext cx="1491455" cy="1490915"/>
            </a:xfrm>
            <a:prstGeom prst="roundRect">
              <a:avLst>
                <a:gd name="adj" fmla="val 12985"/>
              </a:avLst>
            </a:prstGeom>
            <a:solidFill>
              <a:schemeClr val="accent2"/>
            </a:solidFill>
            <a:ln w="25400" cap="flat" cmpd="sng" algn="ctr">
              <a:gradFill flip="none"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innerShdw blurRad="139700" dist="762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5" name="Diamond">
              <a:extLst>
                <a:ext uri="{FF2B5EF4-FFF2-40B4-BE49-F238E27FC236}">
                  <a16:creationId xmlns:a16="http://schemas.microsoft.com/office/drawing/2014/main" id="{B3D76077-1CC1-91DD-7942-CA1902E33C43}"/>
                </a:ext>
              </a:extLst>
            </p:cNvPr>
            <p:cNvSpPr/>
            <p:nvPr/>
          </p:nvSpPr>
          <p:spPr>
            <a:xfrm rot="2581990">
              <a:off x="8970262" y="3347404"/>
              <a:ext cx="1491455" cy="1490915"/>
            </a:xfrm>
            <a:prstGeom prst="roundRect">
              <a:avLst>
                <a:gd name="adj" fmla="val 12985"/>
              </a:avLst>
            </a:prstGeom>
            <a:solidFill>
              <a:schemeClr val="accent4"/>
            </a:solidFill>
            <a:ln w="25400" cap="flat" cmpd="sng" algn="ctr">
              <a:gradFill flip="none"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innerShdw blurRad="139700" dist="762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/>
              <a:endPara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6" name="Diamond">
              <a:extLst>
                <a:ext uri="{FF2B5EF4-FFF2-40B4-BE49-F238E27FC236}">
                  <a16:creationId xmlns:a16="http://schemas.microsoft.com/office/drawing/2014/main" id="{BD4AE2F5-414D-82EB-17D2-A085CB1A31D4}"/>
                </a:ext>
              </a:extLst>
            </p:cNvPr>
            <p:cNvSpPr/>
            <p:nvPr/>
          </p:nvSpPr>
          <p:spPr>
            <a:xfrm rot="2581990">
              <a:off x="6320884" y="1987421"/>
              <a:ext cx="1883427" cy="1882744"/>
            </a:xfrm>
            <a:prstGeom prst="roundRect">
              <a:avLst>
                <a:gd name="adj" fmla="val 12985"/>
              </a:avLst>
            </a:prstGeom>
            <a:solidFill>
              <a:schemeClr val="accent3"/>
            </a:solidFill>
            <a:ln w="25400" cap="flat" cmpd="sng" algn="ctr">
              <a:gradFill flip="none" rotWithShape="1">
                <a:gsLst>
                  <a:gs pos="0">
                    <a:srgbClr val="FFFFFF">
                      <a:lumMod val="75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innerShdw blurRad="139700" dist="762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7" name="Shape">
              <a:extLst>
                <a:ext uri="{FF2B5EF4-FFF2-40B4-BE49-F238E27FC236}">
                  <a16:creationId xmlns:a16="http://schemas.microsoft.com/office/drawing/2014/main" id="{A4F3BF26-91FD-E624-D534-763D9020AAF7}"/>
                </a:ext>
              </a:extLst>
            </p:cNvPr>
            <p:cNvSpPr/>
            <p:nvPr/>
          </p:nvSpPr>
          <p:spPr>
            <a:xfrm rot="21481990">
              <a:off x="1457721" y="2465655"/>
              <a:ext cx="9131032" cy="2409923"/>
            </a:xfrm>
            <a:custGeom>
              <a:avLst/>
              <a:gdLst>
                <a:gd name="connsiteX0" fmla="*/ 6382501 w 7023637"/>
                <a:gd name="connsiteY0" fmla="*/ 230936 h 1854397"/>
                <a:gd name="connsiteX1" fmla="*/ 6984659 w 7023637"/>
                <a:gd name="connsiteY1" fmla="*/ 833094 h 1854397"/>
                <a:gd name="connsiteX2" fmla="*/ 6984659 w 7023637"/>
                <a:gd name="connsiteY2" fmla="*/ 1021294 h 1854397"/>
                <a:gd name="connsiteX3" fmla="*/ 6382502 w 7023637"/>
                <a:gd name="connsiteY3" fmla="*/ 1623452 h 1854397"/>
                <a:gd name="connsiteX4" fmla="*/ 6238324 w 7023637"/>
                <a:gd name="connsiteY4" fmla="*/ 1652686 h 1854397"/>
                <a:gd name="connsiteX5" fmla="*/ 6233468 w 7023637"/>
                <a:gd name="connsiteY5" fmla="*/ 1649461 h 1854397"/>
                <a:gd name="connsiteX6" fmla="*/ 5619292 w 7023637"/>
                <a:gd name="connsiteY6" fmla="*/ 1035284 h 1854397"/>
                <a:gd name="connsiteX7" fmla="*/ 5381956 w 7023637"/>
                <a:gd name="connsiteY7" fmla="*/ 1035284 h 1854397"/>
                <a:gd name="connsiteX8" fmla="*/ 4622585 w 7023637"/>
                <a:gd name="connsiteY8" fmla="*/ 1794655 h 1854397"/>
                <a:gd name="connsiteX9" fmla="*/ 4612056 w 7023637"/>
                <a:gd name="connsiteY9" fmla="*/ 1810510 h 1854397"/>
                <a:gd name="connsiteX10" fmla="*/ 4564487 w 7023637"/>
                <a:gd name="connsiteY10" fmla="*/ 1842098 h 1854397"/>
                <a:gd name="connsiteX11" fmla="*/ 4423292 w 7023637"/>
                <a:gd name="connsiteY11" fmla="*/ 1835186 h 1854397"/>
                <a:gd name="connsiteX12" fmla="*/ 4387173 w 7023637"/>
                <a:gd name="connsiteY12" fmla="*/ 1808553 h 1854397"/>
                <a:gd name="connsiteX13" fmla="*/ 4380859 w 7023637"/>
                <a:gd name="connsiteY13" fmla="*/ 1799045 h 1854397"/>
                <a:gd name="connsiteX14" fmla="*/ 3621487 w 7023637"/>
                <a:gd name="connsiteY14" fmla="*/ 1039674 h 1854397"/>
                <a:gd name="connsiteX15" fmla="*/ 3439668 w 7023637"/>
                <a:gd name="connsiteY15" fmla="*/ 1002808 h 1854397"/>
                <a:gd name="connsiteX16" fmla="*/ 3407952 w 7023637"/>
                <a:gd name="connsiteY16" fmla="*/ 1023869 h 1854397"/>
                <a:gd name="connsiteX17" fmla="*/ 2808370 w 7023637"/>
                <a:gd name="connsiteY17" fmla="*/ 1623451 h 1854397"/>
                <a:gd name="connsiteX18" fmla="*/ 2620170 w 7023637"/>
                <a:gd name="connsiteY18" fmla="*/ 1623451 h 1854397"/>
                <a:gd name="connsiteX19" fmla="*/ 2194586 w 7023637"/>
                <a:gd name="connsiteY19" fmla="*/ 1197867 h 1854397"/>
                <a:gd name="connsiteX20" fmla="*/ 2194565 w 7023637"/>
                <a:gd name="connsiteY20" fmla="*/ 1197867 h 1854397"/>
                <a:gd name="connsiteX21" fmla="*/ 2042569 w 7023637"/>
                <a:gd name="connsiteY21" fmla="*/ 1045871 h 1854397"/>
                <a:gd name="connsiteX22" fmla="*/ 1805233 w 7023637"/>
                <a:gd name="connsiteY22" fmla="*/ 1045871 h 1854397"/>
                <a:gd name="connsiteX23" fmla="*/ 1045861 w 7023637"/>
                <a:gd name="connsiteY23" fmla="*/ 1805242 h 1854397"/>
                <a:gd name="connsiteX24" fmla="*/ 1045860 w 7023637"/>
                <a:gd name="connsiteY24" fmla="*/ 1805244 h 1854397"/>
                <a:gd name="connsiteX25" fmla="*/ 990345 w 7023637"/>
                <a:gd name="connsiteY25" fmla="*/ 1842109 h 1854397"/>
                <a:gd name="connsiteX26" fmla="*/ 808525 w 7023637"/>
                <a:gd name="connsiteY26" fmla="*/ 1805243 h 1854397"/>
                <a:gd name="connsiteX27" fmla="*/ 49154 w 7023637"/>
                <a:gd name="connsiteY27" fmla="*/ 1045872 h 1854397"/>
                <a:gd name="connsiteX28" fmla="*/ 49154 w 7023637"/>
                <a:gd name="connsiteY28" fmla="*/ 808536 h 1854397"/>
                <a:gd name="connsiteX29" fmla="*/ 808525 w 7023637"/>
                <a:gd name="connsiteY29" fmla="*/ 49164 h 1854397"/>
                <a:gd name="connsiteX30" fmla="*/ 1045861 w 7023637"/>
                <a:gd name="connsiteY30" fmla="*/ 49164 h 1854397"/>
                <a:gd name="connsiteX31" fmla="*/ 1653226 w 7023637"/>
                <a:gd name="connsiteY31" fmla="*/ 656529 h 1854397"/>
                <a:gd name="connsiteX32" fmla="*/ 1653248 w 7023637"/>
                <a:gd name="connsiteY32" fmla="*/ 656529 h 1854397"/>
                <a:gd name="connsiteX33" fmla="*/ 1805243 w 7023637"/>
                <a:gd name="connsiteY33" fmla="*/ 808524 h 1854397"/>
                <a:gd name="connsiteX34" fmla="*/ 2042579 w 7023637"/>
                <a:gd name="connsiteY34" fmla="*/ 808524 h 1854397"/>
                <a:gd name="connsiteX35" fmla="*/ 2112731 w 7023637"/>
                <a:gd name="connsiteY35" fmla="*/ 738372 h 1854397"/>
                <a:gd name="connsiteX36" fmla="*/ 2620169 w 7023637"/>
                <a:gd name="connsiteY36" fmla="*/ 230935 h 1854397"/>
                <a:gd name="connsiteX37" fmla="*/ 2808370 w 7023637"/>
                <a:gd name="connsiteY37" fmla="*/ 230935 h 1854397"/>
                <a:gd name="connsiteX38" fmla="*/ 3236140 w 7023637"/>
                <a:gd name="connsiteY38" fmla="*/ 658705 h 1854397"/>
                <a:gd name="connsiteX39" fmla="*/ 3240530 w 7023637"/>
                <a:gd name="connsiteY39" fmla="*/ 658705 h 1854397"/>
                <a:gd name="connsiteX40" fmla="*/ 3388156 w 7023637"/>
                <a:gd name="connsiteY40" fmla="*/ 806331 h 1854397"/>
                <a:gd name="connsiteX41" fmla="*/ 3625492 w 7023637"/>
                <a:gd name="connsiteY41" fmla="*/ 806331 h 1854397"/>
                <a:gd name="connsiteX42" fmla="*/ 4382672 w 7023637"/>
                <a:gd name="connsiteY42" fmla="*/ 49151 h 1854397"/>
                <a:gd name="connsiteX43" fmla="*/ 4438185 w 7023637"/>
                <a:gd name="connsiteY43" fmla="*/ 12288 h 1854397"/>
                <a:gd name="connsiteX44" fmla="*/ 4579381 w 7023637"/>
                <a:gd name="connsiteY44" fmla="*/ 19201 h 1854397"/>
                <a:gd name="connsiteX45" fmla="*/ 4615497 w 7023637"/>
                <a:gd name="connsiteY45" fmla="*/ 45831 h 1854397"/>
                <a:gd name="connsiteX46" fmla="*/ 4621812 w 7023637"/>
                <a:gd name="connsiteY46" fmla="*/ 55341 h 1854397"/>
                <a:gd name="connsiteX47" fmla="*/ 5381183 w 7023637"/>
                <a:gd name="connsiteY47" fmla="*/ 814712 h 1854397"/>
                <a:gd name="connsiteX48" fmla="*/ 5618519 w 7023637"/>
                <a:gd name="connsiteY48" fmla="*/ 814712 h 1854397"/>
                <a:gd name="connsiteX49" fmla="*/ 6218098 w 7023637"/>
                <a:gd name="connsiteY49" fmla="*/ 215133 h 1854397"/>
                <a:gd name="connsiteX50" fmla="*/ 6238324 w 7023637"/>
                <a:gd name="connsiteY50" fmla="*/ 201702 h 1854397"/>
                <a:gd name="connsiteX51" fmla="*/ 6382501 w 7023637"/>
                <a:gd name="connsiteY51" fmla="*/ 230936 h 185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7023637" h="1854397">
                  <a:moveTo>
                    <a:pt x="6382501" y="230936"/>
                  </a:moveTo>
                  <a:lnTo>
                    <a:pt x="6984659" y="833094"/>
                  </a:lnTo>
                  <a:cubicBezTo>
                    <a:pt x="7036630" y="885064"/>
                    <a:pt x="7036630" y="969325"/>
                    <a:pt x="6984659" y="1021294"/>
                  </a:cubicBezTo>
                  <a:lnTo>
                    <a:pt x="6382502" y="1623452"/>
                  </a:lnTo>
                  <a:cubicBezTo>
                    <a:pt x="6343525" y="1662430"/>
                    <a:pt x="6286384" y="1672174"/>
                    <a:pt x="6238324" y="1652686"/>
                  </a:cubicBezTo>
                  <a:lnTo>
                    <a:pt x="6233468" y="1649461"/>
                  </a:lnTo>
                  <a:lnTo>
                    <a:pt x="5619292" y="1035284"/>
                  </a:lnTo>
                  <a:cubicBezTo>
                    <a:pt x="5553753" y="969745"/>
                    <a:pt x="5447494" y="969745"/>
                    <a:pt x="5381956" y="1035284"/>
                  </a:cubicBezTo>
                  <a:lnTo>
                    <a:pt x="4622585" y="1794655"/>
                  </a:lnTo>
                  <a:lnTo>
                    <a:pt x="4612056" y="1810510"/>
                  </a:lnTo>
                  <a:lnTo>
                    <a:pt x="4564487" y="1842098"/>
                  </a:lnTo>
                  <a:cubicBezTo>
                    <a:pt x="4519032" y="1860531"/>
                    <a:pt x="4467136" y="1858226"/>
                    <a:pt x="4423292" y="1835186"/>
                  </a:cubicBezTo>
                  <a:lnTo>
                    <a:pt x="4387173" y="1808553"/>
                  </a:lnTo>
                  <a:lnTo>
                    <a:pt x="4380859" y="1799045"/>
                  </a:lnTo>
                  <a:lnTo>
                    <a:pt x="3621487" y="1039674"/>
                  </a:lnTo>
                  <a:cubicBezTo>
                    <a:pt x="3572333" y="990520"/>
                    <a:pt x="3500274" y="978231"/>
                    <a:pt x="3439668" y="1002808"/>
                  </a:cubicBezTo>
                  <a:lnTo>
                    <a:pt x="3407952" y="1023869"/>
                  </a:lnTo>
                  <a:lnTo>
                    <a:pt x="2808370" y="1623451"/>
                  </a:lnTo>
                  <a:cubicBezTo>
                    <a:pt x="2756400" y="1675421"/>
                    <a:pt x="2672140" y="1675421"/>
                    <a:pt x="2620170" y="1623451"/>
                  </a:cubicBezTo>
                  <a:lnTo>
                    <a:pt x="2194586" y="1197867"/>
                  </a:lnTo>
                  <a:lnTo>
                    <a:pt x="2194565" y="1197867"/>
                  </a:lnTo>
                  <a:lnTo>
                    <a:pt x="2042569" y="1045871"/>
                  </a:lnTo>
                  <a:cubicBezTo>
                    <a:pt x="1977030" y="980332"/>
                    <a:pt x="1870772" y="980332"/>
                    <a:pt x="1805233" y="1045871"/>
                  </a:cubicBezTo>
                  <a:lnTo>
                    <a:pt x="1045861" y="1805242"/>
                  </a:lnTo>
                  <a:lnTo>
                    <a:pt x="1045860" y="1805244"/>
                  </a:lnTo>
                  <a:lnTo>
                    <a:pt x="990345" y="1842109"/>
                  </a:lnTo>
                  <a:cubicBezTo>
                    <a:pt x="929738" y="1866686"/>
                    <a:pt x="857679" y="1854397"/>
                    <a:pt x="808525" y="1805243"/>
                  </a:cubicBezTo>
                  <a:lnTo>
                    <a:pt x="49154" y="1045872"/>
                  </a:lnTo>
                  <a:cubicBezTo>
                    <a:pt x="-16385" y="980333"/>
                    <a:pt x="-16385" y="874074"/>
                    <a:pt x="49154" y="808536"/>
                  </a:cubicBezTo>
                  <a:lnTo>
                    <a:pt x="808525" y="49164"/>
                  </a:lnTo>
                  <a:cubicBezTo>
                    <a:pt x="874064" y="-16375"/>
                    <a:pt x="980322" y="-16375"/>
                    <a:pt x="1045861" y="49164"/>
                  </a:cubicBezTo>
                  <a:lnTo>
                    <a:pt x="1653226" y="656529"/>
                  </a:lnTo>
                  <a:lnTo>
                    <a:pt x="1653248" y="656529"/>
                  </a:lnTo>
                  <a:lnTo>
                    <a:pt x="1805243" y="808524"/>
                  </a:lnTo>
                  <a:cubicBezTo>
                    <a:pt x="1870782" y="874063"/>
                    <a:pt x="1977040" y="874063"/>
                    <a:pt x="2042579" y="808524"/>
                  </a:cubicBezTo>
                  <a:lnTo>
                    <a:pt x="2112731" y="738372"/>
                  </a:lnTo>
                  <a:lnTo>
                    <a:pt x="2620169" y="230935"/>
                  </a:lnTo>
                  <a:cubicBezTo>
                    <a:pt x="2672139" y="178964"/>
                    <a:pt x="2756399" y="178964"/>
                    <a:pt x="2808370" y="230935"/>
                  </a:cubicBezTo>
                  <a:lnTo>
                    <a:pt x="3236140" y="658705"/>
                  </a:lnTo>
                  <a:lnTo>
                    <a:pt x="3240530" y="658705"/>
                  </a:lnTo>
                  <a:lnTo>
                    <a:pt x="3388156" y="806331"/>
                  </a:lnTo>
                  <a:cubicBezTo>
                    <a:pt x="3453695" y="871870"/>
                    <a:pt x="3559954" y="871870"/>
                    <a:pt x="3625492" y="806331"/>
                  </a:cubicBezTo>
                  <a:lnTo>
                    <a:pt x="4382672" y="49151"/>
                  </a:lnTo>
                  <a:lnTo>
                    <a:pt x="4438185" y="12288"/>
                  </a:lnTo>
                  <a:cubicBezTo>
                    <a:pt x="4483639" y="-6144"/>
                    <a:pt x="4535536" y="-3840"/>
                    <a:pt x="4579381" y="19201"/>
                  </a:cubicBezTo>
                  <a:lnTo>
                    <a:pt x="4615497" y="45831"/>
                  </a:lnTo>
                  <a:lnTo>
                    <a:pt x="4621812" y="55341"/>
                  </a:lnTo>
                  <a:lnTo>
                    <a:pt x="5381183" y="814712"/>
                  </a:lnTo>
                  <a:cubicBezTo>
                    <a:pt x="5446722" y="880251"/>
                    <a:pt x="5552980" y="880251"/>
                    <a:pt x="5618519" y="814712"/>
                  </a:cubicBezTo>
                  <a:lnTo>
                    <a:pt x="6218098" y="215133"/>
                  </a:lnTo>
                  <a:lnTo>
                    <a:pt x="6238324" y="201702"/>
                  </a:lnTo>
                  <a:cubicBezTo>
                    <a:pt x="6286383" y="182213"/>
                    <a:pt x="6343523" y="191958"/>
                    <a:pt x="6382501" y="230936"/>
                  </a:cubicBezTo>
                  <a:close/>
                </a:path>
              </a:pathLst>
            </a:custGeom>
            <a:gradFill>
              <a:gsLst>
                <a:gs pos="100000">
                  <a:srgbClr val="F5F5F5"/>
                </a:gs>
                <a:gs pos="0">
                  <a:srgbClr val="D9D9D9"/>
                </a:gs>
              </a:gsLst>
              <a:lin ang="5400000" scaled="0"/>
            </a:gradFill>
            <a:ln w="22225" cap="flat" cmpd="sng" algn="ctr">
              <a:gradFill>
                <a:gsLst>
                  <a:gs pos="0">
                    <a:srgbClr val="FFFFFF"/>
                  </a:gs>
                  <a:gs pos="100000">
                    <a:srgbClr val="FFFFFF">
                      <a:lumMod val="8500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blurRad="1397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55" name="Picture 2" descr="Summary Icon #427383 - Free Icons Library">
              <a:extLst>
                <a:ext uri="{FF2B5EF4-FFF2-40B4-BE49-F238E27FC236}">
                  <a16:creationId xmlns:a16="http://schemas.microsoft.com/office/drawing/2014/main" id="{46EF0CB7-B2A0-D53A-9459-D093025BAF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1825" y="3369671"/>
              <a:ext cx="806410" cy="789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B771AD9C-3758-5A6E-828B-2F421599B2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9435" y="3336380"/>
              <a:ext cx="640952" cy="6409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009D0106-129F-5A05-6302-85252A9511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6590" y="3155037"/>
              <a:ext cx="865221" cy="8652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8" descr="Finance - Free business and finance icons">
              <a:extLst>
                <a:ext uri="{FF2B5EF4-FFF2-40B4-BE49-F238E27FC236}">
                  <a16:creationId xmlns:a16="http://schemas.microsoft.com/office/drawing/2014/main" id="{C4FD4395-8F31-5E96-7C4D-8B4BC2AF31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3834" y="3303502"/>
              <a:ext cx="550409" cy="550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D827986-0C06-CBD2-5D98-6C833C15AAB8}"/>
                </a:ext>
              </a:extLst>
            </p:cNvPr>
            <p:cNvSpPr txBox="1"/>
            <p:nvPr/>
          </p:nvSpPr>
          <p:spPr>
            <a:xfrm>
              <a:off x="1581126" y="5221141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Executive Summary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03ADF6B-1644-A0D0-E1E3-71A10EF0BADA}"/>
                </a:ext>
              </a:extLst>
            </p:cNvPr>
            <p:cNvSpPr txBox="1"/>
            <p:nvPr/>
          </p:nvSpPr>
          <p:spPr>
            <a:xfrm>
              <a:off x="3846258" y="1702758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7CAC685-F07E-9485-A6BF-68FA08B027E5}"/>
                </a:ext>
              </a:extLst>
            </p:cNvPr>
            <p:cNvSpPr txBox="1"/>
            <p:nvPr/>
          </p:nvSpPr>
          <p:spPr>
            <a:xfrm>
              <a:off x="6205296" y="5221141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349219B-DE48-292A-7699-3276F7270643}"/>
                </a:ext>
              </a:extLst>
            </p:cNvPr>
            <p:cNvSpPr txBox="1"/>
            <p:nvPr/>
          </p:nvSpPr>
          <p:spPr>
            <a:xfrm>
              <a:off x="8506472" y="1702758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827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AAAB4F55-9F62-DFA9-DA2B-BB88B282B9EA}"/>
              </a:ext>
            </a:extLst>
          </p:cNvPr>
          <p:cNvGrpSpPr/>
          <p:nvPr/>
        </p:nvGrpSpPr>
        <p:grpSpPr>
          <a:xfrm>
            <a:off x="963424" y="1771654"/>
            <a:ext cx="9972989" cy="4217358"/>
            <a:chOff x="963424" y="1771654"/>
            <a:chExt cx="9972989" cy="421735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974E34F-A2A8-F99D-FAF5-1E9D113BFE45}"/>
                </a:ext>
              </a:extLst>
            </p:cNvPr>
            <p:cNvSpPr txBox="1"/>
            <p:nvPr/>
          </p:nvSpPr>
          <p:spPr>
            <a:xfrm>
              <a:off x="963424" y="1771654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Executive Summary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3" name="Shape">
              <a:extLst>
                <a:ext uri="{FF2B5EF4-FFF2-40B4-BE49-F238E27FC236}">
                  <a16:creationId xmlns:a16="http://schemas.microsoft.com/office/drawing/2014/main" id="{524BED1F-249E-6F14-69DC-079F2E67999D}"/>
                </a:ext>
              </a:extLst>
            </p:cNvPr>
            <p:cNvSpPr/>
            <p:nvPr/>
          </p:nvSpPr>
          <p:spPr>
            <a:xfrm flipH="1" flipV="1">
              <a:off x="1255588" y="2782682"/>
              <a:ext cx="1959535" cy="3206330"/>
            </a:xfrm>
            <a:custGeom>
              <a:avLst/>
              <a:gdLst>
                <a:gd name="connsiteX0" fmla="*/ 666749 w 2160310"/>
                <a:gd name="connsiteY0" fmla="*/ 3500538 h 3500538"/>
                <a:gd name="connsiteX1" fmla="*/ 0 w 2160310"/>
                <a:gd name="connsiteY1" fmla="*/ 3195738 h 3500538"/>
                <a:gd name="connsiteX2" fmla="*/ 0 w 2160310"/>
                <a:gd name="connsiteY2" fmla="*/ 290613 h 3500538"/>
                <a:gd name="connsiteX3" fmla="*/ 300903 w 2160310"/>
                <a:gd name="connsiteY3" fmla="*/ 320212 h 3500538"/>
                <a:gd name="connsiteX4" fmla="*/ 300903 w 2160310"/>
                <a:gd name="connsiteY4" fmla="*/ 0 h 3500538"/>
                <a:gd name="connsiteX5" fmla="*/ 2160310 w 2160310"/>
                <a:gd name="connsiteY5" fmla="*/ 582775 h 3500538"/>
                <a:gd name="connsiteX6" fmla="*/ 857957 w 2160310"/>
                <a:gd name="connsiteY6" fmla="*/ 582775 h 3500538"/>
                <a:gd name="connsiteX0" fmla="*/ 666749 w 2160310"/>
                <a:gd name="connsiteY0" fmla="*/ 3500538 h 3500538"/>
                <a:gd name="connsiteX1" fmla="*/ 0 w 2160310"/>
                <a:gd name="connsiteY1" fmla="*/ 3195738 h 3500538"/>
                <a:gd name="connsiteX2" fmla="*/ 0 w 2160310"/>
                <a:gd name="connsiteY2" fmla="*/ 290613 h 3500538"/>
                <a:gd name="connsiteX3" fmla="*/ 300903 w 2160310"/>
                <a:gd name="connsiteY3" fmla="*/ 0 h 3500538"/>
                <a:gd name="connsiteX4" fmla="*/ 2160310 w 2160310"/>
                <a:gd name="connsiteY4" fmla="*/ 582775 h 3500538"/>
                <a:gd name="connsiteX5" fmla="*/ 857957 w 2160310"/>
                <a:gd name="connsiteY5" fmla="*/ 582775 h 3500538"/>
                <a:gd name="connsiteX6" fmla="*/ 666749 w 2160310"/>
                <a:gd name="connsiteY6" fmla="*/ 3500538 h 3500538"/>
                <a:gd name="connsiteX0" fmla="*/ 666821 w 2160382"/>
                <a:gd name="connsiteY0" fmla="*/ 3500538 h 3500538"/>
                <a:gd name="connsiteX1" fmla="*/ 72 w 2160382"/>
                <a:gd name="connsiteY1" fmla="*/ 3195738 h 3500538"/>
                <a:gd name="connsiteX2" fmla="*/ 72 w 2160382"/>
                <a:gd name="connsiteY2" fmla="*/ 290613 h 3500538"/>
                <a:gd name="connsiteX3" fmla="*/ 300975 w 2160382"/>
                <a:gd name="connsiteY3" fmla="*/ 0 h 3500538"/>
                <a:gd name="connsiteX4" fmla="*/ 2160382 w 2160382"/>
                <a:gd name="connsiteY4" fmla="*/ 582775 h 3500538"/>
                <a:gd name="connsiteX5" fmla="*/ 858029 w 2160382"/>
                <a:gd name="connsiteY5" fmla="*/ 582775 h 3500538"/>
                <a:gd name="connsiteX6" fmla="*/ 666821 w 2160382"/>
                <a:gd name="connsiteY6" fmla="*/ 3500538 h 3500538"/>
                <a:gd name="connsiteX0" fmla="*/ 668858 w 2162419"/>
                <a:gd name="connsiteY0" fmla="*/ 3538305 h 3538305"/>
                <a:gd name="connsiteX1" fmla="*/ 2109 w 2162419"/>
                <a:gd name="connsiteY1" fmla="*/ 3233505 h 3538305"/>
                <a:gd name="connsiteX2" fmla="*/ 2109 w 2162419"/>
                <a:gd name="connsiteY2" fmla="*/ 328380 h 3538305"/>
                <a:gd name="connsiteX3" fmla="*/ 303012 w 2162419"/>
                <a:gd name="connsiteY3" fmla="*/ 37767 h 3538305"/>
                <a:gd name="connsiteX4" fmla="*/ 2162419 w 2162419"/>
                <a:gd name="connsiteY4" fmla="*/ 620542 h 3538305"/>
                <a:gd name="connsiteX5" fmla="*/ 860066 w 2162419"/>
                <a:gd name="connsiteY5" fmla="*/ 620542 h 3538305"/>
                <a:gd name="connsiteX6" fmla="*/ 668858 w 2162419"/>
                <a:gd name="connsiteY6" fmla="*/ 3538305 h 3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2419" h="3538305">
                  <a:moveTo>
                    <a:pt x="668858" y="3538305"/>
                  </a:moveTo>
                  <a:lnTo>
                    <a:pt x="2109" y="3233505"/>
                  </a:lnTo>
                  <a:lnTo>
                    <a:pt x="2109" y="328380"/>
                  </a:lnTo>
                  <a:cubicBezTo>
                    <a:pt x="-2365" y="-6616"/>
                    <a:pt x="-25889" y="-46337"/>
                    <a:pt x="303012" y="37767"/>
                  </a:cubicBezTo>
                  <a:lnTo>
                    <a:pt x="2162419" y="620542"/>
                  </a:lnTo>
                  <a:lnTo>
                    <a:pt x="860066" y="620542"/>
                  </a:lnTo>
                  <a:lnTo>
                    <a:pt x="668858" y="3538305"/>
                  </a:lnTo>
                  <a:close/>
                </a:path>
              </a:pathLst>
            </a:custGeom>
            <a:gradFill>
              <a:gsLst>
                <a:gs pos="76000">
                  <a:sysClr val="windowText" lastClr="000000">
                    <a:lumMod val="100000"/>
                    <a:alpha val="28000"/>
                  </a:sysClr>
                </a:gs>
                <a:gs pos="34000">
                  <a:srgbClr val="808080">
                    <a:alpha val="27000"/>
                  </a:srgbClr>
                </a:gs>
                <a:gs pos="0">
                  <a:sysClr val="window" lastClr="FFFFFF">
                    <a:alpha val="7000"/>
                  </a:sysClr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>
              <a:softEdge rad="381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2DD03084-8C7A-E93B-B45D-939FFEBE18EC}"/>
                </a:ext>
              </a:extLst>
            </p:cNvPr>
            <p:cNvSpPr/>
            <p:nvPr/>
          </p:nvSpPr>
          <p:spPr>
            <a:xfrm>
              <a:off x="1472314" y="2767945"/>
              <a:ext cx="1210032" cy="2498977"/>
            </a:xfrm>
            <a:prstGeom prst="roundRect">
              <a:avLst>
                <a:gd name="adj" fmla="val 12319"/>
              </a:avLst>
            </a:prstGeom>
            <a:solidFill>
              <a:schemeClr val="accent1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3" name="Shadow">
              <a:extLst>
                <a:ext uri="{FF2B5EF4-FFF2-40B4-BE49-F238E27FC236}">
                  <a16:creationId xmlns:a16="http://schemas.microsoft.com/office/drawing/2014/main" id="{AD5E2CEB-DB9C-8A1F-003E-44C613ED99A9}"/>
                </a:ext>
              </a:extLst>
            </p:cNvPr>
            <p:cNvSpPr/>
            <p:nvPr/>
          </p:nvSpPr>
          <p:spPr>
            <a:xfrm>
              <a:off x="1472311" y="2767942"/>
              <a:ext cx="1210032" cy="2498977"/>
            </a:xfrm>
            <a:prstGeom prst="roundRect">
              <a:avLst>
                <a:gd name="adj" fmla="val 12319"/>
              </a:avLst>
            </a:prstGeom>
            <a:gradFill flip="none" rotWithShape="1">
              <a:gsLst>
                <a:gs pos="54000">
                  <a:sysClr val="windowText" lastClr="000000">
                    <a:lumMod val="100000"/>
                    <a:alpha val="12000"/>
                  </a:sysClr>
                </a:gs>
                <a:gs pos="46000">
                  <a:sysClr val="window" lastClr="FFFFFF">
                    <a:alpha val="7000"/>
                  </a:sysClr>
                </a:gs>
              </a:gsLst>
              <a:lin ang="0" scaled="0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0" name="Shape">
              <a:extLst>
                <a:ext uri="{FF2B5EF4-FFF2-40B4-BE49-F238E27FC236}">
                  <a16:creationId xmlns:a16="http://schemas.microsoft.com/office/drawing/2014/main" id="{5B4E2D47-E8B8-7DD3-B868-95AAC7A757EE}"/>
                </a:ext>
              </a:extLst>
            </p:cNvPr>
            <p:cNvSpPr/>
            <p:nvPr/>
          </p:nvSpPr>
          <p:spPr>
            <a:xfrm flipV="1">
              <a:off x="1417850" y="4565431"/>
              <a:ext cx="1318956" cy="890030"/>
            </a:xfrm>
            <a:prstGeom prst="round2SameRect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51" name="Shape">
              <a:extLst>
                <a:ext uri="{FF2B5EF4-FFF2-40B4-BE49-F238E27FC236}">
                  <a16:creationId xmlns:a16="http://schemas.microsoft.com/office/drawing/2014/main" id="{8ECA89F7-F296-E21F-2DC6-CAE99A7CD350}"/>
                </a:ext>
              </a:extLst>
            </p:cNvPr>
            <p:cNvSpPr/>
            <p:nvPr/>
          </p:nvSpPr>
          <p:spPr>
            <a:xfrm flipV="1">
              <a:off x="1417850" y="4565431"/>
              <a:ext cx="1318956" cy="890030"/>
            </a:xfrm>
            <a:prstGeom prst="round2SameRect">
              <a:avLst/>
            </a:prstGeom>
            <a:gradFill>
              <a:gsLst>
                <a:gs pos="54000">
                  <a:sysClr val="windowText" lastClr="000000">
                    <a:lumMod val="100000"/>
                    <a:alpha val="12000"/>
                  </a:sysClr>
                </a:gs>
                <a:gs pos="46000">
                  <a:sysClr val="window" lastClr="FFFFFF">
                    <a:alpha val="7000"/>
                  </a:sysClr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5" name="Text Box">
              <a:extLst>
                <a:ext uri="{FF2B5EF4-FFF2-40B4-BE49-F238E27FC236}">
                  <a16:creationId xmlns:a16="http://schemas.microsoft.com/office/drawing/2014/main" id="{2B7B646F-3CEC-3CC0-72AD-EBF4DA493BDB}"/>
                </a:ext>
              </a:extLst>
            </p:cNvPr>
            <p:cNvSpPr txBox="1"/>
            <p:nvPr/>
          </p:nvSpPr>
          <p:spPr>
            <a:xfrm>
              <a:off x="2070401" y="3384815"/>
              <a:ext cx="619563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Lora" pitchFamily="2" charset="0"/>
                </a:rPr>
                <a:t>01</a:t>
              </a:r>
              <a:endParaRPr lang="zh-CN" altLang="en-US" sz="2800" b="1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pic>
          <p:nvPicPr>
            <p:cNvPr id="58" name="Picture 2" descr="Summary Icon #427383 - Free Icons Library">
              <a:extLst>
                <a:ext uri="{FF2B5EF4-FFF2-40B4-BE49-F238E27FC236}">
                  <a16:creationId xmlns:a16="http://schemas.microsoft.com/office/drawing/2014/main" id="{C3EC8395-CA73-777B-7650-B005633C9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317" y="4851918"/>
              <a:ext cx="323662" cy="317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D46FAE8-0AFC-6AD5-3421-12848024B0F5}"/>
                </a:ext>
              </a:extLst>
            </p:cNvPr>
            <p:cNvSpPr txBox="1"/>
            <p:nvPr/>
          </p:nvSpPr>
          <p:spPr>
            <a:xfrm>
              <a:off x="3537187" y="1783145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6" name="Shape">
              <a:extLst>
                <a:ext uri="{FF2B5EF4-FFF2-40B4-BE49-F238E27FC236}">
                  <a16:creationId xmlns:a16="http://schemas.microsoft.com/office/drawing/2014/main" id="{70B562BA-A0F7-EDDE-1E55-6D333B92B471}"/>
                </a:ext>
              </a:extLst>
            </p:cNvPr>
            <p:cNvSpPr/>
            <p:nvPr/>
          </p:nvSpPr>
          <p:spPr>
            <a:xfrm flipH="1" flipV="1">
              <a:off x="3829351" y="2782682"/>
              <a:ext cx="1959535" cy="3206330"/>
            </a:xfrm>
            <a:custGeom>
              <a:avLst/>
              <a:gdLst>
                <a:gd name="connsiteX0" fmla="*/ 666749 w 2160310"/>
                <a:gd name="connsiteY0" fmla="*/ 3500538 h 3500538"/>
                <a:gd name="connsiteX1" fmla="*/ 0 w 2160310"/>
                <a:gd name="connsiteY1" fmla="*/ 3195738 h 3500538"/>
                <a:gd name="connsiteX2" fmla="*/ 0 w 2160310"/>
                <a:gd name="connsiteY2" fmla="*/ 290613 h 3500538"/>
                <a:gd name="connsiteX3" fmla="*/ 300903 w 2160310"/>
                <a:gd name="connsiteY3" fmla="*/ 320212 h 3500538"/>
                <a:gd name="connsiteX4" fmla="*/ 300903 w 2160310"/>
                <a:gd name="connsiteY4" fmla="*/ 0 h 3500538"/>
                <a:gd name="connsiteX5" fmla="*/ 2160310 w 2160310"/>
                <a:gd name="connsiteY5" fmla="*/ 582775 h 3500538"/>
                <a:gd name="connsiteX6" fmla="*/ 857957 w 2160310"/>
                <a:gd name="connsiteY6" fmla="*/ 582775 h 3500538"/>
                <a:gd name="connsiteX0" fmla="*/ 666749 w 2160310"/>
                <a:gd name="connsiteY0" fmla="*/ 3500538 h 3500538"/>
                <a:gd name="connsiteX1" fmla="*/ 0 w 2160310"/>
                <a:gd name="connsiteY1" fmla="*/ 3195738 h 3500538"/>
                <a:gd name="connsiteX2" fmla="*/ 0 w 2160310"/>
                <a:gd name="connsiteY2" fmla="*/ 290613 h 3500538"/>
                <a:gd name="connsiteX3" fmla="*/ 300903 w 2160310"/>
                <a:gd name="connsiteY3" fmla="*/ 0 h 3500538"/>
                <a:gd name="connsiteX4" fmla="*/ 2160310 w 2160310"/>
                <a:gd name="connsiteY4" fmla="*/ 582775 h 3500538"/>
                <a:gd name="connsiteX5" fmla="*/ 857957 w 2160310"/>
                <a:gd name="connsiteY5" fmla="*/ 582775 h 3500538"/>
                <a:gd name="connsiteX6" fmla="*/ 666749 w 2160310"/>
                <a:gd name="connsiteY6" fmla="*/ 3500538 h 3500538"/>
                <a:gd name="connsiteX0" fmla="*/ 666821 w 2160382"/>
                <a:gd name="connsiteY0" fmla="*/ 3500538 h 3500538"/>
                <a:gd name="connsiteX1" fmla="*/ 72 w 2160382"/>
                <a:gd name="connsiteY1" fmla="*/ 3195738 h 3500538"/>
                <a:gd name="connsiteX2" fmla="*/ 72 w 2160382"/>
                <a:gd name="connsiteY2" fmla="*/ 290613 h 3500538"/>
                <a:gd name="connsiteX3" fmla="*/ 300975 w 2160382"/>
                <a:gd name="connsiteY3" fmla="*/ 0 h 3500538"/>
                <a:gd name="connsiteX4" fmla="*/ 2160382 w 2160382"/>
                <a:gd name="connsiteY4" fmla="*/ 582775 h 3500538"/>
                <a:gd name="connsiteX5" fmla="*/ 858029 w 2160382"/>
                <a:gd name="connsiteY5" fmla="*/ 582775 h 3500538"/>
                <a:gd name="connsiteX6" fmla="*/ 666821 w 2160382"/>
                <a:gd name="connsiteY6" fmla="*/ 3500538 h 3500538"/>
                <a:gd name="connsiteX0" fmla="*/ 668858 w 2162419"/>
                <a:gd name="connsiteY0" fmla="*/ 3538305 h 3538305"/>
                <a:gd name="connsiteX1" fmla="*/ 2109 w 2162419"/>
                <a:gd name="connsiteY1" fmla="*/ 3233505 h 3538305"/>
                <a:gd name="connsiteX2" fmla="*/ 2109 w 2162419"/>
                <a:gd name="connsiteY2" fmla="*/ 328380 h 3538305"/>
                <a:gd name="connsiteX3" fmla="*/ 303012 w 2162419"/>
                <a:gd name="connsiteY3" fmla="*/ 37767 h 3538305"/>
                <a:gd name="connsiteX4" fmla="*/ 2162419 w 2162419"/>
                <a:gd name="connsiteY4" fmla="*/ 620542 h 3538305"/>
                <a:gd name="connsiteX5" fmla="*/ 860066 w 2162419"/>
                <a:gd name="connsiteY5" fmla="*/ 620542 h 3538305"/>
                <a:gd name="connsiteX6" fmla="*/ 668858 w 2162419"/>
                <a:gd name="connsiteY6" fmla="*/ 3538305 h 3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2419" h="3538305">
                  <a:moveTo>
                    <a:pt x="668858" y="3538305"/>
                  </a:moveTo>
                  <a:lnTo>
                    <a:pt x="2109" y="3233505"/>
                  </a:lnTo>
                  <a:lnTo>
                    <a:pt x="2109" y="328380"/>
                  </a:lnTo>
                  <a:cubicBezTo>
                    <a:pt x="-2365" y="-6616"/>
                    <a:pt x="-25889" y="-46337"/>
                    <a:pt x="303012" y="37767"/>
                  </a:cubicBezTo>
                  <a:lnTo>
                    <a:pt x="2162419" y="620542"/>
                  </a:lnTo>
                  <a:lnTo>
                    <a:pt x="860066" y="620542"/>
                  </a:lnTo>
                  <a:lnTo>
                    <a:pt x="668858" y="3538305"/>
                  </a:lnTo>
                  <a:close/>
                </a:path>
              </a:pathLst>
            </a:custGeom>
            <a:gradFill>
              <a:gsLst>
                <a:gs pos="76000">
                  <a:sysClr val="windowText" lastClr="000000">
                    <a:lumMod val="100000"/>
                    <a:alpha val="28000"/>
                  </a:sysClr>
                </a:gs>
                <a:gs pos="34000">
                  <a:srgbClr val="808080">
                    <a:alpha val="27000"/>
                  </a:srgbClr>
                </a:gs>
                <a:gs pos="0">
                  <a:sysClr val="window" lastClr="FFFFFF">
                    <a:alpha val="7000"/>
                  </a:sysClr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>
              <a:softEdge rad="381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8" name="Shape">
              <a:extLst>
                <a:ext uri="{FF2B5EF4-FFF2-40B4-BE49-F238E27FC236}">
                  <a16:creationId xmlns:a16="http://schemas.microsoft.com/office/drawing/2014/main" id="{4A0CB66E-8562-123F-E279-B9353B6ADFEF}"/>
                </a:ext>
              </a:extLst>
            </p:cNvPr>
            <p:cNvSpPr/>
            <p:nvPr/>
          </p:nvSpPr>
          <p:spPr>
            <a:xfrm>
              <a:off x="4046076" y="2767945"/>
              <a:ext cx="1210032" cy="2498977"/>
            </a:xfrm>
            <a:prstGeom prst="roundRect">
              <a:avLst>
                <a:gd name="adj" fmla="val 12319"/>
              </a:avLst>
            </a:prstGeom>
            <a:solidFill>
              <a:schemeClr val="accent2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9" name="Shape">
              <a:extLst>
                <a:ext uri="{FF2B5EF4-FFF2-40B4-BE49-F238E27FC236}">
                  <a16:creationId xmlns:a16="http://schemas.microsoft.com/office/drawing/2014/main" id="{6B513A0A-4AD9-5F30-9889-AE5549405BA1}"/>
                </a:ext>
              </a:extLst>
            </p:cNvPr>
            <p:cNvSpPr/>
            <p:nvPr/>
          </p:nvSpPr>
          <p:spPr>
            <a:xfrm>
              <a:off x="4046075" y="2767942"/>
              <a:ext cx="1210032" cy="2498977"/>
            </a:xfrm>
            <a:prstGeom prst="roundRect">
              <a:avLst>
                <a:gd name="adj" fmla="val 12319"/>
              </a:avLst>
            </a:prstGeom>
            <a:gradFill flip="none" rotWithShape="1">
              <a:gsLst>
                <a:gs pos="54000">
                  <a:sysClr val="windowText" lastClr="000000">
                    <a:lumMod val="100000"/>
                    <a:alpha val="12000"/>
                  </a:sysClr>
                </a:gs>
                <a:gs pos="46000">
                  <a:sysClr val="window" lastClr="FFFFFF">
                    <a:alpha val="7000"/>
                  </a:sysClr>
                </a:gs>
              </a:gsLst>
              <a:lin ang="0" scaled="0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6" name="Shape">
              <a:extLst>
                <a:ext uri="{FF2B5EF4-FFF2-40B4-BE49-F238E27FC236}">
                  <a16:creationId xmlns:a16="http://schemas.microsoft.com/office/drawing/2014/main" id="{1E513AF2-1C5B-458B-D419-DAE34CB14104}"/>
                </a:ext>
              </a:extLst>
            </p:cNvPr>
            <p:cNvSpPr/>
            <p:nvPr/>
          </p:nvSpPr>
          <p:spPr>
            <a:xfrm flipV="1">
              <a:off x="3991613" y="4565431"/>
              <a:ext cx="1318956" cy="890030"/>
            </a:xfrm>
            <a:prstGeom prst="round2SameRect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7" name="Shape">
              <a:extLst>
                <a:ext uri="{FF2B5EF4-FFF2-40B4-BE49-F238E27FC236}">
                  <a16:creationId xmlns:a16="http://schemas.microsoft.com/office/drawing/2014/main" id="{80DEA2FE-4175-2D96-8E22-BB195091DBE9}"/>
                </a:ext>
              </a:extLst>
            </p:cNvPr>
            <p:cNvSpPr/>
            <p:nvPr/>
          </p:nvSpPr>
          <p:spPr>
            <a:xfrm flipV="1">
              <a:off x="3991613" y="4565431"/>
              <a:ext cx="1318956" cy="890030"/>
            </a:xfrm>
            <a:prstGeom prst="round2SameRect">
              <a:avLst/>
            </a:prstGeom>
            <a:gradFill>
              <a:gsLst>
                <a:gs pos="54000">
                  <a:sysClr val="windowText" lastClr="000000">
                    <a:lumMod val="100000"/>
                    <a:alpha val="12000"/>
                  </a:sysClr>
                </a:gs>
                <a:gs pos="46000">
                  <a:sysClr val="window" lastClr="FFFFFF">
                    <a:alpha val="7000"/>
                  </a:sysClr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" name="Text Box">
              <a:extLst>
                <a:ext uri="{FF2B5EF4-FFF2-40B4-BE49-F238E27FC236}">
                  <a16:creationId xmlns:a16="http://schemas.microsoft.com/office/drawing/2014/main" id="{F7297B7A-CA57-2F7F-E6A0-1B8316CA263C}"/>
                </a:ext>
              </a:extLst>
            </p:cNvPr>
            <p:cNvSpPr txBox="1"/>
            <p:nvPr/>
          </p:nvSpPr>
          <p:spPr>
            <a:xfrm>
              <a:off x="4627385" y="3384815"/>
              <a:ext cx="619563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Lora" pitchFamily="2" charset="0"/>
                </a:rPr>
                <a:t>02</a:t>
              </a:r>
              <a:endParaRPr lang="zh-CN" altLang="en-US" sz="2800" b="1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pic>
          <p:nvPicPr>
            <p:cNvPr id="59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00DE53EC-06B1-6F6E-0DFD-D820B13A5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5927" y="4809659"/>
              <a:ext cx="401574" cy="4015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C08DF3D-5C55-1900-2C4C-A0D8C08D5EF9}"/>
                </a:ext>
              </a:extLst>
            </p:cNvPr>
            <p:cNvSpPr txBox="1"/>
            <p:nvPr/>
          </p:nvSpPr>
          <p:spPr>
            <a:xfrm>
              <a:off x="6110950" y="1783145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9" name="Shape">
              <a:extLst>
                <a:ext uri="{FF2B5EF4-FFF2-40B4-BE49-F238E27FC236}">
                  <a16:creationId xmlns:a16="http://schemas.microsoft.com/office/drawing/2014/main" id="{13C246AC-7A18-F614-B18C-8C774483B964}"/>
                </a:ext>
              </a:extLst>
            </p:cNvPr>
            <p:cNvSpPr/>
            <p:nvPr/>
          </p:nvSpPr>
          <p:spPr>
            <a:xfrm flipH="1" flipV="1">
              <a:off x="6403114" y="2782682"/>
              <a:ext cx="1959535" cy="3206330"/>
            </a:xfrm>
            <a:custGeom>
              <a:avLst/>
              <a:gdLst>
                <a:gd name="connsiteX0" fmla="*/ 666749 w 2160310"/>
                <a:gd name="connsiteY0" fmla="*/ 3500538 h 3500538"/>
                <a:gd name="connsiteX1" fmla="*/ 0 w 2160310"/>
                <a:gd name="connsiteY1" fmla="*/ 3195738 h 3500538"/>
                <a:gd name="connsiteX2" fmla="*/ 0 w 2160310"/>
                <a:gd name="connsiteY2" fmla="*/ 290613 h 3500538"/>
                <a:gd name="connsiteX3" fmla="*/ 300903 w 2160310"/>
                <a:gd name="connsiteY3" fmla="*/ 320212 h 3500538"/>
                <a:gd name="connsiteX4" fmla="*/ 300903 w 2160310"/>
                <a:gd name="connsiteY4" fmla="*/ 0 h 3500538"/>
                <a:gd name="connsiteX5" fmla="*/ 2160310 w 2160310"/>
                <a:gd name="connsiteY5" fmla="*/ 582775 h 3500538"/>
                <a:gd name="connsiteX6" fmla="*/ 857957 w 2160310"/>
                <a:gd name="connsiteY6" fmla="*/ 582775 h 3500538"/>
                <a:gd name="connsiteX0" fmla="*/ 666749 w 2160310"/>
                <a:gd name="connsiteY0" fmla="*/ 3500538 h 3500538"/>
                <a:gd name="connsiteX1" fmla="*/ 0 w 2160310"/>
                <a:gd name="connsiteY1" fmla="*/ 3195738 h 3500538"/>
                <a:gd name="connsiteX2" fmla="*/ 0 w 2160310"/>
                <a:gd name="connsiteY2" fmla="*/ 290613 h 3500538"/>
                <a:gd name="connsiteX3" fmla="*/ 300903 w 2160310"/>
                <a:gd name="connsiteY3" fmla="*/ 0 h 3500538"/>
                <a:gd name="connsiteX4" fmla="*/ 2160310 w 2160310"/>
                <a:gd name="connsiteY4" fmla="*/ 582775 h 3500538"/>
                <a:gd name="connsiteX5" fmla="*/ 857957 w 2160310"/>
                <a:gd name="connsiteY5" fmla="*/ 582775 h 3500538"/>
                <a:gd name="connsiteX6" fmla="*/ 666749 w 2160310"/>
                <a:gd name="connsiteY6" fmla="*/ 3500538 h 3500538"/>
                <a:gd name="connsiteX0" fmla="*/ 666821 w 2160382"/>
                <a:gd name="connsiteY0" fmla="*/ 3500538 h 3500538"/>
                <a:gd name="connsiteX1" fmla="*/ 72 w 2160382"/>
                <a:gd name="connsiteY1" fmla="*/ 3195738 h 3500538"/>
                <a:gd name="connsiteX2" fmla="*/ 72 w 2160382"/>
                <a:gd name="connsiteY2" fmla="*/ 290613 h 3500538"/>
                <a:gd name="connsiteX3" fmla="*/ 300975 w 2160382"/>
                <a:gd name="connsiteY3" fmla="*/ 0 h 3500538"/>
                <a:gd name="connsiteX4" fmla="*/ 2160382 w 2160382"/>
                <a:gd name="connsiteY4" fmla="*/ 582775 h 3500538"/>
                <a:gd name="connsiteX5" fmla="*/ 858029 w 2160382"/>
                <a:gd name="connsiteY5" fmla="*/ 582775 h 3500538"/>
                <a:gd name="connsiteX6" fmla="*/ 666821 w 2160382"/>
                <a:gd name="connsiteY6" fmla="*/ 3500538 h 3500538"/>
                <a:gd name="connsiteX0" fmla="*/ 668858 w 2162419"/>
                <a:gd name="connsiteY0" fmla="*/ 3538305 h 3538305"/>
                <a:gd name="connsiteX1" fmla="*/ 2109 w 2162419"/>
                <a:gd name="connsiteY1" fmla="*/ 3233505 h 3538305"/>
                <a:gd name="connsiteX2" fmla="*/ 2109 w 2162419"/>
                <a:gd name="connsiteY2" fmla="*/ 328380 h 3538305"/>
                <a:gd name="connsiteX3" fmla="*/ 303012 w 2162419"/>
                <a:gd name="connsiteY3" fmla="*/ 37767 h 3538305"/>
                <a:gd name="connsiteX4" fmla="*/ 2162419 w 2162419"/>
                <a:gd name="connsiteY4" fmla="*/ 620542 h 3538305"/>
                <a:gd name="connsiteX5" fmla="*/ 860066 w 2162419"/>
                <a:gd name="connsiteY5" fmla="*/ 620542 h 3538305"/>
                <a:gd name="connsiteX6" fmla="*/ 668858 w 2162419"/>
                <a:gd name="connsiteY6" fmla="*/ 3538305 h 3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2419" h="3538305">
                  <a:moveTo>
                    <a:pt x="668858" y="3538305"/>
                  </a:moveTo>
                  <a:lnTo>
                    <a:pt x="2109" y="3233505"/>
                  </a:lnTo>
                  <a:lnTo>
                    <a:pt x="2109" y="328380"/>
                  </a:lnTo>
                  <a:cubicBezTo>
                    <a:pt x="-2365" y="-6616"/>
                    <a:pt x="-25889" y="-46337"/>
                    <a:pt x="303012" y="37767"/>
                  </a:cubicBezTo>
                  <a:lnTo>
                    <a:pt x="2162419" y="620542"/>
                  </a:lnTo>
                  <a:lnTo>
                    <a:pt x="860066" y="620542"/>
                  </a:lnTo>
                  <a:lnTo>
                    <a:pt x="668858" y="3538305"/>
                  </a:lnTo>
                  <a:close/>
                </a:path>
              </a:pathLst>
            </a:custGeom>
            <a:gradFill>
              <a:gsLst>
                <a:gs pos="76000">
                  <a:sysClr val="windowText" lastClr="000000">
                    <a:lumMod val="100000"/>
                    <a:alpha val="28000"/>
                  </a:sysClr>
                </a:gs>
                <a:gs pos="34000">
                  <a:srgbClr val="808080">
                    <a:alpha val="27000"/>
                  </a:srgbClr>
                </a:gs>
                <a:gs pos="0">
                  <a:sysClr val="window" lastClr="FFFFFF">
                    <a:alpha val="7000"/>
                  </a:sysClr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>
              <a:softEdge rad="381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4" name="Shape">
              <a:extLst>
                <a:ext uri="{FF2B5EF4-FFF2-40B4-BE49-F238E27FC236}">
                  <a16:creationId xmlns:a16="http://schemas.microsoft.com/office/drawing/2014/main" id="{1E1B02C4-E4D2-8BB1-1F23-54D6E88CCDB3}"/>
                </a:ext>
              </a:extLst>
            </p:cNvPr>
            <p:cNvSpPr/>
            <p:nvPr/>
          </p:nvSpPr>
          <p:spPr>
            <a:xfrm>
              <a:off x="6619839" y="2767945"/>
              <a:ext cx="1210032" cy="2498977"/>
            </a:xfrm>
            <a:prstGeom prst="roundRect">
              <a:avLst>
                <a:gd name="adj" fmla="val 12319"/>
              </a:avLst>
            </a:prstGeom>
            <a:solidFill>
              <a:schemeClr val="accent3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5" name="Shape">
              <a:extLst>
                <a:ext uri="{FF2B5EF4-FFF2-40B4-BE49-F238E27FC236}">
                  <a16:creationId xmlns:a16="http://schemas.microsoft.com/office/drawing/2014/main" id="{95FA986B-6EF9-8246-A14E-B6DA777925FC}"/>
                </a:ext>
              </a:extLst>
            </p:cNvPr>
            <p:cNvSpPr/>
            <p:nvPr/>
          </p:nvSpPr>
          <p:spPr>
            <a:xfrm>
              <a:off x="6619839" y="2767942"/>
              <a:ext cx="1210032" cy="2498977"/>
            </a:xfrm>
            <a:prstGeom prst="roundRect">
              <a:avLst>
                <a:gd name="adj" fmla="val 12319"/>
              </a:avLst>
            </a:prstGeom>
            <a:gradFill flip="none" rotWithShape="1">
              <a:gsLst>
                <a:gs pos="54000">
                  <a:sysClr val="windowText" lastClr="000000">
                    <a:lumMod val="100000"/>
                    <a:alpha val="12000"/>
                  </a:sysClr>
                </a:gs>
                <a:gs pos="46000">
                  <a:sysClr val="window" lastClr="FFFFFF">
                    <a:alpha val="7000"/>
                  </a:sysClr>
                </a:gs>
              </a:gsLst>
              <a:lin ang="0" scaled="0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2" name="Shape">
              <a:extLst>
                <a:ext uri="{FF2B5EF4-FFF2-40B4-BE49-F238E27FC236}">
                  <a16:creationId xmlns:a16="http://schemas.microsoft.com/office/drawing/2014/main" id="{1C47CD82-E2D4-26E6-9DD1-7B5B4FDEAAA1}"/>
                </a:ext>
              </a:extLst>
            </p:cNvPr>
            <p:cNvSpPr/>
            <p:nvPr/>
          </p:nvSpPr>
          <p:spPr>
            <a:xfrm flipV="1">
              <a:off x="6565376" y="4565431"/>
              <a:ext cx="1318956" cy="890030"/>
            </a:xfrm>
            <a:prstGeom prst="round2SameRect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3" name="Shape">
              <a:extLst>
                <a:ext uri="{FF2B5EF4-FFF2-40B4-BE49-F238E27FC236}">
                  <a16:creationId xmlns:a16="http://schemas.microsoft.com/office/drawing/2014/main" id="{EE45B2C1-4870-DA53-3270-8BA45FA94F1D}"/>
                </a:ext>
              </a:extLst>
            </p:cNvPr>
            <p:cNvSpPr/>
            <p:nvPr/>
          </p:nvSpPr>
          <p:spPr>
            <a:xfrm flipV="1">
              <a:off x="6565376" y="4565431"/>
              <a:ext cx="1318956" cy="890030"/>
            </a:xfrm>
            <a:prstGeom prst="round2SameRect">
              <a:avLst/>
            </a:prstGeom>
            <a:gradFill>
              <a:gsLst>
                <a:gs pos="54000">
                  <a:sysClr val="windowText" lastClr="000000">
                    <a:lumMod val="100000"/>
                    <a:alpha val="12000"/>
                  </a:sysClr>
                </a:gs>
                <a:gs pos="46000">
                  <a:sysClr val="window" lastClr="FFFFFF">
                    <a:alpha val="7000"/>
                  </a:sysClr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7" name="Text Box">
              <a:extLst>
                <a:ext uri="{FF2B5EF4-FFF2-40B4-BE49-F238E27FC236}">
                  <a16:creationId xmlns:a16="http://schemas.microsoft.com/office/drawing/2014/main" id="{71D406EB-A532-BDD2-66A0-3A7B66EDDEC4}"/>
                </a:ext>
              </a:extLst>
            </p:cNvPr>
            <p:cNvSpPr txBox="1"/>
            <p:nvPr/>
          </p:nvSpPr>
          <p:spPr>
            <a:xfrm>
              <a:off x="7186137" y="3384815"/>
              <a:ext cx="619563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Lora" pitchFamily="2" charset="0"/>
                </a:rPr>
                <a:t>03</a:t>
              </a:r>
              <a:endParaRPr lang="zh-CN" altLang="en-US" sz="2800" b="1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pic>
          <p:nvPicPr>
            <p:cNvPr id="60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A0312400-D1BE-D456-6C95-71A5E3A7E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737" y="4836813"/>
              <a:ext cx="347266" cy="3472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BA30F22-6EE2-9EBC-2EEA-AAB9825A8F05}"/>
                </a:ext>
              </a:extLst>
            </p:cNvPr>
            <p:cNvSpPr txBox="1"/>
            <p:nvPr/>
          </p:nvSpPr>
          <p:spPr>
            <a:xfrm>
              <a:off x="8684713" y="1774812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45272102-5C10-C698-6B39-F697BDE3860A}"/>
                </a:ext>
              </a:extLst>
            </p:cNvPr>
            <p:cNvSpPr/>
            <p:nvPr/>
          </p:nvSpPr>
          <p:spPr>
            <a:xfrm flipH="1" flipV="1">
              <a:off x="8976878" y="2782682"/>
              <a:ext cx="1959535" cy="3206330"/>
            </a:xfrm>
            <a:custGeom>
              <a:avLst/>
              <a:gdLst>
                <a:gd name="connsiteX0" fmla="*/ 666749 w 2160310"/>
                <a:gd name="connsiteY0" fmla="*/ 3500538 h 3500538"/>
                <a:gd name="connsiteX1" fmla="*/ 0 w 2160310"/>
                <a:gd name="connsiteY1" fmla="*/ 3195738 h 3500538"/>
                <a:gd name="connsiteX2" fmla="*/ 0 w 2160310"/>
                <a:gd name="connsiteY2" fmla="*/ 290613 h 3500538"/>
                <a:gd name="connsiteX3" fmla="*/ 300903 w 2160310"/>
                <a:gd name="connsiteY3" fmla="*/ 320212 h 3500538"/>
                <a:gd name="connsiteX4" fmla="*/ 300903 w 2160310"/>
                <a:gd name="connsiteY4" fmla="*/ 0 h 3500538"/>
                <a:gd name="connsiteX5" fmla="*/ 2160310 w 2160310"/>
                <a:gd name="connsiteY5" fmla="*/ 582775 h 3500538"/>
                <a:gd name="connsiteX6" fmla="*/ 857957 w 2160310"/>
                <a:gd name="connsiteY6" fmla="*/ 582775 h 3500538"/>
                <a:gd name="connsiteX0" fmla="*/ 666749 w 2160310"/>
                <a:gd name="connsiteY0" fmla="*/ 3500538 h 3500538"/>
                <a:gd name="connsiteX1" fmla="*/ 0 w 2160310"/>
                <a:gd name="connsiteY1" fmla="*/ 3195738 h 3500538"/>
                <a:gd name="connsiteX2" fmla="*/ 0 w 2160310"/>
                <a:gd name="connsiteY2" fmla="*/ 290613 h 3500538"/>
                <a:gd name="connsiteX3" fmla="*/ 300903 w 2160310"/>
                <a:gd name="connsiteY3" fmla="*/ 0 h 3500538"/>
                <a:gd name="connsiteX4" fmla="*/ 2160310 w 2160310"/>
                <a:gd name="connsiteY4" fmla="*/ 582775 h 3500538"/>
                <a:gd name="connsiteX5" fmla="*/ 857957 w 2160310"/>
                <a:gd name="connsiteY5" fmla="*/ 582775 h 3500538"/>
                <a:gd name="connsiteX6" fmla="*/ 666749 w 2160310"/>
                <a:gd name="connsiteY6" fmla="*/ 3500538 h 3500538"/>
                <a:gd name="connsiteX0" fmla="*/ 666821 w 2160382"/>
                <a:gd name="connsiteY0" fmla="*/ 3500538 h 3500538"/>
                <a:gd name="connsiteX1" fmla="*/ 72 w 2160382"/>
                <a:gd name="connsiteY1" fmla="*/ 3195738 h 3500538"/>
                <a:gd name="connsiteX2" fmla="*/ 72 w 2160382"/>
                <a:gd name="connsiteY2" fmla="*/ 290613 h 3500538"/>
                <a:gd name="connsiteX3" fmla="*/ 300975 w 2160382"/>
                <a:gd name="connsiteY3" fmla="*/ 0 h 3500538"/>
                <a:gd name="connsiteX4" fmla="*/ 2160382 w 2160382"/>
                <a:gd name="connsiteY4" fmla="*/ 582775 h 3500538"/>
                <a:gd name="connsiteX5" fmla="*/ 858029 w 2160382"/>
                <a:gd name="connsiteY5" fmla="*/ 582775 h 3500538"/>
                <a:gd name="connsiteX6" fmla="*/ 666821 w 2160382"/>
                <a:gd name="connsiteY6" fmla="*/ 3500538 h 3500538"/>
                <a:gd name="connsiteX0" fmla="*/ 668858 w 2162419"/>
                <a:gd name="connsiteY0" fmla="*/ 3538305 h 3538305"/>
                <a:gd name="connsiteX1" fmla="*/ 2109 w 2162419"/>
                <a:gd name="connsiteY1" fmla="*/ 3233505 h 3538305"/>
                <a:gd name="connsiteX2" fmla="*/ 2109 w 2162419"/>
                <a:gd name="connsiteY2" fmla="*/ 328380 h 3538305"/>
                <a:gd name="connsiteX3" fmla="*/ 303012 w 2162419"/>
                <a:gd name="connsiteY3" fmla="*/ 37767 h 3538305"/>
                <a:gd name="connsiteX4" fmla="*/ 2162419 w 2162419"/>
                <a:gd name="connsiteY4" fmla="*/ 620542 h 3538305"/>
                <a:gd name="connsiteX5" fmla="*/ 860066 w 2162419"/>
                <a:gd name="connsiteY5" fmla="*/ 620542 h 3538305"/>
                <a:gd name="connsiteX6" fmla="*/ 668858 w 2162419"/>
                <a:gd name="connsiteY6" fmla="*/ 3538305 h 3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62419" h="3538305">
                  <a:moveTo>
                    <a:pt x="668858" y="3538305"/>
                  </a:moveTo>
                  <a:lnTo>
                    <a:pt x="2109" y="3233505"/>
                  </a:lnTo>
                  <a:lnTo>
                    <a:pt x="2109" y="328380"/>
                  </a:lnTo>
                  <a:cubicBezTo>
                    <a:pt x="-2365" y="-6616"/>
                    <a:pt x="-25889" y="-46337"/>
                    <a:pt x="303012" y="37767"/>
                  </a:cubicBezTo>
                  <a:lnTo>
                    <a:pt x="2162419" y="620542"/>
                  </a:lnTo>
                  <a:lnTo>
                    <a:pt x="860066" y="620542"/>
                  </a:lnTo>
                  <a:lnTo>
                    <a:pt x="668858" y="3538305"/>
                  </a:lnTo>
                  <a:close/>
                </a:path>
              </a:pathLst>
            </a:custGeom>
            <a:gradFill>
              <a:gsLst>
                <a:gs pos="76000">
                  <a:sysClr val="windowText" lastClr="000000">
                    <a:lumMod val="100000"/>
                    <a:alpha val="28000"/>
                  </a:sysClr>
                </a:gs>
                <a:gs pos="34000">
                  <a:srgbClr val="808080">
                    <a:alpha val="27000"/>
                  </a:srgbClr>
                </a:gs>
                <a:gs pos="0">
                  <a:sysClr val="window" lastClr="FFFFFF">
                    <a:alpha val="7000"/>
                  </a:sysClr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>
              <a:softEdge rad="38100"/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0" name="Shape">
              <a:extLst>
                <a:ext uri="{FF2B5EF4-FFF2-40B4-BE49-F238E27FC236}">
                  <a16:creationId xmlns:a16="http://schemas.microsoft.com/office/drawing/2014/main" id="{EF547894-3742-F7F3-26EB-F6BCE5808B6A}"/>
                </a:ext>
              </a:extLst>
            </p:cNvPr>
            <p:cNvSpPr/>
            <p:nvPr/>
          </p:nvSpPr>
          <p:spPr>
            <a:xfrm>
              <a:off x="9193603" y="2767945"/>
              <a:ext cx="1210032" cy="2498977"/>
            </a:xfrm>
            <a:prstGeom prst="roundRect">
              <a:avLst>
                <a:gd name="adj" fmla="val 12319"/>
              </a:avLst>
            </a:prstGeom>
            <a:solidFill>
              <a:schemeClr val="accent4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41" name="Shape">
              <a:extLst>
                <a:ext uri="{FF2B5EF4-FFF2-40B4-BE49-F238E27FC236}">
                  <a16:creationId xmlns:a16="http://schemas.microsoft.com/office/drawing/2014/main" id="{1EC6D853-5747-1F61-3C2A-08596E5F9890}"/>
                </a:ext>
              </a:extLst>
            </p:cNvPr>
            <p:cNvSpPr/>
            <p:nvPr/>
          </p:nvSpPr>
          <p:spPr>
            <a:xfrm>
              <a:off x="9193603" y="2767942"/>
              <a:ext cx="1210032" cy="2498977"/>
            </a:xfrm>
            <a:prstGeom prst="roundRect">
              <a:avLst>
                <a:gd name="adj" fmla="val 12319"/>
              </a:avLst>
            </a:prstGeom>
            <a:gradFill flip="none" rotWithShape="1">
              <a:gsLst>
                <a:gs pos="54000">
                  <a:sysClr val="windowText" lastClr="000000">
                    <a:lumMod val="100000"/>
                    <a:alpha val="12000"/>
                  </a:sysClr>
                </a:gs>
                <a:gs pos="46000">
                  <a:sysClr val="window" lastClr="FFFFFF">
                    <a:alpha val="7000"/>
                  </a:sysClr>
                </a:gs>
              </a:gsLst>
              <a:lin ang="0" scaled="0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8" name="Shape">
              <a:extLst>
                <a:ext uri="{FF2B5EF4-FFF2-40B4-BE49-F238E27FC236}">
                  <a16:creationId xmlns:a16="http://schemas.microsoft.com/office/drawing/2014/main" id="{F1B9E13E-EFFD-622C-C0E1-DDBCDF087B96}"/>
                </a:ext>
              </a:extLst>
            </p:cNvPr>
            <p:cNvSpPr/>
            <p:nvPr/>
          </p:nvSpPr>
          <p:spPr>
            <a:xfrm flipV="1">
              <a:off x="9139140" y="4565431"/>
              <a:ext cx="1318956" cy="890030"/>
            </a:xfrm>
            <a:prstGeom prst="round2SameRect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1"/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9" name="Shape">
              <a:extLst>
                <a:ext uri="{FF2B5EF4-FFF2-40B4-BE49-F238E27FC236}">
                  <a16:creationId xmlns:a16="http://schemas.microsoft.com/office/drawing/2014/main" id="{5E4A5EE8-F9F3-A519-260A-A5C10EB31362}"/>
                </a:ext>
              </a:extLst>
            </p:cNvPr>
            <p:cNvSpPr/>
            <p:nvPr/>
          </p:nvSpPr>
          <p:spPr>
            <a:xfrm flipV="1">
              <a:off x="9139140" y="4565431"/>
              <a:ext cx="1318956" cy="890030"/>
            </a:xfrm>
            <a:prstGeom prst="round2SameRect">
              <a:avLst/>
            </a:prstGeom>
            <a:gradFill>
              <a:gsLst>
                <a:gs pos="54000">
                  <a:sysClr val="windowText" lastClr="000000">
                    <a:lumMod val="100000"/>
                    <a:alpha val="12000"/>
                  </a:sysClr>
                </a:gs>
                <a:gs pos="46000">
                  <a:sysClr val="window" lastClr="FFFFFF">
                    <a:alpha val="7000"/>
                  </a:sysClr>
                </a:gs>
              </a:gsLst>
              <a:lin ang="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8" name="Text Box">
              <a:extLst>
                <a:ext uri="{FF2B5EF4-FFF2-40B4-BE49-F238E27FC236}">
                  <a16:creationId xmlns:a16="http://schemas.microsoft.com/office/drawing/2014/main" id="{E73CA24A-7718-F13F-21D1-3770CCA504F9}"/>
                </a:ext>
              </a:extLst>
            </p:cNvPr>
            <p:cNvSpPr txBox="1"/>
            <p:nvPr/>
          </p:nvSpPr>
          <p:spPr>
            <a:xfrm>
              <a:off x="9777040" y="3384815"/>
              <a:ext cx="619563" cy="523220"/>
            </a:xfrm>
            <a:prstGeom prst="rect">
              <a:avLst/>
            </a:prstGeom>
            <a:noFill/>
          </p:spPr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prstClr val="white"/>
                  </a:solidFill>
                  <a:latin typeface="Lora" pitchFamily="2" charset="0"/>
                </a:rPr>
                <a:t>04</a:t>
              </a:r>
              <a:endParaRPr lang="zh-CN" altLang="en-US" sz="2800" b="1" dirty="0">
                <a:solidFill>
                  <a:prstClr val="white"/>
                </a:solidFill>
                <a:latin typeface="Lora" pitchFamily="2" charset="0"/>
              </a:endParaRPr>
            </a:p>
          </p:txBody>
        </p:sp>
        <p:pic>
          <p:nvPicPr>
            <p:cNvPr id="61" name="Picture 8" descr="Finance - Free business and finance icons">
              <a:extLst>
                <a:ext uri="{FF2B5EF4-FFF2-40B4-BE49-F238E27FC236}">
                  <a16:creationId xmlns:a16="http://schemas.microsoft.com/office/drawing/2014/main" id="{D12B3FB4-D6F4-A340-9C04-1FD1C3EF10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8259" y="4838025"/>
              <a:ext cx="344846" cy="344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76306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B26533AF-E60C-C170-2B68-E063C730A0E2}"/>
              </a:ext>
            </a:extLst>
          </p:cNvPr>
          <p:cNvGrpSpPr/>
          <p:nvPr/>
        </p:nvGrpSpPr>
        <p:grpSpPr>
          <a:xfrm>
            <a:off x="640045" y="2267339"/>
            <a:ext cx="11551955" cy="3415003"/>
            <a:chOff x="1732284" y="2300979"/>
            <a:chExt cx="10459716" cy="3092114"/>
          </a:xfrm>
        </p:grpSpPr>
        <p:sp>
          <p:nvSpPr>
            <p:cNvPr id="3" name="Shape">
              <a:extLst>
                <a:ext uri="{FF2B5EF4-FFF2-40B4-BE49-F238E27FC236}">
                  <a16:creationId xmlns:a16="http://schemas.microsoft.com/office/drawing/2014/main" id="{2C8876A2-8EAC-CB5A-6D0D-7C78782573E7}"/>
                </a:ext>
              </a:extLst>
            </p:cNvPr>
            <p:cNvSpPr/>
            <p:nvPr/>
          </p:nvSpPr>
          <p:spPr>
            <a:xfrm flipH="1">
              <a:off x="7383401" y="3545528"/>
              <a:ext cx="4808598" cy="1491356"/>
            </a:xfrm>
            <a:custGeom>
              <a:avLst/>
              <a:gdLst>
                <a:gd name="connsiteX0" fmla="*/ 1607999 w 4461791"/>
                <a:gd name="connsiteY0" fmla="*/ 0 h 1383796"/>
                <a:gd name="connsiteX1" fmla="*/ 0 w 4461791"/>
                <a:gd name="connsiteY1" fmla="*/ 0 h 1383796"/>
                <a:gd name="connsiteX2" fmla="*/ 0 w 4461791"/>
                <a:gd name="connsiteY2" fmla="*/ 566646 h 1383796"/>
                <a:gd name="connsiteX3" fmla="*/ 1 w 4461791"/>
                <a:gd name="connsiteY3" fmla="*/ 566646 h 1383796"/>
                <a:gd name="connsiteX4" fmla="*/ 1 w 4461791"/>
                <a:gd name="connsiteY4" fmla="*/ 387946 h 1383796"/>
                <a:gd name="connsiteX5" fmla="*/ 1603034 w 4461791"/>
                <a:gd name="connsiteY5" fmla="*/ 387946 h 1383796"/>
                <a:gd name="connsiteX6" fmla="*/ 1603034 w 4461791"/>
                <a:gd name="connsiteY6" fmla="*/ 384898 h 1383796"/>
                <a:gd name="connsiteX7" fmla="*/ 3653197 w 4461791"/>
                <a:gd name="connsiteY7" fmla="*/ 384898 h 1383796"/>
                <a:gd name="connsiteX8" fmla="*/ 4068091 w 4461791"/>
                <a:gd name="connsiteY8" fmla="*/ 799792 h 1383796"/>
                <a:gd name="connsiteX9" fmla="*/ 4068091 w 4461791"/>
                <a:gd name="connsiteY9" fmla="*/ 1383796 h 1383796"/>
                <a:gd name="connsiteX10" fmla="*/ 4461791 w 4461791"/>
                <a:gd name="connsiteY10" fmla="*/ 1383796 h 1383796"/>
                <a:gd name="connsiteX11" fmla="*/ 4461791 w 4461791"/>
                <a:gd name="connsiteY11" fmla="*/ 701914 h 1383796"/>
                <a:gd name="connsiteX12" fmla="*/ 3763050 w 4461791"/>
                <a:gd name="connsiteY12" fmla="*/ 3173 h 1383796"/>
                <a:gd name="connsiteX13" fmla="*/ 1607733 w 4461791"/>
                <a:gd name="connsiteY13" fmla="*/ 3173 h 138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61791" h="1383796">
                  <a:moveTo>
                    <a:pt x="1607999" y="0"/>
                  </a:moveTo>
                  <a:lnTo>
                    <a:pt x="0" y="0"/>
                  </a:lnTo>
                  <a:lnTo>
                    <a:pt x="0" y="566646"/>
                  </a:lnTo>
                  <a:lnTo>
                    <a:pt x="1" y="566646"/>
                  </a:lnTo>
                  <a:lnTo>
                    <a:pt x="1" y="387946"/>
                  </a:lnTo>
                  <a:lnTo>
                    <a:pt x="1603034" y="387946"/>
                  </a:lnTo>
                  <a:lnTo>
                    <a:pt x="1603034" y="384898"/>
                  </a:lnTo>
                  <a:lnTo>
                    <a:pt x="3653197" y="384898"/>
                  </a:lnTo>
                  <a:cubicBezTo>
                    <a:pt x="3882337" y="384898"/>
                    <a:pt x="4068091" y="570652"/>
                    <a:pt x="4068091" y="799792"/>
                  </a:cubicBezTo>
                  <a:lnTo>
                    <a:pt x="4068091" y="1383796"/>
                  </a:lnTo>
                  <a:lnTo>
                    <a:pt x="4461791" y="1383796"/>
                  </a:lnTo>
                  <a:lnTo>
                    <a:pt x="4461791" y="701914"/>
                  </a:lnTo>
                  <a:cubicBezTo>
                    <a:pt x="4461791" y="316010"/>
                    <a:pt x="4148954" y="3173"/>
                    <a:pt x="3763050" y="3173"/>
                  </a:cubicBezTo>
                  <a:lnTo>
                    <a:pt x="1607733" y="3173"/>
                  </a:lnTo>
                  <a:close/>
                </a:path>
              </a:pathLst>
            </a:custGeom>
            <a:solidFill>
              <a:schemeClr val="accent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4" name="Shape">
              <a:extLst>
                <a:ext uri="{FF2B5EF4-FFF2-40B4-BE49-F238E27FC236}">
                  <a16:creationId xmlns:a16="http://schemas.microsoft.com/office/drawing/2014/main" id="{A78178A1-D1AE-A71A-7289-1706546117F6}"/>
                </a:ext>
              </a:extLst>
            </p:cNvPr>
            <p:cNvSpPr/>
            <p:nvPr/>
          </p:nvSpPr>
          <p:spPr>
            <a:xfrm flipH="1">
              <a:off x="6953961" y="3137549"/>
              <a:ext cx="5238034" cy="1899333"/>
            </a:xfrm>
            <a:custGeom>
              <a:avLst/>
              <a:gdLst>
                <a:gd name="connsiteX0" fmla="*/ 3815940 w 4860256"/>
                <a:gd name="connsiteY0" fmla="*/ 0 h 1762349"/>
                <a:gd name="connsiteX1" fmla="*/ 990598 w 4860256"/>
                <a:gd name="connsiteY1" fmla="*/ 0 h 1762349"/>
                <a:gd name="connsiteX2" fmla="*/ 850231 w 4860256"/>
                <a:gd name="connsiteY2" fmla="*/ 0 h 1762349"/>
                <a:gd name="connsiteX3" fmla="*/ 0 w 4860256"/>
                <a:gd name="connsiteY3" fmla="*/ 0 h 1762349"/>
                <a:gd name="connsiteX4" fmla="*/ 0 w 4860256"/>
                <a:gd name="connsiteY4" fmla="*/ 395925 h 1762349"/>
                <a:gd name="connsiteX5" fmla="*/ 990598 w 4860256"/>
                <a:gd name="connsiteY5" fmla="*/ 395925 h 1762349"/>
                <a:gd name="connsiteX6" fmla="*/ 990598 w 4860256"/>
                <a:gd name="connsiteY6" fmla="*/ 392340 h 1762349"/>
                <a:gd name="connsiteX7" fmla="*/ 3763050 w 4860256"/>
                <a:gd name="connsiteY7" fmla="*/ 392340 h 1762349"/>
                <a:gd name="connsiteX8" fmla="*/ 4461791 w 4860256"/>
                <a:gd name="connsiteY8" fmla="*/ 1091081 h 1762349"/>
                <a:gd name="connsiteX9" fmla="*/ 4461791 w 4860256"/>
                <a:gd name="connsiteY9" fmla="*/ 1762349 h 1762349"/>
                <a:gd name="connsiteX10" fmla="*/ 4860256 w 4860256"/>
                <a:gd name="connsiteY10" fmla="*/ 1762349 h 1762349"/>
                <a:gd name="connsiteX11" fmla="*/ 4860256 w 4860256"/>
                <a:gd name="connsiteY11" fmla="*/ 1044316 h 1762349"/>
                <a:gd name="connsiteX12" fmla="*/ 3815940 w 4860256"/>
                <a:gd name="connsiteY12" fmla="*/ 0 h 1762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60256" h="1762349">
                  <a:moveTo>
                    <a:pt x="3815940" y="0"/>
                  </a:moveTo>
                  <a:lnTo>
                    <a:pt x="990598" y="0"/>
                  </a:lnTo>
                  <a:lnTo>
                    <a:pt x="850231" y="0"/>
                  </a:lnTo>
                  <a:lnTo>
                    <a:pt x="0" y="0"/>
                  </a:lnTo>
                  <a:lnTo>
                    <a:pt x="0" y="395925"/>
                  </a:lnTo>
                  <a:lnTo>
                    <a:pt x="990598" y="395925"/>
                  </a:lnTo>
                  <a:lnTo>
                    <a:pt x="990598" y="392340"/>
                  </a:lnTo>
                  <a:lnTo>
                    <a:pt x="3763050" y="392340"/>
                  </a:lnTo>
                  <a:cubicBezTo>
                    <a:pt x="4148954" y="392340"/>
                    <a:pt x="4461791" y="705177"/>
                    <a:pt x="4461791" y="1091081"/>
                  </a:cubicBezTo>
                  <a:lnTo>
                    <a:pt x="4461791" y="1762349"/>
                  </a:lnTo>
                  <a:lnTo>
                    <a:pt x="4860256" y="1762349"/>
                  </a:lnTo>
                  <a:lnTo>
                    <a:pt x="4860256" y="1044316"/>
                  </a:lnTo>
                  <a:cubicBezTo>
                    <a:pt x="4860256" y="467556"/>
                    <a:pt x="4392700" y="0"/>
                    <a:pt x="3815940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5" name="Circle">
              <a:extLst>
                <a:ext uri="{FF2B5EF4-FFF2-40B4-BE49-F238E27FC236}">
                  <a16:creationId xmlns:a16="http://schemas.microsoft.com/office/drawing/2014/main" id="{18AAB516-AE71-2D91-B626-8B56A0AD9C46}"/>
                </a:ext>
              </a:extLst>
            </p:cNvPr>
            <p:cNvSpPr/>
            <p:nvPr/>
          </p:nvSpPr>
          <p:spPr>
            <a:xfrm>
              <a:off x="7334297" y="4680673"/>
              <a:ext cx="712420" cy="712420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19050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  <a:ea typeface="思源黑体 Light"/>
              </a:endParaRPr>
            </a:p>
          </p:txBody>
        </p:sp>
        <p:sp>
          <p:nvSpPr>
            <p:cNvPr id="6" name="Circle">
              <a:extLst>
                <a:ext uri="{FF2B5EF4-FFF2-40B4-BE49-F238E27FC236}">
                  <a16:creationId xmlns:a16="http://schemas.microsoft.com/office/drawing/2014/main" id="{CAD31D7C-B416-BF3E-D4B1-55A44CF7A247}"/>
                </a:ext>
              </a:extLst>
            </p:cNvPr>
            <p:cNvSpPr/>
            <p:nvPr/>
          </p:nvSpPr>
          <p:spPr>
            <a:xfrm>
              <a:off x="6843268" y="4680673"/>
              <a:ext cx="712420" cy="712420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19050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  <a:ea typeface="思源黑体 Light"/>
              </a:endParaRPr>
            </a:p>
          </p:txBody>
        </p:sp>
        <p:sp>
          <p:nvSpPr>
            <p:cNvPr id="7" name="Shape">
              <a:extLst>
                <a:ext uri="{FF2B5EF4-FFF2-40B4-BE49-F238E27FC236}">
                  <a16:creationId xmlns:a16="http://schemas.microsoft.com/office/drawing/2014/main" id="{EECB792C-EF98-75C5-9F24-9834A583FAC2}"/>
                </a:ext>
              </a:extLst>
            </p:cNvPr>
            <p:cNvSpPr/>
            <p:nvPr/>
          </p:nvSpPr>
          <p:spPr>
            <a:xfrm flipH="1">
              <a:off x="6570039" y="2746583"/>
              <a:ext cx="5621961" cy="2546443"/>
            </a:xfrm>
            <a:custGeom>
              <a:avLst/>
              <a:gdLst>
                <a:gd name="connsiteX0" fmla="*/ 4058363 w 5216493"/>
                <a:gd name="connsiteY0" fmla="*/ 0 h 2362788"/>
                <a:gd name="connsiteX1" fmla="*/ 850234 w 5216493"/>
                <a:gd name="connsiteY1" fmla="*/ 0 h 2362788"/>
                <a:gd name="connsiteX2" fmla="*/ 850234 w 5216493"/>
                <a:gd name="connsiteY2" fmla="*/ 2032 h 2362788"/>
                <a:gd name="connsiteX3" fmla="*/ 0 w 5216493"/>
                <a:gd name="connsiteY3" fmla="*/ 2032 h 2362788"/>
                <a:gd name="connsiteX4" fmla="*/ 0 w 5216493"/>
                <a:gd name="connsiteY4" fmla="*/ 531904 h 2362788"/>
                <a:gd name="connsiteX5" fmla="*/ 1 w 5216493"/>
                <a:gd name="connsiteY5" fmla="*/ 531904 h 2362788"/>
                <a:gd name="connsiteX6" fmla="*/ 1 w 5216493"/>
                <a:gd name="connsiteY6" fmla="*/ 364801 h 2362788"/>
                <a:gd name="connsiteX7" fmla="*/ 850234 w 5216493"/>
                <a:gd name="connsiteY7" fmla="*/ 364801 h 2362788"/>
                <a:gd name="connsiteX8" fmla="*/ 850234 w 5216493"/>
                <a:gd name="connsiteY8" fmla="*/ 2362788 h 2362788"/>
                <a:gd name="connsiteX9" fmla="*/ 850235 w 5216493"/>
                <a:gd name="connsiteY9" fmla="*/ 2362788 h 2362788"/>
                <a:gd name="connsiteX10" fmla="*/ 850235 w 5216493"/>
                <a:gd name="connsiteY10" fmla="*/ 364801 h 2362788"/>
                <a:gd name="connsiteX11" fmla="*/ 1653870 w 5216493"/>
                <a:gd name="connsiteY11" fmla="*/ 364801 h 2362788"/>
                <a:gd name="connsiteX12" fmla="*/ 1653870 w 5216493"/>
                <a:gd name="connsiteY12" fmla="*/ 362769 h 2362788"/>
                <a:gd name="connsiteX13" fmla="*/ 3815944 w 5216493"/>
                <a:gd name="connsiteY13" fmla="*/ 362769 h 2362788"/>
                <a:gd name="connsiteX14" fmla="*/ 4860260 w 5216493"/>
                <a:gd name="connsiteY14" fmla="*/ 1407085 h 2362788"/>
                <a:gd name="connsiteX15" fmla="*/ 4860260 w 5216493"/>
                <a:gd name="connsiteY15" fmla="*/ 2125118 h 2362788"/>
                <a:gd name="connsiteX16" fmla="*/ 5216493 w 5216493"/>
                <a:gd name="connsiteY16" fmla="*/ 2125118 h 2362788"/>
                <a:gd name="connsiteX17" fmla="*/ 5216493 w 5216493"/>
                <a:gd name="connsiteY17" fmla="*/ 1158130 h 2362788"/>
                <a:gd name="connsiteX18" fmla="*/ 4058363 w 5216493"/>
                <a:gd name="connsiteY18" fmla="*/ 0 h 23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216493" h="2362788">
                  <a:moveTo>
                    <a:pt x="4058363" y="0"/>
                  </a:moveTo>
                  <a:lnTo>
                    <a:pt x="850234" y="0"/>
                  </a:lnTo>
                  <a:lnTo>
                    <a:pt x="850234" y="2032"/>
                  </a:lnTo>
                  <a:lnTo>
                    <a:pt x="0" y="2032"/>
                  </a:lnTo>
                  <a:lnTo>
                    <a:pt x="0" y="531904"/>
                  </a:lnTo>
                  <a:lnTo>
                    <a:pt x="1" y="531904"/>
                  </a:lnTo>
                  <a:lnTo>
                    <a:pt x="1" y="364801"/>
                  </a:lnTo>
                  <a:lnTo>
                    <a:pt x="850234" y="364801"/>
                  </a:lnTo>
                  <a:lnTo>
                    <a:pt x="850234" y="2362788"/>
                  </a:lnTo>
                  <a:lnTo>
                    <a:pt x="850235" y="2362788"/>
                  </a:lnTo>
                  <a:lnTo>
                    <a:pt x="850235" y="364801"/>
                  </a:lnTo>
                  <a:lnTo>
                    <a:pt x="1653870" y="364801"/>
                  </a:lnTo>
                  <a:lnTo>
                    <a:pt x="1653870" y="362769"/>
                  </a:lnTo>
                  <a:lnTo>
                    <a:pt x="3815944" y="362769"/>
                  </a:lnTo>
                  <a:cubicBezTo>
                    <a:pt x="4392704" y="362769"/>
                    <a:pt x="4860260" y="830325"/>
                    <a:pt x="4860260" y="1407085"/>
                  </a:cubicBezTo>
                  <a:lnTo>
                    <a:pt x="4860260" y="2125118"/>
                  </a:lnTo>
                  <a:lnTo>
                    <a:pt x="5216493" y="2125118"/>
                  </a:lnTo>
                  <a:lnTo>
                    <a:pt x="5216493" y="1158130"/>
                  </a:lnTo>
                  <a:cubicBezTo>
                    <a:pt x="5216493" y="518512"/>
                    <a:pt x="4697981" y="0"/>
                    <a:pt x="405836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016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9B40FAA4-A047-93BD-06C7-D32AF69116DD}"/>
                </a:ext>
              </a:extLst>
            </p:cNvPr>
            <p:cNvSpPr/>
            <p:nvPr/>
          </p:nvSpPr>
          <p:spPr>
            <a:xfrm>
              <a:off x="6313404" y="4680673"/>
              <a:ext cx="712420" cy="712420"/>
            </a:xfrm>
            <a:prstGeom prst="ellipse">
              <a:avLst/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75000"/>
                  </a:sysClr>
                </a:gs>
              </a:gsLst>
              <a:lin ang="2700000" scaled="1"/>
            </a:gradFill>
            <a:ln w="19050" cap="flat" cmpd="sng" algn="ctr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  <a:ea typeface="思源黑体 Light"/>
              </a:endParaRPr>
            </a:p>
          </p:txBody>
        </p:sp>
        <p:sp>
          <p:nvSpPr>
            <p:cNvPr id="9" name="TextBox">
              <a:extLst>
                <a:ext uri="{FF2B5EF4-FFF2-40B4-BE49-F238E27FC236}">
                  <a16:creationId xmlns:a16="http://schemas.microsoft.com/office/drawing/2014/main" id="{E4233D79-0E0E-F2CB-9598-AE988D93752D}"/>
                </a:ext>
              </a:extLst>
            </p:cNvPr>
            <p:cNvSpPr txBox="1"/>
            <p:nvPr/>
          </p:nvSpPr>
          <p:spPr>
            <a:xfrm>
              <a:off x="6374768" y="4834790"/>
              <a:ext cx="5896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Lora" pitchFamily="2" charset="0"/>
                  <a:ea typeface="思源黑体 Light"/>
                </a:rPr>
                <a:t>01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ora" pitchFamily="2" charset="0"/>
                <a:ea typeface="思源黑体 Light"/>
              </a:endParaRPr>
            </a:p>
          </p:txBody>
        </p:sp>
        <p:sp>
          <p:nvSpPr>
            <p:cNvPr id="10" name="TextBox">
              <a:extLst>
                <a:ext uri="{FF2B5EF4-FFF2-40B4-BE49-F238E27FC236}">
                  <a16:creationId xmlns:a16="http://schemas.microsoft.com/office/drawing/2014/main" id="{FBFD6311-5032-DDF0-3385-150F6DD6CD6B}"/>
                </a:ext>
              </a:extLst>
            </p:cNvPr>
            <p:cNvSpPr txBox="1"/>
            <p:nvPr/>
          </p:nvSpPr>
          <p:spPr>
            <a:xfrm>
              <a:off x="6909766" y="4834790"/>
              <a:ext cx="5896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Lora" pitchFamily="2" charset="0"/>
                  <a:ea typeface="思源黑体 Light"/>
                </a:rPr>
                <a:t>02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Lora" pitchFamily="2" charset="0"/>
                <a:ea typeface="思源黑体 Light"/>
              </a:endParaRPr>
            </a:p>
          </p:txBody>
        </p:sp>
        <p:sp>
          <p:nvSpPr>
            <p:cNvPr id="11" name="TextBox">
              <a:extLst>
                <a:ext uri="{FF2B5EF4-FFF2-40B4-BE49-F238E27FC236}">
                  <a16:creationId xmlns:a16="http://schemas.microsoft.com/office/drawing/2014/main" id="{39C17533-9C0A-8DB8-0009-157CAD52E432}"/>
                </a:ext>
              </a:extLst>
            </p:cNvPr>
            <p:cNvSpPr txBox="1"/>
            <p:nvPr/>
          </p:nvSpPr>
          <p:spPr>
            <a:xfrm>
              <a:off x="7449613" y="4834790"/>
              <a:ext cx="5896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思源黑体 Light"/>
                </a:rPr>
                <a:t>03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思源黑体 Light"/>
              </a:endParaRPr>
            </a:p>
          </p:txBody>
        </p:sp>
        <p:sp>
          <p:nvSpPr>
            <p:cNvPr id="12" name="Line">
              <a:extLst>
                <a:ext uri="{FF2B5EF4-FFF2-40B4-BE49-F238E27FC236}">
                  <a16:creationId xmlns:a16="http://schemas.microsoft.com/office/drawing/2014/main" id="{35D02683-CDEC-465F-EA92-A24B8434B7A9}"/>
                </a:ext>
              </a:extLst>
            </p:cNvPr>
            <p:cNvSpPr/>
            <p:nvPr/>
          </p:nvSpPr>
          <p:spPr>
            <a:xfrm>
              <a:off x="3911996" y="2678006"/>
              <a:ext cx="3202792" cy="547486"/>
            </a:xfrm>
            <a:custGeom>
              <a:avLst/>
              <a:gdLst>
                <a:gd name="connsiteX0" fmla="*/ 2971800 w 2971800"/>
                <a:gd name="connsiteY0" fmla="*/ 508000 h 508000"/>
                <a:gd name="connsiteX1" fmla="*/ 622300 w 2971800"/>
                <a:gd name="connsiteY1" fmla="*/ 508000 h 508000"/>
                <a:gd name="connsiteX2" fmla="*/ 622300 w 2971800"/>
                <a:gd name="connsiteY2" fmla="*/ 0 h 508000"/>
                <a:gd name="connsiteX3" fmla="*/ 0 w 2971800"/>
                <a:gd name="connsiteY3" fmla="*/ 0 h 50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1800" h="508000">
                  <a:moveTo>
                    <a:pt x="2971800" y="508000"/>
                  </a:moveTo>
                  <a:lnTo>
                    <a:pt x="622300" y="508000"/>
                  </a:lnTo>
                  <a:lnTo>
                    <a:pt x="622300" y="0"/>
                  </a:lnTo>
                  <a:lnTo>
                    <a:pt x="0" y="0"/>
                  </a:lnTo>
                </a:path>
              </a:pathLst>
            </a:custGeom>
            <a:noFill/>
            <a:ln w="158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B9AB451A-6DC3-808D-D111-069BDCD24B2F}"/>
                </a:ext>
              </a:extLst>
            </p:cNvPr>
            <p:cNvSpPr/>
            <p:nvPr/>
          </p:nvSpPr>
          <p:spPr>
            <a:xfrm>
              <a:off x="3911997" y="4013872"/>
              <a:ext cx="3791340" cy="629609"/>
            </a:xfrm>
            <a:custGeom>
              <a:avLst/>
              <a:gdLst>
                <a:gd name="connsiteX0" fmla="*/ 3517900 w 3517900"/>
                <a:gd name="connsiteY0" fmla="*/ 0 h 584200"/>
                <a:gd name="connsiteX1" fmla="*/ 609600 w 3517900"/>
                <a:gd name="connsiteY1" fmla="*/ 0 h 584200"/>
                <a:gd name="connsiteX2" fmla="*/ 609600 w 3517900"/>
                <a:gd name="connsiteY2" fmla="*/ 584200 h 584200"/>
                <a:gd name="connsiteX3" fmla="*/ 0 w 3517900"/>
                <a:gd name="connsiteY3" fmla="*/ 584200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7900" h="584200">
                  <a:moveTo>
                    <a:pt x="3517900" y="0"/>
                  </a:moveTo>
                  <a:lnTo>
                    <a:pt x="609600" y="0"/>
                  </a:lnTo>
                  <a:lnTo>
                    <a:pt x="609600" y="584200"/>
                  </a:lnTo>
                  <a:lnTo>
                    <a:pt x="0" y="584200"/>
                  </a:lnTo>
                </a:path>
              </a:pathLst>
            </a:custGeom>
            <a:noFill/>
            <a:ln w="158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49E0708A-AED9-0E84-25B6-8272E6804CB7}"/>
                </a:ext>
              </a:extLst>
            </p:cNvPr>
            <p:cNvSpPr/>
            <p:nvPr/>
          </p:nvSpPr>
          <p:spPr>
            <a:xfrm>
              <a:off x="3911996" y="3647056"/>
              <a:ext cx="3476535" cy="0"/>
            </a:xfrm>
            <a:custGeom>
              <a:avLst/>
              <a:gdLst>
                <a:gd name="connsiteX0" fmla="*/ 3225800 w 3225800"/>
                <a:gd name="connsiteY0" fmla="*/ 0 h 0"/>
                <a:gd name="connsiteX1" fmla="*/ 0 w 32258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25800">
                  <a:moveTo>
                    <a:pt x="3225800" y="0"/>
                  </a:moveTo>
                  <a:lnTo>
                    <a:pt x="0" y="0"/>
                  </a:lnTo>
                </a:path>
              </a:pathLst>
            </a:custGeom>
            <a:noFill/>
            <a:ln w="1587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18" name="Circle">
              <a:extLst>
                <a:ext uri="{FF2B5EF4-FFF2-40B4-BE49-F238E27FC236}">
                  <a16:creationId xmlns:a16="http://schemas.microsoft.com/office/drawing/2014/main" id="{5C55B563-0D45-6050-BC6C-D392030E0DB0}"/>
                </a:ext>
              </a:extLst>
            </p:cNvPr>
            <p:cNvSpPr/>
            <p:nvPr/>
          </p:nvSpPr>
          <p:spPr>
            <a:xfrm>
              <a:off x="3866829" y="2635920"/>
              <a:ext cx="90335" cy="90335"/>
            </a:xfrm>
            <a:prstGeom prst="ellipse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19" name="Circle">
              <a:extLst>
                <a:ext uri="{FF2B5EF4-FFF2-40B4-BE49-F238E27FC236}">
                  <a16:creationId xmlns:a16="http://schemas.microsoft.com/office/drawing/2014/main" id="{2747ADD1-77F8-1443-F9E8-E4471B8F6B70}"/>
                </a:ext>
              </a:extLst>
            </p:cNvPr>
            <p:cNvSpPr/>
            <p:nvPr/>
          </p:nvSpPr>
          <p:spPr>
            <a:xfrm>
              <a:off x="7058423" y="3125926"/>
              <a:ext cx="196995" cy="19699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innerShdw blurRad="25400" dist="127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20" name="Circle">
              <a:extLst>
                <a:ext uri="{FF2B5EF4-FFF2-40B4-BE49-F238E27FC236}">
                  <a16:creationId xmlns:a16="http://schemas.microsoft.com/office/drawing/2014/main" id="{27289BD6-1D16-4DF6-1271-18EB84C6A283}"/>
                </a:ext>
              </a:extLst>
            </p:cNvPr>
            <p:cNvSpPr/>
            <p:nvPr/>
          </p:nvSpPr>
          <p:spPr>
            <a:xfrm>
              <a:off x="7334296" y="3545526"/>
              <a:ext cx="196995" cy="19699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innerShdw blurRad="25400" dist="127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21" name="Circle">
              <a:extLst>
                <a:ext uri="{FF2B5EF4-FFF2-40B4-BE49-F238E27FC236}">
                  <a16:creationId xmlns:a16="http://schemas.microsoft.com/office/drawing/2014/main" id="{29A57B9B-F553-7684-081C-0CC8B448409C}"/>
                </a:ext>
              </a:extLst>
            </p:cNvPr>
            <p:cNvSpPr/>
            <p:nvPr/>
          </p:nvSpPr>
          <p:spPr>
            <a:xfrm>
              <a:off x="7645961" y="3915079"/>
              <a:ext cx="196995" cy="19699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innerShdw blurRad="25400" dist="12700" dir="135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22" name="Circle">
              <a:extLst>
                <a:ext uri="{FF2B5EF4-FFF2-40B4-BE49-F238E27FC236}">
                  <a16:creationId xmlns:a16="http://schemas.microsoft.com/office/drawing/2014/main" id="{BFF8540D-89F7-F3B7-FBCB-997F30645C09}"/>
                </a:ext>
              </a:extLst>
            </p:cNvPr>
            <p:cNvSpPr/>
            <p:nvPr/>
          </p:nvSpPr>
          <p:spPr>
            <a:xfrm>
              <a:off x="3866829" y="3600082"/>
              <a:ext cx="90335" cy="90335"/>
            </a:xfrm>
            <a:prstGeom prst="ellipse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FA5075F8-2CFB-C47F-0501-F78B961DD7B5}"/>
                </a:ext>
              </a:extLst>
            </p:cNvPr>
            <p:cNvSpPr/>
            <p:nvPr/>
          </p:nvSpPr>
          <p:spPr>
            <a:xfrm>
              <a:off x="3866829" y="4598952"/>
              <a:ext cx="90335" cy="90335"/>
            </a:xfrm>
            <a:prstGeom prst="ellipse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Light"/>
                <a:ea typeface="思源黑体 Light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340EA5-C63C-026D-EA31-3813A2CEEC1D}"/>
                </a:ext>
              </a:extLst>
            </p:cNvPr>
            <p:cNvSpPr txBox="1"/>
            <p:nvPr/>
          </p:nvSpPr>
          <p:spPr>
            <a:xfrm>
              <a:off x="1732284" y="3286471"/>
              <a:ext cx="2194034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A790A3B-FA35-4BA2-20DC-C5BE22593541}"/>
                </a:ext>
              </a:extLst>
            </p:cNvPr>
            <p:cNvSpPr txBox="1"/>
            <p:nvPr/>
          </p:nvSpPr>
          <p:spPr>
            <a:xfrm>
              <a:off x="1732284" y="4271964"/>
              <a:ext cx="2194034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D09C19B-7D36-F774-5A47-42BC0B5BB987}"/>
                </a:ext>
              </a:extLst>
            </p:cNvPr>
            <p:cNvSpPr txBox="1"/>
            <p:nvPr/>
          </p:nvSpPr>
          <p:spPr>
            <a:xfrm>
              <a:off x="1736810" y="2300979"/>
              <a:ext cx="2184982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Financial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1835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BBB88540-2196-B9FF-261B-CEAB2C6EAC42}"/>
              </a:ext>
            </a:extLst>
          </p:cNvPr>
          <p:cNvGrpSpPr/>
          <p:nvPr/>
        </p:nvGrpSpPr>
        <p:grpSpPr>
          <a:xfrm>
            <a:off x="1156657" y="1633605"/>
            <a:ext cx="9878685" cy="4540304"/>
            <a:chOff x="1368106" y="1502977"/>
            <a:chExt cx="9878685" cy="4540304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0E3CC54-0685-769C-666D-5AF0FFFD6930}"/>
                </a:ext>
              </a:extLst>
            </p:cNvPr>
            <p:cNvGrpSpPr/>
            <p:nvPr/>
          </p:nvGrpSpPr>
          <p:grpSpPr>
            <a:xfrm>
              <a:off x="4025504" y="1502977"/>
              <a:ext cx="4563888" cy="4540304"/>
              <a:chOff x="3814056" y="1502977"/>
              <a:chExt cx="4563888" cy="4540304"/>
            </a:xfrm>
          </p:grpSpPr>
          <p:sp>
            <p:nvSpPr>
              <p:cNvPr id="45" name="Shape">
                <a:extLst>
                  <a:ext uri="{FF2B5EF4-FFF2-40B4-BE49-F238E27FC236}">
                    <a16:creationId xmlns:a16="http://schemas.microsoft.com/office/drawing/2014/main" id="{7545DB42-1180-4E29-1B9D-289648A71A71}"/>
                  </a:ext>
                </a:extLst>
              </p:cNvPr>
              <p:cNvSpPr/>
              <p:nvPr/>
            </p:nvSpPr>
            <p:spPr>
              <a:xfrm flipH="1">
                <a:off x="3814056" y="1502977"/>
                <a:ext cx="2152702" cy="2152702"/>
              </a:xfrm>
              <a:prstGeom prst="round1Rect">
                <a:avLst>
                  <a:gd name="adj" fmla="val 21387"/>
                </a:avLst>
              </a:prstGeom>
              <a:gradFill>
                <a:gsLst>
                  <a:gs pos="100000">
                    <a:srgbClr val="F5F5F5"/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8100000" scaled="0"/>
              </a:gradFill>
              <a:ln w="317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8100000" scaled="0"/>
                </a:gradFill>
                <a:prstDash val="solid"/>
                <a:miter lim="800000"/>
              </a:ln>
              <a:effectLst>
                <a:outerShdw blurRad="292100" dist="1016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6" name="Shape">
                <a:extLst>
                  <a:ext uri="{FF2B5EF4-FFF2-40B4-BE49-F238E27FC236}">
                    <a16:creationId xmlns:a16="http://schemas.microsoft.com/office/drawing/2014/main" id="{7ABEDB8F-D8CA-A9D5-C350-01296D35B35E}"/>
                  </a:ext>
                </a:extLst>
              </p:cNvPr>
              <p:cNvSpPr/>
              <p:nvPr/>
            </p:nvSpPr>
            <p:spPr>
              <a:xfrm flipV="1">
                <a:off x="6225242" y="3890579"/>
                <a:ext cx="2152702" cy="2152702"/>
              </a:xfrm>
              <a:prstGeom prst="round1Rect">
                <a:avLst>
                  <a:gd name="adj" fmla="val 21387"/>
                </a:avLst>
              </a:prstGeom>
              <a:gradFill>
                <a:gsLst>
                  <a:gs pos="100000">
                    <a:srgbClr val="F5F5F5"/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</a:gradFill>
              <a:ln w="317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18900000" scaled="0"/>
                </a:gradFill>
                <a:prstDash val="solid"/>
                <a:miter lim="800000"/>
              </a:ln>
              <a:effectLst>
                <a:outerShdw blurRad="292100" dist="1016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7" name="Shape">
                <a:extLst>
                  <a:ext uri="{FF2B5EF4-FFF2-40B4-BE49-F238E27FC236}">
                    <a16:creationId xmlns:a16="http://schemas.microsoft.com/office/drawing/2014/main" id="{C2605911-94BE-CAB8-661A-795928212C1F}"/>
                  </a:ext>
                </a:extLst>
              </p:cNvPr>
              <p:cNvSpPr/>
              <p:nvPr/>
            </p:nvSpPr>
            <p:spPr>
              <a:xfrm>
                <a:off x="3814056" y="3890579"/>
                <a:ext cx="2152702" cy="2152702"/>
              </a:xfrm>
              <a:prstGeom prst="rect">
                <a:avLst/>
              </a:prstGeom>
              <a:gradFill flip="none" rotWithShape="1">
                <a:gsLst>
                  <a:gs pos="100000">
                    <a:srgbClr val="F5F5F5"/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3175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>
                <a:outerShdw blurRad="292100" dist="1016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8" name="Shape">
                <a:extLst>
                  <a:ext uri="{FF2B5EF4-FFF2-40B4-BE49-F238E27FC236}">
                    <a16:creationId xmlns:a16="http://schemas.microsoft.com/office/drawing/2014/main" id="{C2FCB2DF-94DD-A7DE-089D-6F218A98060B}"/>
                  </a:ext>
                </a:extLst>
              </p:cNvPr>
              <p:cNvSpPr/>
              <p:nvPr/>
            </p:nvSpPr>
            <p:spPr>
              <a:xfrm>
                <a:off x="6225242" y="1502977"/>
                <a:ext cx="2152702" cy="2152702"/>
              </a:xfrm>
              <a:prstGeom prst="rect">
                <a:avLst/>
              </a:prstGeom>
              <a:gradFill flip="none" rotWithShape="1">
                <a:gsLst>
                  <a:gs pos="100000">
                    <a:srgbClr val="F5F5F5"/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3175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>
                <a:outerShdw blurRad="292100" dist="1016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4" name="Shape">
                <a:extLst>
                  <a:ext uri="{FF2B5EF4-FFF2-40B4-BE49-F238E27FC236}">
                    <a16:creationId xmlns:a16="http://schemas.microsoft.com/office/drawing/2014/main" id="{2481A9F9-B06C-CCE3-AAC3-D31A02BE9B45}"/>
                  </a:ext>
                </a:extLst>
              </p:cNvPr>
              <p:cNvSpPr/>
              <p:nvPr/>
            </p:nvSpPr>
            <p:spPr>
              <a:xfrm>
                <a:off x="6438900" y="1716634"/>
                <a:ext cx="1725387" cy="1725387"/>
              </a:xfrm>
              <a:prstGeom prst="rect">
                <a:avLst/>
              </a:prstGeom>
              <a:solidFill>
                <a:schemeClr val="accent2"/>
              </a:solidFill>
              <a:ln w="25400" cap="flat" cmpd="sng" algn="ctr">
                <a:gradFill flip="none" rotWithShape="1"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>
                <a:innerShdw blurRad="101600" dist="254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" name="Shape">
                <a:extLst>
                  <a:ext uri="{FF2B5EF4-FFF2-40B4-BE49-F238E27FC236}">
                    <a16:creationId xmlns:a16="http://schemas.microsoft.com/office/drawing/2014/main" id="{F1B111CA-6935-A091-35A0-2AC51E72D04B}"/>
                  </a:ext>
                </a:extLst>
              </p:cNvPr>
              <p:cNvSpPr/>
              <p:nvPr/>
            </p:nvSpPr>
            <p:spPr>
              <a:xfrm flipH="1">
                <a:off x="4027713" y="1716634"/>
                <a:ext cx="1725387" cy="1725387"/>
              </a:xfrm>
              <a:prstGeom prst="round1Rect">
                <a:avLst/>
              </a:prstGeom>
              <a:solidFill>
                <a:schemeClr val="accent1"/>
              </a:solidFill>
              <a:ln w="25400" cap="flat" cmpd="sng" algn="ctr">
                <a:gradFill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8100000" scaled="0"/>
                </a:gradFill>
                <a:prstDash val="solid"/>
                <a:miter lim="800000"/>
              </a:ln>
              <a:effectLst>
                <a:innerShdw blurRad="101600" dist="25400" dir="189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" name="Shape">
                <a:extLst>
                  <a:ext uri="{FF2B5EF4-FFF2-40B4-BE49-F238E27FC236}">
                    <a16:creationId xmlns:a16="http://schemas.microsoft.com/office/drawing/2014/main" id="{DEAE2B91-EB1C-D33B-059B-C457AF21691C}"/>
                  </a:ext>
                </a:extLst>
              </p:cNvPr>
              <p:cNvSpPr/>
              <p:nvPr/>
            </p:nvSpPr>
            <p:spPr>
              <a:xfrm flipV="1">
                <a:off x="6438900" y="4104237"/>
                <a:ext cx="1725387" cy="1725387"/>
              </a:xfrm>
              <a:prstGeom prst="round1Rect">
                <a:avLst/>
              </a:prstGeom>
              <a:solidFill>
                <a:schemeClr val="accent3"/>
              </a:solidFill>
              <a:ln w="25400" cap="flat" cmpd="sng" algn="ctr">
                <a:gradFill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18900000" scaled="0"/>
                </a:gradFill>
                <a:prstDash val="solid"/>
                <a:miter lim="800000"/>
              </a:ln>
              <a:effectLst>
                <a:innerShdw blurRad="101600" dist="25400" dir="81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" name="Shape">
                <a:extLst>
                  <a:ext uri="{FF2B5EF4-FFF2-40B4-BE49-F238E27FC236}">
                    <a16:creationId xmlns:a16="http://schemas.microsoft.com/office/drawing/2014/main" id="{5F3376E1-9F55-96DF-EAA4-9A7EDF6CF8F0}"/>
                  </a:ext>
                </a:extLst>
              </p:cNvPr>
              <p:cNvSpPr/>
              <p:nvPr/>
            </p:nvSpPr>
            <p:spPr>
              <a:xfrm>
                <a:off x="4023229" y="4104237"/>
                <a:ext cx="1725387" cy="1725387"/>
              </a:xfrm>
              <a:prstGeom prst="rect">
                <a:avLst/>
              </a:prstGeom>
              <a:solidFill>
                <a:schemeClr val="accent4"/>
              </a:solidFill>
              <a:ln w="25400" cap="flat" cmpd="sng" algn="ctr">
                <a:gradFill flip="none" rotWithShape="1">
                  <a:gsLst>
                    <a:gs pos="0">
                      <a:sysClr val="window" lastClr="FFFFFF">
                        <a:lumMod val="65000"/>
                      </a:sysClr>
                    </a:gs>
                    <a:gs pos="100000">
                      <a:sysClr val="window" lastClr="FFFFFF"/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>
                <a:innerShdw blurRad="101600" dist="25400" dir="13500000">
                  <a:prstClr val="black">
                    <a:alpha val="50000"/>
                  </a:prstClr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91437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5A02FA92-3C47-E726-C002-A96652F6CCC7}"/>
                  </a:ext>
                </a:extLst>
              </p:cNvPr>
              <p:cNvGrpSpPr/>
              <p:nvPr/>
            </p:nvGrpSpPr>
            <p:grpSpPr>
              <a:xfrm>
                <a:off x="4534828" y="2223749"/>
                <a:ext cx="711156" cy="711156"/>
                <a:chOff x="4265135" y="2230016"/>
                <a:chExt cx="711156" cy="711156"/>
              </a:xfrm>
            </p:grpSpPr>
            <p:sp>
              <p:nvSpPr>
                <p:cNvPr id="12" name="Circle">
                  <a:extLst>
                    <a:ext uri="{FF2B5EF4-FFF2-40B4-BE49-F238E27FC236}">
                      <a16:creationId xmlns:a16="http://schemas.microsoft.com/office/drawing/2014/main" id="{7D86C5D2-A1B2-09F8-D27C-7C64BF766FCF}"/>
                    </a:ext>
                  </a:extLst>
                </p:cNvPr>
                <p:cNvSpPr/>
                <p:nvPr/>
              </p:nvSpPr>
              <p:spPr>
                <a:xfrm>
                  <a:off x="4265135" y="2230016"/>
                  <a:ext cx="711156" cy="711156"/>
                </a:xfrm>
                <a:prstGeom prst="ellipse">
                  <a:avLst/>
                </a:prstGeom>
                <a:solidFill>
                  <a:sysClr val="windowText" lastClr="000000">
                    <a:alpha val="1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7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54" name="Picture 2" descr="Summary Icon #427383 - Free Icons Library">
                  <a:extLst>
                    <a:ext uri="{FF2B5EF4-FFF2-40B4-BE49-F238E27FC236}">
                      <a16:creationId xmlns:a16="http://schemas.microsoft.com/office/drawing/2014/main" id="{0E12DC21-7947-CB15-312E-A62C4A1842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455935" y="2424179"/>
                  <a:ext cx="329557" cy="32283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BE05E647-2066-058C-044B-F4A7F4C1F30D}"/>
                  </a:ext>
                </a:extLst>
              </p:cNvPr>
              <p:cNvGrpSpPr/>
              <p:nvPr/>
            </p:nvGrpSpPr>
            <p:grpSpPr>
              <a:xfrm>
                <a:off x="6946015" y="2223749"/>
                <a:ext cx="711156" cy="711156"/>
                <a:chOff x="6753158" y="2230016"/>
                <a:chExt cx="711156" cy="711156"/>
              </a:xfrm>
            </p:grpSpPr>
            <p:sp>
              <p:nvSpPr>
                <p:cNvPr id="13" name="Circle">
                  <a:extLst>
                    <a:ext uri="{FF2B5EF4-FFF2-40B4-BE49-F238E27FC236}">
                      <a16:creationId xmlns:a16="http://schemas.microsoft.com/office/drawing/2014/main" id="{29189227-67D6-F70D-DF64-DAC83DDC7D7C}"/>
                    </a:ext>
                  </a:extLst>
                </p:cNvPr>
                <p:cNvSpPr/>
                <p:nvPr/>
              </p:nvSpPr>
              <p:spPr>
                <a:xfrm>
                  <a:off x="6753158" y="2230016"/>
                  <a:ext cx="711156" cy="711156"/>
                </a:xfrm>
                <a:prstGeom prst="ellipse">
                  <a:avLst/>
                </a:prstGeom>
                <a:solidFill>
                  <a:sysClr val="windowText" lastClr="000000">
                    <a:alpha val="1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7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55" name="Picture 4" descr="Product Service Icons - Free SVG &amp; PNG Product Service Images - Noun Project">
                  <a:extLst>
                    <a:ext uri="{FF2B5EF4-FFF2-40B4-BE49-F238E27FC236}">
                      <a16:creationId xmlns:a16="http://schemas.microsoft.com/office/drawing/2014/main" id="{A897E3AC-9059-2D90-1239-FA62815ACD0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904294" y="2381152"/>
                  <a:ext cx="408885" cy="4088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A4E00A01-5F99-0B32-3162-AFDCBEB74491}"/>
                  </a:ext>
                </a:extLst>
              </p:cNvPr>
              <p:cNvGrpSpPr/>
              <p:nvPr/>
            </p:nvGrpSpPr>
            <p:grpSpPr>
              <a:xfrm>
                <a:off x="4530344" y="4611352"/>
                <a:ext cx="711156" cy="711156"/>
                <a:chOff x="4265135" y="4675299"/>
                <a:chExt cx="711156" cy="711156"/>
              </a:xfrm>
            </p:grpSpPr>
            <p:sp>
              <p:nvSpPr>
                <p:cNvPr id="14" name="Circle">
                  <a:extLst>
                    <a:ext uri="{FF2B5EF4-FFF2-40B4-BE49-F238E27FC236}">
                      <a16:creationId xmlns:a16="http://schemas.microsoft.com/office/drawing/2014/main" id="{B82FE5D2-B211-4A10-CFC9-C62070256EFE}"/>
                    </a:ext>
                  </a:extLst>
                </p:cNvPr>
                <p:cNvSpPr/>
                <p:nvPr/>
              </p:nvSpPr>
              <p:spPr>
                <a:xfrm>
                  <a:off x="4265135" y="4675299"/>
                  <a:ext cx="711156" cy="711156"/>
                </a:xfrm>
                <a:prstGeom prst="ellipse">
                  <a:avLst/>
                </a:prstGeom>
                <a:solidFill>
                  <a:sysClr val="windowText" lastClr="000000">
                    <a:alpha val="1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7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56" name="Picture 6" descr="Marketing plan Icon - Free PNG &amp; SVG 1327077 - Noun Project">
                  <a:extLst>
                    <a:ext uri="{FF2B5EF4-FFF2-40B4-BE49-F238E27FC236}">
                      <a16:creationId xmlns:a16="http://schemas.microsoft.com/office/drawing/2014/main" id="{C711FD02-555A-2B9A-7117-F9352FC1831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456378" y="4866542"/>
                  <a:ext cx="328670" cy="32867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DDB94623-2C73-A67A-AAB2-56445B0FADA0}"/>
                  </a:ext>
                </a:extLst>
              </p:cNvPr>
              <p:cNvGrpSpPr/>
              <p:nvPr/>
            </p:nvGrpSpPr>
            <p:grpSpPr>
              <a:xfrm>
                <a:off x="6946015" y="4611352"/>
                <a:ext cx="711156" cy="711156"/>
                <a:chOff x="6753158" y="4675299"/>
                <a:chExt cx="711156" cy="711156"/>
              </a:xfrm>
            </p:grpSpPr>
            <p:sp>
              <p:nvSpPr>
                <p:cNvPr id="15" name="Circle">
                  <a:extLst>
                    <a:ext uri="{FF2B5EF4-FFF2-40B4-BE49-F238E27FC236}">
                      <a16:creationId xmlns:a16="http://schemas.microsoft.com/office/drawing/2014/main" id="{87726CF8-8C30-23CB-96E2-E537DEF2E8CA}"/>
                    </a:ext>
                  </a:extLst>
                </p:cNvPr>
                <p:cNvSpPr/>
                <p:nvPr/>
              </p:nvSpPr>
              <p:spPr>
                <a:xfrm>
                  <a:off x="6753158" y="4675299"/>
                  <a:ext cx="711156" cy="711156"/>
                </a:xfrm>
                <a:prstGeom prst="ellipse">
                  <a:avLst/>
                </a:prstGeom>
                <a:solidFill>
                  <a:sysClr val="windowText" lastClr="000000">
                    <a:alpha val="15000"/>
                  </a:sys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77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351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57" name="Picture 8" descr="Finance - Free business and finance icons">
                  <a:extLst>
                    <a:ext uri="{FF2B5EF4-FFF2-40B4-BE49-F238E27FC236}">
                      <a16:creationId xmlns:a16="http://schemas.microsoft.com/office/drawing/2014/main" id="{A52A8498-FA67-106D-EFE2-AAC12F66608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942064" y="4864205"/>
                  <a:ext cx="333345" cy="33334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61E44D1-C940-7F42-9B21-406B95B67515}"/>
                </a:ext>
              </a:extLst>
            </p:cNvPr>
            <p:cNvGrpSpPr/>
            <p:nvPr/>
          </p:nvGrpSpPr>
          <p:grpSpPr>
            <a:xfrm>
              <a:off x="1368106" y="2202302"/>
              <a:ext cx="2227808" cy="3141655"/>
              <a:chOff x="1368106" y="2202302"/>
              <a:chExt cx="2227808" cy="3141655"/>
            </a:xfrm>
          </p:grpSpPr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8163C73-B3B8-15EB-D59A-C294CF44B576}"/>
                  </a:ext>
                </a:extLst>
              </p:cNvPr>
              <p:cNvSpPr txBox="1"/>
              <p:nvPr/>
            </p:nvSpPr>
            <p:spPr>
              <a:xfrm>
                <a:off x="1368106" y="4589904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A59B2E3-BE4E-D15F-D2D3-0C21A3EAE1CC}"/>
                  </a:ext>
                </a:extLst>
              </p:cNvPr>
              <p:cNvSpPr txBox="1"/>
              <p:nvPr/>
            </p:nvSpPr>
            <p:spPr>
              <a:xfrm>
                <a:off x="1368106" y="2202302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B2A4DD1-EDB7-1A4B-FBFD-356D5715EF87}"/>
                </a:ext>
              </a:extLst>
            </p:cNvPr>
            <p:cNvGrpSpPr/>
            <p:nvPr/>
          </p:nvGrpSpPr>
          <p:grpSpPr>
            <a:xfrm>
              <a:off x="9018983" y="2202302"/>
              <a:ext cx="2227808" cy="3141655"/>
              <a:chOff x="8636428" y="2202302"/>
              <a:chExt cx="2227808" cy="3141655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1949804-5425-BE03-E0AB-92A6631927B9}"/>
                  </a:ext>
                </a:extLst>
              </p:cNvPr>
              <p:cNvSpPr txBox="1"/>
              <p:nvPr/>
            </p:nvSpPr>
            <p:spPr>
              <a:xfrm>
                <a:off x="8636428" y="2202302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580C364-B61E-6E5E-6857-9B567017A2E9}"/>
                  </a:ext>
                </a:extLst>
              </p:cNvPr>
              <p:cNvSpPr txBox="1"/>
              <p:nvPr/>
            </p:nvSpPr>
            <p:spPr>
              <a:xfrm>
                <a:off x="8636428" y="4589904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51450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B1BDC27F-2C56-88C4-670A-6A7A5DCCA8D6}"/>
              </a:ext>
            </a:extLst>
          </p:cNvPr>
          <p:cNvGrpSpPr/>
          <p:nvPr/>
        </p:nvGrpSpPr>
        <p:grpSpPr>
          <a:xfrm>
            <a:off x="1243782" y="2108719"/>
            <a:ext cx="9704436" cy="3415872"/>
            <a:chOff x="1243782" y="2108719"/>
            <a:chExt cx="9704436" cy="341587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05766E7-7CA3-86BC-0823-72748FDC090C}"/>
                </a:ext>
              </a:extLst>
            </p:cNvPr>
            <p:cNvGrpSpPr/>
            <p:nvPr/>
          </p:nvGrpSpPr>
          <p:grpSpPr>
            <a:xfrm>
              <a:off x="1243782" y="2108719"/>
              <a:ext cx="9704436" cy="3415872"/>
              <a:chOff x="1243782" y="2108719"/>
              <a:chExt cx="9704436" cy="3415872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0AA574B8-919C-2974-AE3B-87AAE0F100C0}"/>
                  </a:ext>
                </a:extLst>
              </p:cNvPr>
              <p:cNvGrpSpPr/>
              <p:nvPr/>
            </p:nvGrpSpPr>
            <p:grpSpPr>
              <a:xfrm>
                <a:off x="1243782" y="2108719"/>
                <a:ext cx="9704436" cy="3415872"/>
                <a:chOff x="1243782" y="2341984"/>
                <a:chExt cx="9704436" cy="3415872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2BA6CB01-46F6-9088-17B4-AD9CDD78387E}"/>
                    </a:ext>
                  </a:extLst>
                </p:cNvPr>
                <p:cNvSpPr/>
                <p:nvPr/>
              </p:nvSpPr>
              <p:spPr>
                <a:xfrm>
                  <a:off x="3849881" y="2341984"/>
                  <a:ext cx="1883612" cy="3415872"/>
                </a:xfrm>
                <a:prstGeom prst="rect">
                  <a:avLst/>
                </a:prstGeom>
                <a:gradFill>
                  <a:gsLst>
                    <a:gs pos="100000">
                      <a:srgbClr val="D4D5D7"/>
                    </a:gs>
                    <a:gs pos="60000">
                      <a:srgbClr val="ECECEC"/>
                    </a:gs>
                    <a:gs pos="45000">
                      <a:srgbClr val="F0F0F0"/>
                    </a:gs>
                    <a:gs pos="15000">
                      <a:srgbClr val="FDFDFD"/>
                    </a:gs>
                  </a:gsLst>
                  <a:lin ang="2700000" scaled="0"/>
                </a:gradFill>
                <a:ln>
                  <a:noFill/>
                </a:ln>
                <a:effectLst>
                  <a:outerShdw blurRad="127000" dist="1143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6C5EB22-8D80-709E-A3C9-58CE56C373A9}"/>
                    </a:ext>
                  </a:extLst>
                </p:cNvPr>
                <p:cNvSpPr/>
                <p:nvPr/>
              </p:nvSpPr>
              <p:spPr>
                <a:xfrm>
                  <a:off x="6461038" y="2341984"/>
                  <a:ext cx="1883612" cy="3415872"/>
                </a:xfrm>
                <a:prstGeom prst="rect">
                  <a:avLst/>
                </a:prstGeom>
                <a:gradFill>
                  <a:gsLst>
                    <a:gs pos="100000">
                      <a:srgbClr val="D4D5D7"/>
                    </a:gs>
                    <a:gs pos="60000">
                      <a:srgbClr val="ECECEC"/>
                    </a:gs>
                    <a:gs pos="45000">
                      <a:srgbClr val="F0F0F0"/>
                    </a:gs>
                    <a:gs pos="15000">
                      <a:srgbClr val="FDFDFD"/>
                    </a:gs>
                  </a:gsLst>
                  <a:lin ang="2700000" scaled="0"/>
                </a:gradFill>
                <a:ln>
                  <a:noFill/>
                </a:ln>
                <a:effectLst>
                  <a:outerShdw blurRad="127000" dist="1143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ABAEFF39-994F-3C40-30BA-E070DB2CDB9A}"/>
                    </a:ext>
                  </a:extLst>
                </p:cNvPr>
                <p:cNvSpPr/>
                <p:nvPr/>
              </p:nvSpPr>
              <p:spPr>
                <a:xfrm>
                  <a:off x="9064606" y="2341984"/>
                  <a:ext cx="1883612" cy="3415872"/>
                </a:xfrm>
                <a:prstGeom prst="rect">
                  <a:avLst/>
                </a:prstGeom>
                <a:gradFill>
                  <a:gsLst>
                    <a:gs pos="100000">
                      <a:srgbClr val="D4D5D7"/>
                    </a:gs>
                    <a:gs pos="60000">
                      <a:srgbClr val="ECECEC"/>
                    </a:gs>
                    <a:gs pos="45000">
                      <a:srgbClr val="F0F0F0"/>
                    </a:gs>
                    <a:gs pos="15000">
                      <a:srgbClr val="FDFDFD"/>
                    </a:gs>
                  </a:gsLst>
                  <a:lin ang="2700000" scaled="0"/>
                </a:gradFill>
                <a:ln>
                  <a:noFill/>
                </a:ln>
                <a:effectLst>
                  <a:outerShdw blurRad="127000" dist="1143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C5CF90CC-BA0E-F162-653C-85D6F21C9B14}"/>
                    </a:ext>
                  </a:extLst>
                </p:cNvPr>
                <p:cNvSpPr/>
                <p:nvPr/>
              </p:nvSpPr>
              <p:spPr>
                <a:xfrm>
                  <a:off x="1246312" y="2341984"/>
                  <a:ext cx="1883612" cy="3415872"/>
                </a:xfrm>
                <a:prstGeom prst="rect">
                  <a:avLst/>
                </a:prstGeom>
                <a:gradFill>
                  <a:gsLst>
                    <a:gs pos="100000">
                      <a:srgbClr val="D4D5D7"/>
                    </a:gs>
                    <a:gs pos="60000">
                      <a:srgbClr val="ECECEC"/>
                    </a:gs>
                    <a:gs pos="45000">
                      <a:srgbClr val="F0F0F0"/>
                    </a:gs>
                    <a:gs pos="15000">
                      <a:srgbClr val="FDFDFD"/>
                    </a:gs>
                  </a:gsLst>
                  <a:lin ang="2700000" scaled="0"/>
                </a:gradFill>
                <a:ln>
                  <a:noFill/>
                </a:ln>
                <a:effectLst>
                  <a:outerShdw blurRad="127000" dist="1143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55" name="Hexagon 54">
                  <a:extLst>
                    <a:ext uri="{FF2B5EF4-FFF2-40B4-BE49-F238E27FC236}">
                      <a16:creationId xmlns:a16="http://schemas.microsoft.com/office/drawing/2014/main" id="{E85B4C05-191A-FF5B-DF76-193E78FB4756}"/>
                    </a:ext>
                  </a:extLst>
                </p:cNvPr>
                <p:cNvSpPr/>
                <p:nvPr/>
              </p:nvSpPr>
              <p:spPr>
                <a:xfrm rot="16200000">
                  <a:off x="1195642" y="4940485"/>
                  <a:ext cx="699610" cy="603330"/>
                </a:xfrm>
                <a:prstGeom prst="hexagon">
                  <a:avLst/>
                </a:prstGeom>
                <a:solidFill>
                  <a:srgbClr val="FFB850"/>
                </a:solidFill>
                <a:ln>
                  <a:noFill/>
                </a:ln>
                <a:effectLst>
                  <a:innerShdw blurRad="1016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prstClr val="white"/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56" name="Hexagon 55">
                  <a:extLst>
                    <a:ext uri="{FF2B5EF4-FFF2-40B4-BE49-F238E27FC236}">
                      <a16:creationId xmlns:a16="http://schemas.microsoft.com/office/drawing/2014/main" id="{30470EB7-D2CA-9CDC-5A77-451AA1C7783B}"/>
                    </a:ext>
                  </a:extLst>
                </p:cNvPr>
                <p:cNvSpPr/>
                <p:nvPr/>
              </p:nvSpPr>
              <p:spPr>
                <a:xfrm rot="16200000">
                  <a:off x="3801740" y="4940485"/>
                  <a:ext cx="699610" cy="603330"/>
                </a:xfrm>
                <a:prstGeom prst="hexagon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innerShdw blurRad="1016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prstClr val="white"/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57" name="Hexagon 56">
                  <a:extLst>
                    <a:ext uri="{FF2B5EF4-FFF2-40B4-BE49-F238E27FC236}">
                      <a16:creationId xmlns:a16="http://schemas.microsoft.com/office/drawing/2014/main" id="{FF058CB7-671A-692D-5D8D-30A218453B8C}"/>
                    </a:ext>
                  </a:extLst>
                </p:cNvPr>
                <p:cNvSpPr/>
                <p:nvPr/>
              </p:nvSpPr>
              <p:spPr>
                <a:xfrm rot="16200000">
                  <a:off x="6412898" y="4940485"/>
                  <a:ext cx="699610" cy="603330"/>
                </a:xfrm>
                <a:prstGeom prst="hexagon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innerShdw blurRad="1016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prstClr val="white"/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58" name="Hexagon 57">
                  <a:extLst>
                    <a:ext uri="{FF2B5EF4-FFF2-40B4-BE49-F238E27FC236}">
                      <a16:creationId xmlns:a16="http://schemas.microsoft.com/office/drawing/2014/main" id="{38C932B2-59D7-2063-D2DB-3FF729BCEBDA}"/>
                    </a:ext>
                  </a:extLst>
                </p:cNvPr>
                <p:cNvSpPr/>
                <p:nvPr/>
              </p:nvSpPr>
              <p:spPr>
                <a:xfrm rot="16200000">
                  <a:off x="9016466" y="4940485"/>
                  <a:ext cx="699610" cy="603330"/>
                </a:xfrm>
                <a:prstGeom prst="hexagon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innerShdw blurRad="101600" dist="50800" dir="189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prstClr val="white"/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7C2214E-BB22-85BE-D8DD-316D1C3B1842}"/>
                  </a:ext>
                </a:extLst>
              </p:cNvPr>
              <p:cNvSpPr txBox="1"/>
              <p:nvPr/>
            </p:nvSpPr>
            <p:spPr>
              <a:xfrm>
                <a:off x="1427307" y="2751954"/>
                <a:ext cx="1521623" cy="1338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CB744BD-1F8A-4C2D-5460-717CBFDFD664}"/>
                  </a:ext>
                </a:extLst>
              </p:cNvPr>
              <p:cNvSpPr txBox="1"/>
              <p:nvPr/>
            </p:nvSpPr>
            <p:spPr>
              <a:xfrm>
                <a:off x="9245601" y="2751954"/>
                <a:ext cx="1521623" cy="1338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DCE3730-6535-00F3-50F7-5F34E6FDBE6E}"/>
                  </a:ext>
                </a:extLst>
              </p:cNvPr>
              <p:cNvSpPr txBox="1"/>
              <p:nvPr/>
            </p:nvSpPr>
            <p:spPr>
              <a:xfrm>
                <a:off x="6639503" y="2751954"/>
                <a:ext cx="1521623" cy="1338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16503D4-E769-0DFE-41FE-22BAEB8BB932}"/>
                  </a:ext>
                </a:extLst>
              </p:cNvPr>
              <p:cNvSpPr txBox="1"/>
              <p:nvPr/>
            </p:nvSpPr>
            <p:spPr>
              <a:xfrm>
                <a:off x="4033405" y="2751954"/>
                <a:ext cx="1521623" cy="1338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pic>
          <p:nvPicPr>
            <p:cNvPr id="65" name="Picture 2" descr="Summary Icon #427383 - Free Icons Library">
              <a:extLst>
                <a:ext uri="{FF2B5EF4-FFF2-40B4-BE49-F238E27FC236}">
                  <a16:creationId xmlns:a16="http://schemas.microsoft.com/office/drawing/2014/main" id="{645CB53D-FD31-A5ED-0553-4A353F6FB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95" y="4834207"/>
              <a:ext cx="357930" cy="35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E3811405-1064-CFBD-7113-6047E1672D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9501" y="4776893"/>
              <a:ext cx="444088" cy="444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1D810EC4-2729-FE47-230B-025F806426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9238" y="4827862"/>
              <a:ext cx="356968" cy="35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8" descr="Finance - Free business and finance icons">
              <a:extLst>
                <a:ext uri="{FF2B5EF4-FFF2-40B4-BE49-F238E27FC236}">
                  <a16:creationId xmlns:a16="http://schemas.microsoft.com/office/drawing/2014/main" id="{15A8AD56-A7D2-7292-E415-2F35438695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85249" y="4827862"/>
              <a:ext cx="362044" cy="362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06050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DC2E84E5-C227-61DC-547A-FD36643001E2}"/>
              </a:ext>
            </a:extLst>
          </p:cNvPr>
          <p:cNvGrpSpPr/>
          <p:nvPr/>
        </p:nvGrpSpPr>
        <p:grpSpPr>
          <a:xfrm>
            <a:off x="847475" y="2785576"/>
            <a:ext cx="10497050" cy="2430081"/>
            <a:chOff x="847475" y="2785576"/>
            <a:chExt cx="10497050" cy="2430081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F94D364-8125-0CB6-2B8F-845C23F713C2}"/>
                </a:ext>
              </a:extLst>
            </p:cNvPr>
            <p:cNvSpPr txBox="1"/>
            <p:nvPr/>
          </p:nvSpPr>
          <p:spPr>
            <a:xfrm>
              <a:off x="847475" y="4461604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Executive Summary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064FEB6-98D6-B764-64B3-356D42C5F0A8}"/>
                </a:ext>
              </a:extLst>
            </p:cNvPr>
            <p:cNvSpPr txBox="1"/>
            <p:nvPr/>
          </p:nvSpPr>
          <p:spPr>
            <a:xfrm>
              <a:off x="9116717" y="4446340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65D8FC5-0EEA-C835-2783-F5C81C98E875}"/>
                </a:ext>
              </a:extLst>
            </p:cNvPr>
            <p:cNvSpPr txBox="1"/>
            <p:nvPr/>
          </p:nvSpPr>
          <p:spPr>
            <a:xfrm>
              <a:off x="6360303" y="4446340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E5CB0D6-3CDB-2C3E-A2AC-CF6B7B398542}"/>
                </a:ext>
              </a:extLst>
            </p:cNvPr>
            <p:cNvSpPr txBox="1"/>
            <p:nvPr/>
          </p:nvSpPr>
          <p:spPr>
            <a:xfrm>
              <a:off x="3603889" y="4446340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ACA1E8E-E670-E162-B435-A3111ED03DBE}"/>
                </a:ext>
              </a:extLst>
            </p:cNvPr>
            <p:cNvGrpSpPr/>
            <p:nvPr/>
          </p:nvGrpSpPr>
          <p:grpSpPr>
            <a:xfrm>
              <a:off x="1544058" y="2785576"/>
              <a:ext cx="834643" cy="1328560"/>
              <a:chOff x="1544058" y="2785576"/>
              <a:chExt cx="834643" cy="1328560"/>
            </a:xfrm>
          </p:grpSpPr>
          <p:sp>
            <p:nvSpPr>
              <p:cNvPr id="12" name="Shape">
                <a:extLst>
                  <a:ext uri="{FF2B5EF4-FFF2-40B4-BE49-F238E27FC236}">
                    <a16:creationId xmlns:a16="http://schemas.microsoft.com/office/drawing/2014/main" id="{B9A7D567-AD1D-A4C7-3983-6573CA170E41}"/>
                  </a:ext>
                </a:extLst>
              </p:cNvPr>
              <p:cNvSpPr/>
              <p:nvPr/>
            </p:nvSpPr>
            <p:spPr>
              <a:xfrm>
                <a:off x="1544058" y="2785576"/>
                <a:ext cx="834643" cy="992657"/>
              </a:xfrm>
              <a:custGeom>
                <a:avLst/>
                <a:gdLst>
                  <a:gd name="connsiteX0" fmla="*/ 1962150 w 3924300"/>
                  <a:gd name="connsiteY0" fmla="*/ 0 h 4667248"/>
                  <a:gd name="connsiteX1" fmla="*/ 3924300 w 3924300"/>
                  <a:gd name="connsiteY1" fmla="*/ 1962150 h 4667248"/>
                  <a:gd name="connsiteX2" fmla="*/ 3770105 w 3924300"/>
                  <a:gd name="connsiteY2" fmla="*/ 2725908 h 4667248"/>
                  <a:gd name="connsiteX3" fmla="*/ 3769902 w 3924300"/>
                  <a:gd name="connsiteY3" fmla="*/ 2726328 h 4667248"/>
                  <a:gd name="connsiteX4" fmla="*/ 3802289 w 3924300"/>
                  <a:gd name="connsiteY4" fmla="*/ 2740482 h 4667248"/>
                  <a:gd name="connsiteX5" fmla="*/ 3076575 w 3924300"/>
                  <a:gd name="connsiteY5" fmla="*/ 4362442 h 4667248"/>
                  <a:gd name="connsiteX6" fmla="*/ 2771769 w 3924300"/>
                  <a:gd name="connsiteY6" fmla="*/ 4667248 h 4667248"/>
                  <a:gd name="connsiteX7" fmla="*/ 1152531 w 3924300"/>
                  <a:gd name="connsiteY7" fmla="*/ 4667248 h 4667248"/>
                  <a:gd name="connsiteX8" fmla="*/ 847725 w 3924300"/>
                  <a:gd name="connsiteY8" fmla="*/ 4362442 h 4667248"/>
                  <a:gd name="connsiteX9" fmla="*/ 165554 w 3924300"/>
                  <a:gd name="connsiteY9" fmla="*/ 2765883 h 4667248"/>
                  <a:gd name="connsiteX10" fmla="*/ 172070 w 3924300"/>
                  <a:gd name="connsiteY10" fmla="*/ 2763013 h 4667248"/>
                  <a:gd name="connsiteX11" fmla="*/ 154196 w 3924300"/>
                  <a:gd name="connsiteY11" fmla="*/ 2725908 h 4667248"/>
                  <a:gd name="connsiteX12" fmla="*/ 0 w 3924300"/>
                  <a:gd name="connsiteY12" fmla="*/ 1962150 h 4667248"/>
                  <a:gd name="connsiteX13" fmla="*/ 1962150 w 3924300"/>
                  <a:gd name="connsiteY13" fmla="*/ 0 h 4667248"/>
                  <a:gd name="connsiteX0-1" fmla="*/ 1962150 w 3924300"/>
                  <a:gd name="connsiteY0-2" fmla="*/ 0 h 4667248"/>
                  <a:gd name="connsiteX1-3" fmla="*/ 3924300 w 3924300"/>
                  <a:gd name="connsiteY1-4" fmla="*/ 1962150 h 4667248"/>
                  <a:gd name="connsiteX2-5" fmla="*/ 3770105 w 3924300"/>
                  <a:gd name="connsiteY2-6" fmla="*/ 2725908 h 4667248"/>
                  <a:gd name="connsiteX3-7" fmla="*/ 3802289 w 3924300"/>
                  <a:gd name="connsiteY3-8" fmla="*/ 2740482 h 4667248"/>
                  <a:gd name="connsiteX4-9" fmla="*/ 3076575 w 3924300"/>
                  <a:gd name="connsiteY4-10" fmla="*/ 4362442 h 4667248"/>
                  <a:gd name="connsiteX5-11" fmla="*/ 2771769 w 3924300"/>
                  <a:gd name="connsiteY5-12" fmla="*/ 4667248 h 4667248"/>
                  <a:gd name="connsiteX6-13" fmla="*/ 1152531 w 3924300"/>
                  <a:gd name="connsiteY6-14" fmla="*/ 4667248 h 4667248"/>
                  <a:gd name="connsiteX7-15" fmla="*/ 847725 w 3924300"/>
                  <a:gd name="connsiteY7-16" fmla="*/ 4362442 h 4667248"/>
                  <a:gd name="connsiteX8-17" fmla="*/ 165554 w 3924300"/>
                  <a:gd name="connsiteY8-18" fmla="*/ 2765883 h 4667248"/>
                  <a:gd name="connsiteX9-19" fmla="*/ 172070 w 3924300"/>
                  <a:gd name="connsiteY9-20" fmla="*/ 2763013 h 4667248"/>
                  <a:gd name="connsiteX10-21" fmla="*/ 154196 w 3924300"/>
                  <a:gd name="connsiteY10-22" fmla="*/ 2725908 h 4667248"/>
                  <a:gd name="connsiteX11-23" fmla="*/ 0 w 3924300"/>
                  <a:gd name="connsiteY11-24" fmla="*/ 1962150 h 4667248"/>
                  <a:gd name="connsiteX12-25" fmla="*/ 1962150 w 3924300"/>
                  <a:gd name="connsiteY12-26" fmla="*/ 0 h 4667248"/>
                  <a:gd name="connsiteX0-27" fmla="*/ 1962150 w 3924300"/>
                  <a:gd name="connsiteY0-28" fmla="*/ 0 h 4667248"/>
                  <a:gd name="connsiteX1-29" fmla="*/ 3924300 w 3924300"/>
                  <a:gd name="connsiteY1-30" fmla="*/ 1962150 h 4667248"/>
                  <a:gd name="connsiteX2-31" fmla="*/ 3770105 w 3924300"/>
                  <a:gd name="connsiteY2-32" fmla="*/ 2725908 h 4667248"/>
                  <a:gd name="connsiteX3-33" fmla="*/ 3076575 w 3924300"/>
                  <a:gd name="connsiteY3-34" fmla="*/ 4362442 h 4667248"/>
                  <a:gd name="connsiteX4-35" fmla="*/ 2771769 w 3924300"/>
                  <a:gd name="connsiteY4-36" fmla="*/ 4667248 h 4667248"/>
                  <a:gd name="connsiteX5-37" fmla="*/ 1152531 w 3924300"/>
                  <a:gd name="connsiteY5-38" fmla="*/ 4667248 h 4667248"/>
                  <a:gd name="connsiteX6-39" fmla="*/ 847725 w 3924300"/>
                  <a:gd name="connsiteY6-40" fmla="*/ 4362442 h 4667248"/>
                  <a:gd name="connsiteX7-41" fmla="*/ 165554 w 3924300"/>
                  <a:gd name="connsiteY7-42" fmla="*/ 2765883 h 4667248"/>
                  <a:gd name="connsiteX8-43" fmla="*/ 172070 w 3924300"/>
                  <a:gd name="connsiteY8-44" fmla="*/ 2763013 h 4667248"/>
                  <a:gd name="connsiteX9-45" fmla="*/ 154196 w 3924300"/>
                  <a:gd name="connsiteY9-46" fmla="*/ 2725908 h 4667248"/>
                  <a:gd name="connsiteX10-47" fmla="*/ 0 w 3924300"/>
                  <a:gd name="connsiteY10-48" fmla="*/ 1962150 h 4667248"/>
                  <a:gd name="connsiteX11-49" fmla="*/ 1962150 w 3924300"/>
                  <a:gd name="connsiteY11-50" fmla="*/ 0 h 4667248"/>
                  <a:gd name="connsiteX0-51" fmla="*/ 1962150 w 3924300"/>
                  <a:gd name="connsiteY0-52" fmla="*/ 0 h 4667248"/>
                  <a:gd name="connsiteX1-53" fmla="*/ 3924300 w 3924300"/>
                  <a:gd name="connsiteY1-54" fmla="*/ 1962150 h 4667248"/>
                  <a:gd name="connsiteX2-55" fmla="*/ 3770105 w 3924300"/>
                  <a:gd name="connsiteY2-56" fmla="*/ 2725908 h 4667248"/>
                  <a:gd name="connsiteX3-57" fmla="*/ 3076575 w 3924300"/>
                  <a:gd name="connsiteY3-58" fmla="*/ 4362442 h 4667248"/>
                  <a:gd name="connsiteX4-59" fmla="*/ 2771769 w 3924300"/>
                  <a:gd name="connsiteY4-60" fmla="*/ 4667248 h 4667248"/>
                  <a:gd name="connsiteX5-61" fmla="*/ 1152531 w 3924300"/>
                  <a:gd name="connsiteY5-62" fmla="*/ 4667248 h 4667248"/>
                  <a:gd name="connsiteX6-63" fmla="*/ 847725 w 3924300"/>
                  <a:gd name="connsiteY6-64" fmla="*/ 4362442 h 4667248"/>
                  <a:gd name="connsiteX7-65" fmla="*/ 165554 w 3924300"/>
                  <a:gd name="connsiteY7-66" fmla="*/ 2765883 h 4667248"/>
                  <a:gd name="connsiteX8-67" fmla="*/ 172070 w 3924300"/>
                  <a:gd name="connsiteY8-68" fmla="*/ 2763013 h 4667248"/>
                  <a:gd name="connsiteX9-69" fmla="*/ 154196 w 3924300"/>
                  <a:gd name="connsiteY9-70" fmla="*/ 2725908 h 4667248"/>
                  <a:gd name="connsiteX10-71" fmla="*/ 0 w 3924300"/>
                  <a:gd name="connsiteY10-72" fmla="*/ 1962150 h 4667248"/>
                  <a:gd name="connsiteX11-73" fmla="*/ 1962150 w 3924300"/>
                  <a:gd name="connsiteY11-74" fmla="*/ 0 h 4667248"/>
                  <a:gd name="connsiteX0-75" fmla="*/ 1962150 w 3924300"/>
                  <a:gd name="connsiteY0-76" fmla="*/ 0 h 4667248"/>
                  <a:gd name="connsiteX1-77" fmla="*/ 3924300 w 3924300"/>
                  <a:gd name="connsiteY1-78" fmla="*/ 1962150 h 4667248"/>
                  <a:gd name="connsiteX2-79" fmla="*/ 3770105 w 3924300"/>
                  <a:gd name="connsiteY2-80" fmla="*/ 2725908 h 4667248"/>
                  <a:gd name="connsiteX3-81" fmla="*/ 3076575 w 3924300"/>
                  <a:gd name="connsiteY3-82" fmla="*/ 4362442 h 4667248"/>
                  <a:gd name="connsiteX4-83" fmla="*/ 2771769 w 3924300"/>
                  <a:gd name="connsiteY4-84" fmla="*/ 4667248 h 4667248"/>
                  <a:gd name="connsiteX5-85" fmla="*/ 1152531 w 3924300"/>
                  <a:gd name="connsiteY5-86" fmla="*/ 4667248 h 4667248"/>
                  <a:gd name="connsiteX6-87" fmla="*/ 847725 w 3924300"/>
                  <a:gd name="connsiteY6-88" fmla="*/ 4362442 h 4667248"/>
                  <a:gd name="connsiteX7-89" fmla="*/ 165554 w 3924300"/>
                  <a:gd name="connsiteY7-90" fmla="*/ 2765883 h 4667248"/>
                  <a:gd name="connsiteX8-91" fmla="*/ 172070 w 3924300"/>
                  <a:gd name="connsiteY8-92" fmla="*/ 2763013 h 4667248"/>
                  <a:gd name="connsiteX9-93" fmla="*/ 154196 w 3924300"/>
                  <a:gd name="connsiteY9-94" fmla="*/ 2725908 h 4667248"/>
                  <a:gd name="connsiteX10-95" fmla="*/ 0 w 3924300"/>
                  <a:gd name="connsiteY10-96" fmla="*/ 1962150 h 4667248"/>
                  <a:gd name="connsiteX11-97" fmla="*/ 1962150 w 3924300"/>
                  <a:gd name="connsiteY11-98" fmla="*/ 0 h 46672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</a:cxnLst>
                <a:rect l="l" t="t" r="r" b="b"/>
                <a:pathLst>
                  <a:path w="3924300" h="4667248">
                    <a:moveTo>
                      <a:pt x="1962150" y="0"/>
                    </a:moveTo>
                    <a:cubicBezTo>
                      <a:pt x="3045816" y="0"/>
                      <a:pt x="3924300" y="878484"/>
                      <a:pt x="3924300" y="1962150"/>
                    </a:cubicBezTo>
                    <a:cubicBezTo>
                      <a:pt x="3924300" y="2233067"/>
                      <a:pt x="3869395" y="2491159"/>
                      <a:pt x="3770105" y="2725908"/>
                    </a:cubicBezTo>
                    <a:cubicBezTo>
                      <a:pt x="3628818" y="3125957"/>
                      <a:pt x="3071514" y="3695985"/>
                      <a:pt x="3076575" y="4362442"/>
                    </a:cubicBezTo>
                    <a:cubicBezTo>
                      <a:pt x="3076575" y="4530782"/>
                      <a:pt x="2940109" y="4667248"/>
                      <a:pt x="2771769" y="4667248"/>
                    </a:cubicBezTo>
                    <a:lnTo>
                      <a:pt x="1152531" y="4667248"/>
                    </a:lnTo>
                    <a:cubicBezTo>
                      <a:pt x="984191" y="4667248"/>
                      <a:pt x="847725" y="4530782"/>
                      <a:pt x="847725" y="4362442"/>
                    </a:cubicBezTo>
                    <a:cubicBezTo>
                      <a:pt x="870101" y="3728807"/>
                      <a:pt x="388106" y="3288393"/>
                      <a:pt x="165554" y="2765883"/>
                    </a:cubicBezTo>
                    <a:lnTo>
                      <a:pt x="172070" y="2763013"/>
                    </a:lnTo>
                    <a:lnTo>
                      <a:pt x="154196" y="2725908"/>
                    </a:lnTo>
                    <a:cubicBezTo>
                      <a:pt x="54905" y="2491159"/>
                      <a:pt x="0" y="2233067"/>
                      <a:pt x="0" y="1962150"/>
                    </a:cubicBezTo>
                    <a:cubicBezTo>
                      <a:pt x="0" y="878484"/>
                      <a:pt x="878484" y="0"/>
                      <a:pt x="196215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22225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algn="ctr"/>
                <a:endParaRPr lang="zh-CN" altLang="en-US" sz="2400" kern="0" dirty="0">
                  <a:solidFill>
                    <a:prstClr val="white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3" name="Shape">
                <a:extLst>
                  <a:ext uri="{FF2B5EF4-FFF2-40B4-BE49-F238E27FC236}">
                    <a16:creationId xmlns:a16="http://schemas.microsoft.com/office/drawing/2014/main" id="{83AF8962-1E65-A8B7-7F85-4865086CFA4A}"/>
                  </a:ext>
                </a:extLst>
              </p:cNvPr>
              <p:cNvSpPr/>
              <p:nvPr/>
            </p:nvSpPr>
            <p:spPr>
              <a:xfrm>
                <a:off x="1766963" y="3778233"/>
                <a:ext cx="388832" cy="335903"/>
              </a:xfrm>
              <a:custGeom>
                <a:avLst/>
                <a:gdLst>
                  <a:gd name="connsiteX0" fmla="*/ 63024 w 1490957"/>
                  <a:gd name="connsiteY0" fmla="*/ 0 h 1288005"/>
                  <a:gd name="connsiteX1" fmla="*/ 1437953 w 1490957"/>
                  <a:gd name="connsiteY1" fmla="*/ 0 h 1288005"/>
                  <a:gd name="connsiteX2" fmla="*/ 1437953 w 1490957"/>
                  <a:gd name="connsiteY2" fmla="*/ 31455 h 1288005"/>
                  <a:gd name="connsiteX3" fmla="*/ 1477638 w 1490957"/>
                  <a:gd name="connsiteY3" fmla="*/ 31455 h 1288005"/>
                  <a:gd name="connsiteX4" fmla="*/ 1490957 w 1490957"/>
                  <a:gd name="connsiteY4" fmla="*/ 44774 h 1288005"/>
                  <a:gd name="connsiteX5" fmla="*/ 1490956 w 1490957"/>
                  <a:gd name="connsiteY5" fmla="*/ 44774 h 1288005"/>
                  <a:gd name="connsiteX6" fmla="*/ 1477637 w 1490957"/>
                  <a:gd name="connsiteY6" fmla="*/ 58093 h 1288005"/>
                  <a:gd name="connsiteX7" fmla="*/ 1437953 w 1490957"/>
                  <a:gd name="connsiteY7" fmla="*/ 58093 h 1288005"/>
                  <a:gd name="connsiteX8" fmla="*/ 1437953 w 1490957"/>
                  <a:gd name="connsiteY8" fmla="*/ 137123 h 1288005"/>
                  <a:gd name="connsiteX9" fmla="*/ 1453332 w 1490957"/>
                  <a:gd name="connsiteY9" fmla="*/ 135777 h 1288005"/>
                  <a:gd name="connsiteX10" fmla="*/ 1488155 w 1490957"/>
                  <a:gd name="connsiteY10" fmla="*/ 164997 h 1288005"/>
                  <a:gd name="connsiteX11" fmla="*/ 1488154 w 1490957"/>
                  <a:gd name="connsiteY11" fmla="*/ 164997 h 1288005"/>
                  <a:gd name="connsiteX12" fmla="*/ 1458934 w 1490957"/>
                  <a:gd name="connsiteY12" fmla="*/ 199821 h 1288005"/>
                  <a:gd name="connsiteX13" fmla="*/ 1437953 w 1490957"/>
                  <a:gd name="connsiteY13" fmla="*/ 201656 h 1288005"/>
                  <a:gd name="connsiteX14" fmla="*/ 1437953 w 1490957"/>
                  <a:gd name="connsiteY14" fmla="*/ 267728 h 1288005"/>
                  <a:gd name="connsiteX15" fmla="*/ 1453332 w 1490957"/>
                  <a:gd name="connsiteY15" fmla="*/ 266382 h 1288005"/>
                  <a:gd name="connsiteX16" fmla="*/ 1488155 w 1490957"/>
                  <a:gd name="connsiteY16" fmla="*/ 295602 h 1288005"/>
                  <a:gd name="connsiteX17" fmla="*/ 1488154 w 1490957"/>
                  <a:gd name="connsiteY17" fmla="*/ 295602 h 1288005"/>
                  <a:gd name="connsiteX18" fmla="*/ 1458934 w 1490957"/>
                  <a:gd name="connsiteY18" fmla="*/ 330426 h 1288005"/>
                  <a:gd name="connsiteX19" fmla="*/ 1437953 w 1490957"/>
                  <a:gd name="connsiteY19" fmla="*/ 332261 h 1288005"/>
                  <a:gd name="connsiteX20" fmla="*/ 1437953 w 1490957"/>
                  <a:gd name="connsiteY20" fmla="*/ 403659 h 1288005"/>
                  <a:gd name="connsiteX21" fmla="*/ 1453332 w 1490957"/>
                  <a:gd name="connsiteY21" fmla="*/ 402313 h 1288005"/>
                  <a:gd name="connsiteX22" fmla="*/ 1488155 w 1490957"/>
                  <a:gd name="connsiteY22" fmla="*/ 431533 h 1288005"/>
                  <a:gd name="connsiteX23" fmla="*/ 1488154 w 1490957"/>
                  <a:gd name="connsiteY23" fmla="*/ 431533 h 1288005"/>
                  <a:gd name="connsiteX24" fmla="*/ 1458934 w 1490957"/>
                  <a:gd name="connsiteY24" fmla="*/ 466357 h 1288005"/>
                  <a:gd name="connsiteX25" fmla="*/ 1437953 w 1490957"/>
                  <a:gd name="connsiteY25" fmla="*/ 468192 h 1288005"/>
                  <a:gd name="connsiteX26" fmla="*/ 1437953 w 1490957"/>
                  <a:gd name="connsiteY26" fmla="*/ 541336 h 1288005"/>
                  <a:gd name="connsiteX27" fmla="*/ 1453332 w 1490957"/>
                  <a:gd name="connsiteY27" fmla="*/ 539990 h 1288005"/>
                  <a:gd name="connsiteX28" fmla="*/ 1488155 w 1490957"/>
                  <a:gd name="connsiteY28" fmla="*/ 569210 h 1288005"/>
                  <a:gd name="connsiteX29" fmla="*/ 1488154 w 1490957"/>
                  <a:gd name="connsiteY29" fmla="*/ 569210 h 1288005"/>
                  <a:gd name="connsiteX30" fmla="*/ 1458934 w 1490957"/>
                  <a:gd name="connsiteY30" fmla="*/ 604034 h 1288005"/>
                  <a:gd name="connsiteX31" fmla="*/ 1437953 w 1490957"/>
                  <a:gd name="connsiteY31" fmla="*/ 605869 h 1288005"/>
                  <a:gd name="connsiteX32" fmla="*/ 1437953 w 1490957"/>
                  <a:gd name="connsiteY32" fmla="*/ 651704 h 1288005"/>
                  <a:gd name="connsiteX33" fmla="*/ 1451556 w 1490957"/>
                  <a:gd name="connsiteY33" fmla="*/ 650514 h 1288005"/>
                  <a:gd name="connsiteX34" fmla="*/ 1488155 w 1490957"/>
                  <a:gd name="connsiteY34" fmla="*/ 681224 h 1288005"/>
                  <a:gd name="connsiteX35" fmla="*/ 1488154 w 1490957"/>
                  <a:gd name="connsiteY35" fmla="*/ 681224 h 1288005"/>
                  <a:gd name="connsiteX36" fmla="*/ 1457444 w 1490957"/>
                  <a:gd name="connsiteY36" fmla="*/ 717823 h 1288005"/>
                  <a:gd name="connsiteX37" fmla="*/ 1437953 w 1490957"/>
                  <a:gd name="connsiteY37" fmla="*/ 719528 h 1288005"/>
                  <a:gd name="connsiteX38" fmla="*/ 1437953 w 1490957"/>
                  <a:gd name="connsiteY38" fmla="*/ 761262 h 1288005"/>
                  <a:gd name="connsiteX39" fmla="*/ 1433894 w 1490957"/>
                  <a:gd name="connsiteY39" fmla="*/ 761262 h 1288005"/>
                  <a:gd name="connsiteX40" fmla="*/ 1435285 w 1490957"/>
                  <a:gd name="connsiteY40" fmla="*/ 768075 h 1288005"/>
                  <a:gd name="connsiteX41" fmla="*/ 1384152 w 1490957"/>
                  <a:gd name="connsiteY41" fmla="*/ 894038 h 1288005"/>
                  <a:gd name="connsiteX42" fmla="*/ 1237614 w 1490957"/>
                  <a:gd name="connsiteY42" fmla="*/ 1040575 h 1288005"/>
                  <a:gd name="connsiteX43" fmla="*/ 1237614 w 1490957"/>
                  <a:gd name="connsiteY43" fmla="*/ 1057105 h 1288005"/>
                  <a:gd name="connsiteX44" fmla="*/ 1233706 w 1490957"/>
                  <a:gd name="connsiteY44" fmla="*/ 1061013 h 1288005"/>
                  <a:gd name="connsiteX45" fmla="*/ 1217177 w 1490957"/>
                  <a:gd name="connsiteY45" fmla="*/ 1061013 h 1288005"/>
                  <a:gd name="connsiteX46" fmla="*/ 1065536 w 1490957"/>
                  <a:gd name="connsiteY46" fmla="*/ 1212654 h 1288005"/>
                  <a:gd name="connsiteX47" fmla="*/ 1061208 w 1490957"/>
                  <a:gd name="connsiteY47" fmla="*/ 1212611 h 1288005"/>
                  <a:gd name="connsiteX48" fmla="*/ 1061208 w 1490957"/>
                  <a:gd name="connsiteY48" fmla="*/ 1258412 h 1288005"/>
                  <a:gd name="connsiteX49" fmla="*/ 1031615 w 1490957"/>
                  <a:gd name="connsiteY49" fmla="*/ 1288005 h 1288005"/>
                  <a:gd name="connsiteX50" fmla="*/ 469359 w 1490957"/>
                  <a:gd name="connsiteY50" fmla="*/ 1288005 h 1288005"/>
                  <a:gd name="connsiteX51" fmla="*/ 439766 w 1490957"/>
                  <a:gd name="connsiteY51" fmla="*/ 1258412 h 1288005"/>
                  <a:gd name="connsiteX52" fmla="*/ 439766 w 1490957"/>
                  <a:gd name="connsiteY52" fmla="*/ 1211024 h 1288005"/>
                  <a:gd name="connsiteX53" fmla="*/ 434632 w 1490957"/>
                  <a:gd name="connsiteY53" fmla="*/ 1211024 h 1288005"/>
                  <a:gd name="connsiteX54" fmla="*/ 432827 w 1490957"/>
                  <a:gd name="connsiteY54" fmla="*/ 1209219 h 1288005"/>
                  <a:gd name="connsiteX55" fmla="*/ 432827 w 1490957"/>
                  <a:gd name="connsiteY55" fmla="*/ 1199595 h 1288005"/>
                  <a:gd name="connsiteX56" fmla="*/ 434632 w 1490957"/>
                  <a:gd name="connsiteY56" fmla="*/ 1197790 h 1288005"/>
                  <a:gd name="connsiteX57" fmla="*/ 435677 w 1490957"/>
                  <a:gd name="connsiteY57" fmla="*/ 1197790 h 1288005"/>
                  <a:gd name="connsiteX58" fmla="*/ 298900 w 1490957"/>
                  <a:gd name="connsiteY58" fmla="*/ 1061013 h 1288005"/>
                  <a:gd name="connsiteX59" fmla="*/ 280343 w 1490957"/>
                  <a:gd name="connsiteY59" fmla="*/ 1061013 h 1288005"/>
                  <a:gd name="connsiteX60" fmla="*/ 276435 w 1490957"/>
                  <a:gd name="connsiteY60" fmla="*/ 1057105 h 1288005"/>
                  <a:gd name="connsiteX61" fmla="*/ 276435 w 1490957"/>
                  <a:gd name="connsiteY61" fmla="*/ 1038548 h 1288005"/>
                  <a:gd name="connsiteX62" fmla="*/ 119341 w 1490957"/>
                  <a:gd name="connsiteY62" fmla="*/ 881454 h 1288005"/>
                  <a:gd name="connsiteX63" fmla="*/ 89889 w 1490957"/>
                  <a:gd name="connsiteY63" fmla="*/ 837468 h 1288005"/>
                  <a:gd name="connsiteX64" fmla="*/ 36599 w 1490957"/>
                  <a:gd name="connsiteY64" fmla="*/ 842130 h 1288005"/>
                  <a:gd name="connsiteX65" fmla="*/ 11939 w 1490957"/>
                  <a:gd name="connsiteY65" fmla="*/ 834355 h 1288005"/>
                  <a:gd name="connsiteX66" fmla="*/ 0 w 1490957"/>
                  <a:gd name="connsiteY66" fmla="*/ 811421 h 1288005"/>
                  <a:gd name="connsiteX67" fmla="*/ 7775 w 1490957"/>
                  <a:gd name="connsiteY67" fmla="*/ 786761 h 1288005"/>
                  <a:gd name="connsiteX68" fmla="*/ 30710 w 1490957"/>
                  <a:gd name="connsiteY68" fmla="*/ 774822 h 1288005"/>
                  <a:gd name="connsiteX69" fmla="*/ 65546 w 1490957"/>
                  <a:gd name="connsiteY69" fmla="*/ 771775 h 1288005"/>
                  <a:gd name="connsiteX70" fmla="*/ 64626 w 1490957"/>
                  <a:gd name="connsiteY70" fmla="*/ 761262 h 1288005"/>
                  <a:gd name="connsiteX71" fmla="*/ 63024 w 1490957"/>
                  <a:gd name="connsiteY71" fmla="*/ 761262 h 1288005"/>
                  <a:gd name="connsiteX72" fmla="*/ 63024 w 1490957"/>
                  <a:gd name="connsiteY72" fmla="*/ 742945 h 1288005"/>
                  <a:gd name="connsiteX73" fmla="*/ 61597 w 1490957"/>
                  <a:gd name="connsiteY73" fmla="*/ 726639 h 1288005"/>
                  <a:gd name="connsiteX74" fmla="*/ 61919 w 1490957"/>
                  <a:gd name="connsiteY74" fmla="*/ 726256 h 1288005"/>
                  <a:gd name="connsiteX75" fmla="*/ 34823 w 1490957"/>
                  <a:gd name="connsiteY75" fmla="*/ 728626 h 1288005"/>
                  <a:gd name="connsiteX76" fmla="*/ 11360 w 1490957"/>
                  <a:gd name="connsiteY76" fmla="*/ 721228 h 1288005"/>
                  <a:gd name="connsiteX77" fmla="*/ 0 w 1490957"/>
                  <a:gd name="connsiteY77" fmla="*/ 699407 h 1288005"/>
                  <a:gd name="connsiteX78" fmla="*/ 7398 w 1490957"/>
                  <a:gd name="connsiteY78" fmla="*/ 675944 h 1288005"/>
                  <a:gd name="connsiteX79" fmla="*/ 29220 w 1490957"/>
                  <a:gd name="connsiteY79" fmla="*/ 664584 h 1288005"/>
                  <a:gd name="connsiteX80" fmla="*/ 63024 w 1490957"/>
                  <a:gd name="connsiteY80" fmla="*/ 661626 h 1288005"/>
                  <a:gd name="connsiteX81" fmla="*/ 63024 w 1490957"/>
                  <a:gd name="connsiteY81" fmla="*/ 630931 h 1288005"/>
                  <a:gd name="connsiteX82" fmla="*/ 61736 w 1490957"/>
                  <a:gd name="connsiteY82" fmla="*/ 616215 h 1288005"/>
                  <a:gd name="connsiteX83" fmla="*/ 63024 w 1490957"/>
                  <a:gd name="connsiteY83" fmla="*/ 614681 h 1288005"/>
                  <a:gd name="connsiteX84" fmla="*/ 63024 w 1490957"/>
                  <a:gd name="connsiteY84" fmla="*/ 588482 h 1288005"/>
                  <a:gd name="connsiteX85" fmla="*/ 34823 w 1490957"/>
                  <a:gd name="connsiteY85" fmla="*/ 590949 h 1288005"/>
                  <a:gd name="connsiteX86" fmla="*/ 11360 w 1490957"/>
                  <a:gd name="connsiteY86" fmla="*/ 583551 h 1288005"/>
                  <a:gd name="connsiteX87" fmla="*/ 0 w 1490957"/>
                  <a:gd name="connsiteY87" fmla="*/ 561730 h 1288005"/>
                  <a:gd name="connsiteX88" fmla="*/ 7398 w 1490957"/>
                  <a:gd name="connsiteY88" fmla="*/ 538267 h 1288005"/>
                  <a:gd name="connsiteX89" fmla="*/ 29220 w 1490957"/>
                  <a:gd name="connsiteY89" fmla="*/ 526907 h 1288005"/>
                  <a:gd name="connsiteX90" fmla="*/ 63024 w 1490957"/>
                  <a:gd name="connsiteY90" fmla="*/ 523949 h 1288005"/>
                  <a:gd name="connsiteX91" fmla="*/ 63024 w 1490957"/>
                  <a:gd name="connsiteY91" fmla="*/ 493253 h 1288005"/>
                  <a:gd name="connsiteX92" fmla="*/ 60997 w 1490957"/>
                  <a:gd name="connsiteY92" fmla="*/ 470082 h 1288005"/>
                  <a:gd name="connsiteX93" fmla="*/ 61617 w 1490957"/>
                  <a:gd name="connsiteY93" fmla="*/ 469342 h 1288005"/>
                  <a:gd name="connsiteX94" fmla="*/ 63024 w 1490957"/>
                  <a:gd name="connsiteY94" fmla="*/ 469219 h 1288005"/>
                  <a:gd name="connsiteX95" fmla="*/ 63024 w 1490957"/>
                  <a:gd name="connsiteY95" fmla="*/ 452551 h 1288005"/>
                  <a:gd name="connsiteX96" fmla="*/ 34823 w 1490957"/>
                  <a:gd name="connsiteY96" fmla="*/ 455018 h 1288005"/>
                  <a:gd name="connsiteX97" fmla="*/ 11360 w 1490957"/>
                  <a:gd name="connsiteY97" fmla="*/ 447620 h 1288005"/>
                  <a:gd name="connsiteX98" fmla="*/ 0 w 1490957"/>
                  <a:gd name="connsiteY98" fmla="*/ 425799 h 1288005"/>
                  <a:gd name="connsiteX99" fmla="*/ 7398 w 1490957"/>
                  <a:gd name="connsiteY99" fmla="*/ 402336 h 1288005"/>
                  <a:gd name="connsiteX100" fmla="*/ 29220 w 1490957"/>
                  <a:gd name="connsiteY100" fmla="*/ 390976 h 1288005"/>
                  <a:gd name="connsiteX101" fmla="*/ 63024 w 1490957"/>
                  <a:gd name="connsiteY101" fmla="*/ 388018 h 1288005"/>
                  <a:gd name="connsiteX102" fmla="*/ 63024 w 1490957"/>
                  <a:gd name="connsiteY102" fmla="*/ 357321 h 1288005"/>
                  <a:gd name="connsiteX103" fmla="*/ 61979 w 1490957"/>
                  <a:gd name="connsiteY103" fmla="*/ 345376 h 1288005"/>
                  <a:gd name="connsiteX104" fmla="*/ 63024 w 1490957"/>
                  <a:gd name="connsiteY104" fmla="*/ 342062 h 1288005"/>
                  <a:gd name="connsiteX105" fmla="*/ 63024 w 1490957"/>
                  <a:gd name="connsiteY105" fmla="*/ 321946 h 1288005"/>
                  <a:gd name="connsiteX106" fmla="*/ 34823 w 1490957"/>
                  <a:gd name="connsiteY106" fmla="*/ 324413 h 1288005"/>
                  <a:gd name="connsiteX107" fmla="*/ 11360 w 1490957"/>
                  <a:gd name="connsiteY107" fmla="*/ 317015 h 1288005"/>
                  <a:gd name="connsiteX108" fmla="*/ 0 w 1490957"/>
                  <a:gd name="connsiteY108" fmla="*/ 295194 h 1288005"/>
                  <a:gd name="connsiteX109" fmla="*/ 7398 w 1490957"/>
                  <a:gd name="connsiteY109" fmla="*/ 271731 h 1288005"/>
                  <a:gd name="connsiteX110" fmla="*/ 29220 w 1490957"/>
                  <a:gd name="connsiteY110" fmla="*/ 260371 h 1288005"/>
                  <a:gd name="connsiteX111" fmla="*/ 63024 w 1490957"/>
                  <a:gd name="connsiteY111" fmla="*/ 257413 h 1288005"/>
                  <a:gd name="connsiteX112" fmla="*/ 63024 w 1490957"/>
                  <a:gd name="connsiteY112" fmla="*/ 58092 h 1288005"/>
                  <a:gd name="connsiteX113" fmla="*/ 45375 w 1490957"/>
                  <a:gd name="connsiteY113" fmla="*/ 58092 h 1288005"/>
                  <a:gd name="connsiteX114" fmla="*/ 35957 w 1490957"/>
                  <a:gd name="connsiteY114" fmla="*/ 54191 h 1288005"/>
                  <a:gd name="connsiteX115" fmla="*/ 32056 w 1490957"/>
                  <a:gd name="connsiteY115" fmla="*/ 44773 h 1288005"/>
                  <a:gd name="connsiteX116" fmla="*/ 35957 w 1490957"/>
                  <a:gd name="connsiteY116" fmla="*/ 35356 h 1288005"/>
                  <a:gd name="connsiteX117" fmla="*/ 45375 w 1490957"/>
                  <a:gd name="connsiteY117" fmla="*/ 31455 h 1288005"/>
                  <a:gd name="connsiteX118" fmla="*/ 63024 w 1490957"/>
                  <a:gd name="connsiteY118" fmla="*/ 31455 h 1288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</a:cxnLst>
                <a:rect l="l" t="t" r="r" b="b"/>
                <a:pathLst>
                  <a:path w="1490957" h="1288005">
                    <a:moveTo>
                      <a:pt x="63024" y="0"/>
                    </a:moveTo>
                    <a:lnTo>
                      <a:pt x="1437953" y="0"/>
                    </a:lnTo>
                    <a:lnTo>
                      <a:pt x="1437953" y="31455"/>
                    </a:lnTo>
                    <a:lnTo>
                      <a:pt x="1477638" y="31455"/>
                    </a:lnTo>
                    <a:cubicBezTo>
                      <a:pt x="1484994" y="31455"/>
                      <a:pt x="1490957" y="37418"/>
                      <a:pt x="1490957" y="44774"/>
                    </a:cubicBezTo>
                    <a:lnTo>
                      <a:pt x="1490956" y="44774"/>
                    </a:lnTo>
                    <a:cubicBezTo>
                      <a:pt x="1490956" y="52130"/>
                      <a:pt x="1484993" y="58093"/>
                      <a:pt x="1477637" y="58093"/>
                    </a:cubicBezTo>
                    <a:lnTo>
                      <a:pt x="1437953" y="58093"/>
                    </a:lnTo>
                    <a:lnTo>
                      <a:pt x="1437953" y="137123"/>
                    </a:lnTo>
                    <a:lnTo>
                      <a:pt x="1453332" y="135777"/>
                    </a:lnTo>
                    <a:cubicBezTo>
                      <a:pt x="1471017" y="134230"/>
                      <a:pt x="1486608" y="147312"/>
                      <a:pt x="1488155" y="164997"/>
                    </a:cubicBezTo>
                    <a:lnTo>
                      <a:pt x="1488154" y="164997"/>
                    </a:lnTo>
                    <a:cubicBezTo>
                      <a:pt x="1489701" y="182683"/>
                      <a:pt x="1476619" y="198273"/>
                      <a:pt x="1458934" y="199821"/>
                    </a:cubicBezTo>
                    <a:lnTo>
                      <a:pt x="1437953" y="201656"/>
                    </a:lnTo>
                    <a:lnTo>
                      <a:pt x="1437953" y="267728"/>
                    </a:lnTo>
                    <a:lnTo>
                      <a:pt x="1453332" y="266382"/>
                    </a:lnTo>
                    <a:cubicBezTo>
                      <a:pt x="1471017" y="264835"/>
                      <a:pt x="1486608" y="277917"/>
                      <a:pt x="1488155" y="295602"/>
                    </a:cubicBezTo>
                    <a:lnTo>
                      <a:pt x="1488154" y="295602"/>
                    </a:lnTo>
                    <a:cubicBezTo>
                      <a:pt x="1489701" y="313288"/>
                      <a:pt x="1476619" y="328878"/>
                      <a:pt x="1458934" y="330426"/>
                    </a:cubicBezTo>
                    <a:lnTo>
                      <a:pt x="1437953" y="332261"/>
                    </a:lnTo>
                    <a:lnTo>
                      <a:pt x="1437953" y="403659"/>
                    </a:lnTo>
                    <a:lnTo>
                      <a:pt x="1453332" y="402313"/>
                    </a:lnTo>
                    <a:cubicBezTo>
                      <a:pt x="1471017" y="400766"/>
                      <a:pt x="1486608" y="413848"/>
                      <a:pt x="1488155" y="431533"/>
                    </a:cubicBezTo>
                    <a:lnTo>
                      <a:pt x="1488154" y="431533"/>
                    </a:lnTo>
                    <a:cubicBezTo>
                      <a:pt x="1489701" y="449219"/>
                      <a:pt x="1476619" y="464809"/>
                      <a:pt x="1458934" y="466357"/>
                    </a:cubicBezTo>
                    <a:lnTo>
                      <a:pt x="1437953" y="468192"/>
                    </a:lnTo>
                    <a:lnTo>
                      <a:pt x="1437953" y="541336"/>
                    </a:lnTo>
                    <a:lnTo>
                      <a:pt x="1453332" y="539990"/>
                    </a:lnTo>
                    <a:cubicBezTo>
                      <a:pt x="1471017" y="538443"/>
                      <a:pt x="1486608" y="551525"/>
                      <a:pt x="1488155" y="569210"/>
                    </a:cubicBezTo>
                    <a:lnTo>
                      <a:pt x="1488154" y="569210"/>
                    </a:lnTo>
                    <a:cubicBezTo>
                      <a:pt x="1489701" y="586896"/>
                      <a:pt x="1476619" y="602486"/>
                      <a:pt x="1458934" y="604034"/>
                    </a:cubicBezTo>
                    <a:lnTo>
                      <a:pt x="1437953" y="605869"/>
                    </a:lnTo>
                    <a:lnTo>
                      <a:pt x="1437953" y="651704"/>
                    </a:lnTo>
                    <a:lnTo>
                      <a:pt x="1451556" y="650514"/>
                    </a:lnTo>
                    <a:cubicBezTo>
                      <a:pt x="1470143" y="648888"/>
                      <a:pt x="1486529" y="662637"/>
                      <a:pt x="1488155" y="681224"/>
                    </a:cubicBezTo>
                    <a:lnTo>
                      <a:pt x="1488154" y="681224"/>
                    </a:lnTo>
                    <a:cubicBezTo>
                      <a:pt x="1489780" y="699811"/>
                      <a:pt x="1476031" y="716197"/>
                      <a:pt x="1457444" y="717823"/>
                    </a:cubicBezTo>
                    <a:lnTo>
                      <a:pt x="1437953" y="719528"/>
                    </a:lnTo>
                    <a:lnTo>
                      <a:pt x="1437953" y="761262"/>
                    </a:lnTo>
                    <a:lnTo>
                      <a:pt x="1433894" y="761262"/>
                    </a:lnTo>
                    <a:lnTo>
                      <a:pt x="1435285" y="768075"/>
                    </a:lnTo>
                    <a:cubicBezTo>
                      <a:pt x="1435740" y="813854"/>
                      <a:pt x="1418732" y="859458"/>
                      <a:pt x="1384152" y="894038"/>
                    </a:cubicBezTo>
                    <a:lnTo>
                      <a:pt x="1237614" y="1040575"/>
                    </a:lnTo>
                    <a:lnTo>
                      <a:pt x="1237614" y="1057105"/>
                    </a:lnTo>
                    <a:cubicBezTo>
                      <a:pt x="1237614" y="1059263"/>
                      <a:pt x="1235864" y="1061013"/>
                      <a:pt x="1233706" y="1061013"/>
                    </a:cubicBezTo>
                    <a:lnTo>
                      <a:pt x="1217177" y="1061013"/>
                    </a:lnTo>
                    <a:lnTo>
                      <a:pt x="1065536" y="1212654"/>
                    </a:lnTo>
                    <a:lnTo>
                      <a:pt x="1061208" y="1212611"/>
                    </a:lnTo>
                    <a:lnTo>
                      <a:pt x="1061208" y="1258412"/>
                    </a:lnTo>
                    <a:cubicBezTo>
                      <a:pt x="1061208" y="1274756"/>
                      <a:pt x="1047959" y="1288005"/>
                      <a:pt x="1031615" y="1288005"/>
                    </a:cubicBezTo>
                    <a:lnTo>
                      <a:pt x="469359" y="1288005"/>
                    </a:lnTo>
                    <a:cubicBezTo>
                      <a:pt x="453015" y="1288005"/>
                      <a:pt x="439766" y="1274756"/>
                      <a:pt x="439766" y="1258412"/>
                    </a:cubicBezTo>
                    <a:lnTo>
                      <a:pt x="439766" y="1211024"/>
                    </a:lnTo>
                    <a:lnTo>
                      <a:pt x="434632" y="1211024"/>
                    </a:lnTo>
                    <a:cubicBezTo>
                      <a:pt x="433635" y="1211024"/>
                      <a:pt x="432827" y="1210216"/>
                      <a:pt x="432827" y="1209219"/>
                    </a:cubicBezTo>
                    <a:lnTo>
                      <a:pt x="432827" y="1199595"/>
                    </a:lnTo>
                    <a:cubicBezTo>
                      <a:pt x="432827" y="1198598"/>
                      <a:pt x="433635" y="1197790"/>
                      <a:pt x="434632" y="1197790"/>
                    </a:cubicBezTo>
                    <a:lnTo>
                      <a:pt x="435677" y="1197790"/>
                    </a:lnTo>
                    <a:lnTo>
                      <a:pt x="298900" y="1061013"/>
                    </a:lnTo>
                    <a:lnTo>
                      <a:pt x="280343" y="1061013"/>
                    </a:lnTo>
                    <a:cubicBezTo>
                      <a:pt x="278185" y="1061013"/>
                      <a:pt x="276435" y="1059263"/>
                      <a:pt x="276435" y="1057105"/>
                    </a:cubicBezTo>
                    <a:lnTo>
                      <a:pt x="276435" y="1038548"/>
                    </a:lnTo>
                    <a:lnTo>
                      <a:pt x="119341" y="881454"/>
                    </a:lnTo>
                    <a:lnTo>
                      <a:pt x="89889" y="837468"/>
                    </a:lnTo>
                    <a:lnTo>
                      <a:pt x="36599" y="842130"/>
                    </a:lnTo>
                    <a:cubicBezTo>
                      <a:pt x="27305" y="842943"/>
                      <a:pt x="18562" y="839913"/>
                      <a:pt x="11939" y="834355"/>
                    </a:cubicBezTo>
                    <a:lnTo>
                      <a:pt x="0" y="811421"/>
                    </a:lnTo>
                    <a:lnTo>
                      <a:pt x="7775" y="786761"/>
                    </a:lnTo>
                    <a:cubicBezTo>
                      <a:pt x="13333" y="780138"/>
                      <a:pt x="21417" y="775635"/>
                      <a:pt x="30710" y="774822"/>
                    </a:cubicBezTo>
                    <a:lnTo>
                      <a:pt x="65546" y="771775"/>
                    </a:lnTo>
                    <a:lnTo>
                      <a:pt x="64626" y="761262"/>
                    </a:lnTo>
                    <a:lnTo>
                      <a:pt x="63024" y="761262"/>
                    </a:lnTo>
                    <a:lnTo>
                      <a:pt x="63024" y="742945"/>
                    </a:lnTo>
                    <a:lnTo>
                      <a:pt x="61597" y="726639"/>
                    </a:lnTo>
                    <a:lnTo>
                      <a:pt x="61919" y="726256"/>
                    </a:lnTo>
                    <a:lnTo>
                      <a:pt x="34823" y="728626"/>
                    </a:lnTo>
                    <a:cubicBezTo>
                      <a:pt x="25981" y="729400"/>
                      <a:pt x="17662" y="726516"/>
                      <a:pt x="11360" y="721228"/>
                    </a:cubicBezTo>
                    <a:lnTo>
                      <a:pt x="0" y="699407"/>
                    </a:lnTo>
                    <a:lnTo>
                      <a:pt x="7398" y="675944"/>
                    </a:lnTo>
                    <a:cubicBezTo>
                      <a:pt x="12686" y="669642"/>
                      <a:pt x="20378" y="665358"/>
                      <a:pt x="29220" y="664584"/>
                    </a:cubicBezTo>
                    <a:lnTo>
                      <a:pt x="63024" y="661626"/>
                    </a:lnTo>
                    <a:lnTo>
                      <a:pt x="63024" y="630931"/>
                    </a:lnTo>
                    <a:lnTo>
                      <a:pt x="61736" y="616215"/>
                    </a:lnTo>
                    <a:lnTo>
                      <a:pt x="63024" y="614681"/>
                    </a:lnTo>
                    <a:lnTo>
                      <a:pt x="63024" y="588482"/>
                    </a:lnTo>
                    <a:lnTo>
                      <a:pt x="34823" y="590949"/>
                    </a:lnTo>
                    <a:cubicBezTo>
                      <a:pt x="25981" y="591723"/>
                      <a:pt x="17662" y="588839"/>
                      <a:pt x="11360" y="583551"/>
                    </a:cubicBezTo>
                    <a:lnTo>
                      <a:pt x="0" y="561730"/>
                    </a:lnTo>
                    <a:lnTo>
                      <a:pt x="7398" y="538267"/>
                    </a:lnTo>
                    <a:cubicBezTo>
                      <a:pt x="12686" y="531965"/>
                      <a:pt x="20378" y="527681"/>
                      <a:pt x="29220" y="526907"/>
                    </a:cubicBezTo>
                    <a:lnTo>
                      <a:pt x="63024" y="523949"/>
                    </a:lnTo>
                    <a:lnTo>
                      <a:pt x="63024" y="493253"/>
                    </a:lnTo>
                    <a:lnTo>
                      <a:pt x="60997" y="470082"/>
                    </a:lnTo>
                    <a:cubicBezTo>
                      <a:pt x="60964" y="469707"/>
                      <a:pt x="61242" y="469375"/>
                      <a:pt x="61617" y="469342"/>
                    </a:cubicBezTo>
                    <a:lnTo>
                      <a:pt x="63024" y="469219"/>
                    </a:lnTo>
                    <a:lnTo>
                      <a:pt x="63024" y="452551"/>
                    </a:lnTo>
                    <a:lnTo>
                      <a:pt x="34823" y="455018"/>
                    </a:lnTo>
                    <a:cubicBezTo>
                      <a:pt x="25981" y="455792"/>
                      <a:pt x="17662" y="452908"/>
                      <a:pt x="11360" y="447620"/>
                    </a:cubicBezTo>
                    <a:lnTo>
                      <a:pt x="0" y="425799"/>
                    </a:lnTo>
                    <a:lnTo>
                      <a:pt x="7398" y="402336"/>
                    </a:lnTo>
                    <a:cubicBezTo>
                      <a:pt x="12686" y="396034"/>
                      <a:pt x="20378" y="391750"/>
                      <a:pt x="29220" y="390976"/>
                    </a:cubicBezTo>
                    <a:lnTo>
                      <a:pt x="63024" y="388018"/>
                    </a:lnTo>
                    <a:lnTo>
                      <a:pt x="63024" y="357321"/>
                    </a:lnTo>
                    <a:lnTo>
                      <a:pt x="61979" y="345376"/>
                    </a:lnTo>
                    <a:lnTo>
                      <a:pt x="63024" y="342062"/>
                    </a:lnTo>
                    <a:lnTo>
                      <a:pt x="63024" y="321946"/>
                    </a:lnTo>
                    <a:lnTo>
                      <a:pt x="34823" y="324413"/>
                    </a:lnTo>
                    <a:cubicBezTo>
                      <a:pt x="25981" y="325187"/>
                      <a:pt x="17662" y="322303"/>
                      <a:pt x="11360" y="317015"/>
                    </a:cubicBezTo>
                    <a:lnTo>
                      <a:pt x="0" y="295194"/>
                    </a:lnTo>
                    <a:lnTo>
                      <a:pt x="7398" y="271731"/>
                    </a:lnTo>
                    <a:cubicBezTo>
                      <a:pt x="12686" y="265429"/>
                      <a:pt x="20378" y="261145"/>
                      <a:pt x="29220" y="260371"/>
                    </a:cubicBezTo>
                    <a:lnTo>
                      <a:pt x="63024" y="257413"/>
                    </a:lnTo>
                    <a:lnTo>
                      <a:pt x="63024" y="58092"/>
                    </a:lnTo>
                    <a:lnTo>
                      <a:pt x="45375" y="58092"/>
                    </a:lnTo>
                    <a:cubicBezTo>
                      <a:pt x="41697" y="58092"/>
                      <a:pt x="38367" y="56601"/>
                      <a:pt x="35957" y="54191"/>
                    </a:cubicBezTo>
                    <a:lnTo>
                      <a:pt x="32056" y="44773"/>
                    </a:lnTo>
                    <a:lnTo>
                      <a:pt x="35957" y="35356"/>
                    </a:lnTo>
                    <a:cubicBezTo>
                      <a:pt x="38367" y="32946"/>
                      <a:pt x="41697" y="31455"/>
                      <a:pt x="45375" y="31455"/>
                    </a:cubicBezTo>
                    <a:lnTo>
                      <a:pt x="63024" y="31455"/>
                    </a:lnTo>
                    <a:close/>
                  </a:path>
                </a:pathLst>
              </a:cu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  <p:grpSp>
            <p:nvGrpSpPr>
              <p:cNvPr id="4" name="Line">
                <a:extLst>
                  <a:ext uri="{FF2B5EF4-FFF2-40B4-BE49-F238E27FC236}">
                    <a16:creationId xmlns:a16="http://schemas.microsoft.com/office/drawing/2014/main" id="{EC923D61-5818-5287-CC5A-61463E631B9D}"/>
                  </a:ext>
                </a:extLst>
              </p:cNvPr>
              <p:cNvGrpSpPr/>
              <p:nvPr/>
            </p:nvGrpSpPr>
            <p:grpSpPr>
              <a:xfrm>
                <a:off x="1618091" y="3082703"/>
                <a:ext cx="686576" cy="179845"/>
                <a:chOff x="1412549" y="2374540"/>
                <a:chExt cx="1486057" cy="428192"/>
              </a:xfrm>
            </p:grpSpPr>
            <p:pic>
              <p:nvPicPr>
                <p:cNvPr id="10" name="Line">
                  <a:extLst>
                    <a:ext uri="{FF2B5EF4-FFF2-40B4-BE49-F238E27FC236}">
                      <a16:creationId xmlns:a16="http://schemas.microsoft.com/office/drawing/2014/main" id="{501AF87E-7073-435C-966B-B66A1333B9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rcRect t="76775"/>
                <a:stretch>
                  <a:fillRect/>
                </a:stretch>
              </p:blipFill>
              <p:spPr>
                <a:xfrm flipV="1">
                  <a:off x="1412549" y="2374540"/>
                  <a:ext cx="1486057" cy="68623"/>
                </a:xfrm>
                <a:prstGeom prst="rect">
                  <a:avLst/>
                </a:prstGeom>
              </p:spPr>
            </p:pic>
            <p:pic>
              <p:nvPicPr>
                <p:cNvPr id="11" name="Line">
                  <a:extLst>
                    <a:ext uri="{FF2B5EF4-FFF2-40B4-BE49-F238E27FC236}">
                      <a16:creationId xmlns:a16="http://schemas.microsoft.com/office/drawing/2014/main" id="{23B256B7-FBCA-4BD7-CD16-6ECCA802CD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rcRect t="76775"/>
                <a:stretch>
                  <a:fillRect/>
                </a:stretch>
              </p:blipFill>
              <p:spPr>
                <a:xfrm>
                  <a:off x="1412549" y="2734109"/>
                  <a:ext cx="1486057" cy="68623"/>
                </a:xfrm>
                <a:prstGeom prst="rect">
                  <a:avLst/>
                </a:prstGeom>
              </p:spPr>
            </p:pic>
          </p:grpSp>
          <p:pic>
            <p:nvPicPr>
              <p:cNvPr id="65" name="Picture 2" descr="Summary Icon #427383 - Free Icons Library">
                <a:extLst>
                  <a:ext uri="{FF2B5EF4-FFF2-40B4-BE49-F238E27FC236}">
                    <a16:creationId xmlns:a16="http://schemas.microsoft.com/office/drawing/2014/main" id="{52899EAA-BBD6-64BD-F40C-C358C288F5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2001" y="3384843"/>
                <a:ext cx="258756" cy="2534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F741B07B-7171-B4A6-ADDE-1F4248F30812}"/>
                </a:ext>
              </a:extLst>
            </p:cNvPr>
            <p:cNvGrpSpPr/>
            <p:nvPr/>
          </p:nvGrpSpPr>
          <p:grpSpPr>
            <a:xfrm>
              <a:off x="4300472" y="2800839"/>
              <a:ext cx="834643" cy="1328560"/>
              <a:chOff x="4300472" y="2800839"/>
              <a:chExt cx="834643" cy="1328560"/>
            </a:xfrm>
          </p:grpSpPr>
          <p:sp>
            <p:nvSpPr>
              <p:cNvPr id="24" name="Shape">
                <a:extLst>
                  <a:ext uri="{FF2B5EF4-FFF2-40B4-BE49-F238E27FC236}">
                    <a16:creationId xmlns:a16="http://schemas.microsoft.com/office/drawing/2014/main" id="{61492B18-4FE4-08E7-5BB2-2581EA84932A}"/>
                  </a:ext>
                </a:extLst>
              </p:cNvPr>
              <p:cNvSpPr/>
              <p:nvPr/>
            </p:nvSpPr>
            <p:spPr>
              <a:xfrm>
                <a:off x="4300472" y="2800839"/>
                <a:ext cx="834643" cy="992657"/>
              </a:xfrm>
              <a:custGeom>
                <a:avLst/>
                <a:gdLst>
                  <a:gd name="connsiteX0" fmla="*/ 1962150 w 3924300"/>
                  <a:gd name="connsiteY0" fmla="*/ 0 h 4667248"/>
                  <a:gd name="connsiteX1" fmla="*/ 3924300 w 3924300"/>
                  <a:gd name="connsiteY1" fmla="*/ 1962150 h 4667248"/>
                  <a:gd name="connsiteX2" fmla="*/ 3770105 w 3924300"/>
                  <a:gd name="connsiteY2" fmla="*/ 2725908 h 4667248"/>
                  <a:gd name="connsiteX3" fmla="*/ 3769902 w 3924300"/>
                  <a:gd name="connsiteY3" fmla="*/ 2726328 h 4667248"/>
                  <a:gd name="connsiteX4" fmla="*/ 3802289 w 3924300"/>
                  <a:gd name="connsiteY4" fmla="*/ 2740482 h 4667248"/>
                  <a:gd name="connsiteX5" fmla="*/ 3076575 w 3924300"/>
                  <a:gd name="connsiteY5" fmla="*/ 4362442 h 4667248"/>
                  <a:gd name="connsiteX6" fmla="*/ 2771769 w 3924300"/>
                  <a:gd name="connsiteY6" fmla="*/ 4667248 h 4667248"/>
                  <a:gd name="connsiteX7" fmla="*/ 1152531 w 3924300"/>
                  <a:gd name="connsiteY7" fmla="*/ 4667248 h 4667248"/>
                  <a:gd name="connsiteX8" fmla="*/ 847725 w 3924300"/>
                  <a:gd name="connsiteY8" fmla="*/ 4362442 h 4667248"/>
                  <a:gd name="connsiteX9" fmla="*/ 165554 w 3924300"/>
                  <a:gd name="connsiteY9" fmla="*/ 2765883 h 4667248"/>
                  <a:gd name="connsiteX10" fmla="*/ 172070 w 3924300"/>
                  <a:gd name="connsiteY10" fmla="*/ 2763013 h 4667248"/>
                  <a:gd name="connsiteX11" fmla="*/ 154196 w 3924300"/>
                  <a:gd name="connsiteY11" fmla="*/ 2725908 h 4667248"/>
                  <a:gd name="connsiteX12" fmla="*/ 0 w 3924300"/>
                  <a:gd name="connsiteY12" fmla="*/ 1962150 h 4667248"/>
                  <a:gd name="connsiteX13" fmla="*/ 1962150 w 3924300"/>
                  <a:gd name="connsiteY13" fmla="*/ 0 h 4667248"/>
                  <a:gd name="connsiteX0-1" fmla="*/ 1962150 w 3924300"/>
                  <a:gd name="connsiteY0-2" fmla="*/ 0 h 4667248"/>
                  <a:gd name="connsiteX1-3" fmla="*/ 3924300 w 3924300"/>
                  <a:gd name="connsiteY1-4" fmla="*/ 1962150 h 4667248"/>
                  <a:gd name="connsiteX2-5" fmla="*/ 3770105 w 3924300"/>
                  <a:gd name="connsiteY2-6" fmla="*/ 2725908 h 4667248"/>
                  <a:gd name="connsiteX3-7" fmla="*/ 3802289 w 3924300"/>
                  <a:gd name="connsiteY3-8" fmla="*/ 2740482 h 4667248"/>
                  <a:gd name="connsiteX4-9" fmla="*/ 3076575 w 3924300"/>
                  <a:gd name="connsiteY4-10" fmla="*/ 4362442 h 4667248"/>
                  <a:gd name="connsiteX5-11" fmla="*/ 2771769 w 3924300"/>
                  <a:gd name="connsiteY5-12" fmla="*/ 4667248 h 4667248"/>
                  <a:gd name="connsiteX6-13" fmla="*/ 1152531 w 3924300"/>
                  <a:gd name="connsiteY6-14" fmla="*/ 4667248 h 4667248"/>
                  <a:gd name="connsiteX7-15" fmla="*/ 847725 w 3924300"/>
                  <a:gd name="connsiteY7-16" fmla="*/ 4362442 h 4667248"/>
                  <a:gd name="connsiteX8-17" fmla="*/ 165554 w 3924300"/>
                  <a:gd name="connsiteY8-18" fmla="*/ 2765883 h 4667248"/>
                  <a:gd name="connsiteX9-19" fmla="*/ 172070 w 3924300"/>
                  <a:gd name="connsiteY9-20" fmla="*/ 2763013 h 4667248"/>
                  <a:gd name="connsiteX10-21" fmla="*/ 154196 w 3924300"/>
                  <a:gd name="connsiteY10-22" fmla="*/ 2725908 h 4667248"/>
                  <a:gd name="connsiteX11-23" fmla="*/ 0 w 3924300"/>
                  <a:gd name="connsiteY11-24" fmla="*/ 1962150 h 4667248"/>
                  <a:gd name="connsiteX12-25" fmla="*/ 1962150 w 3924300"/>
                  <a:gd name="connsiteY12-26" fmla="*/ 0 h 4667248"/>
                  <a:gd name="connsiteX0-27" fmla="*/ 1962150 w 3924300"/>
                  <a:gd name="connsiteY0-28" fmla="*/ 0 h 4667248"/>
                  <a:gd name="connsiteX1-29" fmla="*/ 3924300 w 3924300"/>
                  <a:gd name="connsiteY1-30" fmla="*/ 1962150 h 4667248"/>
                  <a:gd name="connsiteX2-31" fmla="*/ 3770105 w 3924300"/>
                  <a:gd name="connsiteY2-32" fmla="*/ 2725908 h 4667248"/>
                  <a:gd name="connsiteX3-33" fmla="*/ 3076575 w 3924300"/>
                  <a:gd name="connsiteY3-34" fmla="*/ 4362442 h 4667248"/>
                  <a:gd name="connsiteX4-35" fmla="*/ 2771769 w 3924300"/>
                  <a:gd name="connsiteY4-36" fmla="*/ 4667248 h 4667248"/>
                  <a:gd name="connsiteX5-37" fmla="*/ 1152531 w 3924300"/>
                  <a:gd name="connsiteY5-38" fmla="*/ 4667248 h 4667248"/>
                  <a:gd name="connsiteX6-39" fmla="*/ 847725 w 3924300"/>
                  <a:gd name="connsiteY6-40" fmla="*/ 4362442 h 4667248"/>
                  <a:gd name="connsiteX7-41" fmla="*/ 165554 w 3924300"/>
                  <a:gd name="connsiteY7-42" fmla="*/ 2765883 h 4667248"/>
                  <a:gd name="connsiteX8-43" fmla="*/ 172070 w 3924300"/>
                  <a:gd name="connsiteY8-44" fmla="*/ 2763013 h 4667248"/>
                  <a:gd name="connsiteX9-45" fmla="*/ 154196 w 3924300"/>
                  <a:gd name="connsiteY9-46" fmla="*/ 2725908 h 4667248"/>
                  <a:gd name="connsiteX10-47" fmla="*/ 0 w 3924300"/>
                  <a:gd name="connsiteY10-48" fmla="*/ 1962150 h 4667248"/>
                  <a:gd name="connsiteX11-49" fmla="*/ 1962150 w 3924300"/>
                  <a:gd name="connsiteY11-50" fmla="*/ 0 h 4667248"/>
                  <a:gd name="connsiteX0-51" fmla="*/ 1962150 w 3924300"/>
                  <a:gd name="connsiteY0-52" fmla="*/ 0 h 4667248"/>
                  <a:gd name="connsiteX1-53" fmla="*/ 3924300 w 3924300"/>
                  <a:gd name="connsiteY1-54" fmla="*/ 1962150 h 4667248"/>
                  <a:gd name="connsiteX2-55" fmla="*/ 3770105 w 3924300"/>
                  <a:gd name="connsiteY2-56" fmla="*/ 2725908 h 4667248"/>
                  <a:gd name="connsiteX3-57" fmla="*/ 3076575 w 3924300"/>
                  <a:gd name="connsiteY3-58" fmla="*/ 4362442 h 4667248"/>
                  <a:gd name="connsiteX4-59" fmla="*/ 2771769 w 3924300"/>
                  <a:gd name="connsiteY4-60" fmla="*/ 4667248 h 4667248"/>
                  <a:gd name="connsiteX5-61" fmla="*/ 1152531 w 3924300"/>
                  <a:gd name="connsiteY5-62" fmla="*/ 4667248 h 4667248"/>
                  <a:gd name="connsiteX6-63" fmla="*/ 847725 w 3924300"/>
                  <a:gd name="connsiteY6-64" fmla="*/ 4362442 h 4667248"/>
                  <a:gd name="connsiteX7-65" fmla="*/ 165554 w 3924300"/>
                  <a:gd name="connsiteY7-66" fmla="*/ 2765883 h 4667248"/>
                  <a:gd name="connsiteX8-67" fmla="*/ 172070 w 3924300"/>
                  <a:gd name="connsiteY8-68" fmla="*/ 2763013 h 4667248"/>
                  <a:gd name="connsiteX9-69" fmla="*/ 154196 w 3924300"/>
                  <a:gd name="connsiteY9-70" fmla="*/ 2725908 h 4667248"/>
                  <a:gd name="connsiteX10-71" fmla="*/ 0 w 3924300"/>
                  <a:gd name="connsiteY10-72" fmla="*/ 1962150 h 4667248"/>
                  <a:gd name="connsiteX11-73" fmla="*/ 1962150 w 3924300"/>
                  <a:gd name="connsiteY11-74" fmla="*/ 0 h 4667248"/>
                  <a:gd name="connsiteX0-75" fmla="*/ 1962150 w 3924300"/>
                  <a:gd name="connsiteY0-76" fmla="*/ 0 h 4667248"/>
                  <a:gd name="connsiteX1-77" fmla="*/ 3924300 w 3924300"/>
                  <a:gd name="connsiteY1-78" fmla="*/ 1962150 h 4667248"/>
                  <a:gd name="connsiteX2-79" fmla="*/ 3770105 w 3924300"/>
                  <a:gd name="connsiteY2-80" fmla="*/ 2725908 h 4667248"/>
                  <a:gd name="connsiteX3-81" fmla="*/ 3076575 w 3924300"/>
                  <a:gd name="connsiteY3-82" fmla="*/ 4362442 h 4667248"/>
                  <a:gd name="connsiteX4-83" fmla="*/ 2771769 w 3924300"/>
                  <a:gd name="connsiteY4-84" fmla="*/ 4667248 h 4667248"/>
                  <a:gd name="connsiteX5-85" fmla="*/ 1152531 w 3924300"/>
                  <a:gd name="connsiteY5-86" fmla="*/ 4667248 h 4667248"/>
                  <a:gd name="connsiteX6-87" fmla="*/ 847725 w 3924300"/>
                  <a:gd name="connsiteY6-88" fmla="*/ 4362442 h 4667248"/>
                  <a:gd name="connsiteX7-89" fmla="*/ 165554 w 3924300"/>
                  <a:gd name="connsiteY7-90" fmla="*/ 2765883 h 4667248"/>
                  <a:gd name="connsiteX8-91" fmla="*/ 172070 w 3924300"/>
                  <a:gd name="connsiteY8-92" fmla="*/ 2763013 h 4667248"/>
                  <a:gd name="connsiteX9-93" fmla="*/ 154196 w 3924300"/>
                  <a:gd name="connsiteY9-94" fmla="*/ 2725908 h 4667248"/>
                  <a:gd name="connsiteX10-95" fmla="*/ 0 w 3924300"/>
                  <a:gd name="connsiteY10-96" fmla="*/ 1962150 h 4667248"/>
                  <a:gd name="connsiteX11-97" fmla="*/ 1962150 w 3924300"/>
                  <a:gd name="connsiteY11-98" fmla="*/ 0 h 46672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</a:cxnLst>
                <a:rect l="l" t="t" r="r" b="b"/>
                <a:pathLst>
                  <a:path w="3924300" h="4667248">
                    <a:moveTo>
                      <a:pt x="1962150" y="0"/>
                    </a:moveTo>
                    <a:cubicBezTo>
                      <a:pt x="3045816" y="0"/>
                      <a:pt x="3924300" y="878484"/>
                      <a:pt x="3924300" y="1962150"/>
                    </a:cubicBezTo>
                    <a:cubicBezTo>
                      <a:pt x="3924300" y="2233067"/>
                      <a:pt x="3869395" y="2491159"/>
                      <a:pt x="3770105" y="2725908"/>
                    </a:cubicBezTo>
                    <a:cubicBezTo>
                      <a:pt x="3628818" y="3125957"/>
                      <a:pt x="3071514" y="3695985"/>
                      <a:pt x="3076575" y="4362442"/>
                    </a:cubicBezTo>
                    <a:cubicBezTo>
                      <a:pt x="3076575" y="4530782"/>
                      <a:pt x="2940109" y="4667248"/>
                      <a:pt x="2771769" y="4667248"/>
                    </a:cubicBezTo>
                    <a:lnTo>
                      <a:pt x="1152531" y="4667248"/>
                    </a:lnTo>
                    <a:cubicBezTo>
                      <a:pt x="984191" y="4667248"/>
                      <a:pt x="847725" y="4530782"/>
                      <a:pt x="847725" y="4362442"/>
                    </a:cubicBezTo>
                    <a:cubicBezTo>
                      <a:pt x="870101" y="3728807"/>
                      <a:pt x="388106" y="3288393"/>
                      <a:pt x="165554" y="2765883"/>
                    </a:cubicBezTo>
                    <a:lnTo>
                      <a:pt x="172070" y="2763013"/>
                    </a:lnTo>
                    <a:lnTo>
                      <a:pt x="154196" y="2725908"/>
                    </a:lnTo>
                    <a:cubicBezTo>
                      <a:pt x="54905" y="2491159"/>
                      <a:pt x="0" y="2233067"/>
                      <a:pt x="0" y="1962150"/>
                    </a:cubicBezTo>
                    <a:cubicBezTo>
                      <a:pt x="0" y="878484"/>
                      <a:pt x="878484" y="0"/>
                      <a:pt x="196215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22225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algn="ctr"/>
                <a:endParaRPr lang="zh-CN" altLang="en-US" sz="2400" kern="0">
                  <a:solidFill>
                    <a:prstClr val="white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5" name="Rectangle">
                <a:extLst>
                  <a:ext uri="{FF2B5EF4-FFF2-40B4-BE49-F238E27FC236}">
                    <a16:creationId xmlns:a16="http://schemas.microsoft.com/office/drawing/2014/main" id="{B040975A-9B9A-5AD3-62E5-AA8052200CE8}"/>
                  </a:ext>
                </a:extLst>
              </p:cNvPr>
              <p:cNvSpPr/>
              <p:nvPr/>
            </p:nvSpPr>
            <p:spPr>
              <a:xfrm>
                <a:off x="4523377" y="3793496"/>
                <a:ext cx="388832" cy="335903"/>
              </a:xfrm>
              <a:custGeom>
                <a:avLst/>
                <a:gdLst>
                  <a:gd name="connsiteX0" fmla="*/ 63024 w 1490957"/>
                  <a:gd name="connsiteY0" fmla="*/ 0 h 1288005"/>
                  <a:gd name="connsiteX1" fmla="*/ 1437953 w 1490957"/>
                  <a:gd name="connsiteY1" fmla="*/ 0 h 1288005"/>
                  <a:gd name="connsiteX2" fmla="*/ 1437953 w 1490957"/>
                  <a:gd name="connsiteY2" fmla="*/ 31455 h 1288005"/>
                  <a:gd name="connsiteX3" fmla="*/ 1477638 w 1490957"/>
                  <a:gd name="connsiteY3" fmla="*/ 31455 h 1288005"/>
                  <a:gd name="connsiteX4" fmla="*/ 1490957 w 1490957"/>
                  <a:gd name="connsiteY4" fmla="*/ 44774 h 1288005"/>
                  <a:gd name="connsiteX5" fmla="*/ 1490956 w 1490957"/>
                  <a:gd name="connsiteY5" fmla="*/ 44774 h 1288005"/>
                  <a:gd name="connsiteX6" fmla="*/ 1477637 w 1490957"/>
                  <a:gd name="connsiteY6" fmla="*/ 58093 h 1288005"/>
                  <a:gd name="connsiteX7" fmla="*/ 1437953 w 1490957"/>
                  <a:gd name="connsiteY7" fmla="*/ 58093 h 1288005"/>
                  <a:gd name="connsiteX8" fmla="*/ 1437953 w 1490957"/>
                  <a:gd name="connsiteY8" fmla="*/ 137123 h 1288005"/>
                  <a:gd name="connsiteX9" fmla="*/ 1453332 w 1490957"/>
                  <a:gd name="connsiteY9" fmla="*/ 135777 h 1288005"/>
                  <a:gd name="connsiteX10" fmla="*/ 1488155 w 1490957"/>
                  <a:gd name="connsiteY10" fmla="*/ 164997 h 1288005"/>
                  <a:gd name="connsiteX11" fmla="*/ 1488154 w 1490957"/>
                  <a:gd name="connsiteY11" fmla="*/ 164997 h 1288005"/>
                  <a:gd name="connsiteX12" fmla="*/ 1458934 w 1490957"/>
                  <a:gd name="connsiteY12" fmla="*/ 199821 h 1288005"/>
                  <a:gd name="connsiteX13" fmla="*/ 1437953 w 1490957"/>
                  <a:gd name="connsiteY13" fmla="*/ 201656 h 1288005"/>
                  <a:gd name="connsiteX14" fmla="*/ 1437953 w 1490957"/>
                  <a:gd name="connsiteY14" fmla="*/ 267728 h 1288005"/>
                  <a:gd name="connsiteX15" fmla="*/ 1453332 w 1490957"/>
                  <a:gd name="connsiteY15" fmla="*/ 266382 h 1288005"/>
                  <a:gd name="connsiteX16" fmla="*/ 1488155 w 1490957"/>
                  <a:gd name="connsiteY16" fmla="*/ 295602 h 1288005"/>
                  <a:gd name="connsiteX17" fmla="*/ 1488154 w 1490957"/>
                  <a:gd name="connsiteY17" fmla="*/ 295602 h 1288005"/>
                  <a:gd name="connsiteX18" fmla="*/ 1458934 w 1490957"/>
                  <a:gd name="connsiteY18" fmla="*/ 330426 h 1288005"/>
                  <a:gd name="connsiteX19" fmla="*/ 1437953 w 1490957"/>
                  <a:gd name="connsiteY19" fmla="*/ 332261 h 1288005"/>
                  <a:gd name="connsiteX20" fmla="*/ 1437953 w 1490957"/>
                  <a:gd name="connsiteY20" fmla="*/ 403659 h 1288005"/>
                  <a:gd name="connsiteX21" fmla="*/ 1453332 w 1490957"/>
                  <a:gd name="connsiteY21" fmla="*/ 402313 h 1288005"/>
                  <a:gd name="connsiteX22" fmla="*/ 1488155 w 1490957"/>
                  <a:gd name="connsiteY22" fmla="*/ 431533 h 1288005"/>
                  <a:gd name="connsiteX23" fmla="*/ 1488154 w 1490957"/>
                  <a:gd name="connsiteY23" fmla="*/ 431533 h 1288005"/>
                  <a:gd name="connsiteX24" fmla="*/ 1458934 w 1490957"/>
                  <a:gd name="connsiteY24" fmla="*/ 466357 h 1288005"/>
                  <a:gd name="connsiteX25" fmla="*/ 1437953 w 1490957"/>
                  <a:gd name="connsiteY25" fmla="*/ 468192 h 1288005"/>
                  <a:gd name="connsiteX26" fmla="*/ 1437953 w 1490957"/>
                  <a:gd name="connsiteY26" fmla="*/ 541336 h 1288005"/>
                  <a:gd name="connsiteX27" fmla="*/ 1453332 w 1490957"/>
                  <a:gd name="connsiteY27" fmla="*/ 539990 h 1288005"/>
                  <a:gd name="connsiteX28" fmla="*/ 1488155 w 1490957"/>
                  <a:gd name="connsiteY28" fmla="*/ 569210 h 1288005"/>
                  <a:gd name="connsiteX29" fmla="*/ 1488154 w 1490957"/>
                  <a:gd name="connsiteY29" fmla="*/ 569210 h 1288005"/>
                  <a:gd name="connsiteX30" fmla="*/ 1458934 w 1490957"/>
                  <a:gd name="connsiteY30" fmla="*/ 604034 h 1288005"/>
                  <a:gd name="connsiteX31" fmla="*/ 1437953 w 1490957"/>
                  <a:gd name="connsiteY31" fmla="*/ 605869 h 1288005"/>
                  <a:gd name="connsiteX32" fmla="*/ 1437953 w 1490957"/>
                  <a:gd name="connsiteY32" fmla="*/ 651704 h 1288005"/>
                  <a:gd name="connsiteX33" fmla="*/ 1451556 w 1490957"/>
                  <a:gd name="connsiteY33" fmla="*/ 650514 h 1288005"/>
                  <a:gd name="connsiteX34" fmla="*/ 1488155 w 1490957"/>
                  <a:gd name="connsiteY34" fmla="*/ 681224 h 1288005"/>
                  <a:gd name="connsiteX35" fmla="*/ 1488154 w 1490957"/>
                  <a:gd name="connsiteY35" fmla="*/ 681224 h 1288005"/>
                  <a:gd name="connsiteX36" fmla="*/ 1457444 w 1490957"/>
                  <a:gd name="connsiteY36" fmla="*/ 717823 h 1288005"/>
                  <a:gd name="connsiteX37" fmla="*/ 1437953 w 1490957"/>
                  <a:gd name="connsiteY37" fmla="*/ 719528 h 1288005"/>
                  <a:gd name="connsiteX38" fmla="*/ 1437953 w 1490957"/>
                  <a:gd name="connsiteY38" fmla="*/ 761262 h 1288005"/>
                  <a:gd name="connsiteX39" fmla="*/ 1433894 w 1490957"/>
                  <a:gd name="connsiteY39" fmla="*/ 761262 h 1288005"/>
                  <a:gd name="connsiteX40" fmla="*/ 1435285 w 1490957"/>
                  <a:gd name="connsiteY40" fmla="*/ 768075 h 1288005"/>
                  <a:gd name="connsiteX41" fmla="*/ 1384152 w 1490957"/>
                  <a:gd name="connsiteY41" fmla="*/ 894038 h 1288005"/>
                  <a:gd name="connsiteX42" fmla="*/ 1237614 w 1490957"/>
                  <a:gd name="connsiteY42" fmla="*/ 1040575 h 1288005"/>
                  <a:gd name="connsiteX43" fmla="*/ 1237614 w 1490957"/>
                  <a:gd name="connsiteY43" fmla="*/ 1057105 h 1288005"/>
                  <a:gd name="connsiteX44" fmla="*/ 1233706 w 1490957"/>
                  <a:gd name="connsiteY44" fmla="*/ 1061013 h 1288005"/>
                  <a:gd name="connsiteX45" fmla="*/ 1217177 w 1490957"/>
                  <a:gd name="connsiteY45" fmla="*/ 1061013 h 1288005"/>
                  <a:gd name="connsiteX46" fmla="*/ 1065536 w 1490957"/>
                  <a:gd name="connsiteY46" fmla="*/ 1212654 h 1288005"/>
                  <a:gd name="connsiteX47" fmla="*/ 1061208 w 1490957"/>
                  <a:gd name="connsiteY47" fmla="*/ 1212611 h 1288005"/>
                  <a:gd name="connsiteX48" fmla="*/ 1061208 w 1490957"/>
                  <a:gd name="connsiteY48" fmla="*/ 1258412 h 1288005"/>
                  <a:gd name="connsiteX49" fmla="*/ 1031615 w 1490957"/>
                  <a:gd name="connsiteY49" fmla="*/ 1288005 h 1288005"/>
                  <a:gd name="connsiteX50" fmla="*/ 469359 w 1490957"/>
                  <a:gd name="connsiteY50" fmla="*/ 1288005 h 1288005"/>
                  <a:gd name="connsiteX51" fmla="*/ 439766 w 1490957"/>
                  <a:gd name="connsiteY51" fmla="*/ 1258412 h 1288005"/>
                  <a:gd name="connsiteX52" fmla="*/ 439766 w 1490957"/>
                  <a:gd name="connsiteY52" fmla="*/ 1211024 h 1288005"/>
                  <a:gd name="connsiteX53" fmla="*/ 434632 w 1490957"/>
                  <a:gd name="connsiteY53" fmla="*/ 1211024 h 1288005"/>
                  <a:gd name="connsiteX54" fmla="*/ 432827 w 1490957"/>
                  <a:gd name="connsiteY54" fmla="*/ 1209219 h 1288005"/>
                  <a:gd name="connsiteX55" fmla="*/ 432827 w 1490957"/>
                  <a:gd name="connsiteY55" fmla="*/ 1199595 h 1288005"/>
                  <a:gd name="connsiteX56" fmla="*/ 434632 w 1490957"/>
                  <a:gd name="connsiteY56" fmla="*/ 1197790 h 1288005"/>
                  <a:gd name="connsiteX57" fmla="*/ 435677 w 1490957"/>
                  <a:gd name="connsiteY57" fmla="*/ 1197790 h 1288005"/>
                  <a:gd name="connsiteX58" fmla="*/ 298900 w 1490957"/>
                  <a:gd name="connsiteY58" fmla="*/ 1061013 h 1288005"/>
                  <a:gd name="connsiteX59" fmla="*/ 280343 w 1490957"/>
                  <a:gd name="connsiteY59" fmla="*/ 1061013 h 1288005"/>
                  <a:gd name="connsiteX60" fmla="*/ 276435 w 1490957"/>
                  <a:gd name="connsiteY60" fmla="*/ 1057105 h 1288005"/>
                  <a:gd name="connsiteX61" fmla="*/ 276435 w 1490957"/>
                  <a:gd name="connsiteY61" fmla="*/ 1038548 h 1288005"/>
                  <a:gd name="connsiteX62" fmla="*/ 119341 w 1490957"/>
                  <a:gd name="connsiteY62" fmla="*/ 881454 h 1288005"/>
                  <a:gd name="connsiteX63" fmla="*/ 89889 w 1490957"/>
                  <a:gd name="connsiteY63" fmla="*/ 837468 h 1288005"/>
                  <a:gd name="connsiteX64" fmla="*/ 36599 w 1490957"/>
                  <a:gd name="connsiteY64" fmla="*/ 842130 h 1288005"/>
                  <a:gd name="connsiteX65" fmla="*/ 11939 w 1490957"/>
                  <a:gd name="connsiteY65" fmla="*/ 834355 h 1288005"/>
                  <a:gd name="connsiteX66" fmla="*/ 0 w 1490957"/>
                  <a:gd name="connsiteY66" fmla="*/ 811421 h 1288005"/>
                  <a:gd name="connsiteX67" fmla="*/ 7775 w 1490957"/>
                  <a:gd name="connsiteY67" fmla="*/ 786761 h 1288005"/>
                  <a:gd name="connsiteX68" fmla="*/ 30710 w 1490957"/>
                  <a:gd name="connsiteY68" fmla="*/ 774822 h 1288005"/>
                  <a:gd name="connsiteX69" fmla="*/ 65546 w 1490957"/>
                  <a:gd name="connsiteY69" fmla="*/ 771775 h 1288005"/>
                  <a:gd name="connsiteX70" fmla="*/ 64626 w 1490957"/>
                  <a:gd name="connsiteY70" fmla="*/ 761262 h 1288005"/>
                  <a:gd name="connsiteX71" fmla="*/ 63024 w 1490957"/>
                  <a:gd name="connsiteY71" fmla="*/ 761262 h 1288005"/>
                  <a:gd name="connsiteX72" fmla="*/ 63024 w 1490957"/>
                  <a:gd name="connsiteY72" fmla="*/ 742945 h 1288005"/>
                  <a:gd name="connsiteX73" fmla="*/ 61597 w 1490957"/>
                  <a:gd name="connsiteY73" fmla="*/ 726639 h 1288005"/>
                  <a:gd name="connsiteX74" fmla="*/ 61919 w 1490957"/>
                  <a:gd name="connsiteY74" fmla="*/ 726256 h 1288005"/>
                  <a:gd name="connsiteX75" fmla="*/ 34823 w 1490957"/>
                  <a:gd name="connsiteY75" fmla="*/ 728626 h 1288005"/>
                  <a:gd name="connsiteX76" fmla="*/ 11360 w 1490957"/>
                  <a:gd name="connsiteY76" fmla="*/ 721228 h 1288005"/>
                  <a:gd name="connsiteX77" fmla="*/ 0 w 1490957"/>
                  <a:gd name="connsiteY77" fmla="*/ 699407 h 1288005"/>
                  <a:gd name="connsiteX78" fmla="*/ 7398 w 1490957"/>
                  <a:gd name="connsiteY78" fmla="*/ 675944 h 1288005"/>
                  <a:gd name="connsiteX79" fmla="*/ 29220 w 1490957"/>
                  <a:gd name="connsiteY79" fmla="*/ 664584 h 1288005"/>
                  <a:gd name="connsiteX80" fmla="*/ 63024 w 1490957"/>
                  <a:gd name="connsiteY80" fmla="*/ 661626 h 1288005"/>
                  <a:gd name="connsiteX81" fmla="*/ 63024 w 1490957"/>
                  <a:gd name="connsiteY81" fmla="*/ 630931 h 1288005"/>
                  <a:gd name="connsiteX82" fmla="*/ 61736 w 1490957"/>
                  <a:gd name="connsiteY82" fmla="*/ 616215 h 1288005"/>
                  <a:gd name="connsiteX83" fmla="*/ 63024 w 1490957"/>
                  <a:gd name="connsiteY83" fmla="*/ 614681 h 1288005"/>
                  <a:gd name="connsiteX84" fmla="*/ 63024 w 1490957"/>
                  <a:gd name="connsiteY84" fmla="*/ 588482 h 1288005"/>
                  <a:gd name="connsiteX85" fmla="*/ 34823 w 1490957"/>
                  <a:gd name="connsiteY85" fmla="*/ 590949 h 1288005"/>
                  <a:gd name="connsiteX86" fmla="*/ 11360 w 1490957"/>
                  <a:gd name="connsiteY86" fmla="*/ 583551 h 1288005"/>
                  <a:gd name="connsiteX87" fmla="*/ 0 w 1490957"/>
                  <a:gd name="connsiteY87" fmla="*/ 561730 h 1288005"/>
                  <a:gd name="connsiteX88" fmla="*/ 7398 w 1490957"/>
                  <a:gd name="connsiteY88" fmla="*/ 538267 h 1288005"/>
                  <a:gd name="connsiteX89" fmla="*/ 29220 w 1490957"/>
                  <a:gd name="connsiteY89" fmla="*/ 526907 h 1288005"/>
                  <a:gd name="connsiteX90" fmla="*/ 63024 w 1490957"/>
                  <a:gd name="connsiteY90" fmla="*/ 523949 h 1288005"/>
                  <a:gd name="connsiteX91" fmla="*/ 63024 w 1490957"/>
                  <a:gd name="connsiteY91" fmla="*/ 493253 h 1288005"/>
                  <a:gd name="connsiteX92" fmla="*/ 60997 w 1490957"/>
                  <a:gd name="connsiteY92" fmla="*/ 470082 h 1288005"/>
                  <a:gd name="connsiteX93" fmla="*/ 61617 w 1490957"/>
                  <a:gd name="connsiteY93" fmla="*/ 469342 h 1288005"/>
                  <a:gd name="connsiteX94" fmla="*/ 63024 w 1490957"/>
                  <a:gd name="connsiteY94" fmla="*/ 469219 h 1288005"/>
                  <a:gd name="connsiteX95" fmla="*/ 63024 w 1490957"/>
                  <a:gd name="connsiteY95" fmla="*/ 452551 h 1288005"/>
                  <a:gd name="connsiteX96" fmla="*/ 34823 w 1490957"/>
                  <a:gd name="connsiteY96" fmla="*/ 455018 h 1288005"/>
                  <a:gd name="connsiteX97" fmla="*/ 11360 w 1490957"/>
                  <a:gd name="connsiteY97" fmla="*/ 447620 h 1288005"/>
                  <a:gd name="connsiteX98" fmla="*/ 0 w 1490957"/>
                  <a:gd name="connsiteY98" fmla="*/ 425799 h 1288005"/>
                  <a:gd name="connsiteX99" fmla="*/ 7398 w 1490957"/>
                  <a:gd name="connsiteY99" fmla="*/ 402336 h 1288005"/>
                  <a:gd name="connsiteX100" fmla="*/ 29220 w 1490957"/>
                  <a:gd name="connsiteY100" fmla="*/ 390976 h 1288005"/>
                  <a:gd name="connsiteX101" fmla="*/ 63024 w 1490957"/>
                  <a:gd name="connsiteY101" fmla="*/ 388018 h 1288005"/>
                  <a:gd name="connsiteX102" fmla="*/ 63024 w 1490957"/>
                  <a:gd name="connsiteY102" fmla="*/ 357321 h 1288005"/>
                  <a:gd name="connsiteX103" fmla="*/ 61979 w 1490957"/>
                  <a:gd name="connsiteY103" fmla="*/ 345376 h 1288005"/>
                  <a:gd name="connsiteX104" fmla="*/ 63024 w 1490957"/>
                  <a:gd name="connsiteY104" fmla="*/ 342062 h 1288005"/>
                  <a:gd name="connsiteX105" fmla="*/ 63024 w 1490957"/>
                  <a:gd name="connsiteY105" fmla="*/ 321946 h 1288005"/>
                  <a:gd name="connsiteX106" fmla="*/ 34823 w 1490957"/>
                  <a:gd name="connsiteY106" fmla="*/ 324413 h 1288005"/>
                  <a:gd name="connsiteX107" fmla="*/ 11360 w 1490957"/>
                  <a:gd name="connsiteY107" fmla="*/ 317015 h 1288005"/>
                  <a:gd name="connsiteX108" fmla="*/ 0 w 1490957"/>
                  <a:gd name="connsiteY108" fmla="*/ 295194 h 1288005"/>
                  <a:gd name="connsiteX109" fmla="*/ 7398 w 1490957"/>
                  <a:gd name="connsiteY109" fmla="*/ 271731 h 1288005"/>
                  <a:gd name="connsiteX110" fmla="*/ 29220 w 1490957"/>
                  <a:gd name="connsiteY110" fmla="*/ 260371 h 1288005"/>
                  <a:gd name="connsiteX111" fmla="*/ 63024 w 1490957"/>
                  <a:gd name="connsiteY111" fmla="*/ 257413 h 1288005"/>
                  <a:gd name="connsiteX112" fmla="*/ 63024 w 1490957"/>
                  <a:gd name="connsiteY112" fmla="*/ 58092 h 1288005"/>
                  <a:gd name="connsiteX113" fmla="*/ 45375 w 1490957"/>
                  <a:gd name="connsiteY113" fmla="*/ 58092 h 1288005"/>
                  <a:gd name="connsiteX114" fmla="*/ 35957 w 1490957"/>
                  <a:gd name="connsiteY114" fmla="*/ 54191 h 1288005"/>
                  <a:gd name="connsiteX115" fmla="*/ 32056 w 1490957"/>
                  <a:gd name="connsiteY115" fmla="*/ 44773 h 1288005"/>
                  <a:gd name="connsiteX116" fmla="*/ 35957 w 1490957"/>
                  <a:gd name="connsiteY116" fmla="*/ 35356 h 1288005"/>
                  <a:gd name="connsiteX117" fmla="*/ 45375 w 1490957"/>
                  <a:gd name="connsiteY117" fmla="*/ 31455 h 1288005"/>
                  <a:gd name="connsiteX118" fmla="*/ 63024 w 1490957"/>
                  <a:gd name="connsiteY118" fmla="*/ 31455 h 1288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</a:cxnLst>
                <a:rect l="l" t="t" r="r" b="b"/>
                <a:pathLst>
                  <a:path w="1490957" h="1288005">
                    <a:moveTo>
                      <a:pt x="63024" y="0"/>
                    </a:moveTo>
                    <a:lnTo>
                      <a:pt x="1437953" y="0"/>
                    </a:lnTo>
                    <a:lnTo>
                      <a:pt x="1437953" y="31455"/>
                    </a:lnTo>
                    <a:lnTo>
                      <a:pt x="1477638" y="31455"/>
                    </a:lnTo>
                    <a:cubicBezTo>
                      <a:pt x="1484994" y="31455"/>
                      <a:pt x="1490957" y="37418"/>
                      <a:pt x="1490957" y="44774"/>
                    </a:cubicBezTo>
                    <a:lnTo>
                      <a:pt x="1490956" y="44774"/>
                    </a:lnTo>
                    <a:cubicBezTo>
                      <a:pt x="1490956" y="52130"/>
                      <a:pt x="1484993" y="58093"/>
                      <a:pt x="1477637" y="58093"/>
                    </a:cubicBezTo>
                    <a:lnTo>
                      <a:pt x="1437953" y="58093"/>
                    </a:lnTo>
                    <a:lnTo>
                      <a:pt x="1437953" y="137123"/>
                    </a:lnTo>
                    <a:lnTo>
                      <a:pt x="1453332" y="135777"/>
                    </a:lnTo>
                    <a:cubicBezTo>
                      <a:pt x="1471017" y="134230"/>
                      <a:pt x="1486608" y="147312"/>
                      <a:pt x="1488155" y="164997"/>
                    </a:cubicBezTo>
                    <a:lnTo>
                      <a:pt x="1488154" y="164997"/>
                    </a:lnTo>
                    <a:cubicBezTo>
                      <a:pt x="1489701" y="182683"/>
                      <a:pt x="1476619" y="198273"/>
                      <a:pt x="1458934" y="199821"/>
                    </a:cubicBezTo>
                    <a:lnTo>
                      <a:pt x="1437953" y="201656"/>
                    </a:lnTo>
                    <a:lnTo>
                      <a:pt x="1437953" y="267728"/>
                    </a:lnTo>
                    <a:lnTo>
                      <a:pt x="1453332" y="266382"/>
                    </a:lnTo>
                    <a:cubicBezTo>
                      <a:pt x="1471017" y="264835"/>
                      <a:pt x="1486608" y="277917"/>
                      <a:pt x="1488155" y="295602"/>
                    </a:cubicBezTo>
                    <a:lnTo>
                      <a:pt x="1488154" y="295602"/>
                    </a:lnTo>
                    <a:cubicBezTo>
                      <a:pt x="1489701" y="313288"/>
                      <a:pt x="1476619" y="328878"/>
                      <a:pt x="1458934" y="330426"/>
                    </a:cubicBezTo>
                    <a:lnTo>
                      <a:pt x="1437953" y="332261"/>
                    </a:lnTo>
                    <a:lnTo>
                      <a:pt x="1437953" y="403659"/>
                    </a:lnTo>
                    <a:lnTo>
                      <a:pt x="1453332" y="402313"/>
                    </a:lnTo>
                    <a:cubicBezTo>
                      <a:pt x="1471017" y="400766"/>
                      <a:pt x="1486608" y="413848"/>
                      <a:pt x="1488155" y="431533"/>
                    </a:cubicBezTo>
                    <a:lnTo>
                      <a:pt x="1488154" y="431533"/>
                    </a:lnTo>
                    <a:cubicBezTo>
                      <a:pt x="1489701" y="449219"/>
                      <a:pt x="1476619" y="464809"/>
                      <a:pt x="1458934" y="466357"/>
                    </a:cubicBezTo>
                    <a:lnTo>
                      <a:pt x="1437953" y="468192"/>
                    </a:lnTo>
                    <a:lnTo>
                      <a:pt x="1437953" y="541336"/>
                    </a:lnTo>
                    <a:lnTo>
                      <a:pt x="1453332" y="539990"/>
                    </a:lnTo>
                    <a:cubicBezTo>
                      <a:pt x="1471017" y="538443"/>
                      <a:pt x="1486608" y="551525"/>
                      <a:pt x="1488155" y="569210"/>
                    </a:cubicBezTo>
                    <a:lnTo>
                      <a:pt x="1488154" y="569210"/>
                    </a:lnTo>
                    <a:cubicBezTo>
                      <a:pt x="1489701" y="586896"/>
                      <a:pt x="1476619" y="602486"/>
                      <a:pt x="1458934" y="604034"/>
                    </a:cubicBezTo>
                    <a:lnTo>
                      <a:pt x="1437953" y="605869"/>
                    </a:lnTo>
                    <a:lnTo>
                      <a:pt x="1437953" y="651704"/>
                    </a:lnTo>
                    <a:lnTo>
                      <a:pt x="1451556" y="650514"/>
                    </a:lnTo>
                    <a:cubicBezTo>
                      <a:pt x="1470143" y="648888"/>
                      <a:pt x="1486529" y="662637"/>
                      <a:pt x="1488155" y="681224"/>
                    </a:cubicBezTo>
                    <a:lnTo>
                      <a:pt x="1488154" y="681224"/>
                    </a:lnTo>
                    <a:cubicBezTo>
                      <a:pt x="1489780" y="699811"/>
                      <a:pt x="1476031" y="716197"/>
                      <a:pt x="1457444" y="717823"/>
                    </a:cubicBezTo>
                    <a:lnTo>
                      <a:pt x="1437953" y="719528"/>
                    </a:lnTo>
                    <a:lnTo>
                      <a:pt x="1437953" y="761262"/>
                    </a:lnTo>
                    <a:lnTo>
                      <a:pt x="1433894" y="761262"/>
                    </a:lnTo>
                    <a:lnTo>
                      <a:pt x="1435285" y="768075"/>
                    </a:lnTo>
                    <a:cubicBezTo>
                      <a:pt x="1435740" y="813854"/>
                      <a:pt x="1418732" y="859458"/>
                      <a:pt x="1384152" y="894038"/>
                    </a:cubicBezTo>
                    <a:lnTo>
                      <a:pt x="1237614" y="1040575"/>
                    </a:lnTo>
                    <a:lnTo>
                      <a:pt x="1237614" y="1057105"/>
                    </a:lnTo>
                    <a:cubicBezTo>
                      <a:pt x="1237614" y="1059263"/>
                      <a:pt x="1235864" y="1061013"/>
                      <a:pt x="1233706" y="1061013"/>
                    </a:cubicBezTo>
                    <a:lnTo>
                      <a:pt x="1217177" y="1061013"/>
                    </a:lnTo>
                    <a:lnTo>
                      <a:pt x="1065536" y="1212654"/>
                    </a:lnTo>
                    <a:lnTo>
                      <a:pt x="1061208" y="1212611"/>
                    </a:lnTo>
                    <a:lnTo>
                      <a:pt x="1061208" y="1258412"/>
                    </a:lnTo>
                    <a:cubicBezTo>
                      <a:pt x="1061208" y="1274756"/>
                      <a:pt x="1047959" y="1288005"/>
                      <a:pt x="1031615" y="1288005"/>
                    </a:cubicBezTo>
                    <a:lnTo>
                      <a:pt x="469359" y="1288005"/>
                    </a:lnTo>
                    <a:cubicBezTo>
                      <a:pt x="453015" y="1288005"/>
                      <a:pt x="439766" y="1274756"/>
                      <a:pt x="439766" y="1258412"/>
                    </a:cubicBezTo>
                    <a:lnTo>
                      <a:pt x="439766" y="1211024"/>
                    </a:lnTo>
                    <a:lnTo>
                      <a:pt x="434632" y="1211024"/>
                    </a:lnTo>
                    <a:cubicBezTo>
                      <a:pt x="433635" y="1211024"/>
                      <a:pt x="432827" y="1210216"/>
                      <a:pt x="432827" y="1209219"/>
                    </a:cubicBezTo>
                    <a:lnTo>
                      <a:pt x="432827" y="1199595"/>
                    </a:lnTo>
                    <a:cubicBezTo>
                      <a:pt x="432827" y="1198598"/>
                      <a:pt x="433635" y="1197790"/>
                      <a:pt x="434632" y="1197790"/>
                    </a:cubicBezTo>
                    <a:lnTo>
                      <a:pt x="435677" y="1197790"/>
                    </a:lnTo>
                    <a:lnTo>
                      <a:pt x="298900" y="1061013"/>
                    </a:lnTo>
                    <a:lnTo>
                      <a:pt x="280343" y="1061013"/>
                    </a:lnTo>
                    <a:cubicBezTo>
                      <a:pt x="278185" y="1061013"/>
                      <a:pt x="276435" y="1059263"/>
                      <a:pt x="276435" y="1057105"/>
                    </a:cubicBezTo>
                    <a:lnTo>
                      <a:pt x="276435" y="1038548"/>
                    </a:lnTo>
                    <a:lnTo>
                      <a:pt x="119341" y="881454"/>
                    </a:lnTo>
                    <a:lnTo>
                      <a:pt x="89889" y="837468"/>
                    </a:lnTo>
                    <a:lnTo>
                      <a:pt x="36599" y="842130"/>
                    </a:lnTo>
                    <a:cubicBezTo>
                      <a:pt x="27305" y="842943"/>
                      <a:pt x="18562" y="839913"/>
                      <a:pt x="11939" y="834355"/>
                    </a:cubicBezTo>
                    <a:lnTo>
                      <a:pt x="0" y="811421"/>
                    </a:lnTo>
                    <a:lnTo>
                      <a:pt x="7775" y="786761"/>
                    </a:lnTo>
                    <a:cubicBezTo>
                      <a:pt x="13333" y="780138"/>
                      <a:pt x="21417" y="775635"/>
                      <a:pt x="30710" y="774822"/>
                    </a:cubicBezTo>
                    <a:lnTo>
                      <a:pt x="65546" y="771775"/>
                    </a:lnTo>
                    <a:lnTo>
                      <a:pt x="64626" y="761262"/>
                    </a:lnTo>
                    <a:lnTo>
                      <a:pt x="63024" y="761262"/>
                    </a:lnTo>
                    <a:lnTo>
                      <a:pt x="63024" y="742945"/>
                    </a:lnTo>
                    <a:lnTo>
                      <a:pt x="61597" y="726639"/>
                    </a:lnTo>
                    <a:lnTo>
                      <a:pt x="61919" y="726256"/>
                    </a:lnTo>
                    <a:lnTo>
                      <a:pt x="34823" y="728626"/>
                    </a:lnTo>
                    <a:cubicBezTo>
                      <a:pt x="25981" y="729400"/>
                      <a:pt x="17662" y="726516"/>
                      <a:pt x="11360" y="721228"/>
                    </a:cubicBezTo>
                    <a:lnTo>
                      <a:pt x="0" y="699407"/>
                    </a:lnTo>
                    <a:lnTo>
                      <a:pt x="7398" y="675944"/>
                    </a:lnTo>
                    <a:cubicBezTo>
                      <a:pt x="12686" y="669642"/>
                      <a:pt x="20378" y="665358"/>
                      <a:pt x="29220" y="664584"/>
                    </a:cubicBezTo>
                    <a:lnTo>
                      <a:pt x="63024" y="661626"/>
                    </a:lnTo>
                    <a:lnTo>
                      <a:pt x="63024" y="630931"/>
                    </a:lnTo>
                    <a:lnTo>
                      <a:pt x="61736" y="616215"/>
                    </a:lnTo>
                    <a:lnTo>
                      <a:pt x="63024" y="614681"/>
                    </a:lnTo>
                    <a:lnTo>
                      <a:pt x="63024" y="588482"/>
                    </a:lnTo>
                    <a:lnTo>
                      <a:pt x="34823" y="590949"/>
                    </a:lnTo>
                    <a:cubicBezTo>
                      <a:pt x="25981" y="591723"/>
                      <a:pt x="17662" y="588839"/>
                      <a:pt x="11360" y="583551"/>
                    </a:cubicBezTo>
                    <a:lnTo>
                      <a:pt x="0" y="561730"/>
                    </a:lnTo>
                    <a:lnTo>
                      <a:pt x="7398" y="538267"/>
                    </a:lnTo>
                    <a:cubicBezTo>
                      <a:pt x="12686" y="531965"/>
                      <a:pt x="20378" y="527681"/>
                      <a:pt x="29220" y="526907"/>
                    </a:cubicBezTo>
                    <a:lnTo>
                      <a:pt x="63024" y="523949"/>
                    </a:lnTo>
                    <a:lnTo>
                      <a:pt x="63024" y="493253"/>
                    </a:lnTo>
                    <a:lnTo>
                      <a:pt x="60997" y="470082"/>
                    </a:lnTo>
                    <a:cubicBezTo>
                      <a:pt x="60964" y="469707"/>
                      <a:pt x="61242" y="469375"/>
                      <a:pt x="61617" y="469342"/>
                    </a:cubicBezTo>
                    <a:lnTo>
                      <a:pt x="63024" y="469219"/>
                    </a:lnTo>
                    <a:lnTo>
                      <a:pt x="63024" y="452551"/>
                    </a:lnTo>
                    <a:lnTo>
                      <a:pt x="34823" y="455018"/>
                    </a:lnTo>
                    <a:cubicBezTo>
                      <a:pt x="25981" y="455792"/>
                      <a:pt x="17662" y="452908"/>
                      <a:pt x="11360" y="447620"/>
                    </a:cubicBezTo>
                    <a:lnTo>
                      <a:pt x="0" y="425799"/>
                    </a:lnTo>
                    <a:lnTo>
                      <a:pt x="7398" y="402336"/>
                    </a:lnTo>
                    <a:cubicBezTo>
                      <a:pt x="12686" y="396034"/>
                      <a:pt x="20378" y="391750"/>
                      <a:pt x="29220" y="390976"/>
                    </a:cubicBezTo>
                    <a:lnTo>
                      <a:pt x="63024" y="388018"/>
                    </a:lnTo>
                    <a:lnTo>
                      <a:pt x="63024" y="357321"/>
                    </a:lnTo>
                    <a:lnTo>
                      <a:pt x="61979" y="345376"/>
                    </a:lnTo>
                    <a:lnTo>
                      <a:pt x="63024" y="342062"/>
                    </a:lnTo>
                    <a:lnTo>
                      <a:pt x="63024" y="321946"/>
                    </a:lnTo>
                    <a:lnTo>
                      <a:pt x="34823" y="324413"/>
                    </a:lnTo>
                    <a:cubicBezTo>
                      <a:pt x="25981" y="325187"/>
                      <a:pt x="17662" y="322303"/>
                      <a:pt x="11360" y="317015"/>
                    </a:cubicBezTo>
                    <a:lnTo>
                      <a:pt x="0" y="295194"/>
                    </a:lnTo>
                    <a:lnTo>
                      <a:pt x="7398" y="271731"/>
                    </a:lnTo>
                    <a:cubicBezTo>
                      <a:pt x="12686" y="265429"/>
                      <a:pt x="20378" y="261145"/>
                      <a:pt x="29220" y="260371"/>
                    </a:cubicBezTo>
                    <a:lnTo>
                      <a:pt x="63024" y="257413"/>
                    </a:lnTo>
                    <a:lnTo>
                      <a:pt x="63024" y="58092"/>
                    </a:lnTo>
                    <a:lnTo>
                      <a:pt x="45375" y="58092"/>
                    </a:lnTo>
                    <a:cubicBezTo>
                      <a:pt x="41697" y="58092"/>
                      <a:pt x="38367" y="56601"/>
                      <a:pt x="35957" y="54191"/>
                    </a:cubicBezTo>
                    <a:lnTo>
                      <a:pt x="32056" y="44773"/>
                    </a:lnTo>
                    <a:lnTo>
                      <a:pt x="35957" y="35356"/>
                    </a:lnTo>
                    <a:cubicBezTo>
                      <a:pt x="38367" y="32946"/>
                      <a:pt x="41697" y="31455"/>
                      <a:pt x="45375" y="31455"/>
                    </a:cubicBezTo>
                    <a:lnTo>
                      <a:pt x="63024" y="31455"/>
                    </a:lnTo>
                    <a:close/>
                  </a:path>
                </a:pathLst>
              </a:custGeom>
              <a:solidFill>
                <a:schemeClr val="accent2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  <p:grpSp>
            <p:nvGrpSpPr>
              <p:cNvPr id="16" name="Line">
                <a:extLst>
                  <a:ext uri="{FF2B5EF4-FFF2-40B4-BE49-F238E27FC236}">
                    <a16:creationId xmlns:a16="http://schemas.microsoft.com/office/drawing/2014/main" id="{9DDC89E5-038B-9D5C-AC3F-6010FDD7F057}"/>
                  </a:ext>
                </a:extLst>
              </p:cNvPr>
              <p:cNvGrpSpPr/>
              <p:nvPr/>
            </p:nvGrpSpPr>
            <p:grpSpPr>
              <a:xfrm>
                <a:off x="4374505" y="3097966"/>
                <a:ext cx="686576" cy="179845"/>
                <a:chOff x="1412549" y="2374540"/>
                <a:chExt cx="1486057" cy="428192"/>
              </a:xfrm>
            </p:grpSpPr>
            <p:pic>
              <p:nvPicPr>
                <p:cNvPr id="22" name="line">
                  <a:extLst>
                    <a:ext uri="{FF2B5EF4-FFF2-40B4-BE49-F238E27FC236}">
                      <a16:creationId xmlns:a16="http://schemas.microsoft.com/office/drawing/2014/main" id="{11410FA1-A0C6-803E-297C-3FAB18CB26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rcRect t="76775"/>
                <a:stretch>
                  <a:fillRect/>
                </a:stretch>
              </p:blipFill>
              <p:spPr>
                <a:xfrm flipV="1">
                  <a:off x="1412549" y="2374540"/>
                  <a:ext cx="1486057" cy="68623"/>
                </a:xfrm>
                <a:prstGeom prst="rect">
                  <a:avLst/>
                </a:prstGeom>
              </p:spPr>
            </p:pic>
            <p:pic>
              <p:nvPicPr>
                <p:cNvPr id="23" name="line">
                  <a:extLst>
                    <a:ext uri="{FF2B5EF4-FFF2-40B4-BE49-F238E27FC236}">
                      <a16:creationId xmlns:a16="http://schemas.microsoft.com/office/drawing/2014/main" id="{23B4803B-176F-B1EF-F4E1-16ED1B693A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rcRect t="76775"/>
                <a:stretch>
                  <a:fillRect/>
                </a:stretch>
              </p:blipFill>
              <p:spPr>
                <a:xfrm>
                  <a:off x="1412549" y="2734109"/>
                  <a:ext cx="1486057" cy="68623"/>
                </a:xfrm>
                <a:prstGeom prst="rect">
                  <a:avLst/>
                </a:prstGeom>
              </p:spPr>
            </p:pic>
          </p:grpSp>
          <p:pic>
            <p:nvPicPr>
              <p:cNvPr id="66" name="Picture 4" descr="Product Service Icons - Free SVG &amp; PNG Product Service Images - Noun Project">
                <a:extLst>
                  <a:ext uri="{FF2B5EF4-FFF2-40B4-BE49-F238E27FC236}">
                    <a16:creationId xmlns:a16="http://schemas.microsoft.com/office/drawing/2014/main" id="{F03042CE-7894-9473-78FA-F1B828221F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7271" y="3370399"/>
                <a:ext cx="321044" cy="3210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CC9EC14-8587-824D-716A-AF550788B32F}"/>
                </a:ext>
              </a:extLst>
            </p:cNvPr>
            <p:cNvGrpSpPr/>
            <p:nvPr/>
          </p:nvGrpSpPr>
          <p:grpSpPr>
            <a:xfrm>
              <a:off x="7056886" y="2800839"/>
              <a:ext cx="834643" cy="1328560"/>
              <a:chOff x="7056886" y="2800839"/>
              <a:chExt cx="834643" cy="1328560"/>
            </a:xfrm>
          </p:grpSpPr>
          <p:sp>
            <p:nvSpPr>
              <p:cNvPr id="36" name="Shape">
                <a:extLst>
                  <a:ext uri="{FF2B5EF4-FFF2-40B4-BE49-F238E27FC236}">
                    <a16:creationId xmlns:a16="http://schemas.microsoft.com/office/drawing/2014/main" id="{1C6C8BC1-0A76-7BBB-5CF3-AECBD2CBD41A}"/>
                  </a:ext>
                </a:extLst>
              </p:cNvPr>
              <p:cNvSpPr/>
              <p:nvPr/>
            </p:nvSpPr>
            <p:spPr>
              <a:xfrm>
                <a:off x="7056886" y="2800839"/>
                <a:ext cx="834643" cy="992657"/>
              </a:xfrm>
              <a:custGeom>
                <a:avLst/>
                <a:gdLst>
                  <a:gd name="connsiteX0" fmla="*/ 1962150 w 3924300"/>
                  <a:gd name="connsiteY0" fmla="*/ 0 h 4667248"/>
                  <a:gd name="connsiteX1" fmla="*/ 3924300 w 3924300"/>
                  <a:gd name="connsiteY1" fmla="*/ 1962150 h 4667248"/>
                  <a:gd name="connsiteX2" fmla="*/ 3770105 w 3924300"/>
                  <a:gd name="connsiteY2" fmla="*/ 2725908 h 4667248"/>
                  <a:gd name="connsiteX3" fmla="*/ 3769902 w 3924300"/>
                  <a:gd name="connsiteY3" fmla="*/ 2726328 h 4667248"/>
                  <a:gd name="connsiteX4" fmla="*/ 3802289 w 3924300"/>
                  <a:gd name="connsiteY4" fmla="*/ 2740482 h 4667248"/>
                  <a:gd name="connsiteX5" fmla="*/ 3076575 w 3924300"/>
                  <a:gd name="connsiteY5" fmla="*/ 4362442 h 4667248"/>
                  <a:gd name="connsiteX6" fmla="*/ 2771769 w 3924300"/>
                  <a:gd name="connsiteY6" fmla="*/ 4667248 h 4667248"/>
                  <a:gd name="connsiteX7" fmla="*/ 1152531 w 3924300"/>
                  <a:gd name="connsiteY7" fmla="*/ 4667248 h 4667248"/>
                  <a:gd name="connsiteX8" fmla="*/ 847725 w 3924300"/>
                  <a:gd name="connsiteY8" fmla="*/ 4362442 h 4667248"/>
                  <a:gd name="connsiteX9" fmla="*/ 165554 w 3924300"/>
                  <a:gd name="connsiteY9" fmla="*/ 2765883 h 4667248"/>
                  <a:gd name="connsiteX10" fmla="*/ 172070 w 3924300"/>
                  <a:gd name="connsiteY10" fmla="*/ 2763013 h 4667248"/>
                  <a:gd name="connsiteX11" fmla="*/ 154196 w 3924300"/>
                  <a:gd name="connsiteY11" fmla="*/ 2725908 h 4667248"/>
                  <a:gd name="connsiteX12" fmla="*/ 0 w 3924300"/>
                  <a:gd name="connsiteY12" fmla="*/ 1962150 h 4667248"/>
                  <a:gd name="connsiteX13" fmla="*/ 1962150 w 3924300"/>
                  <a:gd name="connsiteY13" fmla="*/ 0 h 4667248"/>
                  <a:gd name="connsiteX0-1" fmla="*/ 1962150 w 3924300"/>
                  <a:gd name="connsiteY0-2" fmla="*/ 0 h 4667248"/>
                  <a:gd name="connsiteX1-3" fmla="*/ 3924300 w 3924300"/>
                  <a:gd name="connsiteY1-4" fmla="*/ 1962150 h 4667248"/>
                  <a:gd name="connsiteX2-5" fmla="*/ 3770105 w 3924300"/>
                  <a:gd name="connsiteY2-6" fmla="*/ 2725908 h 4667248"/>
                  <a:gd name="connsiteX3-7" fmla="*/ 3802289 w 3924300"/>
                  <a:gd name="connsiteY3-8" fmla="*/ 2740482 h 4667248"/>
                  <a:gd name="connsiteX4-9" fmla="*/ 3076575 w 3924300"/>
                  <a:gd name="connsiteY4-10" fmla="*/ 4362442 h 4667248"/>
                  <a:gd name="connsiteX5-11" fmla="*/ 2771769 w 3924300"/>
                  <a:gd name="connsiteY5-12" fmla="*/ 4667248 h 4667248"/>
                  <a:gd name="connsiteX6-13" fmla="*/ 1152531 w 3924300"/>
                  <a:gd name="connsiteY6-14" fmla="*/ 4667248 h 4667248"/>
                  <a:gd name="connsiteX7-15" fmla="*/ 847725 w 3924300"/>
                  <a:gd name="connsiteY7-16" fmla="*/ 4362442 h 4667248"/>
                  <a:gd name="connsiteX8-17" fmla="*/ 165554 w 3924300"/>
                  <a:gd name="connsiteY8-18" fmla="*/ 2765883 h 4667248"/>
                  <a:gd name="connsiteX9-19" fmla="*/ 172070 w 3924300"/>
                  <a:gd name="connsiteY9-20" fmla="*/ 2763013 h 4667248"/>
                  <a:gd name="connsiteX10-21" fmla="*/ 154196 w 3924300"/>
                  <a:gd name="connsiteY10-22" fmla="*/ 2725908 h 4667248"/>
                  <a:gd name="connsiteX11-23" fmla="*/ 0 w 3924300"/>
                  <a:gd name="connsiteY11-24" fmla="*/ 1962150 h 4667248"/>
                  <a:gd name="connsiteX12-25" fmla="*/ 1962150 w 3924300"/>
                  <a:gd name="connsiteY12-26" fmla="*/ 0 h 4667248"/>
                  <a:gd name="connsiteX0-27" fmla="*/ 1962150 w 3924300"/>
                  <a:gd name="connsiteY0-28" fmla="*/ 0 h 4667248"/>
                  <a:gd name="connsiteX1-29" fmla="*/ 3924300 w 3924300"/>
                  <a:gd name="connsiteY1-30" fmla="*/ 1962150 h 4667248"/>
                  <a:gd name="connsiteX2-31" fmla="*/ 3770105 w 3924300"/>
                  <a:gd name="connsiteY2-32" fmla="*/ 2725908 h 4667248"/>
                  <a:gd name="connsiteX3-33" fmla="*/ 3076575 w 3924300"/>
                  <a:gd name="connsiteY3-34" fmla="*/ 4362442 h 4667248"/>
                  <a:gd name="connsiteX4-35" fmla="*/ 2771769 w 3924300"/>
                  <a:gd name="connsiteY4-36" fmla="*/ 4667248 h 4667248"/>
                  <a:gd name="connsiteX5-37" fmla="*/ 1152531 w 3924300"/>
                  <a:gd name="connsiteY5-38" fmla="*/ 4667248 h 4667248"/>
                  <a:gd name="connsiteX6-39" fmla="*/ 847725 w 3924300"/>
                  <a:gd name="connsiteY6-40" fmla="*/ 4362442 h 4667248"/>
                  <a:gd name="connsiteX7-41" fmla="*/ 165554 w 3924300"/>
                  <a:gd name="connsiteY7-42" fmla="*/ 2765883 h 4667248"/>
                  <a:gd name="connsiteX8-43" fmla="*/ 172070 w 3924300"/>
                  <a:gd name="connsiteY8-44" fmla="*/ 2763013 h 4667248"/>
                  <a:gd name="connsiteX9-45" fmla="*/ 154196 w 3924300"/>
                  <a:gd name="connsiteY9-46" fmla="*/ 2725908 h 4667248"/>
                  <a:gd name="connsiteX10-47" fmla="*/ 0 w 3924300"/>
                  <a:gd name="connsiteY10-48" fmla="*/ 1962150 h 4667248"/>
                  <a:gd name="connsiteX11-49" fmla="*/ 1962150 w 3924300"/>
                  <a:gd name="connsiteY11-50" fmla="*/ 0 h 4667248"/>
                  <a:gd name="connsiteX0-51" fmla="*/ 1962150 w 3924300"/>
                  <a:gd name="connsiteY0-52" fmla="*/ 0 h 4667248"/>
                  <a:gd name="connsiteX1-53" fmla="*/ 3924300 w 3924300"/>
                  <a:gd name="connsiteY1-54" fmla="*/ 1962150 h 4667248"/>
                  <a:gd name="connsiteX2-55" fmla="*/ 3770105 w 3924300"/>
                  <a:gd name="connsiteY2-56" fmla="*/ 2725908 h 4667248"/>
                  <a:gd name="connsiteX3-57" fmla="*/ 3076575 w 3924300"/>
                  <a:gd name="connsiteY3-58" fmla="*/ 4362442 h 4667248"/>
                  <a:gd name="connsiteX4-59" fmla="*/ 2771769 w 3924300"/>
                  <a:gd name="connsiteY4-60" fmla="*/ 4667248 h 4667248"/>
                  <a:gd name="connsiteX5-61" fmla="*/ 1152531 w 3924300"/>
                  <a:gd name="connsiteY5-62" fmla="*/ 4667248 h 4667248"/>
                  <a:gd name="connsiteX6-63" fmla="*/ 847725 w 3924300"/>
                  <a:gd name="connsiteY6-64" fmla="*/ 4362442 h 4667248"/>
                  <a:gd name="connsiteX7-65" fmla="*/ 165554 w 3924300"/>
                  <a:gd name="connsiteY7-66" fmla="*/ 2765883 h 4667248"/>
                  <a:gd name="connsiteX8-67" fmla="*/ 172070 w 3924300"/>
                  <a:gd name="connsiteY8-68" fmla="*/ 2763013 h 4667248"/>
                  <a:gd name="connsiteX9-69" fmla="*/ 154196 w 3924300"/>
                  <a:gd name="connsiteY9-70" fmla="*/ 2725908 h 4667248"/>
                  <a:gd name="connsiteX10-71" fmla="*/ 0 w 3924300"/>
                  <a:gd name="connsiteY10-72" fmla="*/ 1962150 h 4667248"/>
                  <a:gd name="connsiteX11-73" fmla="*/ 1962150 w 3924300"/>
                  <a:gd name="connsiteY11-74" fmla="*/ 0 h 4667248"/>
                  <a:gd name="connsiteX0-75" fmla="*/ 1962150 w 3924300"/>
                  <a:gd name="connsiteY0-76" fmla="*/ 0 h 4667248"/>
                  <a:gd name="connsiteX1-77" fmla="*/ 3924300 w 3924300"/>
                  <a:gd name="connsiteY1-78" fmla="*/ 1962150 h 4667248"/>
                  <a:gd name="connsiteX2-79" fmla="*/ 3770105 w 3924300"/>
                  <a:gd name="connsiteY2-80" fmla="*/ 2725908 h 4667248"/>
                  <a:gd name="connsiteX3-81" fmla="*/ 3076575 w 3924300"/>
                  <a:gd name="connsiteY3-82" fmla="*/ 4362442 h 4667248"/>
                  <a:gd name="connsiteX4-83" fmla="*/ 2771769 w 3924300"/>
                  <a:gd name="connsiteY4-84" fmla="*/ 4667248 h 4667248"/>
                  <a:gd name="connsiteX5-85" fmla="*/ 1152531 w 3924300"/>
                  <a:gd name="connsiteY5-86" fmla="*/ 4667248 h 4667248"/>
                  <a:gd name="connsiteX6-87" fmla="*/ 847725 w 3924300"/>
                  <a:gd name="connsiteY6-88" fmla="*/ 4362442 h 4667248"/>
                  <a:gd name="connsiteX7-89" fmla="*/ 165554 w 3924300"/>
                  <a:gd name="connsiteY7-90" fmla="*/ 2765883 h 4667248"/>
                  <a:gd name="connsiteX8-91" fmla="*/ 172070 w 3924300"/>
                  <a:gd name="connsiteY8-92" fmla="*/ 2763013 h 4667248"/>
                  <a:gd name="connsiteX9-93" fmla="*/ 154196 w 3924300"/>
                  <a:gd name="connsiteY9-94" fmla="*/ 2725908 h 4667248"/>
                  <a:gd name="connsiteX10-95" fmla="*/ 0 w 3924300"/>
                  <a:gd name="connsiteY10-96" fmla="*/ 1962150 h 4667248"/>
                  <a:gd name="connsiteX11-97" fmla="*/ 1962150 w 3924300"/>
                  <a:gd name="connsiteY11-98" fmla="*/ 0 h 46672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</a:cxnLst>
                <a:rect l="l" t="t" r="r" b="b"/>
                <a:pathLst>
                  <a:path w="3924300" h="4667248">
                    <a:moveTo>
                      <a:pt x="1962150" y="0"/>
                    </a:moveTo>
                    <a:cubicBezTo>
                      <a:pt x="3045816" y="0"/>
                      <a:pt x="3924300" y="878484"/>
                      <a:pt x="3924300" y="1962150"/>
                    </a:cubicBezTo>
                    <a:cubicBezTo>
                      <a:pt x="3924300" y="2233067"/>
                      <a:pt x="3869395" y="2491159"/>
                      <a:pt x="3770105" y="2725908"/>
                    </a:cubicBezTo>
                    <a:cubicBezTo>
                      <a:pt x="3628818" y="3125957"/>
                      <a:pt x="3071514" y="3695985"/>
                      <a:pt x="3076575" y="4362442"/>
                    </a:cubicBezTo>
                    <a:cubicBezTo>
                      <a:pt x="3076575" y="4530782"/>
                      <a:pt x="2940109" y="4667248"/>
                      <a:pt x="2771769" y="4667248"/>
                    </a:cubicBezTo>
                    <a:lnTo>
                      <a:pt x="1152531" y="4667248"/>
                    </a:lnTo>
                    <a:cubicBezTo>
                      <a:pt x="984191" y="4667248"/>
                      <a:pt x="847725" y="4530782"/>
                      <a:pt x="847725" y="4362442"/>
                    </a:cubicBezTo>
                    <a:cubicBezTo>
                      <a:pt x="870101" y="3728807"/>
                      <a:pt x="388106" y="3288393"/>
                      <a:pt x="165554" y="2765883"/>
                    </a:cubicBezTo>
                    <a:lnTo>
                      <a:pt x="172070" y="2763013"/>
                    </a:lnTo>
                    <a:lnTo>
                      <a:pt x="154196" y="2725908"/>
                    </a:lnTo>
                    <a:cubicBezTo>
                      <a:pt x="54905" y="2491159"/>
                      <a:pt x="0" y="2233067"/>
                      <a:pt x="0" y="1962150"/>
                    </a:cubicBezTo>
                    <a:cubicBezTo>
                      <a:pt x="0" y="878484"/>
                      <a:pt x="878484" y="0"/>
                      <a:pt x="196215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22225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algn="ctr"/>
                <a:endParaRPr lang="zh-CN" altLang="en-US" sz="2400" kern="0">
                  <a:solidFill>
                    <a:prstClr val="white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7" name="Rectangle">
                <a:extLst>
                  <a:ext uri="{FF2B5EF4-FFF2-40B4-BE49-F238E27FC236}">
                    <a16:creationId xmlns:a16="http://schemas.microsoft.com/office/drawing/2014/main" id="{6ECFFD14-B0C2-22C2-EC05-3EE5B5378A07}"/>
                  </a:ext>
                </a:extLst>
              </p:cNvPr>
              <p:cNvSpPr/>
              <p:nvPr/>
            </p:nvSpPr>
            <p:spPr>
              <a:xfrm>
                <a:off x="7279791" y="3793496"/>
                <a:ext cx="388832" cy="335903"/>
              </a:xfrm>
              <a:custGeom>
                <a:avLst/>
                <a:gdLst>
                  <a:gd name="connsiteX0" fmla="*/ 63024 w 1490957"/>
                  <a:gd name="connsiteY0" fmla="*/ 0 h 1288005"/>
                  <a:gd name="connsiteX1" fmla="*/ 1437953 w 1490957"/>
                  <a:gd name="connsiteY1" fmla="*/ 0 h 1288005"/>
                  <a:gd name="connsiteX2" fmla="*/ 1437953 w 1490957"/>
                  <a:gd name="connsiteY2" fmla="*/ 31455 h 1288005"/>
                  <a:gd name="connsiteX3" fmla="*/ 1477638 w 1490957"/>
                  <a:gd name="connsiteY3" fmla="*/ 31455 h 1288005"/>
                  <a:gd name="connsiteX4" fmla="*/ 1490957 w 1490957"/>
                  <a:gd name="connsiteY4" fmla="*/ 44774 h 1288005"/>
                  <a:gd name="connsiteX5" fmla="*/ 1490956 w 1490957"/>
                  <a:gd name="connsiteY5" fmla="*/ 44774 h 1288005"/>
                  <a:gd name="connsiteX6" fmla="*/ 1477637 w 1490957"/>
                  <a:gd name="connsiteY6" fmla="*/ 58093 h 1288005"/>
                  <a:gd name="connsiteX7" fmla="*/ 1437953 w 1490957"/>
                  <a:gd name="connsiteY7" fmla="*/ 58093 h 1288005"/>
                  <a:gd name="connsiteX8" fmla="*/ 1437953 w 1490957"/>
                  <a:gd name="connsiteY8" fmla="*/ 137123 h 1288005"/>
                  <a:gd name="connsiteX9" fmla="*/ 1453332 w 1490957"/>
                  <a:gd name="connsiteY9" fmla="*/ 135777 h 1288005"/>
                  <a:gd name="connsiteX10" fmla="*/ 1488155 w 1490957"/>
                  <a:gd name="connsiteY10" fmla="*/ 164997 h 1288005"/>
                  <a:gd name="connsiteX11" fmla="*/ 1488154 w 1490957"/>
                  <a:gd name="connsiteY11" fmla="*/ 164997 h 1288005"/>
                  <a:gd name="connsiteX12" fmla="*/ 1458934 w 1490957"/>
                  <a:gd name="connsiteY12" fmla="*/ 199821 h 1288005"/>
                  <a:gd name="connsiteX13" fmla="*/ 1437953 w 1490957"/>
                  <a:gd name="connsiteY13" fmla="*/ 201656 h 1288005"/>
                  <a:gd name="connsiteX14" fmla="*/ 1437953 w 1490957"/>
                  <a:gd name="connsiteY14" fmla="*/ 267728 h 1288005"/>
                  <a:gd name="connsiteX15" fmla="*/ 1453332 w 1490957"/>
                  <a:gd name="connsiteY15" fmla="*/ 266382 h 1288005"/>
                  <a:gd name="connsiteX16" fmla="*/ 1488155 w 1490957"/>
                  <a:gd name="connsiteY16" fmla="*/ 295602 h 1288005"/>
                  <a:gd name="connsiteX17" fmla="*/ 1488154 w 1490957"/>
                  <a:gd name="connsiteY17" fmla="*/ 295602 h 1288005"/>
                  <a:gd name="connsiteX18" fmla="*/ 1458934 w 1490957"/>
                  <a:gd name="connsiteY18" fmla="*/ 330426 h 1288005"/>
                  <a:gd name="connsiteX19" fmla="*/ 1437953 w 1490957"/>
                  <a:gd name="connsiteY19" fmla="*/ 332261 h 1288005"/>
                  <a:gd name="connsiteX20" fmla="*/ 1437953 w 1490957"/>
                  <a:gd name="connsiteY20" fmla="*/ 403659 h 1288005"/>
                  <a:gd name="connsiteX21" fmla="*/ 1453332 w 1490957"/>
                  <a:gd name="connsiteY21" fmla="*/ 402313 h 1288005"/>
                  <a:gd name="connsiteX22" fmla="*/ 1488155 w 1490957"/>
                  <a:gd name="connsiteY22" fmla="*/ 431533 h 1288005"/>
                  <a:gd name="connsiteX23" fmla="*/ 1488154 w 1490957"/>
                  <a:gd name="connsiteY23" fmla="*/ 431533 h 1288005"/>
                  <a:gd name="connsiteX24" fmla="*/ 1458934 w 1490957"/>
                  <a:gd name="connsiteY24" fmla="*/ 466357 h 1288005"/>
                  <a:gd name="connsiteX25" fmla="*/ 1437953 w 1490957"/>
                  <a:gd name="connsiteY25" fmla="*/ 468192 h 1288005"/>
                  <a:gd name="connsiteX26" fmla="*/ 1437953 w 1490957"/>
                  <a:gd name="connsiteY26" fmla="*/ 541336 h 1288005"/>
                  <a:gd name="connsiteX27" fmla="*/ 1453332 w 1490957"/>
                  <a:gd name="connsiteY27" fmla="*/ 539990 h 1288005"/>
                  <a:gd name="connsiteX28" fmla="*/ 1488155 w 1490957"/>
                  <a:gd name="connsiteY28" fmla="*/ 569210 h 1288005"/>
                  <a:gd name="connsiteX29" fmla="*/ 1488154 w 1490957"/>
                  <a:gd name="connsiteY29" fmla="*/ 569210 h 1288005"/>
                  <a:gd name="connsiteX30" fmla="*/ 1458934 w 1490957"/>
                  <a:gd name="connsiteY30" fmla="*/ 604034 h 1288005"/>
                  <a:gd name="connsiteX31" fmla="*/ 1437953 w 1490957"/>
                  <a:gd name="connsiteY31" fmla="*/ 605869 h 1288005"/>
                  <a:gd name="connsiteX32" fmla="*/ 1437953 w 1490957"/>
                  <a:gd name="connsiteY32" fmla="*/ 651704 h 1288005"/>
                  <a:gd name="connsiteX33" fmla="*/ 1451556 w 1490957"/>
                  <a:gd name="connsiteY33" fmla="*/ 650514 h 1288005"/>
                  <a:gd name="connsiteX34" fmla="*/ 1488155 w 1490957"/>
                  <a:gd name="connsiteY34" fmla="*/ 681224 h 1288005"/>
                  <a:gd name="connsiteX35" fmla="*/ 1488154 w 1490957"/>
                  <a:gd name="connsiteY35" fmla="*/ 681224 h 1288005"/>
                  <a:gd name="connsiteX36" fmla="*/ 1457444 w 1490957"/>
                  <a:gd name="connsiteY36" fmla="*/ 717823 h 1288005"/>
                  <a:gd name="connsiteX37" fmla="*/ 1437953 w 1490957"/>
                  <a:gd name="connsiteY37" fmla="*/ 719528 h 1288005"/>
                  <a:gd name="connsiteX38" fmla="*/ 1437953 w 1490957"/>
                  <a:gd name="connsiteY38" fmla="*/ 761262 h 1288005"/>
                  <a:gd name="connsiteX39" fmla="*/ 1433894 w 1490957"/>
                  <a:gd name="connsiteY39" fmla="*/ 761262 h 1288005"/>
                  <a:gd name="connsiteX40" fmla="*/ 1435285 w 1490957"/>
                  <a:gd name="connsiteY40" fmla="*/ 768075 h 1288005"/>
                  <a:gd name="connsiteX41" fmla="*/ 1384152 w 1490957"/>
                  <a:gd name="connsiteY41" fmla="*/ 894038 h 1288005"/>
                  <a:gd name="connsiteX42" fmla="*/ 1237614 w 1490957"/>
                  <a:gd name="connsiteY42" fmla="*/ 1040575 h 1288005"/>
                  <a:gd name="connsiteX43" fmla="*/ 1237614 w 1490957"/>
                  <a:gd name="connsiteY43" fmla="*/ 1057105 h 1288005"/>
                  <a:gd name="connsiteX44" fmla="*/ 1233706 w 1490957"/>
                  <a:gd name="connsiteY44" fmla="*/ 1061013 h 1288005"/>
                  <a:gd name="connsiteX45" fmla="*/ 1217177 w 1490957"/>
                  <a:gd name="connsiteY45" fmla="*/ 1061013 h 1288005"/>
                  <a:gd name="connsiteX46" fmla="*/ 1065536 w 1490957"/>
                  <a:gd name="connsiteY46" fmla="*/ 1212654 h 1288005"/>
                  <a:gd name="connsiteX47" fmla="*/ 1061208 w 1490957"/>
                  <a:gd name="connsiteY47" fmla="*/ 1212611 h 1288005"/>
                  <a:gd name="connsiteX48" fmla="*/ 1061208 w 1490957"/>
                  <a:gd name="connsiteY48" fmla="*/ 1258412 h 1288005"/>
                  <a:gd name="connsiteX49" fmla="*/ 1031615 w 1490957"/>
                  <a:gd name="connsiteY49" fmla="*/ 1288005 h 1288005"/>
                  <a:gd name="connsiteX50" fmla="*/ 469359 w 1490957"/>
                  <a:gd name="connsiteY50" fmla="*/ 1288005 h 1288005"/>
                  <a:gd name="connsiteX51" fmla="*/ 439766 w 1490957"/>
                  <a:gd name="connsiteY51" fmla="*/ 1258412 h 1288005"/>
                  <a:gd name="connsiteX52" fmla="*/ 439766 w 1490957"/>
                  <a:gd name="connsiteY52" fmla="*/ 1211024 h 1288005"/>
                  <a:gd name="connsiteX53" fmla="*/ 434632 w 1490957"/>
                  <a:gd name="connsiteY53" fmla="*/ 1211024 h 1288005"/>
                  <a:gd name="connsiteX54" fmla="*/ 432827 w 1490957"/>
                  <a:gd name="connsiteY54" fmla="*/ 1209219 h 1288005"/>
                  <a:gd name="connsiteX55" fmla="*/ 432827 w 1490957"/>
                  <a:gd name="connsiteY55" fmla="*/ 1199595 h 1288005"/>
                  <a:gd name="connsiteX56" fmla="*/ 434632 w 1490957"/>
                  <a:gd name="connsiteY56" fmla="*/ 1197790 h 1288005"/>
                  <a:gd name="connsiteX57" fmla="*/ 435677 w 1490957"/>
                  <a:gd name="connsiteY57" fmla="*/ 1197790 h 1288005"/>
                  <a:gd name="connsiteX58" fmla="*/ 298900 w 1490957"/>
                  <a:gd name="connsiteY58" fmla="*/ 1061013 h 1288005"/>
                  <a:gd name="connsiteX59" fmla="*/ 280343 w 1490957"/>
                  <a:gd name="connsiteY59" fmla="*/ 1061013 h 1288005"/>
                  <a:gd name="connsiteX60" fmla="*/ 276435 w 1490957"/>
                  <a:gd name="connsiteY60" fmla="*/ 1057105 h 1288005"/>
                  <a:gd name="connsiteX61" fmla="*/ 276435 w 1490957"/>
                  <a:gd name="connsiteY61" fmla="*/ 1038548 h 1288005"/>
                  <a:gd name="connsiteX62" fmla="*/ 119341 w 1490957"/>
                  <a:gd name="connsiteY62" fmla="*/ 881454 h 1288005"/>
                  <a:gd name="connsiteX63" fmla="*/ 89889 w 1490957"/>
                  <a:gd name="connsiteY63" fmla="*/ 837468 h 1288005"/>
                  <a:gd name="connsiteX64" fmla="*/ 36599 w 1490957"/>
                  <a:gd name="connsiteY64" fmla="*/ 842130 h 1288005"/>
                  <a:gd name="connsiteX65" fmla="*/ 11939 w 1490957"/>
                  <a:gd name="connsiteY65" fmla="*/ 834355 h 1288005"/>
                  <a:gd name="connsiteX66" fmla="*/ 0 w 1490957"/>
                  <a:gd name="connsiteY66" fmla="*/ 811421 h 1288005"/>
                  <a:gd name="connsiteX67" fmla="*/ 7775 w 1490957"/>
                  <a:gd name="connsiteY67" fmla="*/ 786761 h 1288005"/>
                  <a:gd name="connsiteX68" fmla="*/ 30710 w 1490957"/>
                  <a:gd name="connsiteY68" fmla="*/ 774822 h 1288005"/>
                  <a:gd name="connsiteX69" fmla="*/ 65546 w 1490957"/>
                  <a:gd name="connsiteY69" fmla="*/ 771775 h 1288005"/>
                  <a:gd name="connsiteX70" fmla="*/ 64626 w 1490957"/>
                  <a:gd name="connsiteY70" fmla="*/ 761262 h 1288005"/>
                  <a:gd name="connsiteX71" fmla="*/ 63024 w 1490957"/>
                  <a:gd name="connsiteY71" fmla="*/ 761262 h 1288005"/>
                  <a:gd name="connsiteX72" fmla="*/ 63024 w 1490957"/>
                  <a:gd name="connsiteY72" fmla="*/ 742945 h 1288005"/>
                  <a:gd name="connsiteX73" fmla="*/ 61597 w 1490957"/>
                  <a:gd name="connsiteY73" fmla="*/ 726639 h 1288005"/>
                  <a:gd name="connsiteX74" fmla="*/ 61919 w 1490957"/>
                  <a:gd name="connsiteY74" fmla="*/ 726256 h 1288005"/>
                  <a:gd name="connsiteX75" fmla="*/ 34823 w 1490957"/>
                  <a:gd name="connsiteY75" fmla="*/ 728626 h 1288005"/>
                  <a:gd name="connsiteX76" fmla="*/ 11360 w 1490957"/>
                  <a:gd name="connsiteY76" fmla="*/ 721228 h 1288005"/>
                  <a:gd name="connsiteX77" fmla="*/ 0 w 1490957"/>
                  <a:gd name="connsiteY77" fmla="*/ 699407 h 1288005"/>
                  <a:gd name="connsiteX78" fmla="*/ 7398 w 1490957"/>
                  <a:gd name="connsiteY78" fmla="*/ 675944 h 1288005"/>
                  <a:gd name="connsiteX79" fmla="*/ 29220 w 1490957"/>
                  <a:gd name="connsiteY79" fmla="*/ 664584 h 1288005"/>
                  <a:gd name="connsiteX80" fmla="*/ 63024 w 1490957"/>
                  <a:gd name="connsiteY80" fmla="*/ 661626 h 1288005"/>
                  <a:gd name="connsiteX81" fmla="*/ 63024 w 1490957"/>
                  <a:gd name="connsiteY81" fmla="*/ 630931 h 1288005"/>
                  <a:gd name="connsiteX82" fmla="*/ 61736 w 1490957"/>
                  <a:gd name="connsiteY82" fmla="*/ 616215 h 1288005"/>
                  <a:gd name="connsiteX83" fmla="*/ 63024 w 1490957"/>
                  <a:gd name="connsiteY83" fmla="*/ 614681 h 1288005"/>
                  <a:gd name="connsiteX84" fmla="*/ 63024 w 1490957"/>
                  <a:gd name="connsiteY84" fmla="*/ 588482 h 1288005"/>
                  <a:gd name="connsiteX85" fmla="*/ 34823 w 1490957"/>
                  <a:gd name="connsiteY85" fmla="*/ 590949 h 1288005"/>
                  <a:gd name="connsiteX86" fmla="*/ 11360 w 1490957"/>
                  <a:gd name="connsiteY86" fmla="*/ 583551 h 1288005"/>
                  <a:gd name="connsiteX87" fmla="*/ 0 w 1490957"/>
                  <a:gd name="connsiteY87" fmla="*/ 561730 h 1288005"/>
                  <a:gd name="connsiteX88" fmla="*/ 7398 w 1490957"/>
                  <a:gd name="connsiteY88" fmla="*/ 538267 h 1288005"/>
                  <a:gd name="connsiteX89" fmla="*/ 29220 w 1490957"/>
                  <a:gd name="connsiteY89" fmla="*/ 526907 h 1288005"/>
                  <a:gd name="connsiteX90" fmla="*/ 63024 w 1490957"/>
                  <a:gd name="connsiteY90" fmla="*/ 523949 h 1288005"/>
                  <a:gd name="connsiteX91" fmla="*/ 63024 w 1490957"/>
                  <a:gd name="connsiteY91" fmla="*/ 493253 h 1288005"/>
                  <a:gd name="connsiteX92" fmla="*/ 60997 w 1490957"/>
                  <a:gd name="connsiteY92" fmla="*/ 470082 h 1288005"/>
                  <a:gd name="connsiteX93" fmla="*/ 61617 w 1490957"/>
                  <a:gd name="connsiteY93" fmla="*/ 469342 h 1288005"/>
                  <a:gd name="connsiteX94" fmla="*/ 63024 w 1490957"/>
                  <a:gd name="connsiteY94" fmla="*/ 469219 h 1288005"/>
                  <a:gd name="connsiteX95" fmla="*/ 63024 w 1490957"/>
                  <a:gd name="connsiteY95" fmla="*/ 452551 h 1288005"/>
                  <a:gd name="connsiteX96" fmla="*/ 34823 w 1490957"/>
                  <a:gd name="connsiteY96" fmla="*/ 455018 h 1288005"/>
                  <a:gd name="connsiteX97" fmla="*/ 11360 w 1490957"/>
                  <a:gd name="connsiteY97" fmla="*/ 447620 h 1288005"/>
                  <a:gd name="connsiteX98" fmla="*/ 0 w 1490957"/>
                  <a:gd name="connsiteY98" fmla="*/ 425799 h 1288005"/>
                  <a:gd name="connsiteX99" fmla="*/ 7398 w 1490957"/>
                  <a:gd name="connsiteY99" fmla="*/ 402336 h 1288005"/>
                  <a:gd name="connsiteX100" fmla="*/ 29220 w 1490957"/>
                  <a:gd name="connsiteY100" fmla="*/ 390976 h 1288005"/>
                  <a:gd name="connsiteX101" fmla="*/ 63024 w 1490957"/>
                  <a:gd name="connsiteY101" fmla="*/ 388018 h 1288005"/>
                  <a:gd name="connsiteX102" fmla="*/ 63024 w 1490957"/>
                  <a:gd name="connsiteY102" fmla="*/ 357321 h 1288005"/>
                  <a:gd name="connsiteX103" fmla="*/ 61979 w 1490957"/>
                  <a:gd name="connsiteY103" fmla="*/ 345376 h 1288005"/>
                  <a:gd name="connsiteX104" fmla="*/ 63024 w 1490957"/>
                  <a:gd name="connsiteY104" fmla="*/ 342062 h 1288005"/>
                  <a:gd name="connsiteX105" fmla="*/ 63024 w 1490957"/>
                  <a:gd name="connsiteY105" fmla="*/ 321946 h 1288005"/>
                  <a:gd name="connsiteX106" fmla="*/ 34823 w 1490957"/>
                  <a:gd name="connsiteY106" fmla="*/ 324413 h 1288005"/>
                  <a:gd name="connsiteX107" fmla="*/ 11360 w 1490957"/>
                  <a:gd name="connsiteY107" fmla="*/ 317015 h 1288005"/>
                  <a:gd name="connsiteX108" fmla="*/ 0 w 1490957"/>
                  <a:gd name="connsiteY108" fmla="*/ 295194 h 1288005"/>
                  <a:gd name="connsiteX109" fmla="*/ 7398 w 1490957"/>
                  <a:gd name="connsiteY109" fmla="*/ 271731 h 1288005"/>
                  <a:gd name="connsiteX110" fmla="*/ 29220 w 1490957"/>
                  <a:gd name="connsiteY110" fmla="*/ 260371 h 1288005"/>
                  <a:gd name="connsiteX111" fmla="*/ 63024 w 1490957"/>
                  <a:gd name="connsiteY111" fmla="*/ 257413 h 1288005"/>
                  <a:gd name="connsiteX112" fmla="*/ 63024 w 1490957"/>
                  <a:gd name="connsiteY112" fmla="*/ 58092 h 1288005"/>
                  <a:gd name="connsiteX113" fmla="*/ 45375 w 1490957"/>
                  <a:gd name="connsiteY113" fmla="*/ 58092 h 1288005"/>
                  <a:gd name="connsiteX114" fmla="*/ 35957 w 1490957"/>
                  <a:gd name="connsiteY114" fmla="*/ 54191 h 1288005"/>
                  <a:gd name="connsiteX115" fmla="*/ 32056 w 1490957"/>
                  <a:gd name="connsiteY115" fmla="*/ 44773 h 1288005"/>
                  <a:gd name="connsiteX116" fmla="*/ 35957 w 1490957"/>
                  <a:gd name="connsiteY116" fmla="*/ 35356 h 1288005"/>
                  <a:gd name="connsiteX117" fmla="*/ 45375 w 1490957"/>
                  <a:gd name="connsiteY117" fmla="*/ 31455 h 1288005"/>
                  <a:gd name="connsiteX118" fmla="*/ 63024 w 1490957"/>
                  <a:gd name="connsiteY118" fmla="*/ 31455 h 1288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</a:cxnLst>
                <a:rect l="l" t="t" r="r" b="b"/>
                <a:pathLst>
                  <a:path w="1490957" h="1288005">
                    <a:moveTo>
                      <a:pt x="63024" y="0"/>
                    </a:moveTo>
                    <a:lnTo>
                      <a:pt x="1437953" y="0"/>
                    </a:lnTo>
                    <a:lnTo>
                      <a:pt x="1437953" y="31455"/>
                    </a:lnTo>
                    <a:lnTo>
                      <a:pt x="1477638" y="31455"/>
                    </a:lnTo>
                    <a:cubicBezTo>
                      <a:pt x="1484994" y="31455"/>
                      <a:pt x="1490957" y="37418"/>
                      <a:pt x="1490957" y="44774"/>
                    </a:cubicBezTo>
                    <a:lnTo>
                      <a:pt x="1490956" y="44774"/>
                    </a:lnTo>
                    <a:cubicBezTo>
                      <a:pt x="1490956" y="52130"/>
                      <a:pt x="1484993" y="58093"/>
                      <a:pt x="1477637" y="58093"/>
                    </a:cubicBezTo>
                    <a:lnTo>
                      <a:pt x="1437953" y="58093"/>
                    </a:lnTo>
                    <a:lnTo>
                      <a:pt x="1437953" y="137123"/>
                    </a:lnTo>
                    <a:lnTo>
                      <a:pt x="1453332" y="135777"/>
                    </a:lnTo>
                    <a:cubicBezTo>
                      <a:pt x="1471017" y="134230"/>
                      <a:pt x="1486608" y="147312"/>
                      <a:pt x="1488155" y="164997"/>
                    </a:cubicBezTo>
                    <a:lnTo>
                      <a:pt x="1488154" y="164997"/>
                    </a:lnTo>
                    <a:cubicBezTo>
                      <a:pt x="1489701" y="182683"/>
                      <a:pt x="1476619" y="198273"/>
                      <a:pt x="1458934" y="199821"/>
                    </a:cubicBezTo>
                    <a:lnTo>
                      <a:pt x="1437953" y="201656"/>
                    </a:lnTo>
                    <a:lnTo>
                      <a:pt x="1437953" y="267728"/>
                    </a:lnTo>
                    <a:lnTo>
                      <a:pt x="1453332" y="266382"/>
                    </a:lnTo>
                    <a:cubicBezTo>
                      <a:pt x="1471017" y="264835"/>
                      <a:pt x="1486608" y="277917"/>
                      <a:pt x="1488155" y="295602"/>
                    </a:cubicBezTo>
                    <a:lnTo>
                      <a:pt x="1488154" y="295602"/>
                    </a:lnTo>
                    <a:cubicBezTo>
                      <a:pt x="1489701" y="313288"/>
                      <a:pt x="1476619" y="328878"/>
                      <a:pt x="1458934" y="330426"/>
                    </a:cubicBezTo>
                    <a:lnTo>
                      <a:pt x="1437953" y="332261"/>
                    </a:lnTo>
                    <a:lnTo>
                      <a:pt x="1437953" y="403659"/>
                    </a:lnTo>
                    <a:lnTo>
                      <a:pt x="1453332" y="402313"/>
                    </a:lnTo>
                    <a:cubicBezTo>
                      <a:pt x="1471017" y="400766"/>
                      <a:pt x="1486608" y="413848"/>
                      <a:pt x="1488155" y="431533"/>
                    </a:cubicBezTo>
                    <a:lnTo>
                      <a:pt x="1488154" y="431533"/>
                    </a:lnTo>
                    <a:cubicBezTo>
                      <a:pt x="1489701" y="449219"/>
                      <a:pt x="1476619" y="464809"/>
                      <a:pt x="1458934" y="466357"/>
                    </a:cubicBezTo>
                    <a:lnTo>
                      <a:pt x="1437953" y="468192"/>
                    </a:lnTo>
                    <a:lnTo>
                      <a:pt x="1437953" y="541336"/>
                    </a:lnTo>
                    <a:lnTo>
                      <a:pt x="1453332" y="539990"/>
                    </a:lnTo>
                    <a:cubicBezTo>
                      <a:pt x="1471017" y="538443"/>
                      <a:pt x="1486608" y="551525"/>
                      <a:pt x="1488155" y="569210"/>
                    </a:cubicBezTo>
                    <a:lnTo>
                      <a:pt x="1488154" y="569210"/>
                    </a:lnTo>
                    <a:cubicBezTo>
                      <a:pt x="1489701" y="586896"/>
                      <a:pt x="1476619" y="602486"/>
                      <a:pt x="1458934" y="604034"/>
                    </a:cubicBezTo>
                    <a:lnTo>
                      <a:pt x="1437953" y="605869"/>
                    </a:lnTo>
                    <a:lnTo>
                      <a:pt x="1437953" y="651704"/>
                    </a:lnTo>
                    <a:lnTo>
                      <a:pt x="1451556" y="650514"/>
                    </a:lnTo>
                    <a:cubicBezTo>
                      <a:pt x="1470143" y="648888"/>
                      <a:pt x="1486529" y="662637"/>
                      <a:pt x="1488155" y="681224"/>
                    </a:cubicBezTo>
                    <a:lnTo>
                      <a:pt x="1488154" y="681224"/>
                    </a:lnTo>
                    <a:cubicBezTo>
                      <a:pt x="1489780" y="699811"/>
                      <a:pt x="1476031" y="716197"/>
                      <a:pt x="1457444" y="717823"/>
                    </a:cubicBezTo>
                    <a:lnTo>
                      <a:pt x="1437953" y="719528"/>
                    </a:lnTo>
                    <a:lnTo>
                      <a:pt x="1437953" y="761262"/>
                    </a:lnTo>
                    <a:lnTo>
                      <a:pt x="1433894" y="761262"/>
                    </a:lnTo>
                    <a:lnTo>
                      <a:pt x="1435285" y="768075"/>
                    </a:lnTo>
                    <a:cubicBezTo>
                      <a:pt x="1435740" y="813854"/>
                      <a:pt x="1418732" y="859458"/>
                      <a:pt x="1384152" y="894038"/>
                    </a:cubicBezTo>
                    <a:lnTo>
                      <a:pt x="1237614" y="1040575"/>
                    </a:lnTo>
                    <a:lnTo>
                      <a:pt x="1237614" y="1057105"/>
                    </a:lnTo>
                    <a:cubicBezTo>
                      <a:pt x="1237614" y="1059263"/>
                      <a:pt x="1235864" y="1061013"/>
                      <a:pt x="1233706" y="1061013"/>
                    </a:cubicBezTo>
                    <a:lnTo>
                      <a:pt x="1217177" y="1061013"/>
                    </a:lnTo>
                    <a:lnTo>
                      <a:pt x="1065536" y="1212654"/>
                    </a:lnTo>
                    <a:lnTo>
                      <a:pt x="1061208" y="1212611"/>
                    </a:lnTo>
                    <a:lnTo>
                      <a:pt x="1061208" y="1258412"/>
                    </a:lnTo>
                    <a:cubicBezTo>
                      <a:pt x="1061208" y="1274756"/>
                      <a:pt x="1047959" y="1288005"/>
                      <a:pt x="1031615" y="1288005"/>
                    </a:cubicBezTo>
                    <a:lnTo>
                      <a:pt x="469359" y="1288005"/>
                    </a:lnTo>
                    <a:cubicBezTo>
                      <a:pt x="453015" y="1288005"/>
                      <a:pt x="439766" y="1274756"/>
                      <a:pt x="439766" y="1258412"/>
                    </a:cubicBezTo>
                    <a:lnTo>
                      <a:pt x="439766" y="1211024"/>
                    </a:lnTo>
                    <a:lnTo>
                      <a:pt x="434632" y="1211024"/>
                    </a:lnTo>
                    <a:cubicBezTo>
                      <a:pt x="433635" y="1211024"/>
                      <a:pt x="432827" y="1210216"/>
                      <a:pt x="432827" y="1209219"/>
                    </a:cubicBezTo>
                    <a:lnTo>
                      <a:pt x="432827" y="1199595"/>
                    </a:lnTo>
                    <a:cubicBezTo>
                      <a:pt x="432827" y="1198598"/>
                      <a:pt x="433635" y="1197790"/>
                      <a:pt x="434632" y="1197790"/>
                    </a:cubicBezTo>
                    <a:lnTo>
                      <a:pt x="435677" y="1197790"/>
                    </a:lnTo>
                    <a:lnTo>
                      <a:pt x="298900" y="1061013"/>
                    </a:lnTo>
                    <a:lnTo>
                      <a:pt x="280343" y="1061013"/>
                    </a:lnTo>
                    <a:cubicBezTo>
                      <a:pt x="278185" y="1061013"/>
                      <a:pt x="276435" y="1059263"/>
                      <a:pt x="276435" y="1057105"/>
                    </a:cubicBezTo>
                    <a:lnTo>
                      <a:pt x="276435" y="1038548"/>
                    </a:lnTo>
                    <a:lnTo>
                      <a:pt x="119341" y="881454"/>
                    </a:lnTo>
                    <a:lnTo>
                      <a:pt x="89889" y="837468"/>
                    </a:lnTo>
                    <a:lnTo>
                      <a:pt x="36599" y="842130"/>
                    </a:lnTo>
                    <a:cubicBezTo>
                      <a:pt x="27305" y="842943"/>
                      <a:pt x="18562" y="839913"/>
                      <a:pt x="11939" y="834355"/>
                    </a:cubicBezTo>
                    <a:lnTo>
                      <a:pt x="0" y="811421"/>
                    </a:lnTo>
                    <a:lnTo>
                      <a:pt x="7775" y="786761"/>
                    </a:lnTo>
                    <a:cubicBezTo>
                      <a:pt x="13333" y="780138"/>
                      <a:pt x="21417" y="775635"/>
                      <a:pt x="30710" y="774822"/>
                    </a:cubicBezTo>
                    <a:lnTo>
                      <a:pt x="65546" y="771775"/>
                    </a:lnTo>
                    <a:lnTo>
                      <a:pt x="64626" y="761262"/>
                    </a:lnTo>
                    <a:lnTo>
                      <a:pt x="63024" y="761262"/>
                    </a:lnTo>
                    <a:lnTo>
                      <a:pt x="63024" y="742945"/>
                    </a:lnTo>
                    <a:lnTo>
                      <a:pt x="61597" y="726639"/>
                    </a:lnTo>
                    <a:lnTo>
                      <a:pt x="61919" y="726256"/>
                    </a:lnTo>
                    <a:lnTo>
                      <a:pt x="34823" y="728626"/>
                    </a:lnTo>
                    <a:cubicBezTo>
                      <a:pt x="25981" y="729400"/>
                      <a:pt x="17662" y="726516"/>
                      <a:pt x="11360" y="721228"/>
                    </a:cubicBezTo>
                    <a:lnTo>
                      <a:pt x="0" y="699407"/>
                    </a:lnTo>
                    <a:lnTo>
                      <a:pt x="7398" y="675944"/>
                    </a:lnTo>
                    <a:cubicBezTo>
                      <a:pt x="12686" y="669642"/>
                      <a:pt x="20378" y="665358"/>
                      <a:pt x="29220" y="664584"/>
                    </a:cubicBezTo>
                    <a:lnTo>
                      <a:pt x="63024" y="661626"/>
                    </a:lnTo>
                    <a:lnTo>
                      <a:pt x="63024" y="630931"/>
                    </a:lnTo>
                    <a:lnTo>
                      <a:pt x="61736" y="616215"/>
                    </a:lnTo>
                    <a:lnTo>
                      <a:pt x="63024" y="614681"/>
                    </a:lnTo>
                    <a:lnTo>
                      <a:pt x="63024" y="588482"/>
                    </a:lnTo>
                    <a:lnTo>
                      <a:pt x="34823" y="590949"/>
                    </a:lnTo>
                    <a:cubicBezTo>
                      <a:pt x="25981" y="591723"/>
                      <a:pt x="17662" y="588839"/>
                      <a:pt x="11360" y="583551"/>
                    </a:cubicBezTo>
                    <a:lnTo>
                      <a:pt x="0" y="561730"/>
                    </a:lnTo>
                    <a:lnTo>
                      <a:pt x="7398" y="538267"/>
                    </a:lnTo>
                    <a:cubicBezTo>
                      <a:pt x="12686" y="531965"/>
                      <a:pt x="20378" y="527681"/>
                      <a:pt x="29220" y="526907"/>
                    </a:cubicBezTo>
                    <a:lnTo>
                      <a:pt x="63024" y="523949"/>
                    </a:lnTo>
                    <a:lnTo>
                      <a:pt x="63024" y="493253"/>
                    </a:lnTo>
                    <a:lnTo>
                      <a:pt x="60997" y="470082"/>
                    </a:lnTo>
                    <a:cubicBezTo>
                      <a:pt x="60964" y="469707"/>
                      <a:pt x="61242" y="469375"/>
                      <a:pt x="61617" y="469342"/>
                    </a:cubicBezTo>
                    <a:lnTo>
                      <a:pt x="63024" y="469219"/>
                    </a:lnTo>
                    <a:lnTo>
                      <a:pt x="63024" y="452551"/>
                    </a:lnTo>
                    <a:lnTo>
                      <a:pt x="34823" y="455018"/>
                    </a:lnTo>
                    <a:cubicBezTo>
                      <a:pt x="25981" y="455792"/>
                      <a:pt x="17662" y="452908"/>
                      <a:pt x="11360" y="447620"/>
                    </a:cubicBezTo>
                    <a:lnTo>
                      <a:pt x="0" y="425799"/>
                    </a:lnTo>
                    <a:lnTo>
                      <a:pt x="7398" y="402336"/>
                    </a:lnTo>
                    <a:cubicBezTo>
                      <a:pt x="12686" y="396034"/>
                      <a:pt x="20378" y="391750"/>
                      <a:pt x="29220" y="390976"/>
                    </a:cubicBezTo>
                    <a:lnTo>
                      <a:pt x="63024" y="388018"/>
                    </a:lnTo>
                    <a:lnTo>
                      <a:pt x="63024" y="357321"/>
                    </a:lnTo>
                    <a:lnTo>
                      <a:pt x="61979" y="345376"/>
                    </a:lnTo>
                    <a:lnTo>
                      <a:pt x="63024" y="342062"/>
                    </a:lnTo>
                    <a:lnTo>
                      <a:pt x="63024" y="321946"/>
                    </a:lnTo>
                    <a:lnTo>
                      <a:pt x="34823" y="324413"/>
                    </a:lnTo>
                    <a:cubicBezTo>
                      <a:pt x="25981" y="325187"/>
                      <a:pt x="17662" y="322303"/>
                      <a:pt x="11360" y="317015"/>
                    </a:cubicBezTo>
                    <a:lnTo>
                      <a:pt x="0" y="295194"/>
                    </a:lnTo>
                    <a:lnTo>
                      <a:pt x="7398" y="271731"/>
                    </a:lnTo>
                    <a:cubicBezTo>
                      <a:pt x="12686" y="265429"/>
                      <a:pt x="20378" y="261145"/>
                      <a:pt x="29220" y="260371"/>
                    </a:cubicBezTo>
                    <a:lnTo>
                      <a:pt x="63024" y="257413"/>
                    </a:lnTo>
                    <a:lnTo>
                      <a:pt x="63024" y="58092"/>
                    </a:lnTo>
                    <a:lnTo>
                      <a:pt x="45375" y="58092"/>
                    </a:lnTo>
                    <a:cubicBezTo>
                      <a:pt x="41697" y="58092"/>
                      <a:pt x="38367" y="56601"/>
                      <a:pt x="35957" y="54191"/>
                    </a:cubicBezTo>
                    <a:lnTo>
                      <a:pt x="32056" y="44773"/>
                    </a:lnTo>
                    <a:lnTo>
                      <a:pt x="35957" y="35356"/>
                    </a:lnTo>
                    <a:cubicBezTo>
                      <a:pt x="38367" y="32946"/>
                      <a:pt x="41697" y="31455"/>
                      <a:pt x="45375" y="31455"/>
                    </a:cubicBezTo>
                    <a:lnTo>
                      <a:pt x="63024" y="31455"/>
                    </a:lnTo>
                    <a:close/>
                  </a:path>
                </a:pathLst>
              </a:custGeom>
              <a:solidFill>
                <a:schemeClr val="accent3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  <p:grpSp>
            <p:nvGrpSpPr>
              <p:cNvPr id="28" name="Line">
                <a:extLst>
                  <a:ext uri="{FF2B5EF4-FFF2-40B4-BE49-F238E27FC236}">
                    <a16:creationId xmlns:a16="http://schemas.microsoft.com/office/drawing/2014/main" id="{5FF206BE-017E-E6C4-0B43-E0A1B42780BA}"/>
                  </a:ext>
                </a:extLst>
              </p:cNvPr>
              <p:cNvGrpSpPr/>
              <p:nvPr/>
            </p:nvGrpSpPr>
            <p:grpSpPr>
              <a:xfrm>
                <a:off x="7130919" y="3097966"/>
                <a:ext cx="686576" cy="179845"/>
                <a:chOff x="1412549" y="2374540"/>
                <a:chExt cx="1486057" cy="428192"/>
              </a:xfrm>
            </p:grpSpPr>
            <p:pic>
              <p:nvPicPr>
                <p:cNvPr id="34" name="Line">
                  <a:extLst>
                    <a:ext uri="{FF2B5EF4-FFF2-40B4-BE49-F238E27FC236}">
                      <a16:creationId xmlns:a16="http://schemas.microsoft.com/office/drawing/2014/main" id="{73EE20E4-1045-B6CD-EA07-1FE609F03D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rcRect t="76775"/>
                <a:stretch>
                  <a:fillRect/>
                </a:stretch>
              </p:blipFill>
              <p:spPr>
                <a:xfrm flipV="1">
                  <a:off x="1412549" y="2374540"/>
                  <a:ext cx="1486057" cy="68623"/>
                </a:xfrm>
                <a:prstGeom prst="rect">
                  <a:avLst/>
                </a:prstGeom>
              </p:spPr>
            </p:pic>
            <p:pic>
              <p:nvPicPr>
                <p:cNvPr id="35" name="Line">
                  <a:extLst>
                    <a:ext uri="{FF2B5EF4-FFF2-40B4-BE49-F238E27FC236}">
                      <a16:creationId xmlns:a16="http://schemas.microsoft.com/office/drawing/2014/main" id="{CEFBD671-84BF-B794-F51E-3CCACC760D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rcRect t="76775"/>
                <a:stretch>
                  <a:fillRect/>
                </a:stretch>
              </p:blipFill>
              <p:spPr>
                <a:xfrm>
                  <a:off x="1412549" y="2734109"/>
                  <a:ext cx="1486057" cy="68623"/>
                </a:xfrm>
                <a:prstGeom prst="rect">
                  <a:avLst/>
                </a:prstGeom>
              </p:spPr>
            </p:pic>
          </p:grpSp>
          <p:pic>
            <p:nvPicPr>
              <p:cNvPr id="67" name="Picture 6" descr="Marketing plan Icon - Free PNG &amp; SVG 1327077 - Noun Project">
                <a:extLst>
                  <a:ext uri="{FF2B5EF4-FFF2-40B4-BE49-F238E27FC236}">
                    <a16:creationId xmlns:a16="http://schemas.microsoft.com/office/drawing/2014/main" id="{97BF8C04-B378-4CC4-F91E-094A62E851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35394" y="3396840"/>
                <a:ext cx="277626" cy="2776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AC4846E-F9E6-F1C7-7E2C-67555745FF73}"/>
                </a:ext>
              </a:extLst>
            </p:cNvPr>
            <p:cNvGrpSpPr/>
            <p:nvPr/>
          </p:nvGrpSpPr>
          <p:grpSpPr>
            <a:xfrm>
              <a:off x="9813300" y="2800839"/>
              <a:ext cx="834643" cy="1328560"/>
              <a:chOff x="9813300" y="2800839"/>
              <a:chExt cx="834643" cy="1328560"/>
            </a:xfrm>
          </p:grpSpPr>
          <p:sp>
            <p:nvSpPr>
              <p:cNvPr id="48" name="Shape">
                <a:extLst>
                  <a:ext uri="{FF2B5EF4-FFF2-40B4-BE49-F238E27FC236}">
                    <a16:creationId xmlns:a16="http://schemas.microsoft.com/office/drawing/2014/main" id="{B730AFE5-EFAA-2C33-49E7-6114232C5FAF}"/>
                  </a:ext>
                </a:extLst>
              </p:cNvPr>
              <p:cNvSpPr/>
              <p:nvPr/>
            </p:nvSpPr>
            <p:spPr>
              <a:xfrm>
                <a:off x="9813300" y="2800839"/>
                <a:ext cx="834643" cy="992657"/>
              </a:xfrm>
              <a:custGeom>
                <a:avLst/>
                <a:gdLst>
                  <a:gd name="connsiteX0" fmla="*/ 1962150 w 3924300"/>
                  <a:gd name="connsiteY0" fmla="*/ 0 h 4667248"/>
                  <a:gd name="connsiteX1" fmla="*/ 3924300 w 3924300"/>
                  <a:gd name="connsiteY1" fmla="*/ 1962150 h 4667248"/>
                  <a:gd name="connsiteX2" fmla="*/ 3770105 w 3924300"/>
                  <a:gd name="connsiteY2" fmla="*/ 2725908 h 4667248"/>
                  <a:gd name="connsiteX3" fmla="*/ 3769902 w 3924300"/>
                  <a:gd name="connsiteY3" fmla="*/ 2726328 h 4667248"/>
                  <a:gd name="connsiteX4" fmla="*/ 3802289 w 3924300"/>
                  <a:gd name="connsiteY4" fmla="*/ 2740482 h 4667248"/>
                  <a:gd name="connsiteX5" fmla="*/ 3076575 w 3924300"/>
                  <a:gd name="connsiteY5" fmla="*/ 4362442 h 4667248"/>
                  <a:gd name="connsiteX6" fmla="*/ 2771769 w 3924300"/>
                  <a:gd name="connsiteY6" fmla="*/ 4667248 h 4667248"/>
                  <a:gd name="connsiteX7" fmla="*/ 1152531 w 3924300"/>
                  <a:gd name="connsiteY7" fmla="*/ 4667248 h 4667248"/>
                  <a:gd name="connsiteX8" fmla="*/ 847725 w 3924300"/>
                  <a:gd name="connsiteY8" fmla="*/ 4362442 h 4667248"/>
                  <a:gd name="connsiteX9" fmla="*/ 165554 w 3924300"/>
                  <a:gd name="connsiteY9" fmla="*/ 2765883 h 4667248"/>
                  <a:gd name="connsiteX10" fmla="*/ 172070 w 3924300"/>
                  <a:gd name="connsiteY10" fmla="*/ 2763013 h 4667248"/>
                  <a:gd name="connsiteX11" fmla="*/ 154196 w 3924300"/>
                  <a:gd name="connsiteY11" fmla="*/ 2725908 h 4667248"/>
                  <a:gd name="connsiteX12" fmla="*/ 0 w 3924300"/>
                  <a:gd name="connsiteY12" fmla="*/ 1962150 h 4667248"/>
                  <a:gd name="connsiteX13" fmla="*/ 1962150 w 3924300"/>
                  <a:gd name="connsiteY13" fmla="*/ 0 h 4667248"/>
                  <a:gd name="connsiteX0-1" fmla="*/ 1962150 w 3924300"/>
                  <a:gd name="connsiteY0-2" fmla="*/ 0 h 4667248"/>
                  <a:gd name="connsiteX1-3" fmla="*/ 3924300 w 3924300"/>
                  <a:gd name="connsiteY1-4" fmla="*/ 1962150 h 4667248"/>
                  <a:gd name="connsiteX2-5" fmla="*/ 3770105 w 3924300"/>
                  <a:gd name="connsiteY2-6" fmla="*/ 2725908 h 4667248"/>
                  <a:gd name="connsiteX3-7" fmla="*/ 3802289 w 3924300"/>
                  <a:gd name="connsiteY3-8" fmla="*/ 2740482 h 4667248"/>
                  <a:gd name="connsiteX4-9" fmla="*/ 3076575 w 3924300"/>
                  <a:gd name="connsiteY4-10" fmla="*/ 4362442 h 4667248"/>
                  <a:gd name="connsiteX5-11" fmla="*/ 2771769 w 3924300"/>
                  <a:gd name="connsiteY5-12" fmla="*/ 4667248 h 4667248"/>
                  <a:gd name="connsiteX6-13" fmla="*/ 1152531 w 3924300"/>
                  <a:gd name="connsiteY6-14" fmla="*/ 4667248 h 4667248"/>
                  <a:gd name="connsiteX7-15" fmla="*/ 847725 w 3924300"/>
                  <a:gd name="connsiteY7-16" fmla="*/ 4362442 h 4667248"/>
                  <a:gd name="connsiteX8-17" fmla="*/ 165554 w 3924300"/>
                  <a:gd name="connsiteY8-18" fmla="*/ 2765883 h 4667248"/>
                  <a:gd name="connsiteX9-19" fmla="*/ 172070 w 3924300"/>
                  <a:gd name="connsiteY9-20" fmla="*/ 2763013 h 4667248"/>
                  <a:gd name="connsiteX10-21" fmla="*/ 154196 w 3924300"/>
                  <a:gd name="connsiteY10-22" fmla="*/ 2725908 h 4667248"/>
                  <a:gd name="connsiteX11-23" fmla="*/ 0 w 3924300"/>
                  <a:gd name="connsiteY11-24" fmla="*/ 1962150 h 4667248"/>
                  <a:gd name="connsiteX12-25" fmla="*/ 1962150 w 3924300"/>
                  <a:gd name="connsiteY12-26" fmla="*/ 0 h 4667248"/>
                  <a:gd name="connsiteX0-27" fmla="*/ 1962150 w 3924300"/>
                  <a:gd name="connsiteY0-28" fmla="*/ 0 h 4667248"/>
                  <a:gd name="connsiteX1-29" fmla="*/ 3924300 w 3924300"/>
                  <a:gd name="connsiteY1-30" fmla="*/ 1962150 h 4667248"/>
                  <a:gd name="connsiteX2-31" fmla="*/ 3770105 w 3924300"/>
                  <a:gd name="connsiteY2-32" fmla="*/ 2725908 h 4667248"/>
                  <a:gd name="connsiteX3-33" fmla="*/ 3076575 w 3924300"/>
                  <a:gd name="connsiteY3-34" fmla="*/ 4362442 h 4667248"/>
                  <a:gd name="connsiteX4-35" fmla="*/ 2771769 w 3924300"/>
                  <a:gd name="connsiteY4-36" fmla="*/ 4667248 h 4667248"/>
                  <a:gd name="connsiteX5-37" fmla="*/ 1152531 w 3924300"/>
                  <a:gd name="connsiteY5-38" fmla="*/ 4667248 h 4667248"/>
                  <a:gd name="connsiteX6-39" fmla="*/ 847725 w 3924300"/>
                  <a:gd name="connsiteY6-40" fmla="*/ 4362442 h 4667248"/>
                  <a:gd name="connsiteX7-41" fmla="*/ 165554 w 3924300"/>
                  <a:gd name="connsiteY7-42" fmla="*/ 2765883 h 4667248"/>
                  <a:gd name="connsiteX8-43" fmla="*/ 172070 w 3924300"/>
                  <a:gd name="connsiteY8-44" fmla="*/ 2763013 h 4667248"/>
                  <a:gd name="connsiteX9-45" fmla="*/ 154196 w 3924300"/>
                  <a:gd name="connsiteY9-46" fmla="*/ 2725908 h 4667248"/>
                  <a:gd name="connsiteX10-47" fmla="*/ 0 w 3924300"/>
                  <a:gd name="connsiteY10-48" fmla="*/ 1962150 h 4667248"/>
                  <a:gd name="connsiteX11-49" fmla="*/ 1962150 w 3924300"/>
                  <a:gd name="connsiteY11-50" fmla="*/ 0 h 4667248"/>
                  <a:gd name="connsiteX0-51" fmla="*/ 1962150 w 3924300"/>
                  <a:gd name="connsiteY0-52" fmla="*/ 0 h 4667248"/>
                  <a:gd name="connsiteX1-53" fmla="*/ 3924300 w 3924300"/>
                  <a:gd name="connsiteY1-54" fmla="*/ 1962150 h 4667248"/>
                  <a:gd name="connsiteX2-55" fmla="*/ 3770105 w 3924300"/>
                  <a:gd name="connsiteY2-56" fmla="*/ 2725908 h 4667248"/>
                  <a:gd name="connsiteX3-57" fmla="*/ 3076575 w 3924300"/>
                  <a:gd name="connsiteY3-58" fmla="*/ 4362442 h 4667248"/>
                  <a:gd name="connsiteX4-59" fmla="*/ 2771769 w 3924300"/>
                  <a:gd name="connsiteY4-60" fmla="*/ 4667248 h 4667248"/>
                  <a:gd name="connsiteX5-61" fmla="*/ 1152531 w 3924300"/>
                  <a:gd name="connsiteY5-62" fmla="*/ 4667248 h 4667248"/>
                  <a:gd name="connsiteX6-63" fmla="*/ 847725 w 3924300"/>
                  <a:gd name="connsiteY6-64" fmla="*/ 4362442 h 4667248"/>
                  <a:gd name="connsiteX7-65" fmla="*/ 165554 w 3924300"/>
                  <a:gd name="connsiteY7-66" fmla="*/ 2765883 h 4667248"/>
                  <a:gd name="connsiteX8-67" fmla="*/ 172070 w 3924300"/>
                  <a:gd name="connsiteY8-68" fmla="*/ 2763013 h 4667248"/>
                  <a:gd name="connsiteX9-69" fmla="*/ 154196 w 3924300"/>
                  <a:gd name="connsiteY9-70" fmla="*/ 2725908 h 4667248"/>
                  <a:gd name="connsiteX10-71" fmla="*/ 0 w 3924300"/>
                  <a:gd name="connsiteY10-72" fmla="*/ 1962150 h 4667248"/>
                  <a:gd name="connsiteX11-73" fmla="*/ 1962150 w 3924300"/>
                  <a:gd name="connsiteY11-74" fmla="*/ 0 h 4667248"/>
                  <a:gd name="connsiteX0-75" fmla="*/ 1962150 w 3924300"/>
                  <a:gd name="connsiteY0-76" fmla="*/ 0 h 4667248"/>
                  <a:gd name="connsiteX1-77" fmla="*/ 3924300 w 3924300"/>
                  <a:gd name="connsiteY1-78" fmla="*/ 1962150 h 4667248"/>
                  <a:gd name="connsiteX2-79" fmla="*/ 3770105 w 3924300"/>
                  <a:gd name="connsiteY2-80" fmla="*/ 2725908 h 4667248"/>
                  <a:gd name="connsiteX3-81" fmla="*/ 3076575 w 3924300"/>
                  <a:gd name="connsiteY3-82" fmla="*/ 4362442 h 4667248"/>
                  <a:gd name="connsiteX4-83" fmla="*/ 2771769 w 3924300"/>
                  <a:gd name="connsiteY4-84" fmla="*/ 4667248 h 4667248"/>
                  <a:gd name="connsiteX5-85" fmla="*/ 1152531 w 3924300"/>
                  <a:gd name="connsiteY5-86" fmla="*/ 4667248 h 4667248"/>
                  <a:gd name="connsiteX6-87" fmla="*/ 847725 w 3924300"/>
                  <a:gd name="connsiteY6-88" fmla="*/ 4362442 h 4667248"/>
                  <a:gd name="connsiteX7-89" fmla="*/ 165554 w 3924300"/>
                  <a:gd name="connsiteY7-90" fmla="*/ 2765883 h 4667248"/>
                  <a:gd name="connsiteX8-91" fmla="*/ 172070 w 3924300"/>
                  <a:gd name="connsiteY8-92" fmla="*/ 2763013 h 4667248"/>
                  <a:gd name="connsiteX9-93" fmla="*/ 154196 w 3924300"/>
                  <a:gd name="connsiteY9-94" fmla="*/ 2725908 h 4667248"/>
                  <a:gd name="connsiteX10-95" fmla="*/ 0 w 3924300"/>
                  <a:gd name="connsiteY10-96" fmla="*/ 1962150 h 4667248"/>
                  <a:gd name="connsiteX11-97" fmla="*/ 1962150 w 3924300"/>
                  <a:gd name="connsiteY11-98" fmla="*/ 0 h 466724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</a:cxnLst>
                <a:rect l="l" t="t" r="r" b="b"/>
                <a:pathLst>
                  <a:path w="3924300" h="4667248">
                    <a:moveTo>
                      <a:pt x="1962150" y="0"/>
                    </a:moveTo>
                    <a:cubicBezTo>
                      <a:pt x="3045816" y="0"/>
                      <a:pt x="3924300" y="878484"/>
                      <a:pt x="3924300" y="1962150"/>
                    </a:cubicBezTo>
                    <a:cubicBezTo>
                      <a:pt x="3924300" y="2233067"/>
                      <a:pt x="3869395" y="2491159"/>
                      <a:pt x="3770105" y="2725908"/>
                    </a:cubicBezTo>
                    <a:cubicBezTo>
                      <a:pt x="3628818" y="3125957"/>
                      <a:pt x="3071514" y="3695985"/>
                      <a:pt x="3076575" y="4362442"/>
                    </a:cubicBezTo>
                    <a:cubicBezTo>
                      <a:pt x="3076575" y="4530782"/>
                      <a:pt x="2940109" y="4667248"/>
                      <a:pt x="2771769" y="4667248"/>
                    </a:cubicBezTo>
                    <a:lnTo>
                      <a:pt x="1152531" y="4667248"/>
                    </a:lnTo>
                    <a:cubicBezTo>
                      <a:pt x="984191" y="4667248"/>
                      <a:pt x="847725" y="4530782"/>
                      <a:pt x="847725" y="4362442"/>
                    </a:cubicBezTo>
                    <a:cubicBezTo>
                      <a:pt x="870101" y="3728807"/>
                      <a:pt x="388106" y="3288393"/>
                      <a:pt x="165554" y="2765883"/>
                    </a:cubicBezTo>
                    <a:lnTo>
                      <a:pt x="172070" y="2763013"/>
                    </a:lnTo>
                    <a:lnTo>
                      <a:pt x="154196" y="2725908"/>
                    </a:lnTo>
                    <a:cubicBezTo>
                      <a:pt x="54905" y="2491159"/>
                      <a:pt x="0" y="2233067"/>
                      <a:pt x="0" y="1962150"/>
                    </a:cubicBezTo>
                    <a:cubicBezTo>
                      <a:pt x="0" y="878484"/>
                      <a:pt x="878484" y="0"/>
                      <a:pt x="1962150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2700000" scaled="1"/>
                <a:tileRect/>
              </a:gradFill>
              <a:ln w="22225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2700000" scaled="1"/>
                  <a:tileRect/>
                </a:gradFill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91440" tIns="45720" rIns="91440" bIns="45720" rtlCol="0" anchor="ctr"/>
              <a:lstStyle/>
              <a:p>
                <a:pPr algn="ctr"/>
                <a:endParaRPr lang="zh-CN" altLang="en-US" sz="2400" kern="0">
                  <a:solidFill>
                    <a:prstClr val="white"/>
                  </a:solidFill>
                  <a:latin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9" name="Shape">
                <a:extLst>
                  <a:ext uri="{FF2B5EF4-FFF2-40B4-BE49-F238E27FC236}">
                    <a16:creationId xmlns:a16="http://schemas.microsoft.com/office/drawing/2014/main" id="{B3428487-4CBB-D55D-6711-917F1EBBD1A9}"/>
                  </a:ext>
                </a:extLst>
              </p:cNvPr>
              <p:cNvSpPr/>
              <p:nvPr/>
            </p:nvSpPr>
            <p:spPr>
              <a:xfrm>
                <a:off x="10036205" y="3793496"/>
                <a:ext cx="388832" cy="335903"/>
              </a:xfrm>
              <a:custGeom>
                <a:avLst/>
                <a:gdLst>
                  <a:gd name="connsiteX0" fmla="*/ 63024 w 1490957"/>
                  <a:gd name="connsiteY0" fmla="*/ 0 h 1288005"/>
                  <a:gd name="connsiteX1" fmla="*/ 1437953 w 1490957"/>
                  <a:gd name="connsiteY1" fmla="*/ 0 h 1288005"/>
                  <a:gd name="connsiteX2" fmla="*/ 1437953 w 1490957"/>
                  <a:gd name="connsiteY2" fmla="*/ 31455 h 1288005"/>
                  <a:gd name="connsiteX3" fmla="*/ 1477638 w 1490957"/>
                  <a:gd name="connsiteY3" fmla="*/ 31455 h 1288005"/>
                  <a:gd name="connsiteX4" fmla="*/ 1490957 w 1490957"/>
                  <a:gd name="connsiteY4" fmla="*/ 44774 h 1288005"/>
                  <a:gd name="connsiteX5" fmla="*/ 1490956 w 1490957"/>
                  <a:gd name="connsiteY5" fmla="*/ 44774 h 1288005"/>
                  <a:gd name="connsiteX6" fmla="*/ 1477637 w 1490957"/>
                  <a:gd name="connsiteY6" fmla="*/ 58093 h 1288005"/>
                  <a:gd name="connsiteX7" fmla="*/ 1437953 w 1490957"/>
                  <a:gd name="connsiteY7" fmla="*/ 58093 h 1288005"/>
                  <a:gd name="connsiteX8" fmla="*/ 1437953 w 1490957"/>
                  <a:gd name="connsiteY8" fmla="*/ 137123 h 1288005"/>
                  <a:gd name="connsiteX9" fmla="*/ 1453332 w 1490957"/>
                  <a:gd name="connsiteY9" fmla="*/ 135777 h 1288005"/>
                  <a:gd name="connsiteX10" fmla="*/ 1488155 w 1490957"/>
                  <a:gd name="connsiteY10" fmla="*/ 164997 h 1288005"/>
                  <a:gd name="connsiteX11" fmla="*/ 1488154 w 1490957"/>
                  <a:gd name="connsiteY11" fmla="*/ 164997 h 1288005"/>
                  <a:gd name="connsiteX12" fmla="*/ 1458934 w 1490957"/>
                  <a:gd name="connsiteY12" fmla="*/ 199821 h 1288005"/>
                  <a:gd name="connsiteX13" fmla="*/ 1437953 w 1490957"/>
                  <a:gd name="connsiteY13" fmla="*/ 201656 h 1288005"/>
                  <a:gd name="connsiteX14" fmla="*/ 1437953 w 1490957"/>
                  <a:gd name="connsiteY14" fmla="*/ 267728 h 1288005"/>
                  <a:gd name="connsiteX15" fmla="*/ 1453332 w 1490957"/>
                  <a:gd name="connsiteY15" fmla="*/ 266382 h 1288005"/>
                  <a:gd name="connsiteX16" fmla="*/ 1488155 w 1490957"/>
                  <a:gd name="connsiteY16" fmla="*/ 295602 h 1288005"/>
                  <a:gd name="connsiteX17" fmla="*/ 1488154 w 1490957"/>
                  <a:gd name="connsiteY17" fmla="*/ 295602 h 1288005"/>
                  <a:gd name="connsiteX18" fmla="*/ 1458934 w 1490957"/>
                  <a:gd name="connsiteY18" fmla="*/ 330426 h 1288005"/>
                  <a:gd name="connsiteX19" fmla="*/ 1437953 w 1490957"/>
                  <a:gd name="connsiteY19" fmla="*/ 332261 h 1288005"/>
                  <a:gd name="connsiteX20" fmla="*/ 1437953 w 1490957"/>
                  <a:gd name="connsiteY20" fmla="*/ 403659 h 1288005"/>
                  <a:gd name="connsiteX21" fmla="*/ 1453332 w 1490957"/>
                  <a:gd name="connsiteY21" fmla="*/ 402313 h 1288005"/>
                  <a:gd name="connsiteX22" fmla="*/ 1488155 w 1490957"/>
                  <a:gd name="connsiteY22" fmla="*/ 431533 h 1288005"/>
                  <a:gd name="connsiteX23" fmla="*/ 1488154 w 1490957"/>
                  <a:gd name="connsiteY23" fmla="*/ 431533 h 1288005"/>
                  <a:gd name="connsiteX24" fmla="*/ 1458934 w 1490957"/>
                  <a:gd name="connsiteY24" fmla="*/ 466357 h 1288005"/>
                  <a:gd name="connsiteX25" fmla="*/ 1437953 w 1490957"/>
                  <a:gd name="connsiteY25" fmla="*/ 468192 h 1288005"/>
                  <a:gd name="connsiteX26" fmla="*/ 1437953 w 1490957"/>
                  <a:gd name="connsiteY26" fmla="*/ 541336 h 1288005"/>
                  <a:gd name="connsiteX27" fmla="*/ 1453332 w 1490957"/>
                  <a:gd name="connsiteY27" fmla="*/ 539990 h 1288005"/>
                  <a:gd name="connsiteX28" fmla="*/ 1488155 w 1490957"/>
                  <a:gd name="connsiteY28" fmla="*/ 569210 h 1288005"/>
                  <a:gd name="connsiteX29" fmla="*/ 1488154 w 1490957"/>
                  <a:gd name="connsiteY29" fmla="*/ 569210 h 1288005"/>
                  <a:gd name="connsiteX30" fmla="*/ 1458934 w 1490957"/>
                  <a:gd name="connsiteY30" fmla="*/ 604034 h 1288005"/>
                  <a:gd name="connsiteX31" fmla="*/ 1437953 w 1490957"/>
                  <a:gd name="connsiteY31" fmla="*/ 605869 h 1288005"/>
                  <a:gd name="connsiteX32" fmla="*/ 1437953 w 1490957"/>
                  <a:gd name="connsiteY32" fmla="*/ 651704 h 1288005"/>
                  <a:gd name="connsiteX33" fmla="*/ 1451556 w 1490957"/>
                  <a:gd name="connsiteY33" fmla="*/ 650514 h 1288005"/>
                  <a:gd name="connsiteX34" fmla="*/ 1488155 w 1490957"/>
                  <a:gd name="connsiteY34" fmla="*/ 681224 h 1288005"/>
                  <a:gd name="connsiteX35" fmla="*/ 1488154 w 1490957"/>
                  <a:gd name="connsiteY35" fmla="*/ 681224 h 1288005"/>
                  <a:gd name="connsiteX36" fmla="*/ 1457444 w 1490957"/>
                  <a:gd name="connsiteY36" fmla="*/ 717823 h 1288005"/>
                  <a:gd name="connsiteX37" fmla="*/ 1437953 w 1490957"/>
                  <a:gd name="connsiteY37" fmla="*/ 719528 h 1288005"/>
                  <a:gd name="connsiteX38" fmla="*/ 1437953 w 1490957"/>
                  <a:gd name="connsiteY38" fmla="*/ 761262 h 1288005"/>
                  <a:gd name="connsiteX39" fmla="*/ 1433894 w 1490957"/>
                  <a:gd name="connsiteY39" fmla="*/ 761262 h 1288005"/>
                  <a:gd name="connsiteX40" fmla="*/ 1435285 w 1490957"/>
                  <a:gd name="connsiteY40" fmla="*/ 768075 h 1288005"/>
                  <a:gd name="connsiteX41" fmla="*/ 1384152 w 1490957"/>
                  <a:gd name="connsiteY41" fmla="*/ 894038 h 1288005"/>
                  <a:gd name="connsiteX42" fmla="*/ 1237614 w 1490957"/>
                  <a:gd name="connsiteY42" fmla="*/ 1040575 h 1288005"/>
                  <a:gd name="connsiteX43" fmla="*/ 1237614 w 1490957"/>
                  <a:gd name="connsiteY43" fmla="*/ 1057105 h 1288005"/>
                  <a:gd name="connsiteX44" fmla="*/ 1233706 w 1490957"/>
                  <a:gd name="connsiteY44" fmla="*/ 1061013 h 1288005"/>
                  <a:gd name="connsiteX45" fmla="*/ 1217177 w 1490957"/>
                  <a:gd name="connsiteY45" fmla="*/ 1061013 h 1288005"/>
                  <a:gd name="connsiteX46" fmla="*/ 1065536 w 1490957"/>
                  <a:gd name="connsiteY46" fmla="*/ 1212654 h 1288005"/>
                  <a:gd name="connsiteX47" fmla="*/ 1061208 w 1490957"/>
                  <a:gd name="connsiteY47" fmla="*/ 1212611 h 1288005"/>
                  <a:gd name="connsiteX48" fmla="*/ 1061208 w 1490957"/>
                  <a:gd name="connsiteY48" fmla="*/ 1258412 h 1288005"/>
                  <a:gd name="connsiteX49" fmla="*/ 1031615 w 1490957"/>
                  <a:gd name="connsiteY49" fmla="*/ 1288005 h 1288005"/>
                  <a:gd name="connsiteX50" fmla="*/ 469359 w 1490957"/>
                  <a:gd name="connsiteY50" fmla="*/ 1288005 h 1288005"/>
                  <a:gd name="connsiteX51" fmla="*/ 439766 w 1490957"/>
                  <a:gd name="connsiteY51" fmla="*/ 1258412 h 1288005"/>
                  <a:gd name="connsiteX52" fmla="*/ 439766 w 1490957"/>
                  <a:gd name="connsiteY52" fmla="*/ 1211024 h 1288005"/>
                  <a:gd name="connsiteX53" fmla="*/ 434632 w 1490957"/>
                  <a:gd name="connsiteY53" fmla="*/ 1211024 h 1288005"/>
                  <a:gd name="connsiteX54" fmla="*/ 432827 w 1490957"/>
                  <a:gd name="connsiteY54" fmla="*/ 1209219 h 1288005"/>
                  <a:gd name="connsiteX55" fmla="*/ 432827 w 1490957"/>
                  <a:gd name="connsiteY55" fmla="*/ 1199595 h 1288005"/>
                  <a:gd name="connsiteX56" fmla="*/ 434632 w 1490957"/>
                  <a:gd name="connsiteY56" fmla="*/ 1197790 h 1288005"/>
                  <a:gd name="connsiteX57" fmla="*/ 435677 w 1490957"/>
                  <a:gd name="connsiteY57" fmla="*/ 1197790 h 1288005"/>
                  <a:gd name="connsiteX58" fmla="*/ 298900 w 1490957"/>
                  <a:gd name="connsiteY58" fmla="*/ 1061013 h 1288005"/>
                  <a:gd name="connsiteX59" fmla="*/ 280343 w 1490957"/>
                  <a:gd name="connsiteY59" fmla="*/ 1061013 h 1288005"/>
                  <a:gd name="connsiteX60" fmla="*/ 276435 w 1490957"/>
                  <a:gd name="connsiteY60" fmla="*/ 1057105 h 1288005"/>
                  <a:gd name="connsiteX61" fmla="*/ 276435 w 1490957"/>
                  <a:gd name="connsiteY61" fmla="*/ 1038548 h 1288005"/>
                  <a:gd name="connsiteX62" fmla="*/ 119341 w 1490957"/>
                  <a:gd name="connsiteY62" fmla="*/ 881454 h 1288005"/>
                  <a:gd name="connsiteX63" fmla="*/ 89889 w 1490957"/>
                  <a:gd name="connsiteY63" fmla="*/ 837468 h 1288005"/>
                  <a:gd name="connsiteX64" fmla="*/ 36599 w 1490957"/>
                  <a:gd name="connsiteY64" fmla="*/ 842130 h 1288005"/>
                  <a:gd name="connsiteX65" fmla="*/ 11939 w 1490957"/>
                  <a:gd name="connsiteY65" fmla="*/ 834355 h 1288005"/>
                  <a:gd name="connsiteX66" fmla="*/ 0 w 1490957"/>
                  <a:gd name="connsiteY66" fmla="*/ 811421 h 1288005"/>
                  <a:gd name="connsiteX67" fmla="*/ 7775 w 1490957"/>
                  <a:gd name="connsiteY67" fmla="*/ 786761 h 1288005"/>
                  <a:gd name="connsiteX68" fmla="*/ 30710 w 1490957"/>
                  <a:gd name="connsiteY68" fmla="*/ 774822 h 1288005"/>
                  <a:gd name="connsiteX69" fmla="*/ 65546 w 1490957"/>
                  <a:gd name="connsiteY69" fmla="*/ 771775 h 1288005"/>
                  <a:gd name="connsiteX70" fmla="*/ 64626 w 1490957"/>
                  <a:gd name="connsiteY70" fmla="*/ 761262 h 1288005"/>
                  <a:gd name="connsiteX71" fmla="*/ 63024 w 1490957"/>
                  <a:gd name="connsiteY71" fmla="*/ 761262 h 1288005"/>
                  <a:gd name="connsiteX72" fmla="*/ 63024 w 1490957"/>
                  <a:gd name="connsiteY72" fmla="*/ 742945 h 1288005"/>
                  <a:gd name="connsiteX73" fmla="*/ 61597 w 1490957"/>
                  <a:gd name="connsiteY73" fmla="*/ 726639 h 1288005"/>
                  <a:gd name="connsiteX74" fmla="*/ 61919 w 1490957"/>
                  <a:gd name="connsiteY74" fmla="*/ 726256 h 1288005"/>
                  <a:gd name="connsiteX75" fmla="*/ 34823 w 1490957"/>
                  <a:gd name="connsiteY75" fmla="*/ 728626 h 1288005"/>
                  <a:gd name="connsiteX76" fmla="*/ 11360 w 1490957"/>
                  <a:gd name="connsiteY76" fmla="*/ 721228 h 1288005"/>
                  <a:gd name="connsiteX77" fmla="*/ 0 w 1490957"/>
                  <a:gd name="connsiteY77" fmla="*/ 699407 h 1288005"/>
                  <a:gd name="connsiteX78" fmla="*/ 7398 w 1490957"/>
                  <a:gd name="connsiteY78" fmla="*/ 675944 h 1288005"/>
                  <a:gd name="connsiteX79" fmla="*/ 29220 w 1490957"/>
                  <a:gd name="connsiteY79" fmla="*/ 664584 h 1288005"/>
                  <a:gd name="connsiteX80" fmla="*/ 63024 w 1490957"/>
                  <a:gd name="connsiteY80" fmla="*/ 661626 h 1288005"/>
                  <a:gd name="connsiteX81" fmla="*/ 63024 w 1490957"/>
                  <a:gd name="connsiteY81" fmla="*/ 630931 h 1288005"/>
                  <a:gd name="connsiteX82" fmla="*/ 61736 w 1490957"/>
                  <a:gd name="connsiteY82" fmla="*/ 616215 h 1288005"/>
                  <a:gd name="connsiteX83" fmla="*/ 63024 w 1490957"/>
                  <a:gd name="connsiteY83" fmla="*/ 614681 h 1288005"/>
                  <a:gd name="connsiteX84" fmla="*/ 63024 w 1490957"/>
                  <a:gd name="connsiteY84" fmla="*/ 588482 h 1288005"/>
                  <a:gd name="connsiteX85" fmla="*/ 34823 w 1490957"/>
                  <a:gd name="connsiteY85" fmla="*/ 590949 h 1288005"/>
                  <a:gd name="connsiteX86" fmla="*/ 11360 w 1490957"/>
                  <a:gd name="connsiteY86" fmla="*/ 583551 h 1288005"/>
                  <a:gd name="connsiteX87" fmla="*/ 0 w 1490957"/>
                  <a:gd name="connsiteY87" fmla="*/ 561730 h 1288005"/>
                  <a:gd name="connsiteX88" fmla="*/ 7398 w 1490957"/>
                  <a:gd name="connsiteY88" fmla="*/ 538267 h 1288005"/>
                  <a:gd name="connsiteX89" fmla="*/ 29220 w 1490957"/>
                  <a:gd name="connsiteY89" fmla="*/ 526907 h 1288005"/>
                  <a:gd name="connsiteX90" fmla="*/ 63024 w 1490957"/>
                  <a:gd name="connsiteY90" fmla="*/ 523949 h 1288005"/>
                  <a:gd name="connsiteX91" fmla="*/ 63024 w 1490957"/>
                  <a:gd name="connsiteY91" fmla="*/ 493253 h 1288005"/>
                  <a:gd name="connsiteX92" fmla="*/ 60997 w 1490957"/>
                  <a:gd name="connsiteY92" fmla="*/ 470082 h 1288005"/>
                  <a:gd name="connsiteX93" fmla="*/ 61617 w 1490957"/>
                  <a:gd name="connsiteY93" fmla="*/ 469342 h 1288005"/>
                  <a:gd name="connsiteX94" fmla="*/ 63024 w 1490957"/>
                  <a:gd name="connsiteY94" fmla="*/ 469219 h 1288005"/>
                  <a:gd name="connsiteX95" fmla="*/ 63024 w 1490957"/>
                  <a:gd name="connsiteY95" fmla="*/ 452551 h 1288005"/>
                  <a:gd name="connsiteX96" fmla="*/ 34823 w 1490957"/>
                  <a:gd name="connsiteY96" fmla="*/ 455018 h 1288005"/>
                  <a:gd name="connsiteX97" fmla="*/ 11360 w 1490957"/>
                  <a:gd name="connsiteY97" fmla="*/ 447620 h 1288005"/>
                  <a:gd name="connsiteX98" fmla="*/ 0 w 1490957"/>
                  <a:gd name="connsiteY98" fmla="*/ 425799 h 1288005"/>
                  <a:gd name="connsiteX99" fmla="*/ 7398 w 1490957"/>
                  <a:gd name="connsiteY99" fmla="*/ 402336 h 1288005"/>
                  <a:gd name="connsiteX100" fmla="*/ 29220 w 1490957"/>
                  <a:gd name="connsiteY100" fmla="*/ 390976 h 1288005"/>
                  <a:gd name="connsiteX101" fmla="*/ 63024 w 1490957"/>
                  <a:gd name="connsiteY101" fmla="*/ 388018 h 1288005"/>
                  <a:gd name="connsiteX102" fmla="*/ 63024 w 1490957"/>
                  <a:gd name="connsiteY102" fmla="*/ 357321 h 1288005"/>
                  <a:gd name="connsiteX103" fmla="*/ 61979 w 1490957"/>
                  <a:gd name="connsiteY103" fmla="*/ 345376 h 1288005"/>
                  <a:gd name="connsiteX104" fmla="*/ 63024 w 1490957"/>
                  <a:gd name="connsiteY104" fmla="*/ 342062 h 1288005"/>
                  <a:gd name="connsiteX105" fmla="*/ 63024 w 1490957"/>
                  <a:gd name="connsiteY105" fmla="*/ 321946 h 1288005"/>
                  <a:gd name="connsiteX106" fmla="*/ 34823 w 1490957"/>
                  <a:gd name="connsiteY106" fmla="*/ 324413 h 1288005"/>
                  <a:gd name="connsiteX107" fmla="*/ 11360 w 1490957"/>
                  <a:gd name="connsiteY107" fmla="*/ 317015 h 1288005"/>
                  <a:gd name="connsiteX108" fmla="*/ 0 w 1490957"/>
                  <a:gd name="connsiteY108" fmla="*/ 295194 h 1288005"/>
                  <a:gd name="connsiteX109" fmla="*/ 7398 w 1490957"/>
                  <a:gd name="connsiteY109" fmla="*/ 271731 h 1288005"/>
                  <a:gd name="connsiteX110" fmla="*/ 29220 w 1490957"/>
                  <a:gd name="connsiteY110" fmla="*/ 260371 h 1288005"/>
                  <a:gd name="connsiteX111" fmla="*/ 63024 w 1490957"/>
                  <a:gd name="connsiteY111" fmla="*/ 257413 h 1288005"/>
                  <a:gd name="connsiteX112" fmla="*/ 63024 w 1490957"/>
                  <a:gd name="connsiteY112" fmla="*/ 58092 h 1288005"/>
                  <a:gd name="connsiteX113" fmla="*/ 45375 w 1490957"/>
                  <a:gd name="connsiteY113" fmla="*/ 58092 h 1288005"/>
                  <a:gd name="connsiteX114" fmla="*/ 35957 w 1490957"/>
                  <a:gd name="connsiteY114" fmla="*/ 54191 h 1288005"/>
                  <a:gd name="connsiteX115" fmla="*/ 32056 w 1490957"/>
                  <a:gd name="connsiteY115" fmla="*/ 44773 h 1288005"/>
                  <a:gd name="connsiteX116" fmla="*/ 35957 w 1490957"/>
                  <a:gd name="connsiteY116" fmla="*/ 35356 h 1288005"/>
                  <a:gd name="connsiteX117" fmla="*/ 45375 w 1490957"/>
                  <a:gd name="connsiteY117" fmla="*/ 31455 h 1288005"/>
                  <a:gd name="connsiteX118" fmla="*/ 63024 w 1490957"/>
                  <a:gd name="connsiteY118" fmla="*/ 31455 h 1288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</a:cxnLst>
                <a:rect l="l" t="t" r="r" b="b"/>
                <a:pathLst>
                  <a:path w="1490957" h="1288005">
                    <a:moveTo>
                      <a:pt x="63024" y="0"/>
                    </a:moveTo>
                    <a:lnTo>
                      <a:pt x="1437953" y="0"/>
                    </a:lnTo>
                    <a:lnTo>
                      <a:pt x="1437953" y="31455"/>
                    </a:lnTo>
                    <a:lnTo>
                      <a:pt x="1477638" y="31455"/>
                    </a:lnTo>
                    <a:cubicBezTo>
                      <a:pt x="1484994" y="31455"/>
                      <a:pt x="1490957" y="37418"/>
                      <a:pt x="1490957" y="44774"/>
                    </a:cubicBezTo>
                    <a:lnTo>
                      <a:pt x="1490956" y="44774"/>
                    </a:lnTo>
                    <a:cubicBezTo>
                      <a:pt x="1490956" y="52130"/>
                      <a:pt x="1484993" y="58093"/>
                      <a:pt x="1477637" y="58093"/>
                    </a:cubicBezTo>
                    <a:lnTo>
                      <a:pt x="1437953" y="58093"/>
                    </a:lnTo>
                    <a:lnTo>
                      <a:pt x="1437953" y="137123"/>
                    </a:lnTo>
                    <a:lnTo>
                      <a:pt x="1453332" y="135777"/>
                    </a:lnTo>
                    <a:cubicBezTo>
                      <a:pt x="1471017" y="134230"/>
                      <a:pt x="1486608" y="147312"/>
                      <a:pt x="1488155" y="164997"/>
                    </a:cubicBezTo>
                    <a:lnTo>
                      <a:pt x="1488154" y="164997"/>
                    </a:lnTo>
                    <a:cubicBezTo>
                      <a:pt x="1489701" y="182683"/>
                      <a:pt x="1476619" y="198273"/>
                      <a:pt x="1458934" y="199821"/>
                    </a:cubicBezTo>
                    <a:lnTo>
                      <a:pt x="1437953" y="201656"/>
                    </a:lnTo>
                    <a:lnTo>
                      <a:pt x="1437953" y="267728"/>
                    </a:lnTo>
                    <a:lnTo>
                      <a:pt x="1453332" y="266382"/>
                    </a:lnTo>
                    <a:cubicBezTo>
                      <a:pt x="1471017" y="264835"/>
                      <a:pt x="1486608" y="277917"/>
                      <a:pt x="1488155" y="295602"/>
                    </a:cubicBezTo>
                    <a:lnTo>
                      <a:pt x="1488154" y="295602"/>
                    </a:lnTo>
                    <a:cubicBezTo>
                      <a:pt x="1489701" y="313288"/>
                      <a:pt x="1476619" y="328878"/>
                      <a:pt x="1458934" y="330426"/>
                    </a:cubicBezTo>
                    <a:lnTo>
                      <a:pt x="1437953" y="332261"/>
                    </a:lnTo>
                    <a:lnTo>
                      <a:pt x="1437953" y="403659"/>
                    </a:lnTo>
                    <a:lnTo>
                      <a:pt x="1453332" y="402313"/>
                    </a:lnTo>
                    <a:cubicBezTo>
                      <a:pt x="1471017" y="400766"/>
                      <a:pt x="1486608" y="413848"/>
                      <a:pt x="1488155" y="431533"/>
                    </a:cubicBezTo>
                    <a:lnTo>
                      <a:pt x="1488154" y="431533"/>
                    </a:lnTo>
                    <a:cubicBezTo>
                      <a:pt x="1489701" y="449219"/>
                      <a:pt x="1476619" y="464809"/>
                      <a:pt x="1458934" y="466357"/>
                    </a:cubicBezTo>
                    <a:lnTo>
                      <a:pt x="1437953" y="468192"/>
                    </a:lnTo>
                    <a:lnTo>
                      <a:pt x="1437953" y="541336"/>
                    </a:lnTo>
                    <a:lnTo>
                      <a:pt x="1453332" y="539990"/>
                    </a:lnTo>
                    <a:cubicBezTo>
                      <a:pt x="1471017" y="538443"/>
                      <a:pt x="1486608" y="551525"/>
                      <a:pt x="1488155" y="569210"/>
                    </a:cubicBezTo>
                    <a:lnTo>
                      <a:pt x="1488154" y="569210"/>
                    </a:lnTo>
                    <a:cubicBezTo>
                      <a:pt x="1489701" y="586896"/>
                      <a:pt x="1476619" y="602486"/>
                      <a:pt x="1458934" y="604034"/>
                    </a:cubicBezTo>
                    <a:lnTo>
                      <a:pt x="1437953" y="605869"/>
                    </a:lnTo>
                    <a:lnTo>
                      <a:pt x="1437953" y="651704"/>
                    </a:lnTo>
                    <a:lnTo>
                      <a:pt x="1451556" y="650514"/>
                    </a:lnTo>
                    <a:cubicBezTo>
                      <a:pt x="1470143" y="648888"/>
                      <a:pt x="1486529" y="662637"/>
                      <a:pt x="1488155" y="681224"/>
                    </a:cubicBezTo>
                    <a:lnTo>
                      <a:pt x="1488154" y="681224"/>
                    </a:lnTo>
                    <a:cubicBezTo>
                      <a:pt x="1489780" y="699811"/>
                      <a:pt x="1476031" y="716197"/>
                      <a:pt x="1457444" y="717823"/>
                    </a:cubicBezTo>
                    <a:lnTo>
                      <a:pt x="1437953" y="719528"/>
                    </a:lnTo>
                    <a:lnTo>
                      <a:pt x="1437953" y="761262"/>
                    </a:lnTo>
                    <a:lnTo>
                      <a:pt x="1433894" y="761262"/>
                    </a:lnTo>
                    <a:lnTo>
                      <a:pt x="1435285" y="768075"/>
                    </a:lnTo>
                    <a:cubicBezTo>
                      <a:pt x="1435740" y="813854"/>
                      <a:pt x="1418732" y="859458"/>
                      <a:pt x="1384152" y="894038"/>
                    </a:cubicBezTo>
                    <a:lnTo>
                      <a:pt x="1237614" y="1040575"/>
                    </a:lnTo>
                    <a:lnTo>
                      <a:pt x="1237614" y="1057105"/>
                    </a:lnTo>
                    <a:cubicBezTo>
                      <a:pt x="1237614" y="1059263"/>
                      <a:pt x="1235864" y="1061013"/>
                      <a:pt x="1233706" y="1061013"/>
                    </a:cubicBezTo>
                    <a:lnTo>
                      <a:pt x="1217177" y="1061013"/>
                    </a:lnTo>
                    <a:lnTo>
                      <a:pt x="1065536" y="1212654"/>
                    </a:lnTo>
                    <a:lnTo>
                      <a:pt x="1061208" y="1212611"/>
                    </a:lnTo>
                    <a:lnTo>
                      <a:pt x="1061208" y="1258412"/>
                    </a:lnTo>
                    <a:cubicBezTo>
                      <a:pt x="1061208" y="1274756"/>
                      <a:pt x="1047959" y="1288005"/>
                      <a:pt x="1031615" y="1288005"/>
                    </a:cubicBezTo>
                    <a:lnTo>
                      <a:pt x="469359" y="1288005"/>
                    </a:lnTo>
                    <a:cubicBezTo>
                      <a:pt x="453015" y="1288005"/>
                      <a:pt x="439766" y="1274756"/>
                      <a:pt x="439766" y="1258412"/>
                    </a:cubicBezTo>
                    <a:lnTo>
                      <a:pt x="439766" y="1211024"/>
                    </a:lnTo>
                    <a:lnTo>
                      <a:pt x="434632" y="1211024"/>
                    </a:lnTo>
                    <a:cubicBezTo>
                      <a:pt x="433635" y="1211024"/>
                      <a:pt x="432827" y="1210216"/>
                      <a:pt x="432827" y="1209219"/>
                    </a:cubicBezTo>
                    <a:lnTo>
                      <a:pt x="432827" y="1199595"/>
                    </a:lnTo>
                    <a:cubicBezTo>
                      <a:pt x="432827" y="1198598"/>
                      <a:pt x="433635" y="1197790"/>
                      <a:pt x="434632" y="1197790"/>
                    </a:cubicBezTo>
                    <a:lnTo>
                      <a:pt x="435677" y="1197790"/>
                    </a:lnTo>
                    <a:lnTo>
                      <a:pt x="298900" y="1061013"/>
                    </a:lnTo>
                    <a:lnTo>
                      <a:pt x="280343" y="1061013"/>
                    </a:lnTo>
                    <a:cubicBezTo>
                      <a:pt x="278185" y="1061013"/>
                      <a:pt x="276435" y="1059263"/>
                      <a:pt x="276435" y="1057105"/>
                    </a:cubicBezTo>
                    <a:lnTo>
                      <a:pt x="276435" y="1038548"/>
                    </a:lnTo>
                    <a:lnTo>
                      <a:pt x="119341" y="881454"/>
                    </a:lnTo>
                    <a:lnTo>
                      <a:pt x="89889" y="837468"/>
                    </a:lnTo>
                    <a:lnTo>
                      <a:pt x="36599" y="842130"/>
                    </a:lnTo>
                    <a:cubicBezTo>
                      <a:pt x="27305" y="842943"/>
                      <a:pt x="18562" y="839913"/>
                      <a:pt x="11939" y="834355"/>
                    </a:cubicBezTo>
                    <a:lnTo>
                      <a:pt x="0" y="811421"/>
                    </a:lnTo>
                    <a:lnTo>
                      <a:pt x="7775" y="786761"/>
                    </a:lnTo>
                    <a:cubicBezTo>
                      <a:pt x="13333" y="780138"/>
                      <a:pt x="21417" y="775635"/>
                      <a:pt x="30710" y="774822"/>
                    </a:cubicBezTo>
                    <a:lnTo>
                      <a:pt x="65546" y="771775"/>
                    </a:lnTo>
                    <a:lnTo>
                      <a:pt x="64626" y="761262"/>
                    </a:lnTo>
                    <a:lnTo>
                      <a:pt x="63024" y="761262"/>
                    </a:lnTo>
                    <a:lnTo>
                      <a:pt x="63024" y="742945"/>
                    </a:lnTo>
                    <a:lnTo>
                      <a:pt x="61597" y="726639"/>
                    </a:lnTo>
                    <a:lnTo>
                      <a:pt x="61919" y="726256"/>
                    </a:lnTo>
                    <a:lnTo>
                      <a:pt x="34823" y="728626"/>
                    </a:lnTo>
                    <a:cubicBezTo>
                      <a:pt x="25981" y="729400"/>
                      <a:pt x="17662" y="726516"/>
                      <a:pt x="11360" y="721228"/>
                    </a:cubicBezTo>
                    <a:lnTo>
                      <a:pt x="0" y="699407"/>
                    </a:lnTo>
                    <a:lnTo>
                      <a:pt x="7398" y="675944"/>
                    </a:lnTo>
                    <a:cubicBezTo>
                      <a:pt x="12686" y="669642"/>
                      <a:pt x="20378" y="665358"/>
                      <a:pt x="29220" y="664584"/>
                    </a:cubicBezTo>
                    <a:lnTo>
                      <a:pt x="63024" y="661626"/>
                    </a:lnTo>
                    <a:lnTo>
                      <a:pt x="63024" y="630931"/>
                    </a:lnTo>
                    <a:lnTo>
                      <a:pt x="61736" y="616215"/>
                    </a:lnTo>
                    <a:lnTo>
                      <a:pt x="63024" y="614681"/>
                    </a:lnTo>
                    <a:lnTo>
                      <a:pt x="63024" y="588482"/>
                    </a:lnTo>
                    <a:lnTo>
                      <a:pt x="34823" y="590949"/>
                    </a:lnTo>
                    <a:cubicBezTo>
                      <a:pt x="25981" y="591723"/>
                      <a:pt x="17662" y="588839"/>
                      <a:pt x="11360" y="583551"/>
                    </a:cubicBezTo>
                    <a:lnTo>
                      <a:pt x="0" y="561730"/>
                    </a:lnTo>
                    <a:lnTo>
                      <a:pt x="7398" y="538267"/>
                    </a:lnTo>
                    <a:cubicBezTo>
                      <a:pt x="12686" y="531965"/>
                      <a:pt x="20378" y="527681"/>
                      <a:pt x="29220" y="526907"/>
                    </a:cubicBezTo>
                    <a:lnTo>
                      <a:pt x="63024" y="523949"/>
                    </a:lnTo>
                    <a:lnTo>
                      <a:pt x="63024" y="493253"/>
                    </a:lnTo>
                    <a:lnTo>
                      <a:pt x="60997" y="470082"/>
                    </a:lnTo>
                    <a:cubicBezTo>
                      <a:pt x="60964" y="469707"/>
                      <a:pt x="61242" y="469375"/>
                      <a:pt x="61617" y="469342"/>
                    </a:cubicBezTo>
                    <a:lnTo>
                      <a:pt x="63024" y="469219"/>
                    </a:lnTo>
                    <a:lnTo>
                      <a:pt x="63024" y="452551"/>
                    </a:lnTo>
                    <a:lnTo>
                      <a:pt x="34823" y="455018"/>
                    </a:lnTo>
                    <a:cubicBezTo>
                      <a:pt x="25981" y="455792"/>
                      <a:pt x="17662" y="452908"/>
                      <a:pt x="11360" y="447620"/>
                    </a:cubicBezTo>
                    <a:lnTo>
                      <a:pt x="0" y="425799"/>
                    </a:lnTo>
                    <a:lnTo>
                      <a:pt x="7398" y="402336"/>
                    </a:lnTo>
                    <a:cubicBezTo>
                      <a:pt x="12686" y="396034"/>
                      <a:pt x="20378" y="391750"/>
                      <a:pt x="29220" y="390976"/>
                    </a:cubicBezTo>
                    <a:lnTo>
                      <a:pt x="63024" y="388018"/>
                    </a:lnTo>
                    <a:lnTo>
                      <a:pt x="63024" y="357321"/>
                    </a:lnTo>
                    <a:lnTo>
                      <a:pt x="61979" y="345376"/>
                    </a:lnTo>
                    <a:lnTo>
                      <a:pt x="63024" y="342062"/>
                    </a:lnTo>
                    <a:lnTo>
                      <a:pt x="63024" y="321946"/>
                    </a:lnTo>
                    <a:lnTo>
                      <a:pt x="34823" y="324413"/>
                    </a:lnTo>
                    <a:cubicBezTo>
                      <a:pt x="25981" y="325187"/>
                      <a:pt x="17662" y="322303"/>
                      <a:pt x="11360" y="317015"/>
                    </a:cubicBezTo>
                    <a:lnTo>
                      <a:pt x="0" y="295194"/>
                    </a:lnTo>
                    <a:lnTo>
                      <a:pt x="7398" y="271731"/>
                    </a:lnTo>
                    <a:cubicBezTo>
                      <a:pt x="12686" y="265429"/>
                      <a:pt x="20378" y="261145"/>
                      <a:pt x="29220" y="260371"/>
                    </a:cubicBezTo>
                    <a:lnTo>
                      <a:pt x="63024" y="257413"/>
                    </a:lnTo>
                    <a:lnTo>
                      <a:pt x="63024" y="58092"/>
                    </a:lnTo>
                    <a:lnTo>
                      <a:pt x="45375" y="58092"/>
                    </a:lnTo>
                    <a:cubicBezTo>
                      <a:pt x="41697" y="58092"/>
                      <a:pt x="38367" y="56601"/>
                      <a:pt x="35957" y="54191"/>
                    </a:cubicBezTo>
                    <a:lnTo>
                      <a:pt x="32056" y="44773"/>
                    </a:lnTo>
                    <a:lnTo>
                      <a:pt x="35957" y="35356"/>
                    </a:lnTo>
                    <a:cubicBezTo>
                      <a:pt x="38367" y="32946"/>
                      <a:pt x="41697" y="31455"/>
                      <a:pt x="45375" y="31455"/>
                    </a:cubicBezTo>
                    <a:lnTo>
                      <a:pt x="63024" y="31455"/>
                    </a:lnTo>
                    <a:close/>
                  </a:path>
                </a:pathLst>
              </a:custGeom>
              <a:solidFill>
                <a:schemeClr val="accent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endParaRPr>
              </a:p>
            </p:txBody>
          </p:sp>
          <p:grpSp>
            <p:nvGrpSpPr>
              <p:cNvPr id="40" name="Line">
                <a:extLst>
                  <a:ext uri="{FF2B5EF4-FFF2-40B4-BE49-F238E27FC236}">
                    <a16:creationId xmlns:a16="http://schemas.microsoft.com/office/drawing/2014/main" id="{6F93C592-0F03-FE9D-CAD0-AF39130E4049}"/>
                  </a:ext>
                </a:extLst>
              </p:cNvPr>
              <p:cNvGrpSpPr/>
              <p:nvPr/>
            </p:nvGrpSpPr>
            <p:grpSpPr>
              <a:xfrm>
                <a:off x="9887333" y="3097966"/>
                <a:ext cx="686576" cy="179845"/>
                <a:chOff x="1412549" y="2374540"/>
                <a:chExt cx="1486057" cy="428192"/>
              </a:xfrm>
            </p:grpSpPr>
            <p:pic>
              <p:nvPicPr>
                <p:cNvPr id="46" name="line">
                  <a:extLst>
                    <a:ext uri="{FF2B5EF4-FFF2-40B4-BE49-F238E27FC236}">
                      <a16:creationId xmlns:a16="http://schemas.microsoft.com/office/drawing/2014/main" id="{40BF2806-1378-63B3-FE4B-7FDFE591F4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rcRect t="76775"/>
                <a:stretch>
                  <a:fillRect/>
                </a:stretch>
              </p:blipFill>
              <p:spPr>
                <a:xfrm flipV="1">
                  <a:off x="1412549" y="2374540"/>
                  <a:ext cx="1486057" cy="68623"/>
                </a:xfrm>
                <a:prstGeom prst="rect">
                  <a:avLst/>
                </a:prstGeom>
              </p:spPr>
            </p:pic>
            <p:pic>
              <p:nvPicPr>
                <p:cNvPr id="47" name="Line">
                  <a:extLst>
                    <a:ext uri="{FF2B5EF4-FFF2-40B4-BE49-F238E27FC236}">
                      <a16:creationId xmlns:a16="http://schemas.microsoft.com/office/drawing/2014/main" id="{5D5791B7-4923-A28B-D6DB-15AF7AC9AA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saturation sat="66000"/>
                          </a14:imgEffect>
                        </a14:imgLayer>
                      </a14:imgProps>
                    </a:ext>
                  </a:extLst>
                </a:blip>
                <a:srcRect t="76775"/>
                <a:stretch>
                  <a:fillRect/>
                </a:stretch>
              </p:blipFill>
              <p:spPr>
                <a:xfrm>
                  <a:off x="1412549" y="2734109"/>
                  <a:ext cx="1486057" cy="68623"/>
                </a:xfrm>
                <a:prstGeom prst="rect">
                  <a:avLst/>
                </a:prstGeom>
              </p:spPr>
            </p:pic>
          </p:grpSp>
          <p:pic>
            <p:nvPicPr>
              <p:cNvPr id="68" name="Picture 8" descr="Finance - Free business and finance icons">
                <a:extLst>
                  <a:ext uri="{FF2B5EF4-FFF2-40B4-BE49-F238E27FC236}">
                    <a16:creationId xmlns:a16="http://schemas.microsoft.com/office/drawing/2014/main" id="{7E254C3F-6EAB-40F0-0F88-7B66E2C969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92776" y="3381659"/>
                <a:ext cx="275691" cy="2756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300080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A4F1933-59E6-BE6B-8428-DDF6A95A9AD2}"/>
              </a:ext>
            </a:extLst>
          </p:cNvPr>
          <p:cNvGrpSpPr/>
          <p:nvPr/>
        </p:nvGrpSpPr>
        <p:grpSpPr>
          <a:xfrm>
            <a:off x="1892210" y="1473120"/>
            <a:ext cx="8407580" cy="4874200"/>
            <a:chOff x="1850906" y="1501113"/>
            <a:chExt cx="8407580" cy="4874200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95DABDA5-C8B2-BF63-D857-89D310530A79}"/>
                </a:ext>
              </a:extLst>
            </p:cNvPr>
            <p:cNvGrpSpPr/>
            <p:nvPr/>
          </p:nvGrpSpPr>
          <p:grpSpPr>
            <a:xfrm>
              <a:off x="5172428" y="1592512"/>
              <a:ext cx="1777401" cy="4691404"/>
              <a:chOff x="5210147" y="1592512"/>
              <a:chExt cx="1777401" cy="4691404"/>
            </a:xfrm>
          </p:grpSpPr>
          <p:sp>
            <p:nvSpPr>
              <p:cNvPr id="32" name="Line 5">
                <a:extLst>
                  <a:ext uri="{FF2B5EF4-FFF2-40B4-BE49-F238E27FC236}">
                    <a16:creationId xmlns:a16="http://schemas.microsoft.com/office/drawing/2014/main" id="{2E378F8C-D8E3-4516-68EA-575F4699CCB6}"/>
                  </a:ext>
                </a:extLst>
              </p:cNvPr>
              <p:cNvSpPr/>
              <p:nvPr/>
            </p:nvSpPr>
            <p:spPr>
              <a:xfrm rot="20152320">
                <a:off x="5514655" y="5524161"/>
                <a:ext cx="1132620" cy="13402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>
                <a:innerShdw blurRad="50800" dist="381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3" name="Line4">
                <a:extLst>
                  <a:ext uri="{FF2B5EF4-FFF2-40B4-BE49-F238E27FC236}">
                    <a16:creationId xmlns:a16="http://schemas.microsoft.com/office/drawing/2014/main" id="{1A8246A8-CC4F-7344-60D3-A23A98F43C43}"/>
                  </a:ext>
                </a:extLst>
              </p:cNvPr>
              <p:cNvSpPr/>
              <p:nvPr/>
            </p:nvSpPr>
            <p:spPr>
              <a:xfrm rot="1447680" flipV="1">
                <a:off x="5514654" y="4698530"/>
                <a:ext cx="1132620" cy="13402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effectLst>
                <a:innerShdw blurRad="50800" dist="381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4" name="Line3">
                <a:extLst>
                  <a:ext uri="{FF2B5EF4-FFF2-40B4-BE49-F238E27FC236}">
                    <a16:creationId xmlns:a16="http://schemas.microsoft.com/office/drawing/2014/main" id="{9F7EF65B-9373-3093-B4B6-41B9F25CBFD8}"/>
                  </a:ext>
                </a:extLst>
              </p:cNvPr>
              <p:cNvSpPr/>
              <p:nvPr/>
            </p:nvSpPr>
            <p:spPr>
              <a:xfrm rot="20152320">
                <a:off x="5514654" y="3872623"/>
                <a:ext cx="1132620" cy="13402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  <a:effectLst>
                <a:innerShdw blurRad="50800" dist="381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5" name="Line 2">
                <a:extLst>
                  <a:ext uri="{FF2B5EF4-FFF2-40B4-BE49-F238E27FC236}">
                    <a16:creationId xmlns:a16="http://schemas.microsoft.com/office/drawing/2014/main" id="{0EC89D9F-4413-FF7A-9511-6AD007143A48}"/>
                  </a:ext>
                </a:extLst>
              </p:cNvPr>
              <p:cNvSpPr/>
              <p:nvPr/>
            </p:nvSpPr>
            <p:spPr>
              <a:xfrm rot="1447680" flipV="1">
                <a:off x="5563734" y="3063897"/>
                <a:ext cx="1132620" cy="13402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>
                <a:innerShdw blurRad="50800" dist="381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36" name="Line 1">
                <a:extLst>
                  <a:ext uri="{FF2B5EF4-FFF2-40B4-BE49-F238E27FC236}">
                    <a16:creationId xmlns:a16="http://schemas.microsoft.com/office/drawing/2014/main" id="{C586345F-F8B7-28D1-661C-BC80B0DB41A4}"/>
                  </a:ext>
                </a:extLst>
              </p:cNvPr>
              <p:cNvSpPr/>
              <p:nvPr/>
            </p:nvSpPr>
            <p:spPr>
              <a:xfrm rot="20152320">
                <a:off x="5563734" y="2197334"/>
                <a:ext cx="1132620" cy="13402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innerShdw blurRad="50800" dist="381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4" name="Square 2">
                <a:extLst>
                  <a:ext uri="{FF2B5EF4-FFF2-40B4-BE49-F238E27FC236}">
                    <a16:creationId xmlns:a16="http://schemas.microsoft.com/office/drawing/2014/main" id="{8E09DA7A-8B38-6BE6-C060-66FF7FA85C15}"/>
                  </a:ext>
                </a:extLst>
              </p:cNvPr>
              <p:cNvSpPr/>
              <p:nvPr/>
            </p:nvSpPr>
            <p:spPr>
              <a:xfrm>
                <a:off x="6416084" y="1592512"/>
                <a:ext cx="571464" cy="571257"/>
              </a:xfrm>
              <a:prstGeom prst="roundRect">
                <a:avLst>
                  <a:gd name="adj" fmla="val 8667"/>
                </a:avLst>
              </a:prstGeom>
              <a:gradFill flip="none" rotWithShape="1">
                <a:gsLst>
                  <a:gs pos="1000">
                    <a:schemeClr val="bg1">
                      <a:lumMod val="80000"/>
                    </a:schemeClr>
                  </a:gs>
                  <a:gs pos="100000">
                    <a:schemeClr val="bg1">
                      <a:lumMod val="99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190500" dist="635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ea typeface="思源黑体 Normal" panose="020B0400000000000000" pitchFamily="34" charset="-122"/>
                </a:endParaRPr>
              </a:p>
            </p:txBody>
          </p:sp>
          <p:sp>
            <p:nvSpPr>
              <p:cNvPr id="115" name="Square 1">
                <a:extLst>
                  <a:ext uri="{FF2B5EF4-FFF2-40B4-BE49-F238E27FC236}">
                    <a16:creationId xmlns:a16="http://schemas.microsoft.com/office/drawing/2014/main" id="{3FFF68AC-7CD7-8B44-42B1-A496CE4675BE}"/>
                  </a:ext>
                </a:extLst>
              </p:cNvPr>
              <p:cNvSpPr/>
              <p:nvPr/>
            </p:nvSpPr>
            <p:spPr>
              <a:xfrm>
                <a:off x="6472873" y="1649280"/>
                <a:ext cx="457886" cy="457720"/>
              </a:xfrm>
              <a:prstGeom prst="roundRect">
                <a:avLst>
                  <a:gd name="adj" fmla="val 8667"/>
                </a:avLst>
              </a:prstGeom>
              <a:gradFill flip="none" rotWithShape="1">
                <a:gsLst>
                  <a:gs pos="1000">
                    <a:schemeClr val="bg1">
                      <a:lumMod val="80000"/>
                    </a:schemeClr>
                  </a:gs>
                  <a:gs pos="100000">
                    <a:schemeClr val="bg1">
                      <a:lumMod val="99000"/>
                    </a:schemeClr>
                  </a:gs>
                </a:gsLst>
                <a:lin ang="2700000" scaled="1"/>
                <a:tileRect/>
              </a:gradFill>
              <a:ln w="1905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139700" dist="38100" dir="2700000" algn="tl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思源黑体 Normal" panose="020B0400000000000000" pitchFamily="34" charset="-122"/>
                  </a:rPr>
                  <a:t>01</a:t>
                </a:r>
                <a:endPara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ea typeface="思源黑体 Normal" panose="020B0400000000000000" pitchFamily="34" charset="-122"/>
                </a:endParaRPr>
              </a:p>
            </p:txBody>
          </p:sp>
          <p:grpSp>
            <p:nvGrpSpPr>
              <p:cNvPr id="85" name="Square">
                <a:extLst>
                  <a:ext uri="{FF2B5EF4-FFF2-40B4-BE49-F238E27FC236}">
                    <a16:creationId xmlns:a16="http://schemas.microsoft.com/office/drawing/2014/main" id="{1F69DC0A-4D70-8EDF-D3AD-9938ABBC553D}"/>
                  </a:ext>
                </a:extLst>
              </p:cNvPr>
              <p:cNvGrpSpPr/>
              <p:nvPr/>
            </p:nvGrpSpPr>
            <p:grpSpPr>
              <a:xfrm>
                <a:off x="5210147" y="2414442"/>
                <a:ext cx="571464" cy="571257"/>
                <a:chOff x="6474776" y="1019119"/>
                <a:chExt cx="668974" cy="668974"/>
              </a:xfrm>
            </p:grpSpPr>
            <p:sp>
              <p:nvSpPr>
                <p:cNvPr id="87" name="Square 2">
                  <a:extLst>
                    <a:ext uri="{FF2B5EF4-FFF2-40B4-BE49-F238E27FC236}">
                      <a16:creationId xmlns:a16="http://schemas.microsoft.com/office/drawing/2014/main" id="{CDD6B48D-7330-6668-45D7-7725B3FB9AFD}"/>
                    </a:ext>
                  </a:extLst>
                </p:cNvPr>
                <p:cNvSpPr/>
                <p:nvPr/>
              </p:nvSpPr>
              <p:spPr>
                <a:xfrm>
                  <a:off x="6474776" y="1019119"/>
                  <a:ext cx="668974" cy="668974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90500" dist="635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88" name="Square 1">
                  <a:extLst>
                    <a:ext uri="{FF2B5EF4-FFF2-40B4-BE49-F238E27FC236}">
                      <a16:creationId xmlns:a16="http://schemas.microsoft.com/office/drawing/2014/main" id="{882F8F45-F068-9D98-7D25-88B84F0CB406}"/>
                    </a:ext>
                  </a:extLst>
                </p:cNvPr>
                <p:cNvSpPr/>
                <p:nvPr/>
              </p:nvSpPr>
              <p:spPr>
                <a:xfrm>
                  <a:off x="6541255" y="1085598"/>
                  <a:ext cx="536016" cy="536016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397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思源黑体 Normal" panose="020B0400000000000000" pitchFamily="34" charset="-122"/>
                    </a:rPr>
                    <a:t>02</a:t>
                  </a:r>
                  <a:endPara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81" name="Square">
                <a:extLst>
                  <a:ext uri="{FF2B5EF4-FFF2-40B4-BE49-F238E27FC236}">
                    <a16:creationId xmlns:a16="http://schemas.microsoft.com/office/drawing/2014/main" id="{56DBC02C-59BF-245A-3D2E-902114890833}"/>
                  </a:ext>
                </a:extLst>
              </p:cNvPr>
              <p:cNvGrpSpPr/>
              <p:nvPr/>
            </p:nvGrpSpPr>
            <p:grpSpPr>
              <a:xfrm>
                <a:off x="6416084" y="4894789"/>
                <a:ext cx="571464" cy="571257"/>
                <a:chOff x="6474776" y="1019119"/>
                <a:chExt cx="668974" cy="668974"/>
              </a:xfrm>
            </p:grpSpPr>
            <p:sp>
              <p:nvSpPr>
                <p:cNvPr id="83" name="Square 2">
                  <a:extLst>
                    <a:ext uri="{FF2B5EF4-FFF2-40B4-BE49-F238E27FC236}">
                      <a16:creationId xmlns:a16="http://schemas.microsoft.com/office/drawing/2014/main" id="{3A7E2532-3A32-C314-7AEF-F0FE747986B9}"/>
                    </a:ext>
                  </a:extLst>
                </p:cNvPr>
                <p:cNvSpPr/>
                <p:nvPr/>
              </p:nvSpPr>
              <p:spPr>
                <a:xfrm>
                  <a:off x="6474776" y="1019119"/>
                  <a:ext cx="668974" cy="668974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90500" dist="635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84" name="Square 1">
                  <a:extLst>
                    <a:ext uri="{FF2B5EF4-FFF2-40B4-BE49-F238E27FC236}">
                      <a16:creationId xmlns:a16="http://schemas.microsoft.com/office/drawing/2014/main" id="{CA9C8740-7387-7F19-E082-CF05B5834AB8}"/>
                    </a:ext>
                  </a:extLst>
                </p:cNvPr>
                <p:cNvSpPr/>
                <p:nvPr/>
              </p:nvSpPr>
              <p:spPr>
                <a:xfrm>
                  <a:off x="6541255" y="1085598"/>
                  <a:ext cx="536016" cy="536016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397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思源黑体 Normal" panose="020B0400000000000000" pitchFamily="34" charset="-122"/>
                    </a:rPr>
                    <a:t>05</a:t>
                  </a:r>
                  <a:endPara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77" name="Square">
                <a:extLst>
                  <a:ext uri="{FF2B5EF4-FFF2-40B4-BE49-F238E27FC236}">
                    <a16:creationId xmlns:a16="http://schemas.microsoft.com/office/drawing/2014/main" id="{04E97252-DBBA-E951-C779-3ABEECEDE49A}"/>
                  </a:ext>
                </a:extLst>
              </p:cNvPr>
              <p:cNvGrpSpPr/>
              <p:nvPr/>
            </p:nvGrpSpPr>
            <p:grpSpPr>
              <a:xfrm>
                <a:off x="5210147" y="4066934"/>
                <a:ext cx="571464" cy="571257"/>
                <a:chOff x="6474776" y="1019119"/>
                <a:chExt cx="668974" cy="668974"/>
              </a:xfrm>
            </p:grpSpPr>
            <p:sp>
              <p:nvSpPr>
                <p:cNvPr id="79" name="Square 2">
                  <a:extLst>
                    <a:ext uri="{FF2B5EF4-FFF2-40B4-BE49-F238E27FC236}">
                      <a16:creationId xmlns:a16="http://schemas.microsoft.com/office/drawing/2014/main" id="{D24F8C50-1E20-CDF4-ED47-DFA15D1C6976}"/>
                    </a:ext>
                  </a:extLst>
                </p:cNvPr>
                <p:cNvSpPr/>
                <p:nvPr/>
              </p:nvSpPr>
              <p:spPr>
                <a:xfrm>
                  <a:off x="6474776" y="1019119"/>
                  <a:ext cx="668974" cy="668974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90500" dist="635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80" name="Square 1">
                  <a:extLst>
                    <a:ext uri="{FF2B5EF4-FFF2-40B4-BE49-F238E27FC236}">
                      <a16:creationId xmlns:a16="http://schemas.microsoft.com/office/drawing/2014/main" id="{B1FE9D70-87B5-4F25-7A44-7E793621FC44}"/>
                    </a:ext>
                  </a:extLst>
                </p:cNvPr>
                <p:cNvSpPr/>
                <p:nvPr/>
              </p:nvSpPr>
              <p:spPr>
                <a:xfrm>
                  <a:off x="6541255" y="1085598"/>
                  <a:ext cx="536016" cy="536016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397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思源黑体 Normal" panose="020B0400000000000000" pitchFamily="34" charset="-122"/>
                    </a:rPr>
                    <a:t>04</a:t>
                  </a:r>
                  <a:endPara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73" name="Square">
                <a:extLst>
                  <a:ext uri="{FF2B5EF4-FFF2-40B4-BE49-F238E27FC236}">
                    <a16:creationId xmlns:a16="http://schemas.microsoft.com/office/drawing/2014/main" id="{95518F67-4DEF-D587-1387-1ED38EB4BAC8}"/>
                  </a:ext>
                </a:extLst>
              </p:cNvPr>
              <p:cNvGrpSpPr/>
              <p:nvPr/>
            </p:nvGrpSpPr>
            <p:grpSpPr>
              <a:xfrm>
                <a:off x="6416084" y="3234170"/>
                <a:ext cx="571464" cy="571257"/>
                <a:chOff x="6474776" y="1019119"/>
                <a:chExt cx="668974" cy="668974"/>
              </a:xfrm>
            </p:grpSpPr>
            <p:sp>
              <p:nvSpPr>
                <p:cNvPr id="75" name="Square 2">
                  <a:extLst>
                    <a:ext uri="{FF2B5EF4-FFF2-40B4-BE49-F238E27FC236}">
                      <a16:creationId xmlns:a16="http://schemas.microsoft.com/office/drawing/2014/main" id="{3C45DE3A-A20D-1F56-F197-E8EAC1B616A7}"/>
                    </a:ext>
                  </a:extLst>
                </p:cNvPr>
                <p:cNvSpPr/>
                <p:nvPr/>
              </p:nvSpPr>
              <p:spPr>
                <a:xfrm>
                  <a:off x="6474776" y="1019119"/>
                  <a:ext cx="668974" cy="668974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90500" dist="635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76" name="Square 1">
                  <a:extLst>
                    <a:ext uri="{FF2B5EF4-FFF2-40B4-BE49-F238E27FC236}">
                      <a16:creationId xmlns:a16="http://schemas.microsoft.com/office/drawing/2014/main" id="{7A801673-64C4-3CF1-396F-80FF0DE39C86}"/>
                    </a:ext>
                  </a:extLst>
                </p:cNvPr>
                <p:cNvSpPr/>
                <p:nvPr/>
              </p:nvSpPr>
              <p:spPr>
                <a:xfrm>
                  <a:off x="6541255" y="1085598"/>
                  <a:ext cx="536016" cy="536016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397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思源黑体 Normal" panose="020B0400000000000000" pitchFamily="34" charset="-122"/>
                    </a:rPr>
                    <a:t>03</a:t>
                  </a:r>
                  <a:endPara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</p:grpSp>
          <p:grpSp>
            <p:nvGrpSpPr>
              <p:cNvPr id="69" name="Square">
                <a:extLst>
                  <a:ext uri="{FF2B5EF4-FFF2-40B4-BE49-F238E27FC236}">
                    <a16:creationId xmlns:a16="http://schemas.microsoft.com/office/drawing/2014/main" id="{B966A5C4-13BA-2E94-14A2-45FDF4CEF1D6}"/>
                  </a:ext>
                </a:extLst>
              </p:cNvPr>
              <p:cNvGrpSpPr/>
              <p:nvPr/>
            </p:nvGrpSpPr>
            <p:grpSpPr>
              <a:xfrm>
                <a:off x="5210147" y="5712659"/>
                <a:ext cx="571464" cy="571257"/>
                <a:chOff x="6474776" y="1019119"/>
                <a:chExt cx="668974" cy="668974"/>
              </a:xfrm>
            </p:grpSpPr>
            <p:sp>
              <p:nvSpPr>
                <p:cNvPr id="71" name="Square 2">
                  <a:extLst>
                    <a:ext uri="{FF2B5EF4-FFF2-40B4-BE49-F238E27FC236}">
                      <a16:creationId xmlns:a16="http://schemas.microsoft.com/office/drawing/2014/main" id="{C580E2FF-537C-1DB0-A332-1983FB7E3F7C}"/>
                    </a:ext>
                  </a:extLst>
                </p:cNvPr>
                <p:cNvSpPr/>
                <p:nvPr/>
              </p:nvSpPr>
              <p:spPr>
                <a:xfrm>
                  <a:off x="6474776" y="1019119"/>
                  <a:ext cx="668974" cy="668974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90500" dist="635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prstClr val="white"/>
                    </a:solidFill>
                    <a:ea typeface="思源黑体 Normal" panose="020B0400000000000000" pitchFamily="34" charset="-122"/>
                  </a:endParaRPr>
                </a:p>
              </p:txBody>
            </p:sp>
            <p:sp>
              <p:nvSpPr>
                <p:cNvPr id="72" name="Square1">
                  <a:extLst>
                    <a:ext uri="{FF2B5EF4-FFF2-40B4-BE49-F238E27FC236}">
                      <a16:creationId xmlns:a16="http://schemas.microsoft.com/office/drawing/2014/main" id="{36C90B74-F7C0-498F-5007-01C8C99BEA27}"/>
                    </a:ext>
                  </a:extLst>
                </p:cNvPr>
                <p:cNvSpPr/>
                <p:nvPr/>
              </p:nvSpPr>
              <p:spPr>
                <a:xfrm>
                  <a:off x="6541255" y="1085598"/>
                  <a:ext cx="536016" cy="536016"/>
                </a:xfrm>
                <a:prstGeom prst="roundRect">
                  <a:avLst>
                    <a:gd name="adj" fmla="val 8667"/>
                  </a:avLst>
                </a:prstGeom>
                <a:gradFill flip="none" rotWithShape="1">
                  <a:gsLst>
                    <a:gs pos="1000">
                      <a:schemeClr val="bg1">
                        <a:lumMod val="80000"/>
                      </a:schemeClr>
                    </a:gs>
                    <a:gs pos="100000">
                      <a:schemeClr val="bg1">
                        <a:lumMod val="99000"/>
                      </a:schemeClr>
                    </a:gs>
                  </a:gsLst>
                  <a:lin ang="2700000" scaled="1"/>
                  <a:tileRect/>
                </a:gradFill>
                <a:ln w="19050"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lumMod val="75000"/>
                        </a:schemeClr>
                      </a:gs>
                    </a:gsLst>
                    <a:lin ang="2700000" scaled="1"/>
                    <a:tileRect/>
                  </a:gradFill>
                </a:ln>
                <a:effectLst>
                  <a:outerShdw blurRad="139700" dist="38100" dir="2700000" algn="tl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ea typeface="思源黑体 Normal" panose="020B0400000000000000" pitchFamily="34" charset="-122"/>
                    </a:rPr>
                    <a:t>06</a:t>
                  </a:r>
                  <a:endPara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ea typeface="思源黑体 Normal" panose="020B0400000000000000" pitchFamily="34" charset="-122"/>
                  </a:endParaRPr>
                </a:p>
              </p:txBody>
            </p:sp>
          </p:grp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EDAA9F47-C8BE-D306-A01A-6F8029889272}"/>
                </a:ext>
              </a:extLst>
            </p:cNvPr>
            <p:cNvGrpSpPr/>
            <p:nvPr/>
          </p:nvGrpSpPr>
          <p:grpSpPr>
            <a:xfrm>
              <a:off x="1850906" y="2323043"/>
              <a:ext cx="3118068" cy="4052270"/>
              <a:chOff x="1850906" y="2323043"/>
              <a:chExt cx="3118068" cy="4052270"/>
            </a:xfrm>
          </p:grpSpPr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0552E421-C416-736A-1FD2-409C6ABE3F13}"/>
                  </a:ext>
                </a:extLst>
              </p:cNvPr>
              <p:cNvSpPr txBox="1"/>
              <p:nvPr/>
            </p:nvSpPr>
            <p:spPr>
              <a:xfrm>
                <a:off x="1850906" y="2323043"/>
                <a:ext cx="311806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8F86360A-F71D-34BB-FB5F-73DAB1FD5C87}"/>
                  </a:ext>
                </a:extLst>
              </p:cNvPr>
              <p:cNvSpPr txBox="1"/>
              <p:nvPr/>
            </p:nvSpPr>
            <p:spPr>
              <a:xfrm>
                <a:off x="1850906" y="3975535"/>
                <a:ext cx="311806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46F7E65-8DC2-83B0-6AEE-22D5EA8F8713}"/>
                  </a:ext>
                </a:extLst>
              </p:cNvPr>
              <p:cNvSpPr txBox="1"/>
              <p:nvPr/>
            </p:nvSpPr>
            <p:spPr>
              <a:xfrm>
                <a:off x="1850906" y="5621260"/>
                <a:ext cx="311806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Budget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BB5FD7A4-F765-BC65-DEBA-9E733585CF37}"/>
                </a:ext>
              </a:extLst>
            </p:cNvPr>
            <p:cNvGrpSpPr/>
            <p:nvPr/>
          </p:nvGrpSpPr>
          <p:grpSpPr>
            <a:xfrm>
              <a:off x="7153283" y="1501113"/>
              <a:ext cx="3105203" cy="4056330"/>
              <a:chOff x="7153283" y="1501113"/>
              <a:chExt cx="3105203" cy="4056330"/>
            </a:xfrm>
          </p:grpSpPr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DE3FD0F-A222-ED56-BBCF-458D61775BCD}"/>
                  </a:ext>
                </a:extLst>
              </p:cNvPr>
              <p:cNvSpPr txBox="1"/>
              <p:nvPr/>
            </p:nvSpPr>
            <p:spPr>
              <a:xfrm>
                <a:off x="7153283" y="3142771"/>
                <a:ext cx="3105203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 &amp; Service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F380714-B575-96F9-5302-657A4B20157D}"/>
                  </a:ext>
                </a:extLst>
              </p:cNvPr>
              <p:cNvSpPr txBox="1"/>
              <p:nvPr/>
            </p:nvSpPr>
            <p:spPr>
              <a:xfrm>
                <a:off x="7153283" y="4803390"/>
                <a:ext cx="3105203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066DB0E3-8F6B-2D34-EDBE-7CEA6F598E27}"/>
                  </a:ext>
                </a:extLst>
              </p:cNvPr>
              <p:cNvSpPr txBox="1"/>
              <p:nvPr/>
            </p:nvSpPr>
            <p:spPr>
              <a:xfrm>
                <a:off x="7153283" y="1501113"/>
                <a:ext cx="3105203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Financial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879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34B4E532-68C7-8F57-879A-9BDCDF184E6D}"/>
              </a:ext>
            </a:extLst>
          </p:cNvPr>
          <p:cNvGrpSpPr/>
          <p:nvPr/>
        </p:nvGrpSpPr>
        <p:grpSpPr>
          <a:xfrm>
            <a:off x="2762250" y="1665255"/>
            <a:ext cx="6667500" cy="4495800"/>
            <a:chOff x="2762250" y="1665255"/>
            <a:chExt cx="6667500" cy="44958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3C7A956-6A03-C123-8C1D-9BFE74B8CAA5}"/>
                </a:ext>
              </a:extLst>
            </p:cNvPr>
            <p:cNvGrpSpPr/>
            <p:nvPr/>
          </p:nvGrpSpPr>
          <p:grpSpPr>
            <a:xfrm>
              <a:off x="2762250" y="1665255"/>
              <a:ext cx="6667500" cy="4495800"/>
              <a:chOff x="2762250" y="1543957"/>
              <a:chExt cx="6667500" cy="449580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034D890-BE30-4006-8EF6-6D81993BCF0D}"/>
                  </a:ext>
                </a:extLst>
              </p:cNvPr>
              <p:cNvGrpSpPr/>
              <p:nvPr/>
            </p:nvGrpSpPr>
            <p:grpSpPr>
              <a:xfrm>
                <a:off x="2762250" y="1543957"/>
                <a:ext cx="6667500" cy="895351"/>
                <a:chOff x="2762250" y="1543957"/>
                <a:chExt cx="6667500" cy="895351"/>
              </a:xfrm>
            </p:grpSpPr>
            <p:sp>
              <p:nvSpPr>
                <p:cNvPr id="2" name="Shape">
                  <a:extLst>
                    <a:ext uri="{FF2B5EF4-FFF2-40B4-BE49-F238E27FC236}">
                      <a16:creationId xmlns:a16="http://schemas.microsoft.com/office/drawing/2014/main" id="{1C203062-C49D-61F6-2AEE-61626F045796}"/>
                    </a:ext>
                  </a:extLst>
                </p:cNvPr>
                <p:cNvSpPr/>
                <p:nvPr/>
              </p:nvSpPr>
              <p:spPr>
                <a:xfrm>
                  <a:off x="2762250" y="1543957"/>
                  <a:ext cx="6667500" cy="89535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ln w="25400" cap="flat" cmpd="sng" algn="ctr">
                  <a:gradFill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4800000" scaled="0"/>
                  </a:gradFill>
                  <a:prstDash val="solid"/>
                  <a:miter lim="800000"/>
                </a:ln>
                <a:effectLst>
                  <a:outerShdw blurRad="1143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3" name="Circle">
                  <a:extLst>
                    <a:ext uri="{FF2B5EF4-FFF2-40B4-BE49-F238E27FC236}">
                      <a16:creationId xmlns:a16="http://schemas.microsoft.com/office/drawing/2014/main" id="{F480F5CD-1643-DBA9-446F-6E66FED096A6}"/>
                    </a:ext>
                  </a:extLst>
                </p:cNvPr>
                <p:cNvSpPr/>
                <p:nvPr/>
              </p:nvSpPr>
              <p:spPr>
                <a:xfrm>
                  <a:off x="2984561" y="1667632"/>
                  <a:ext cx="648000" cy="648001"/>
                </a:xfrm>
                <a:prstGeom prst="ellipse">
                  <a:avLst/>
                </a:prstGeom>
                <a:solidFill>
                  <a:srgbClr val="FFB850"/>
                </a:solidFill>
                <a:ln w="25400" cap="flat" cmpd="sng" algn="ctr">
                  <a:gradFill>
                    <a:gsLst>
                      <a:gs pos="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/>
                      </a:gs>
                    </a:gsLst>
                    <a:lin ang="8100000" scaled="0"/>
                  </a:gradFill>
                  <a:prstDash val="solid"/>
                  <a:miter lim="800000"/>
                </a:ln>
                <a:effectLst>
                  <a:innerShdw blurRad="101600" dist="254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algn="ctr" defTabSz="914377"/>
                  <a:endParaRPr lang="zh-CN" altLang="en-US" sz="1351" kern="0">
                    <a:solidFill>
                      <a:prstClr val="white"/>
                    </a:solidFill>
                    <a:latin typeface="+mn-ea"/>
                  </a:endParaRP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4588AC4-9807-F57A-9A03-12E2DFF9907D}"/>
                    </a:ext>
                  </a:extLst>
                </p:cNvPr>
                <p:cNvSpPr txBox="1"/>
                <p:nvPr/>
              </p:nvSpPr>
              <p:spPr>
                <a:xfrm>
                  <a:off x="3828370" y="1599217"/>
                  <a:ext cx="5379069" cy="7848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lvl="0" indent="0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Executive Summary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Maecenas non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laoreet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odio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.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Fusce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lobortis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porttitor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purus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,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vel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vestibulum libero pharetra vel.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Pellentesque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lorem </a:t>
                  </a:r>
                  <a:r>
                    <a:rPr lang="en-IN" sz="12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augue</a:t>
                  </a:r>
                  <a:r>
                    <a:rPr lang="en-IN" sz="12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.</a:t>
                  </a:r>
                  <a:endPara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BC28863-47D1-A4F5-6D7F-3B9DB22E12F6}"/>
                  </a:ext>
                </a:extLst>
              </p:cNvPr>
              <p:cNvGrpSpPr/>
              <p:nvPr/>
            </p:nvGrpSpPr>
            <p:grpSpPr>
              <a:xfrm>
                <a:off x="2762250" y="3944257"/>
                <a:ext cx="6667500" cy="895351"/>
                <a:chOff x="2762250" y="3944257"/>
                <a:chExt cx="6667500" cy="895351"/>
              </a:xfrm>
            </p:grpSpPr>
            <p:sp>
              <p:nvSpPr>
                <p:cNvPr id="8" name="Shape">
                  <a:extLst>
                    <a:ext uri="{FF2B5EF4-FFF2-40B4-BE49-F238E27FC236}">
                      <a16:creationId xmlns:a16="http://schemas.microsoft.com/office/drawing/2014/main" id="{EDF83F57-23F0-E687-A24F-E9B54B968AA4}"/>
                    </a:ext>
                  </a:extLst>
                </p:cNvPr>
                <p:cNvSpPr/>
                <p:nvPr/>
              </p:nvSpPr>
              <p:spPr>
                <a:xfrm>
                  <a:off x="2762250" y="3944257"/>
                  <a:ext cx="6667500" cy="89535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ln w="25400" cap="flat" cmpd="sng" algn="ctr">
                  <a:gradFill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4800000" scaled="0"/>
                  </a:gradFill>
                  <a:prstDash val="solid"/>
                  <a:miter lim="800000"/>
                </a:ln>
                <a:effectLst>
                  <a:outerShdw blurRad="1143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9" name="Circle">
                  <a:extLst>
                    <a:ext uri="{FF2B5EF4-FFF2-40B4-BE49-F238E27FC236}">
                      <a16:creationId xmlns:a16="http://schemas.microsoft.com/office/drawing/2014/main" id="{C0C14A67-C52A-45B1-E408-EDB468837720}"/>
                    </a:ext>
                  </a:extLst>
                </p:cNvPr>
                <p:cNvSpPr/>
                <p:nvPr/>
              </p:nvSpPr>
              <p:spPr>
                <a:xfrm>
                  <a:off x="2984561" y="4067932"/>
                  <a:ext cx="648000" cy="648001"/>
                </a:xfrm>
                <a:prstGeom prst="ellipse">
                  <a:avLst/>
                </a:prstGeom>
                <a:solidFill>
                  <a:schemeClr val="accent3"/>
                </a:solidFill>
                <a:ln w="25400" cap="flat" cmpd="sng" algn="ctr">
                  <a:gradFill>
                    <a:gsLst>
                      <a:gs pos="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/>
                      </a:gs>
                    </a:gsLst>
                    <a:lin ang="8100000" scaled="0"/>
                  </a:gradFill>
                  <a:prstDash val="solid"/>
                  <a:miter lim="800000"/>
                </a:ln>
                <a:effectLst>
                  <a:innerShdw blurRad="101600" dist="254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algn="ctr" defTabSz="914377"/>
                  <a:endParaRPr lang="zh-CN" altLang="en-US" sz="1351" kern="0">
                    <a:solidFill>
                      <a:prstClr val="white"/>
                    </a:solidFill>
                    <a:latin typeface="+mn-ea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8E1C25A-4F34-6306-BFA2-626DFFF53CD9}"/>
                    </a:ext>
                  </a:extLst>
                </p:cNvPr>
                <p:cNvSpPr txBox="1"/>
                <p:nvPr/>
              </p:nvSpPr>
              <p:spPr>
                <a:xfrm>
                  <a:off x="3828370" y="4014906"/>
                  <a:ext cx="5379069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Products &amp; Services</a:t>
                  </a: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Maecenas non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laoreet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odio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.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Fusce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lobortis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porttitor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purus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,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vel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vestibulum libero pharetra vel.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Pellentesque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lorem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augue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.</a:t>
                  </a:r>
                  <a:endPara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87778A18-8C89-4765-1216-624F8FA8918A}"/>
                  </a:ext>
                </a:extLst>
              </p:cNvPr>
              <p:cNvGrpSpPr/>
              <p:nvPr/>
            </p:nvGrpSpPr>
            <p:grpSpPr>
              <a:xfrm>
                <a:off x="2762250" y="2744107"/>
                <a:ext cx="6667500" cy="895351"/>
                <a:chOff x="2762250" y="2744106"/>
                <a:chExt cx="6667500" cy="895351"/>
              </a:xfrm>
            </p:grpSpPr>
            <p:sp>
              <p:nvSpPr>
                <p:cNvPr id="5" name="Shape">
                  <a:extLst>
                    <a:ext uri="{FF2B5EF4-FFF2-40B4-BE49-F238E27FC236}">
                      <a16:creationId xmlns:a16="http://schemas.microsoft.com/office/drawing/2014/main" id="{231781E9-5013-A745-4F8E-6808F480B2C8}"/>
                    </a:ext>
                  </a:extLst>
                </p:cNvPr>
                <p:cNvSpPr/>
                <p:nvPr/>
              </p:nvSpPr>
              <p:spPr>
                <a:xfrm>
                  <a:off x="2762250" y="2744106"/>
                  <a:ext cx="6667500" cy="89535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ln w="25400" cap="flat" cmpd="sng" algn="ctr">
                  <a:gradFill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4800000" scaled="0"/>
                  </a:gradFill>
                  <a:prstDash val="solid"/>
                  <a:miter lim="800000"/>
                </a:ln>
                <a:effectLst>
                  <a:outerShdw blurRad="1143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" name="Circle">
                  <a:extLst>
                    <a:ext uri="{FF2B5EF4-FFF2-40B4-BE49-F238E27FC236}">
                      <a16:creationId xmlns:a16="http://schemas.microsoft.com/office/drawing/2014/main" id="{3ED95B80-1CF5-6B88-E5CA-14A6A2C125DE}"/>
                    </a:ext>
                  </a:extLst>
                </p:cNvPr>
                <p:cNvSpPr/>
                <p:nvPr/>
              </p:nvSpPr>
              <p:spPr>
                <a:xfrm>
                  <a:off x="2984561" y="2867781"/>
                  <a:ext cx="648000" cy="648001"/>
                </a:xfrm>
                <a:prstGeom prst="ellipse">
                  <a:avLst/>
                </a:prstGeom>
                <a:solidFill>
                  <a:schemeClr val="accent2"/>
                </a:solidFill>
                <a:ln w="25400" cap="flat" cmpd="sng" algn="ctr">
                  <a:gradFill>
                    <a:gsLst>
                      <a:gs pos="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/>
                      </a:gs>
                    </a:gsLst>
                    <a:lin ang="8100000" scaled="0"/>
                  </a:gradFill>
                  <a:prstDash val="solid"/>
                  <a:miter lim="800000"/>
                </a:ln>
                <a:effectLst>
                  <a:innerShdw blurRad="101600" dist="254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algn="ctr" defTabSz="914377"/>
                  <a:endParaRPr lang="zh-CN" altLang="en-US" sz="1351" kern="0">
                    <a:solidFill>
                      <a:prstClr val="white"/>
                    </a:solidFill>
                    <a:latin typeface="+mn-ea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0BB238E-120F-A816-4DBA-91F631181192}"/>
                    </a:ext>
                  </a:extLst>
                </p:cNvPr>
                <p:cNvSpPr txBox="1"/>
                <p:nvPr/>
              </p:nvSpPr>
              <p:spPr>
                <a:xfrm>
                  <a:off x="3828370" y="2814755"/>
                  <a:ext cx="5379069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indent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Marketing Planning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Maecenas non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laoreet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odio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.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Fusce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lobortis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porttitor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purus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,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vel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vestibulum libero pharetra vel.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Pellentesque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lorem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augue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.</a:t>
                  </a:r>
                  <a:endPara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9B572E8-D1AD-ECA6-D1B0-8B84A240004F}"/>
                  </a:ext>
                </a:extLst>
              </p:cNvPr>
              <p:cNvGrpSpPr/>
              <p:nvPr/>
            </p:nvGrpSpPr>
            <p:grpSpPr>
              <a:xfrm>
                <a:off x="2762250" y="5144406"/>
                <a:ext cx="6667500" cy="895351"/>
                <a:chOff x="2762250" y="5144406"/>
                <a:chExt cx="6667500" cy="895351"/>
              </a:xfrm>
            </p:grpSpPr>
            <p:sp>
              <p:nvSpPr>
                <p:cNvPr id="11" name="Shape">
                  <a:extLst>
                    <a:ext uri="{FF2B5EF4-FFF2-40B4-BE49-F238E27FC236}">
                      <a16:creationId xmlns:a16="http://schemas.microsoft.com/office/drawing/2014/main" id="{CBB9E2AE-7587-DB8E-FA0F-CFEE6EBC2492}"/>
                    </a:ext>
                  </a:extLst>
                </p:cNvPr>
                <p:cNvSpPr/>
                <p:nvPr/>
              </p:nvSpPr>
              <p:spPr>
                <a:xfrm>
                  <a:off x="2762250" y="5144406"/>
                  <a:ext cx="6667500" cy="895351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100000">
                      <a:sysClr val="window" lastClr="FFFFFF">
                        <a:lumMod val="95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ln w="25400" cap="flat" cmpd="sng" algn="ctr">
                  <a:gradFill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4800000" scaled="0"/>
                  </a:gradFill>
                  <a:prstDash val="solid"/>
                  <a:miter lim="800000"/>
                </a:ln>
                <a:effectLst>
                  <a:outerShdw blurRad="1143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2" name="Circle">
                  <a:extLst>
                    <a:ext uri="{FF2B5EF4-FFF2-40B4-BE49-F238E27FC236}">
                      <a16:creationId xmlns:a16="http://schemas.microsoft.com/office/drawing/2014/main" id="{31F5585B-EA67-CE45-B29A-D1FA0870CBE1}"/>
                    </a:ext>
                  </a:extLst>
                </p:cNvPr>
                <p:cNvSpPr/>
                <p:nvPr/>
              </p:nvSpPr>
              <p:spPr>
                <a:xfrm>
                  <a:off x="2984561" y="5268081"/>
                  <a:ext cx="648000" cy="648001"/>
                </a:xfrm>
                <a:prstGeom prst="ellipse">
                  <a:avLst/>
                </a:prstGeom>
                <a:solidFill>
                  <a:schemeClr val="accent4"/>
                </a:solidFill>
                <a:ln w="25400" cap="flat" cmpd="sng" algn="ctr">
                  <a:gradFill>
                    <a:gsLst>
                      <a:gs pos="0">
                        <a:sysClr val="window" lastClr="FFFFFF">
                          <a:lumMod val="65000"/>
                        </a:sysClr>
                      </a:gs>
                      <a:gs pos="100000">
                        <a:sysClr val="window" lastClr="FFFFFF"/>
                      </a:gs>
                    </a:gsLst>
                    <a:lin ang="8100000" scaled="0"/>
                  </a:gradFill>
                  <a:prstDash val="solid"/>
                  <a:miter lim="800000"/>
                </a:ln>
                <a:effectLst>
                  <a:innerShdw blurRad="101600" dist="254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rtlCol="0" anchor="ctr"/>
                <a:lstStyle/>
                <a:p>
                  <a:pPr algn="ctr" defTabSz="914377"/>
                  <a:endParaRPr lang="zh-CN" altLang="en-US" sz="1351" kern="0">
                    <a:solidFill>
                      <a:prstClr val="white"/>
                    </a:solidFill>
                    <a:latin typeface="+mn-ea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F53F0B5-2D10-A284-019E-CE8F3258FE6A}"/>
                    </a:ext>
                  </a:extLst>
                </p:cNvPr>
                <p:cNvSpPr txBox="1"/>
                <p:nvPr/>
              </p:nvSpPr>
              <p:spPr>
                <a:xfrm>
                  <a:off x="3828370" y="5215055"/>
                  <a:ext cx="5379069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600"/>
                    </a:spcBef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Sales Planning</a:t>
                  </a: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  <a:p>
                  <a:pPr>
                    <a:spcBef>
                      <a:spcPts val="600"/>
                    </a:spcBef>
                  </a:pP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Maecenas non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laoreet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odio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.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Fusce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lobortis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porttitor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purus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,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vel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vestibulum libero pharetra vel.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Pellentesque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 lorem </a:t>
                  </a:r>
                  <a:r>
                    <a:rPr lang="en-IN" sz="1100" b="0" i="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augue</a:t>
                  </a:r>
                  <a:r>
                    <a:rPr lang="en-IN" sz="1100" b="0" i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effectLst/>
                      <a:latin typeface="Lora" pitchFamily="2" charset="0"/>
                    </a:rPr>
                    <a:t>.</a:t>
                  </a:r>
                  <a:endPara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</p:txBody>
            </p:sp>
          </p:grpSp>
        </p:grpSp>
        <p:pic>
          <p:nvPicPr>
            <p:cNvPr id="43" name="Picture 2" descr="Summary Icon #427383 - Free Icons Library">
              <a:extLst>
                <a:ext uri="{FF2B5EF4-FFF2-40B4-BE49-F238E27FC236}">
                  <a16:creationId xmlns:a16="http://schemas.microsoft.com/office/drawing/2014/main" id="{AFFEAB54-539B-98C2-0DE2-18C177CD8A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9596" y="1937618"/>
              <a:ext cx="357930" cy="35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470742F7-93BD-3400-D4C3-63BF70EF23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6517" y="3091036"/>
              <a:ext cx="444088" cy="444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4506756E-CF9F-86E2-EA5D-15BAFDDD12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0077" y="4334746"/>
              <a:ext cx="356968" cy="356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8" descr="Finance - Free business and finance icons">
              <a:extLst>
                <a:ext uri="{FF2B5EF4-FFF2-40B4-BE49-F238E27FC236}">
                  <a16:creationId xmlns:a16="http://schemas.microsoft.com/office/drawing/2014/main" id="{9A040664-B615-84C7-436D-9CA31CD6AA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7539" y="5532357"/>
              <a:ext cx="362044" cy="3620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06284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C73C30D-9D60-01ED-80BE-F74835DFA94B}"/>
              </a:ext>
            </a:extLst>
          </p:cNvPr>
          <p:cNvGrpSpPr/>
          <p:nvPr/>
        </p:nvGrpSpPr>
        <p:grpSpPr>
          <a:xfrm>
            <a:off x="1774780" y="2087870"/>
            <a:ext cx="8292434" cy="3585040"/>
            <a:chOff x="1774780" y="2087870"/>
            <a:chExt cx="8292434" cy="358504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DFA7A48-A14A-C74B-CE7E-B4B7CF821651}"/>
                </a:ext>
              </a:extLst>
            </p:cNvPr>
            <p:cNvGrpSpPr/>
            <p:nvPr/>
          </p:nvGrpSpPr>
          <p:grpSpPr>
            <a:xfrm>
              <a:off x="1774780" y="2087870"/>
              <a:ext cx="8292434" cy="3585040"/>
              <a:chOff x="1774780" y="2255821"/>
              <a:chExt cx="8292434" cy="358504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C02E5E2-4A13-6F08-4CED-7078DB3DE7C6}"/>
                  </a:ext>
                </a:extLst>
              </p:cNvPr>
              <p:cNvGrpSpPr/>
              <p:nvPr/>
            </p:nvGrpSpPr>
            <p:grpSpPr>
              <a:xfrm>
                <a:off x="4118608" y="2255821"/>
                <a:ext cx="3596642" cy="3585040"/>
                <a:chOff x="4118608" y="2255821"/>
                <a:chExt cx="3596642" cy="3585040"/>
              </a:xfrm>
            </p:grpSpPr>
            <p:sp>
              <p:nvSpPr>
                <p:cNvPr id="3" name="Square">
                  <a:extLst>
                    <a:ext uri="{FF2B5EF4-FFF2-40B4-BE49-F238E27FC236}">
                      <a16:creationId xmlns:a16="http://schemas.microsoft.com/office/drawing/2014/main" id="{0B6C6567-6E23-7F1D-F838-9818FAFF4EF9}"/>
                    </a:ext>
                  </a:extLst>
                </p:cNvPr>
                <p:cNvSpPr/>
                <p:nvPr/>
              </p:nvSpPr>
              <p:spPr>
                <a:xfrm>
                  <a:off x="4118608" y="2255821"/>
                  <a:ext cx="1740311" cy="1740311"/>
                </a:xfrm>
                <a:prstGeom prst="roundRect">
                  <a:avLst>
                    <a:gd name="adj" fmla="val 3969"/>
                  </a:avLst>
                </a:prstGeom>
                <a:gradFill>
                  <a:gsLst>
                    <a:gs pos="100000">
                      <a:sysClr val="window" lastClr="FFFFFF">
                        <a:lumMod val="97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</a:gradFill>
                <a:ln w="22225" cap="flat" cmpd="sng" algn="ctr">
                  <a:gradFill flip="none" rotWithShape="1"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effectLst>
                  <a:outerShdw blurRad="101600" dist="508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4" name="Square">
                  <a:extLst>
                    <a:ext uri="{FF2B5EF4-FFF2-40B4-BE49-F238E27FC236}">
                      <a16:creationId xmlns:a16="http://schemas.microsoft.com/office/drawing/2014/main" id="{D4EC198C-36D7-B9FA-D5F3-12AF894A68F1}"/>
                    </a:ext>
                  </a:extLst>
                </p:cNvPr>
                <p:cNvSpPr/>
                <p:nvPr/>
              </p:nvSpPr>
              <p:spPr>
                <a:xfrm>
                  <a:off x="5974939" y="4100550"/>
                  <a:ext cx="1740311" cy="1740311"/>
                </a:xfrm>
                <a:prstGeom prst="roundRect">
                  <a:avLst>
                    <a:gd name="adj" fmla="val 3969"/>
                  </a:avLst>
                </a:prstGeom>
                <a:gradFill flip="none" rotWithShape="1">
                  <a:gsLst>
                    <a:gs pos="100000">
                      <a:sysClr val="window" lastClr="FFFFFF">
                        <a:lumMod val="97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ln w="22225" cap="flat" cmpd="sng" algn="ctr">
                  <a:gradFill flip="none" rotWithShape="1"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effectLst>
                  <a:outerShdw blurRad="101600" dist="508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" name="Square">
                  <a:extLst>
                    <a:ext uri="{FF2B5EF4-FFF2-40B4-BE49-F238E27FC236}">
                      <a16:creationId xmlns:a16="http://schemas.microsoft.com/office/drawing/2014/main" id="{18EA3C4C-43F2-B4A7-A050-A1535183DCCC}"/>
                    </a:ext>
                  </a:extLst>
                </p:cNvPr>
                <p:cNvSpPr/>
                <p:nvPr/>
              </p:nvSpPr>
              <p:spPr>
                <a:xfrm>
                  <a:off x="5974939" y="2827223"/>
                  <a:ext cx="1168908" cy="1168908"/>
                </a:xfrm>
                <a:prstGeom prst="roundRect">
                  <a:avLst>
                    <a:gd name="adj" fmla="val 3969"/>
                  </a:avLst>
                </a:prstGeom>
                <a:gradFill flip="none" rotWithShape="1">
                  <a:gsLst>
                    <a:gs pos="100000">
                      <a:sysClr val="window" lastClr="FFFFFF">
                        <a:lumMod val="97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ln w="22225" cap="flat" cmpd="sng" algn="ctr">
                  <a:gradFill flip="none" rotWithShape="1"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effectLst>
                  <a:outerShdw blurRad="101600" dist="508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" name="Square">
                  <a:extLst>
                    <a:ext uri="{FF2B5EF4-FFF2-40B4-BE49-F238E27FC236}">
                      <a16:creationId xmlns:a16="http://schemas.microsoft.com/office/drawing/2014/main" id="{EDBD1D59-272B-64ED-AB6A-7A20606FCD29}"/>
                    </a:ext>
                  </a:extLst>
                </p:cNvPr>
                <p:cNvSpPr/>
                <p:nvPr/>
              </p:nvSpPr>
              <p:spPr>
                <a:xfrm>
                  <a:off x="4690011" y="4104901"/>
                  <a:ext cx="1168908" cy="1168908"/>
                </a:xfrm>
                <a:prstGeom prst="roundRect">
                  <a:avLst>
                    <a:gd name="adj" fmla="val 3969"/>
                  </a:avLst>
                </a:prstGeom>
                <a:gradFill flip="none" rotWithShape="1">
                  <a:gsLst>
                    <a:gs pos="100000">
                      <a:sysClr val="window" lastClr="FFFFFF">
                        <a:lumMod val="97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ln w="22225" cap="flat" cmpd="sng" algn="ctr">
                  <a:gradFill flip="none" rotWithShape="1"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effectLst>
                  <a:outerShdw blurRad="101600" dist="508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1" name="Square">
                  <a:extLst>
                    <a:ext uri="{FF2B5EF4-FFF2-40B4-BE49-F238E27FC236}">
                      <a16:creationId xmlns:a16="http://schemas.microsoft.com/office/drawing/2014/main" id="{768A1190-2C37-7EE1-A57B-D1955F868895}"/>
                    </a:ext>
                  </a:extLst>
                </p:cNvPr>
                <p:cNvSpPr/>
                <p:nvPr/>
              </p:nvSpPr>
              <p:spPr>
                <a:xfrm>
                  <a:off x="5564420" y="3733198"/>
                  <a:ext cx="720575" cy="720575"/>
                </a:xfrm>
                <a:prstGeom prst="roundRect">
                  <a:avLst>
                    <a:gd name="adj" fmla="val 3969"/>
                  </a:avLst>
                </a:prstGeom>
                <a:gradFill flip="none" rotWithShape="1">
                  <a:gsLst>
                    <a:gs pos="100000">
                      <a:sysClr val="window" lastClr="FFFFFF">
                        <a:lumMod val="97000"/>
                      </a:sysClr>
                    </a:gs>
                    <a:gs pos="0">
                      <a:sysClr val="window" lastClr="FFFFFF">
                        <a:lumMod val="85000"/>
                      </a:sysClr>
                    </a:gs>
                  </a:gsLst>
                  <a:lin ang="2700000" scaled="1"/>
                  <a:tileRect/>
                </a:gradFill>
                <a:ln w="22225" cap="flat" cmpd="sng" algn="ctr">
                  <a:gradFill flip="none" rotWithShape="1">
                    <a:gsLst>
                      <a:gs pos="0">
                        <a:sysClr val="window" lastClr="FFFFFF"/>
                      </a:gs>
                      <a:gs pos="100000">
                        <a:sysClr val="window" lastClr="FFFFFF">
                          <a:lumMod val="75000"/>
                        </a:sysClr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effectLst>
                  <a:outerShdw blurRad="63500" dist="254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13" name="Square">
                  <a:extLst>
                    <a:ext uri="{FF2B5EF4-FFF2-40B4-BE49-F238E27FC236}">
                      <a16:creationId xmlns:a16="http://schemas.microsoft.com/office/drawing/2014/main" id="{B88C8C39-13E3-DE4D-B5D7-EC82B090A01D}"/>
                    </a:ext>
                  </a:extLst>
                </p:cNvPr>
                <p:cNvSpPr/>
                <p:nvPr/>
              </p:nvSpPr>
              <p:spPr>
                <a:xfrm>
                  <a:off x="5452328" y="3626646"/>
                  <a:ext cx="947808" cy="947808"/>
                </a:xfrm>
                <a:prstGeom prst="roundRect">
                  <a:avLst>
                    <a:gd name="adj" fmla="val 3969"/>
                  </a:avLst>
                </a:prstGeom>
                <a:solidFill>
                  <a:sysClr val="window" lastClr="FFFFFF">
                    <a:alpha val="25000"/>
                  </a:sysClr>
                </a:solidFill>
                <a:ln w="22225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91440" tIns="45720" rIns="91440" bIns="4572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63A8739-F6DC-EAE8-C7DF-7434D48ACA21}"/>
                  </a:ext>
                </a:extLst>
              </p:cNvPr>
              <p:cNvSpPr txBox="1"/>
              <p:nvPr/>
            </p:nvSpPr>
            <p:spPr>
              <a:xfrm>
                <a:off x="1774780" y="2827223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CD9746B-1405-A325-BEDB-29807C653C55}"/>
                  </a:ext>
                </a:extLst>
              </p:cNvPr>
              <p:cNvSpPr txBox="1"/>
              <p:nvPr/>
            </p:nvSpPr>
            <p:spPr>
              <a:xfrm>
                <a:off x="7259867" y="2979145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F26DFEC-8906-9513-E042-BD1F91066B06}"/>
                  </a:ext>
                </a:extLst>
              </p:cNvPr>
              <p:cNvSpPr txBox="1"/>
              <p:nvPr/>
            </p:nvSpPr>
            <p:spPr>
              <a:xfrm>
                <a:off x="7839406" y="4640627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B9B1D5-91D1-869C-3B95-B2C481AC992B}"/>
                  </a:ext>
                </a:extLst>
              </p:cNvPr>
              <p:cNvSpPr txBox="1"/>
              <p:nvPr/>
            </p:nvSpPr>
            <p:spPr>
              <a:xfrm>
                <a:off x="2338047" y="4263600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</p:grpSp>
        <p:pic>
          <p:nvPicPr>
            <p:cNvPr id="44" name="Picture 2" descr="Summary Icon #427383 - Free Icons Library">
              <a:extLst>
                <a:ext uri="{FF2B5EF4-FFF2-40B4-BE49-F238E27FC236}">
                  <a16:creationId xmlns:a16="http://schemas.microsoft.com/office/drawing/2014/main" id="{7CC8E9CC-2195-57B4-21C0-4F11B9036D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386" y="2624596"/>
              <a:ext cx="680754" cy="666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3A8D88DC-6BA4-B7DE-ADD6-9ED513FDE2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1052" y="4237991"/>
              <a:ext cx="566826" cy="5668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A92CED17-BBF5-BBEE-F501-2A9DDBCA65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9895" y="4437555"/>
              <a:ext cx="730398" cy="7303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8" descr="Finance - Free business and finance icons">
              <a:extLst>
                <a:ext uri="{FF2B5EF4-FFF2-40B4-BE49-F238E27FC236}">
                  <a16:creationId xmlns:a16="http://schemas.microsoft.com/office/drawing/2014/main" id="{9A661361-7947-7B16-5422-57C35B563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6017" y="3000352"/>
              <a:ext cx="486752" cy="4867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74624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5DB6CE55-B40A-2A2E-08C6-BF24D75945D9}"/>
              </a:ext>
            </a:extLst>
          </p:cNvPr>
          <p:cNvGrpSpPr/>
          <p:nvPr/>
        </p:nvGrpSpPr>
        <p:grpSpPr>
          <a:xfrm>
            <a:off x="1265177" y="2604799"/>
            <a:ext cx="9661645" cy="2789881"/>
            <a:chOff x="1265177" y="2558144"/>
            <a:chExt cx="9661645" cy="2789881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E0AEA1B-4861-839D-CA8C-E9E1EAB06AA8}"/>
                </a:ext>
              </a:extLst>
            </p:cNvPr>
            <p:cNvSpPr txBox="1"/>
            <p:nvPr/>
          </p:nvSpPr>
          <p:spPr>
            <a:xfrm>
              <a:off x="1265177" y="4593972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Executive Summary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5121E15-2C5B-A3D3-609C-81B6799E73FA}"/>
                </a:ext>
              </a:extLst>
            </p:cNvPr>
            <p:cNvSpPr txBox="1"/>
            <p:nvPr/>
          </p:nvSpPr>
          <p:spPr>
            <a:xfrm>
              <a:off x="8699014" y="4593972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Sales Planning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EC98783-586E-2010-5872-911F12911444}"/>
                </a:ext>
              </a:extLst>
            </p:cNvPr>
            <p:cNvSpPr txBox="1"/>
            <p:nvPr/>
          </p:nvSpPr>
          <p:spPr>
            <a:xfrm>
              <a:off x="6221069" y="4593972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4BA1884-8B09-2C5D-D5CC-42A8E786A2D7}"/>
                </a:ext>
              </a:extLst>
            </p:cNvPr>
            <p:cNvSpPr txBox="1"/>
            <p:nvPr/>
          </p:nvSpPr>
          <p:spPr>
            <a:xfrm>
              <a:off x="3743123" y="4593972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ct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54" name="Diamond 10">
              <a:extLst>
                <a:ext uri="{FF2B5EF4-FFF2-40B4-BE49-F238E27FC236}">
                  <a16:creationId xmlns:a16="http://schemas.microsoft.com/office/drawing/2014/main" id="{DA78DD1E-94E2-FCDC-3D60-0AC123689382}"/>
                </a:ext>
              </a:extLst>
            </p:cNvPr>
            <p:cNvSpPr/>
            <p:nvPr/>
          </p:nvSpPr>
          <p:spPr>
            <a:xfrm rot="18960060">
              <a:off x="1618897" y="2558144"/>
              <a:ext cx="1520368" cy="1520368"/>
            </a:xfrm>
            <a:prstGeom prst="roundRect">
              <a:avLst>
                <a:gd name="adj" fmla="val 9103"/>
              </a:avLst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8000"/>
                  </a:sysClr>
                </a:gs>
              </a:gsLst>
              <a:lin ang="2700000" scaled="1"/>
            </a:gradFill>
            <a:ln w="31750" cap="flat" cmpd="sng" algn="ctr">
              <a:gradFill flip="none" rotWithShape="1">
                <a:gsLst>
                  <a:gs pos="1000">
                    <a:sysClr val="window" lastClr="FFFFFF"/>
                  </a:gs>
                  <a:gs pos="70000">
                    <a:srgbClr val="DFDFDF">
                      <a:lumMod val="99000"/>
                      <a:lumOff val="1000"/>
                    </a:srgb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190500" dist="889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algn="ctr"/>
              <a:endParaRPr lang="zh-CN" altLang="en-US" sz="2400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5" name="Diamond 9">
              <a:extLst>
                <a:ext uri="{FF2B5EF4-FFF2-40B4-BE49-F238E27FC236}">
                  <a16:creationId xmlns:a16="http://schemas.microsoft.com/office/drawing/2014/main" id="{B8078A2D-D2FE-6603-3623-332DC19A683B}"/>
                </a:ext>
              </a:extLst>
            </p:cNvPr>
            <p:cNvSpPr/>
            <p:nvPr/>
          </p:nvSpPr>
          <p:spPr>
            <a:xfrm rot="18983661">
              <a:off x="1723047" y="2662295"/>
              <a:ext cx="1312071" cy="1312070"/>
            </a:xfrm>
            <a:prstGeom prst="roundRect">
              <a:avLst>
                <a:gd name="adj" fmla="val 9103"/>
              </a:avLst>
            </a:prstGeom>
            <a:solidFill>
              <a:schemeClr val="accent1"/>
            </a:solidFill>
            <a:ln w="22225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266700" dist="76200" dir="2700000" algn="tl" rotWithShape="0">
                <a:prstClr val="black">
                  <a:alpha val="33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45" name="Picture 2" descr="Summary Icon #427383 - Free Icons Library">
              <a:extLst>
                <a:ext uri="{FF2B5EF4-FFF2-40B4-BE49-F238E27FC236}">
                  <a16:creationId xmlns:a16="http://schemas.microsoft.com/office/drawing/2014/main" id="{02A5880B-1ED2-E636-A95C-1C6ABBBE02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3825" y="2970323"/>
              <a:ext cx="710514" cy="6960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2" descr="Summary Icon #427383 - Free Icons Library">
              <a:extLst>
                <a:ext uri="{FF2B5EF4-FFF2-40B4-BE49-F238E27FC236}">
                  <a16:creationId xmlns:a16="http://schemas.microsoft.com/office/drawing/2014/main" id="{0E49AA35-32EF-3291-73B1-9F9B821FBB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3825" y="2970321"/>
              <a:ext cx="710514" cy="6960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Diamond 8">
              <a:extLst>
                <a:ext uri="{FF2B5EF4-FFF2-40B4-BE49-F238E27FC236}">
                  <a16:creationId xmlns:a16="http://schemas.microsoft.com/office/drawing/2014/main" id="{528E517C-FABC-5EE5-C49C-C6040B9FB0CC}"/>
                </a:ext>
              </a:extLst>
            </p:cNvPr>
            <p:cNvSpPr/>
            <p:nvPr/>
          </p:nvSpPr>
          <p:spPr>
            <a:xfrm rot="18960060">
              <a:off x="9052734" y="2558144"/>
              <a:ext cx="1520368" cy="1520368"/>
            </a:xfrm>
            <a:prstGeom prst="roundRect">
              <a:avLst>
                <a:gd name="adj" fmla="val 9103"/>
              </a:avLst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8000"/>
                  </a:sysClr>
                </a:gs>
              </a:gsLst>
              <a:lin ang="2700000" scaled="1"/>
            </a:gradFill>
            <a:ln w="31750" cap="flat" cmpd="sng" algn="ctr">
              <a:gradFill flip="none" rotWithShape="1">
                <a:gsLst>
                  <a:gs pos="1000">
                    <a:sysClr val="window" lastClr="FFFFFF"/>
                  </a:gs>
                  <a:gs pos="70000">
                    <a:srgbClr val="DFDFDF">
                      <a:lumMod val="99000"/>
                      <a:lumOff val="1000"/>
                    </a:srgb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190500" dist="889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algn="ctr"/>
              <a:endParaRPr lang="zh-CN" altLang="en-US" sz="2400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10" name="Diamond 7">
              <a:extLst>
                <a:ext uri="{FF2B5EF4-FFF2-40B4-BE49-F238E27FC236}">
                  <a16:creationId xmlns:a16="http://schemas.microsoft.com/office/drawing/2014/main" id="{E730DFE9-C7FE-D62F-451F-5F0639A848E8}"/>
                </a:ext>
              </a:extLst>
            </p:cNvPr>
            <p:cNvSpPr/>
            <p:nvPr/>
          </p:nvSpPr>
          <p:spPr>
            <a:xfrm rot="18983661">
              <a:off x="9156883" y="2662293"/>
              <a:ext cx="1312071" cy="1312070"/>
            </a:xfrm>
            <a:prstGeom prst="roundRect">
              <a:avLst>
                <a:gd name="adj" fmla="val 9103"/>
              </a:avLst>
            </a:prstGeom>
            <a:solidFill>
              <a:schemeClr val="accent5"/>
            </a:solidFill>
            <a:ln w="22225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266700" dist="76200" dir="2700000" algn="tl" rotWithShape="0">
                <a:prstClr val="black">
                  <a:alpha val="33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47" name="Diamond 6" descr="Finance - Free business and finance icons">
              <a:extLst>
                <a:ext uri="{FF2B5EF4-FFF2-40B4-BE49-F238E27FC236}">
                  <a16:creationId xmlns:a16="http://schemas.microsoft.com/office/drawing/2014/main" id="{80347C31-F683-D3AF-A4FD-1E168492C9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4984" y="2940395"/>
              <a:ext cx="755868" cy="755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Diamond 5" descr="Finance - Free business and finance icons">
              <a:extLst>
                <a:ext uri="{FF2B5EF4-FFF2-40B4-BE49-F238E27FC236}">
                  <a16:creationId xmlns:a16="http://schemas.microsoft.com/office/drawing/2014/main" id="{4DE65E09-8C04-AFA7-A3FB-5548C8096A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4984" y="2940395"/>
              <a:ext cx="755868" cy="7558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Diamond 4">
              <a:extLst>
                <a:ext uri="{FF2B5EF4-FFF2-40B4-BE49-F238E27FC236}">
                  <a16:creationId xmlns:a16="http://schemas.microsoft.com/office/drawing/2014/main" id="{47A34521-34C8-0CCC-2C2B-AEE563F8E999}"/>
                </a:ext>
              </a:extLst>
            </p:cNvPr>
            <p:cNvSpPr/>
            <p:nvPr/>
          </p:nvSpPr>
          <p:spPr>
            <a:xfrm rot="18960060">
              <a:off x="6574789" y="2558144"/>
              <a:ext cx="1520368" cy="1520368"/>
            </a:xfrm>
            <a:prstGeom prst="roundRect">
              <a:avLst>
                <a:gd name="adj" fmla="val 9103"/>
              </a:avLst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8000"/>
                  </a:sysClr>
                </a:gs>
              </a:gsLst>
              <a:lin ang="2700000" scaled="1"/>
            </a:gradFill>
            <a:ln w="31750" cap="flat" cmpd="sng" algn="ctr">
              <a:gradFill flip="none" rotWithShape="1">
                <a:gsLst>
                  <a:gs pos="1000">
                    <a:sysClr val="window" lastClr="FFFFFF"/>
                  </a:gs>
                  <a:gs pos="70000">
                    <a:srgbClr val="DFDFDF">
                      <a:lumMod val="99000"/>
                      <a:lumOff val="1000"/>
                    </a:srgb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190500" dist="889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algn="ctr"/>
              <a:endParaRPr lang="zh-CN" altLang="en-US" sz="2400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9" name="Diamond 3">
              <a:extLst>
                <a:ext uri="{FF2B5EF4-FFF2-40B4-BE49-F238E27FC236}">
                  <a16:creationId xmlns:a16="http://schemas.microsoft.com/office/drawing/2014/main" id="{0F33D92A-0180-4CE0-218E-60178B5F9265}"/>
                </a:ext>
              </a:extLst>
            </p:cNvPr>
            <p:cNvSpPr/>
            <p:nvPr/>
          </p:nvSpPr>
          <p:spPr>
            <a:xfrm rot="18983661">
              <a:off x="6678938" y="2662293"/>
              <a:ext cx="1312071" cy="1312070"/>
            </a:xfrm>
            <a:prstGeom prst="roundRect">
              <a:avLst>
                <a:gd name="adj" fmla="val 9103"/>
              </a:avLst>
            </a:prstGeom>
            <a:solidFill>
              <a:schemeClr val="accent3"/>
            </a:solidFill>
            <a:ln w="22225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266700" dist="76200" dir="2700000" algn="tl" rotWithShape="0">
                <a:prstClr val="black">
                  <a:alpha val="33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49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28AE6A1D-9EB5-3D22-4E93-29BEAF79A7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2339" y="2945693"/>
              <a:ext cx="745269" cy="745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6" descr="Marketing plan Icon - Free PNG &amp; SVG 1327077 - Noun Project">
              <a:extLst>
                <a:ext uri="{FF2B5EF4-FFF2-40B4-BE49-F238E27FC236}">
                  <a16:creationId xmlns:a16="http://schemas.microsoft.com/office/drawing/2014/main" id="{524DCE5E-54C9-7647-A4F9-B9FB8B710E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2338" y="2945693"/>
              <a:ext cx="745270" cy="745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Diamond 2">
              <a:extLst>
                <a:ext uri="{FF2B5EF4-FFF2-40B4-BE49-F238E27FC236}">
                  <a16:creationId xmlns:a16="http://schemas.microsoft.com/office/drawing/2014/main" id="{A535C524-DC4F-4A7A-66B4-6ADE12B3CCA8}"/>
                </a:ext>
              </a:extLst>
            </p:cNvPr>
            <p:cNvSpPr/>
            <p:nvPr/>
          </p:nvSpPr>
          <p:spPr>
            <a:xfrm rot="18960060">
              <a:off x="4096843" y="2558144"/>
              <a:ext cx="1520368" cy="1520368"/>
            </a:xfrm>
            <a:prstGeom prst="roundRect">
              <a:avLst>
                <a:gd name="adj" fmla="val 9103"/>
              </a:avLst>
            </a:prstGeom>
            <a:gradFill>
              <a:gsLst>
                <a:gs pos="100000">
                  <a:sysClr val="window" lastClr="FFFFFF">
                    <a:lumMod val="95000"/>
                  </a:sysClr>
                </a:gs>
                <a:gs pos="0">
                  <a:sysClr val="window" lastClr="FFFFFF">
                    <a:lumMod val="88000"/>
                  </a:sysClr>
                </a:gs>
              </a:gsLst>
              <a:lin ang="2700000" scaled="1"/>
            </a:gradFill>
            <a:ln w="31750" cap="flat" cmpd="sng" algn="ctr">
              <a:gradFill flip="none" rotWithShape="1">
                <a:gsLst>
                  <a:gs pos="1000">
                    <a:sysClr val="window" lastClr="FFFFFF"/>
                  </a:gs>
                  <a:gs pos="70000">
                    <a:srgbClr val="DFDFDF">
                      <a:lumMod val="99000"/>
                      <a:lumOff val="1000"/>
                    </a:srgb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  <a:tileRect/>
              </a:gradFill>
              <a:prstDash val="solid"/>
              <a:miter lim="800000"/>
            </a:ln>
            <a:effectLst>
              <a:outerShdw blurRad="190500" dist="889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algn="ctr"/>
              <a:endParaRPr lang="zh-CN" altLang="en-US" sz="2400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65" name="Diamond1">
              <a:extLst>
                <a:ext uri="{FF2B5EF4-FFF2-40B4-BE49-F238E27FC236}">
                  <a16:creationId xmlns:a16="http://schemas.microsoft.com/office/drawing/2014/main" id="{EA2C0B70-F7D0-3C46-505B-3AD2D9CC5771}"/>
                </a:ext>
              </a:extLst>
            </p:cNvPr>
            <p:cNvSpPr/>
            <p:nvPr/>
          </p:nvSpPr>
          <p:spPr>
            <a:xfrm rot="18983661">
              <a:off x="4200992" y="2662293"/>
              <a:ext cx="1312071" cy="1312070"/>
            </a:xfrm>
            <a:prstGeom prst="roundRect">
              <a:avLst>
                <a:gd name="adj" fmla="val 9103"/>
              </a:avLst>
            </a:prstGeom>
            <a:solidFill>
              <a:schemeClr val="accent2"/>
            </a:solidFill>
            <a:ln w="22225" cap="flat" cmpd="sng" algn="ctr">
              <a:solidFill>
                <a:schemeClr val="bg1"/>
              </a:solidFill>
              <a:prstDash val="solid"/>
              <a:miter lim="800000"/>
            </a:ln>
            <a:effectLst>
              <a:outerShdw blurRad="266700" dist="76200" dir="2700000" algn="tl" rotWithShape="0">
                <a:prstClr val="black">
                  <a:alpha val="33000"/>
                </a:prstClr>
              </a:outerShdw>
            </a:effectLst>
          </p:spPr>
          <p:txBody>
            <a:bodyPr lIns="91440" tIns="45720" rIns="91440" bIns="4572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pic>
          <p:nvPicPr>
            <p:cNvPr id="61" name="Picture 4" descr="Product Service Icons - Free SVG &amp; PNG Product Service Images - Noun Project">
              <a:extLst>
                <a:ext uri="{FF2B5EF4-FFF2-40B4-BE49-F238E27FC236}">
                  <a16:creationId xmlns:a16="http://schemas.microsoft.com/office/drawing/2014/main" id="{0D50BEFA-8910-F27F-8524-C0A7C5D8D7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6253" y="2877555"/>
              <a:ext cx="881548" cy="881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34153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ED05F14-402A-1422-BBA9-96AE2B731B95}"/>
              </a:ext>
            </a:extLst>
          </p:cNvPr>
          <p:cNvGrpSpPr/>
          <p:nvPr/>
        </p:nvGrpSpPr>
        <p:grpSpPr>
          <a:xfrm>
            <a:off x="809641" y="2084222"/>
            <a:ext cx="10407203" cy="3653972"/>
            <a:chOff x="809641" y="2084222"/>
            <a:chExt cx="10407203" cy="3653972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6C70249-916B-0648-BF97-BD8B65DF027B}"/>
                </a:ext>
              </a:extLst>
            </p:cNvPr>
            <p:cNvSpPr txBox="1"/>
            <p:nvPr/>
          </p:nvSpPr>
          <p:spPr>
            <a:xfrm>
              <a:off x="1635875" y="2102883"/>
              <a:ext cx="61266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01</a:t>
              </a:r>
              <a:endPara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8DD5FBC-2633-E14D-D678-CA67F0E9E151}"/>
                </a:ext>
              </a:extLst>
            </p:cNvPr>
            <p:cNvGrpSpPr/>
            <p:nvPr/>
          </p:nvGrpSpPr>
          <p:grpSpPr>
            <a:xfrm>
              <a:off x="809641" y="2084222"/>
              <a:ext cx="10407203" cy="3653972"/>
              <a:chOff x="828302" y="1959429"/>
              <a:chExt cx="10407203" cy="3653972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153BF04B-F82F-3719-F640-16843A43A5BE}"/>
                  </a:ext>
                </a:extLst>
              </p:cNvPr>
              <p:cNvGrpSpPr/>
              <p:nvPr/>
            </p:nvGrpSpPr>
            <p:grpSpPr>
              <a:xfrm>
                <a:off x="828302" y="1959429"/>
                <a:ext cx="2227808" cy="3653972"/>
                <a:chOff x="828302" y="1959429"/>
                <a:chExt cx="2227808" cy="3653972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0514DBDF-0887-6AEB-0047-AE05A8E4F95E}"/>
                    </a:ext>
                  </a:extLst>
                </p:cNvPr>
                <p:cNvSpPr txBox="1"/>
                <p:nvPr/>
              </p:nvSpPr>
              <p:spPr>
                <a:xfrm>
                  <a:off x="828302" y="4859348"/>
                  <a:ext cx="2227808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Executive Summary</a:t>
                  </a: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Maecenas non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laoreet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odio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Fusce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lobortis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porttitor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purus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</a:t>
                  </a:r>
                </a:p>
              </p:txBody>
            </p: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BAD11A2B-E2ED-4931-3434-EE742893EC29}"/>
                    </a:ext>
                  </a:extLst>
                </p:cNvPr>
                <p:cNvGrpSpPr/>
                <p:nvPr/>
              </p:nvGrpSpPr>
              <p:grpSpPr>
                <a:xfrm>
                  <a:off x="956492" y="1959429"/>
                  <a:ext cx="1971429" cy="2548078"/>
                  <a:chOff x="956495" y="1959429"/>
                  <a:chExt cx="1971429" cy="2548078"/>
                </a:xfrm>
              </p:grpSpPr>
              <p:sp>
                <p:nvSpPr>
                  <p:cNvPr id="6" name="圆角矩形 3625">
                    <a:extLst>
                      <a:ext uri="{FF2B5EF4-FFF2-40B4-BE49-F238E27FC236}">
                        <a16:creationId xmlns:a16="http://schemas.microsoft.com/office/drawing/2014/main" id="{30982306-5A70-DE78-5C19-319961BC5602}"/>
                      </a:ext>
                    </a:extLst>
                  </p:cNvPr>
                  <p:cNvSpPr/>
                  <p:nvPr/>
                </p:nvSpPr>
                <p:spPr>
                  <a:xfrm>
                    <a:off x="956495" y="1959429"/>
                    <a:ext cx="1971429" cy="2548078"/>
                  </a:xfrm>
                  <a:prstGeom prst="roundRect">
                    <a:avLst>
                      <a:gd name="adj" fmla="val 11520"/>
                    </a:avLst>
                  </a:prstGeom>
                  <a:gradFill>
                    <a:gsLst>
                      <a:gs pos="100000">
                        <a:sysClr val="window" lastClr="FFFFFF">
                          <a:lumMod val="95000"/>
                        </a:sysClr>
                      </a:gs>
                      <a:gs pos="0">
                        <a:sysClr val="window" lastClr="FFFFFF">
                          <a:lumMod val="88000"/>
                        </a:sysClr>
                      </a:gs>
                    </a:gsLst>
                    <a:lin ang="2700000" scaled="1"/>
                  </a:gradFill>
                  <a:ln w="31750" cap="flat" cmpd="sng" algn="ctr">
                    <a:gradFill flip="none" rotWithShape="1">
                      <a:gsLst>
                        <a:gs pos="1000">
                          <a:sysClr val="window" lastClr="FFFFFF"/>
                        </a:gs>
                        <a:gs pos="70000">
                          <a:srgbClr val="DFDFDF">
                            <a:lumMod val="99000"/>
                            <a:lumOff val="1000"/>
                          </a:srgbClr>
                        </a:gs>
                        <a:gs pos="100000">
                          <a:sysClr val="window" lastClr="FFFFFF">
                            <a:lumMod val="75000"/>
                          </a:sysClr>
                        </a:gs>
                      </a:gsLst>
                      <a:lin ang="2700000" scaled="1"/>
                      <a:tileRect/>
                    </a:gradFill>
                    <a:prstDash val="solid"/>
                    <a:miter lim="800000"/>
                  </a:ln>
                  <a:effectLst>
                    <a:outerShdw blurRad="190500" dist="889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lIns="91440" tIns="45720" rIns="91440" bIns="45720"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ea"/>
                      <a:cs typeface="+mn-cs"/>
                    </a:endParaRPr>
                  </a:p>
                </p:txBody>
              </p:sp>
              <p:sp>
                <p:nvSpPr>
                  <p:cNvPr id="15" name="圆角矩形 4">
                    <a:extLst>
                      <a:ext uri="{FF2B5EF4-FFF2-40B4-BE49-F238E27FC236}">
                        <a16:creationId xmlns:a16="http://schemas.microsoft.com/office/drawing/2014/main" id="{5A631D81-7FD9-BCB1-9E1D-7F1929BFB249}"/>
                      </a:ext>
                    </a:extLst>
                  </p:cNvPr>
                  <p:cNvSpPr/>
                  <p:nvPr/>
                </p:nvSpPr>
                <p:spPr>
                  <a:xfrm>
                    <a:off x="1139032" y="2831111"/>
                    <a:ext cx="1606349" cy="1368887"/>
                  </a:xfrm>
                  <a:prstGeom prst="roundRect">
                    <a:avLst>
                      <a:gd name="adj" fmla="val 8586"/>
                    </a:avLst>
                  </a:prstGeom>
                  <a:solidFill>
                    <a:schemeClr val="accent1"/>
                  </a:solidFill>
                  <a:ln w="25400" cap="flat" cmpd="sng" algn="ctr">
                    <a:gradFill flip="none" rotWithShape="1">
                      <a:gsLst>
                        <a:gs pos="0">
                          <a:sysClr val="window" lastClr="FFFFFF">
                            <a:lumMod val="71000"/>
                          </a:sysClr>
                        </a:gs>
                        <a:gs pos="100000">
                          <a:sysClr val="window" lastClr="FFFFFF"/>
                        </a:gs>
                      </a:gsLst>
                      <a:lin ang="2700000" scaled="1"/>
                      <a:tileRect/>
                    </a:gradFill>
                    <a:prstDash val="solid"/>
                    <a:miter lim="800000"/>
                  </a:ln>
                  <a:effectLst>
                    <a:innerShdw blurRad="101600" dist="50800" dir="13500000">
                      <a:prstClr val="black">
                        <a:alpha val="50000"/>
                      </a:prstClr>
                    </a:innerShdw>
                  </a:effectLst>
                </p:spPr>
                <p:txBody>
                  <a:bodyPr lIns="91440" tIns="45720" rIns="91440" bIns="45720"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n-ea"/>
                      <a:cs typeface="+mn-cs"/>
                    </a:endParaRPr>
                  </a:p>
                </p:txBody>
              </p:sp>
              <p:pic>
                <p:nvPicPr>
                  <p:cNvPr id="77" name="Picture 2" descr="Summary Icon #427383 - Free Icons Library">
                    <a:extLst>
                      <a:ext uri="{FF2B5EF4-FFF2-40B4-BE49-F238E27FC236}">
                        <a16:creationId xmlns:a16="http://schemas.microsoft.com/office/drawing/2014/main" id="{4F01197B-E2E8-434D-423F-B9DB418CF53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rightnessContrast bright="1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642169" y="3221640"/>
                    <a:ext cx="600075" cy="58782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3D74C045-28E6-8F8E-B153-A720F75300FE}"/>
                  </a:ext>
                </a:extLst>
              </p:cNvPr>
              <p:cNvGrpSpPr/>
              <p:nvPr/>
            </p:nvGrpSpPr>
            <p:grpSpPr>
              <a:xfrm>
                <a:off x="9007697" y="1959429"/>
                <a:ext cx="2227808" cy="3653972"/>
                <a:chOff x="9007697" y="1959429"/>
                <a:chExt cx="2227808" cy="3653972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A05D819-5ADF-9014-6A11-034C5F2927A0}"/>
                    </a:ext>
                  </a:extLst>
                </p:cNvPr>
                <p:cNvSpPr txBox="1"/>
                <p:nvPr/>
              </p:nvSpPr>
              <p:spPr>
                <a:xfrm>
                  <a:off x="9007697" y="4859348"/>
                  <a:ext cx="2227808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Sales Planning</a:t>
                  </a: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Maecenas non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laoreet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odio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Fusce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lobortis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porttitor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purus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</a:t>
                  </a:r>
                </a:p>
              </p:txBody>
            </p: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BF89E094-1B1F-2C70-7561-B9CFB69B9D9E}"/>
                    </a:ext>
                  </a:extLst>
                </p:cNvPr>
                <p:cNvGrpSpPr/>
                <p:nvPr/>
              </p:nvGrpSpPr>
              <p:grpSpPr>
                <a:xfrm>
                  <a:off x="9135887" y="1959429"/>
                  <a:ext cx="1971429" cy="2548078"/>
                  <a:chOff x="9264076" y="1959429"/>
                  <a:chExt cx="1971429" cy="2548078"/>
                </a:xfrm>
              </p:grpSpPr>
              <p:grpSp>
                <p:nvGrpSpPr>
                  <p:cNvPr id="85" name="Group 84">
                    <a:extLst>
                      <a:ext uri="{FF2B5EF4-FFF2-40B4-BE49-F238E27FC236}">
                        <a16:creationId xmlns:a16="http://schemas.microsoft.com/office/drawing/2014/main" id="{4FB408DF-7B96-B858-73FF-0B664FC5E3A4}"/>
                      </a:ext>
                    </a:extLst>
                  </p:cNvPr>
                  <p:cNvGrpSpPr/>
                  <p:nvPr/>
                </p:nvGrpSpPr>
                <p:grpSpPr>
                  <a:xfrm>
                    <a:off x="9264076" y="1959429"/>
                    <a:ext cx="1971429" cy="2548078"/>
                    <a:chOff x="9264076" y="1959429"/>
                    <a:chExt cx="1971429" cy="2548078"/>
                  </a:xfrm>
                </p:grpSpPr>
                <p:sp>
                  <p:nvSpPr>
                    <p:cNvPr id="5" name="圆角矩形 58">
                      <a:extLst>
                        <a:ext uri="{FF2B5EF4-FFF2-40B4-BE49-F238E27FC236}">
                          <a16:creationId xmlns:a16="http://schemas.microsoft.com/office/drawing/2014/main" id="{FE723B3B-1EBB-5176-C683-545C717C7B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4076" y="1959429"/>
                      <a:ext cx="1971429" cy="2548078"/>
                    </a:xfrm>
                    <a:prstGeom prst="roundRect">
                      <a:avLst>
                        <a:gd name="adj" fmla="val 11520"/>
                      </a:avLst>
                    </a:prstGeom>
                    <a:gradFill>
                      <a:gsLst>
                        <a:gs pos="100000">
                          <a:sysClr val="window" lastClr="FFFFFF">
                            <a:lumMod val="95000"/>
                          </a:sysClr>
                        </a:gs>
                        <a:gs pos="0">
                          <a:sysClr val="window" lastClr="FFFFFF">
                            <a:lumMod val="88000"/>
                          </a:sysClr>
                        </a:gs>
                      </a:gsLst>
                      <a:lin ang="2700000" scaled="1"/>
                    </a:gradFill>
                    <a:ln w="31750" cap="flat" cmpd="sng" algn="ctr">
                      <a:gradFill flip="none" rotWithShape="1">
                        <a:gsLst>
                          <a:gs pos="1000">
                            <a:sysClr val="window" lastClr="FFFFFF"/>
                          </a:gs>
                          <a:gs pos="70000">
                            <a:srgbClr val="DFDFDF">
                              <a:lumMod val="99000"/>
                              <a:lumOff val="1000"/>
                            </a:srgbClr>
                          </a:gs>
                          <a:gs pos="100000">
                            <a:sysClr val="window" lastClr="FFFFFF">
                              <a:lumMod val="75000"/>
                            </a:sysClr>
                          </a:gs>
                        </a:gsLst>
                        <a:lin ang="2700000" scaled="1"/>
                        <a:tileRect/>
                      </a:gradFill>
                      <a:prstDash val="solid"/>
                      <a:miter lim="800000"/>
                    </a:ln>
                    <a:effectLst>
                      <a:outerShdw blurRad="190500" dist="889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lIns="91440" tIns="45720" rIns="91440" bIns="45720"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cs typeface="+mn-cs"/>
                      </a:endParaRPr>
                    </a:p>
                  </p:txBody>
                </p:sp>
                <p:sp>
                  <p:nvSpPr>
                    <p:cNvPr id="18" name="圆角矩形 67">
                      <a:extLst>
                        <a:ext uri="{FF2B5EF4-FFF2-40B4-BE49-F238E27FC236}">
                          <a16:creationId xmlns:a16="http://schemas.microsoft.com/office/drawing/2014/main" id="{DB4DE918-B7E1-5D94-017E-E31E56EB7E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62843" y="2831111"/>
                      <a:ext cx="1606349" cy="1368887"/>
                    </a:xfrm>
                    <a:prstGeom prst="roundRect">
                      <a:avLst>
                        <a:gd name="adj" fmla="val 8586"/>
                      </a:avLst>
                    </a:prstGeom>
                    <a:solidFill>
                      <a:schemeClr val="accent4"/>
                    </a:solidFill>
                    <a:ln w="25400" cap="flat" cmpd="sng" algn="ctr">
                      <a:gradFill flip="none" rotWithShape="1">
                        <a:gsLst>
                          <a:gs pos="0">
                            <a:sysClr val="window" lastClr="FFFFFF">
                              <a:lumMod val="71000"/>
                            </a:sysClr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  <a:miter lim="800000"/>
                    </a:ln>
                    <a:effectLst>
                      <a:innerShdw blurRad="101600" dist="50800" dir="13500000">
                        <a:prstClr val="black">
                          <a:alpha val="50000"/>
                        </a:prstClr>
                      </a:innerShdw>
                    </a:effectLst>
                  </p:spPr>
                  <p:txBody>
                    <a:bodyPr lIns="91440" tIns="45720" rIns="91440" bIns="45720"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cs typeface="+mn-cs"/>
                      </a:endParaRPr>
                    </a:p>
                  </p:txBody>
                </p:sp>
                <p:pic>
                  <p:nvPicPr>
                    <p:cNvPr id="80" name="Picture 8" descr="Finance - Free business and finance icons">
                      <a:extLst>
                        <a:ext uri="{FF2B5EF4-FFF2-40B4-BE49-F238E27FC236}">
                          <a16:creationId xmlns:a16="http://schemas.microsoft.com/office/drawing/2014/main" id="{715EDD0D-4331-0DED-5076-43B71FC4DDB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bright="10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9946828" y="3196365"/>
                      <a:ext cx="638379" cy="638379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51C8557F-3073-241B-952C-BDE9BF4C8897}"/>
                      </a:ext>
                    </a:extLst>
                  </p:cNvPr>
                  <p:cNvSpPr txBox="1"/>
                  <p:nvPr/>
                </p:nvSpPr>
                <p:spPr>
                  <a:xfrm>
                    <a:off x="9916205" y="2102883"/>
                    <a:ext cx="667170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05</a:t>
                    </a:r>
                    <a:endParaRPr lang="en-IN" sz="3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BFABD1A-B47D-151F-D796-B7A15BD61BA2}"/>
                  </a:ext>
                </a:extLst>
              </p:cNvPr>
              <p:cNvGrpSpPr/>
              <p:nvPr/>
            </p:nvGrpSpPr>
            <p:grpSpPr>
              <a:xfrm>
                <a:off x="6281232" y="1959429"/>
                <a:ext cx="2227808" cy="3653972"/>
                <a:chOff x="6281232" y="1959429"/>
                <a:chExt cx="2227808" cy="3653972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EBBC82A6-1FAB-B4DB-4CD6-B400D455AE73}"/>
                    </a:ext>
                  </a:extLst>
                </p:cNvPr>
                <p:cNvSpPr txBox="1"/>
                <p:nvPr/>
              </p:nvSpPr>
              <p:spPr>
                <a:xfrm>
                  <a:off x="6281232" y="4859348"/>
                  <a:ext cx="2227808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indent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Marketing Planning</a:t>
                  </a: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Maecenas non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laoreet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odio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Fusce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lobortis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porttitor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purus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</a:t>
                  </a:r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22FEA1C3-7D3D-617E-0C15-2E0E9D640583}"/>
                    </a:ext>
                  </a:extLst>
                </p:cNvPr>
                <p:cNvGrpSpPr/>
                <p:nvPr/>
              </p:nvGrpSpPr>
              <p:grpSpPr>
                <a:xfrm>
                  <a:off x="6409422" y="1959429"/>
                  <a:ext cx="1971429" cy="2548078"/>
                  <a:chOff x="6494882" y="1959429"/>
                  <a:chExt cx="1971429" cy="2548078"/>
                </a:xfrm>
              </p:grpSpPr>
              <p:grpSp>
                <p:nvGrpSpPr>
                  <p:cNvPr id="84" name="Group 83">
                    <a:extLst>
                      <a:ext uri="{FF2B5EF4-FFF2-40B4-BE49-F238E27FC236}">
                        <a16:creationId xmlns:a16="http://schemas.microsoft.com/office/drawing/2014/main" id="{8DAD984A-5585-15B6-F0E6-0DAF3168939C}"/>
                      </a:ext>
                    </a:extLst>
                  </p:cNvPr>
                  <p:cNvGrpSpPr/>
                  <p:nvPr/>
                </p:nvGrpSpPr>
                <p:grpSpPr>
                  <a:xfrm>
                    <a:off x="6494882" y="1959429"/>
                    <a:ext cx="1971429" cy="2548078"/>
                    <a:chOff x="6494882" y="1959429"/>
                    <a:chExt cx="1971429" cy="2548078"/>
                  </a:xfrm>
                </p:grpSpPr>
                <p:sp>
                  <p:nvSpPr>
                    <p:cNvPr id="4" name="圆角矩形 57">
                      <a:extLst>
                        <a:ext uri="{FF2B5EF4-FFF2-40B4-BE49-F238E27FC236}">
                          <a16:creationId xmlns:a16="http://schemas.microsoft.com/office/drawing/2014/main" id="{2B2F105D-F0C3-E1D0-5A4C-EA6D6A31AF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4882" y="1959429"/>
                      <a:ext cx="1971429" cy="2548078"/>
                    </a:xfrm>
                    <a:prstGeom prst="roundRect">
                      <a:avLst>
                        <a:gd name="adj" fmla="val 11520"/>
                      </a:avLst>
                    </a:prstGeom>
                    <a:gradFill>
                      <a:gsLst>
                        <a:gs pos="100000">
                          <a:sysClr val="window" lastClr="FFFFFF">
                            <a:lumMod val="95000"/>
                          </a:sysClr>
                        </a:gs>
                        <a:gs pos="0">
                          <a:sysClr val="window" lastClr="FFFFFF">
                            <a:lumMod val="88000"/>
                          </a:sysClr>
                        </a:gs>
                      </a:gsLst>
                      <a:lin ang="2700000" scaled="1"/>
                    </a:gradFill>
                    <a:ln w="31750" cap="flat" cmpd="sng" algn="ctr">
                      <a:gradFill flip="none" rotWithShape="1">
                        <a:gsLst>
                          <a:gs pos="1000">
                            <a:sysClr val="window" lastClr="FFFFFF"/>
                          </a:gs>
                          <a:gs pos="70000">
                            <a:srgbClr val="DFDFDF">
                              <a:lumMod val="99000"/>
                              <a:lumOff val="1000"/>
                            </a:srgbClr>
                          </a:gs>
                          <a:gs pos="100000">
                            <a:sysClr val="window" lastClr="FFFFFF">
                              <a:lumMod val="75000"/>
                            </a:sysClr>
                          </a:gs>
                        </a:gsLst>
                        <a:lin ang="2700000" scaled="1"/>
                        <a:tileRect/>
                      </a:gradFill>
                      <a:prstDash val="solid"/>
                      <a:miter lim="800000"/>
                    </a:ln>
                    <a:effectLst>
                      <a:outerShdw blurRad="190500" dist="889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lIns="91440" tIns="45720" rIns="91440" bIns="45720"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cs typeface="+mn-cs"/>
                      </a:endParaRPr>
                    </a:p>
                  </p:txBody>
                </p:sp>
                <p:sp>
                  <p:nvSpPr>
                    <p:cNvPr id="17" name="圆角矩形 66">
                      <a:extLst>
                        <a:ext uri="{FF2B5EF4-FFF2-40B4-BE49-F238E27FC236}">
                          <a16:creationId xmlns:a16="http://schemas.microsoft.com/office/drawing/2014/main" id="{D1516281-AFAC-3D52-769D-DF6C7EE349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8236" y="2831111"/>
                      <a:ext cx="1606349" cy="1368887"/>
                    </a:xfrm>
                    <a:prstGeom prst="roundRect">
                      <a:avLst>
                        <a:gd name="adj" fmla="val 8586"/>
                      </a:avLst>
                    </a:prstGeom>
                    <a:solidFill>
                      <a:schemeClr val="accent3"/>
                    </a:solidFill>
                    <a:ln w="25400" cap="flat" cmpd="sng" algn="ctr">
                      <a:gradFill flip="none" rotWithShape="1">
                        <a:gsLst>
                          <a:gs pos="0">
                            <a:sysClr val="window" lastClr="FFFFFF">
                              <a:lumMod val="71000"/>
                            </a:sysClr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  <a:miter lim="800000"/>
                    </a:ln>
                    <a:effectLst>
                      <a:innerShdw blurRad="101600" dist="50800" dir="13500000">
                        <a:prstClr val="black">
                          <a:alpha val="50000"/>
                        </a:prstClr>
                      </a:innerShdw>
                    </a:effectLst>
                  </p:spPr>
                  <p:txBody>
                    <a:bodyPr lIns="91440" tIns="45720" rIns="91440" bIns="45720"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cs typeface="+mn-cs"/>
                      </a:endParaRPr>
                    </a:p>
                  </p:txBody>
                </p:sp>
                <p:pic>
                  <p:nvPicPr>
                    <p:cNvPr id="79" name="Picture 6" descr="Marketing plan Icon - Free PNG &amp; SVG 1327077 - Noun Project">
                      <a:extLst>
                        <a:ext uri="{FF2B5EF4-FFF2-40B4-BE49-F238E27FC236}">
                          <a16:creationId xmlns:a16="http://schemas.microsoft.com/office/drawing/2014/main" id="{C8542667-9FED-0B17-40F3-F8CC2486B6A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>
                      <a:extLst>
                        <a:ext uri="{BEBA8EAE-BF5A-486C-A8C5-ECC9F3942E4B}">
                          <a14:imgProps xmlns:a14="http://schemas.microsoft.com/office/drawing/2010/main">
                            <a14:imgLayer r:embed="rId7">
                              <a14:imgEffect>
                                <a14:brightnessContrast bright="10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7176696" y="3200840"/>
                      <a:ext cx="629429" cy="629429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69DBEF3-8A87-27DC-1D93-F8FA911D16A4}"/>
                      </a:ext>
                    </a:extLst>
                  </p:cNvPr>
                  <p:cNvSpPr txBox="1"/>
                  <p:nvPr/>
                </p:nvSpPr>
                <p:spPr>
                  <a:xfrm>
                    <a:off x="7145409" y="2102883"/>
                    <a:ext cx="670376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04</a:t>
                    </a:r>
                    <a:endParaRPr lang="en-IN" sz="3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endParaRPr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C6B60380-6444-D2BE-BA9B-BCB5B3DBBE95}"/>
                  </a:ext>
                </a:extLst>
              </p:cNvPr>
              <p:cNvGrpSpPr/>
              <p:nvPr/>
            </p:nvGrpSpPr>
            <p:grpSpPr>
              <a:xfrm>
                <a:off x="1635872" y="1959429"/>
                <a:ext cx="4146703" cy="3653972"/>
                <a:chOff x="1635872" y="1959429"/>
                <a:chExt cx="4146703" cy="3653972"/>
              </a:xfrm>
            </p:grpSpPr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A47C6EEB-4CDB-EB61-5B45-B85AFF5F4783}"/>
                    </a:ext>
                  </a:extLst>
                </p:cNvPr>
                <p:cNvSpPr txBox="1"/>
                <p:nvPr/>
              </p:nvSpPr>
              <p:spPr>
                <a:xfrm>
                  <a:off x="3554767" y="4859348"/>
                  <a:ext cx="2227808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Products &amp; Services</a:t>
                  </a: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Maecenas non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laoreet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odio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Fusce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lobortis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porttitor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purus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</a:t>
                  </a:r>
                </a:p>
              </p:txBody>
            </p: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B3C378AF-8342-6A7E-AE93-CA1FA692C292}"/>
                    </a:ext>
                  </a:extLst>
                </p:cNvPr>
                <p:cNvGrpSpPr/>
                <p:nvPr/>
              </p:nvGrpSpPr>
              <p:grpSpPr>
                <a:xfrm>
                  <a:off x="1635872" y="1959429"/>
                  <a:ext cx="4018514" cy="2548078"/>
                  <a:chOff x="1678603" y="1959429"/>
                  <a:chExt cx="4018514" cy="2548078"/>
                </a:xfrm>
              </p:grpSpPr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D127B1BE-2516-B48D-458D-4FC5783F99FB}"/>
                      </a:ext>
                    </a:extLst>
                  </p:cNvPr>
                  <p:cNvGrpSpPr/>
                  <p:nvPr/>
                </p:nvGrpSpPr>
                <p:grpSpPr>
                  <a:xfrm>
                    <a:off x="3725688" y="1959429"/>
                    <a:ext cx="1971429" cy="2548078"/>
                    <a:chOff x="3725688" y="1959429"/>
                    <a:chExt cx="1971429" cy="2548078"/>
                  </a:xfrm>
                </p:grpSpPr>
                <p:sp>
                  <p:nvSpPr>
                    <p:cNvPr id="3" name="圆角矩形 56">
                      <a:extLst>
                        <a:ext uri="{FF2B5EF4-FFF2-40B4-BE49-F238E27FC236}">
                          <a16:creationId xmlns:a16="http://schemas.microsoft.com/office/drawing/2014/main" id="{72A9110D-8C34-DA10-43D0-4DEBCE11EA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25688" y="1959429"/>
                      <a:ext cx="1971429" cy="2548078"/>
                    </a:xfrm>
                    <a:prstGeom prst="roundRect">
                      <a:avLst>
                        <a:gd name="adj" fmla="val 11520"/>
                      </a:avLst>
                    </a:prstGeom>
                    <a:gradFill>
                      <a:gsLst>
                        <a:gs pos="100000">
                          <a:sysClr val="window" lastClr="FFFFFF">
                            <a:lumMod val="95000"/>
                          </a:sysClr>
                        </a:gs>
                        <a:gs pos="0">
                          <a:sysClr val="window" lastClr="FFFFFF">
                            <a:lumMod val="88000"/>
                          </a:sysClr>
                        </a:gs>
                      </a:gsLst>
                      <a:lin ang="2700000" scaled="1"/>
                    </a:gradFill>
                    <a:ln w="31750" cap="flat" cmpd="sng" algn="ctr">
                      <a:gradFill flip="none" rotWithShape="1">
                        <a:gsLst>
                          <a:gs pos="1000">
                            <a:sysClr val="window" lastClr="FFFFFF"/>
                          </a:gs>
                          <a:gs pos="70000">
                            <a:srgbClr val="DFDFDF">
                              <a:lumMod val="99000"/>
                              <a:lumOff val="1000"/>
                            </a:srgbClr>
                          </a:gs>
                          <a:gs pos="100000">
                            <a:sysClr val="window" lastClr="FFFFFF">
                              <a:lumMod val="75000"/>
                            </a:sysClr>
                          </a:gs>
                        </a:gsLst>
                        <a:lin ang="2700000" scaled="1"/>
                        <a:tileRect/>
                      </a:gradFill>
                      <a:prstDash val="solid"/>
                      <a:miter lim="800000"/>
                    </a:ln>
                    <a:effectLst>
                      <a:outerShdw blurRad="190500" dist="889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lIns="91440" tIns="45720" rIns="91440" bIns="45720"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cs typeface="+mn-cs"/>
                      </a:endParaRPr>
                    </a:p>
                  </p:txBody>
                </p:sp>
                <p:sp>
                  <p:nvSpPr>
                    <p:cNvPr id="16" name="圆角矩形 65">
                      <a:extLst>
                        <a:ext uri="{FF2B5EF4-FFF2-40B4-BE49-F238E27FC236}">
                          <a16:creationId xmlns:a16="http://schemas.microsoft.com/office/drawing/2014/main" id="{BFD3C81E-F195-F00D-EF15-240D014C64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08226" y="2831111"/>
                      <a:ext cx="1606349" cy="1368887"/>
                    </a:xfrm>
                    <a:prstGeom prst="roundRect">
                      <a:avLst>
                        <a:gd name="adj" fmla="val 8586"/>
                      </a:avLst>
                    </a:prstGeom>
                    <a:solidFill>
                      <a:schemeClr val="accent2"/>
                    </a:solidFill>
                    <a:ln w="25400" cap="flat" cmpd="sng" algn="ctr">
                      <a:gradFill flip="none" rotWithShape="1">
                        <a:gsLst>
                          <a:gs pos="0">
                            <a:sysClr val="window" lastClr="FFFFFF">
                              <a:lumMod val="71000"/>
                            </a:sysClr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  <a:miter lim="800000"/>
                    </a:ln>
                    <a:effectLst>
                      <a:innerShdw blurRad="101600" dist="50800" dir="13500000">
                        <a:prstClr val="black">
                          <a:alpha val="50000"/>
                        </a:prstClr>
                      </a:innerShdw>
                    </a:effectLst>
                  </p:spPr>
                  <p:txBody>
                    <a:bodyPr lIns="91440" tIns="45720" rIns="91440" bIns="45720"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ea"/>
                        <a:cs typeface="+mn-cs"/>
                      </a:endParaRPr>
                    </a:p>
                  </p:txBody>
                </p:sp>
                <p:pic>
                  <p:nvPicPr>
                    <p:cNvPr id="78" name="Picture 4" descr="Product Service Icons - Free SVG &amp; PNG Product Service Images - Noun Project">
                      <a:extLst>
                        <a:ext uri="{FF2B5EF4-FFF2-40B4-BE49-F238E27FC236}">
                          <a16:creationId xmlns:a16="http://schemas.microsoft.com/office/drawing/2014/main" id="{2BA09DAC-8DC3-888C-93B1-4412E2C1959F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8">
                      <a:extLst>
                        <a:ext uri="{BEBA8EAE-BF5A-486C-A8C5-ECC9F3942E4B}">
                          <a14:imgProps xmlns:a14="http://schemas.microsoft.com/office/drawing/2010/main">
                            <a14:imgLayer r:embed="rId9">
                              <a14:imgEffect>
                                <a14:brightnessContrast bright="10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4339138" y="3143292"/>
                      <a:ext cx="744524" cy="744524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2F529098-7181-34AD-45F7-1BDBA5532126}"/>
                      </a:ext>
                    </a:extLst>
                  </p:cNvPr>
                  <p:cNvSpPr txBox="1"/>
                  <p:nvPr/>
                </p:nvSpPr>
                <p:spPr>
                  <a:xfrm>
                    <a:off x="4379421" y="2102883"/>
                    <a:ext cx="663964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02</a:t>
                    </a:r>
                    <a:endParaRPr lang="en-IN" sz="3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endParaRPr>
                  </a:p>
                </p:txBody>
              </p:sp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1A530F62-165B-FF73-A6D7-9893196E6290}"/>
                      </a:ext>
                    </a:extLst>
                  </p:cNvPr>
                  <p:cNvSpPr txBox="1"/>
                  <p:nvPr/>
                </p:nvSpPr>
                <p:spPr>
                  <a:xfrm>
                    <a:off x="1678603" y="2102883"/>
                    <a:ext cx="612668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3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Lora" pitchFamily="2" charset="0"/>
                      </a:rPr>
                      <a:t>01</a:t>
                    </a:r>
                    <a:endParaRPr lang="en-IN" sz="32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751061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621089E6-EEA3-8E45-5FB7-018BD47CE7EE}"/>
              </a:ext>
            </a:extLst>
          </p:cNvPr>
          <p:cNvGrpSpPr/>
          <p:nvPr/>
        </p:nvGrpSpPr>
        <p:grpSpPr>
          <a:xfrm>
            <a:off x="1350403" y="1735176"/>
            <a:ext cx="9491195" cy="4626714"/>
            <a:chOff x="1350402" y="1735176"/>
            <a:chExt cx="9491195" cy="462671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DC829C6-7658-5A58-1D1A-99651D89590A}"/>
                </a:ext>
              </a:extLst>
            </p:cNvPr>
            <p:cNvSpPr txBox="1"/>
            <p:nvPr/>
          </p:nvSpPr>
          <p:spPr>
            <a:xfrm>
              <a:off x="1350402" y="3671508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Bef>
                  <a:spcPts val="600"/>
                </a:spcBef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Products &amp; Services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endParaRPr>
            </a:p>
            <a:p>
              <a:pPr algn="r"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869A4E3-23AE-0E14-5B32-5BDCD4732AD0}"/>
                </a:ext>
              </a:extLst>
            </p:cNvPr>
            <p:cNvSpPr txBox="1"/>
            <p:nvPr/>
          </p:nvSpPr>
          <p:spPr>
            <a:xfrm>
              <a:off x="8613789" y="3671508"/>
              <a:ext cx="222780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indent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  <a:sym typeface="Fira Sans"/>
                </a:rPr>
                <a:t>Marketing Planning</a:t>
              </a:r>
            </a:p>
            <a:p>
              <a:pPr>
                <a:spcBef>
                  <a:spcPts val="600"/>
                </a:spcBef>
              </a:pP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odio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Fusce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lobortis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porttitor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 </a:t>
              </a:r>
              <a:r>
                <a:rPr 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purus</a:t>
              </a:r>
              <a:r>
                <a:rPr 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.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306B947-68E0-EA99-2EA6-BD4CC3475903}"/>
                </a:ext>
              </a:extLst>
            </p:cNvPr>
            <p:cNvGrpSpPr/>
            <p:nvPr/>
          </p:nvGrpSpPr>
          <p:grpSpPr>
            <a:xfrm>
              <a:off x="2992329" y="1735176"/>
              <a:ext cx="6207341" cy="4626714"/>
              <a:chOff x="2844397" y="1735176"/>
              <a:chExt cx="6207341" cy="4626714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1A2BF3-9363-5051-D104-ECEC9E3E940A}"/>
                  </a:ext>
                </a:extLst>
              </p:cNvPr>
              <p:cNvSpPr txBox="1"/>
              <p:nvPr/>
            </p:nvSpPr>
            <p:spPr>
              <a:xfrm>
                <a:off x="2844397" y="1953924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8A7B33A-98E4-EE35-F2AA-D5C73EB6061F}"/>
                  </a:ext>
                </a:extLst>
              </p:cNvPr>
              <p:cNvSpPr txBox="1"/>
              <p:nvPr/>
            </p:nvSpPr>
            <p:spPr>
              <a:xfrm>
                <a:off x="6823930" y="5389091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A7D6BA3-8ED8-EACA-F976-7FE586002C8D}"/>
                  </a:ext>
                </a:extLst>
              </p:cNvPr>
              <p:cNvGrpSpPr/>
              <p:nvPr/>
            </p:nvGrpSpPr>
            <p:grpSpPr>
              <a:xfrm>
                <a:off x="3633873" y="1735176"/>
                <a:ext cx="4628388" cy="4626714"/>
                <a:chOff x="3641846" y="1735176"/>
                <a:chExt cx="4628388" cy="4626714"/>
              </a:xfrm>
            </p:grpSpPr>
            <p:sp>
              <p:nvSpPr>
                <p:cNvPr id="24" name="圆角矩形 25">
                  <a:extLst>
                    <a:ext uri="{FF2B5EF4-FFF2-40B4-BE49-F238E27FC236}">
                      <a16:creationId xmlns:a16="http://schemas.microsoft.com/office/drawing/2014/main" id="{F4C5911B-AB65-8B7A-A666-3A79C5762E8B}"/>
                    </a:ext>
                  </a:extLst>
                </p:cNvPr>
                <p:cNvSpPr/>
                <p:nvPr/>
              </p:nvSpPr>
              <p:spPr>
                <a:xfrm rot="16200000" flipH="1" flipV="1">
                  <a:off x="5042686" y="2425474"/>
                  <a:ext cx="1826705" cy="883601"/>
                </a:xfrm>
                <a:custGeom>
                  <a:avLst/>
                  <a:gdLst>
                    <a:gd name="connsiteX0" fmla="*/ 0 w 1706671"/>
                    <a:gd name="connsiteY0" fmla="*/ 129861 h 1036320"/>
                    <a:gd name="connsiteX1" fmla="*/ 129861 w 1706671"/>
                    <a:gd name="connsiteY1" fmla="*/ 0 h 1036320"/>
                    <a:gd name="connsiteX2" fmla="*/ 1576810 w 1706671"/>
                    <a:gd name="connsiteY2" fmla="*/ 0 h 1036320"/>
                    <a:gd name="connsiteX3" fmla="*/ 1706671 w 1706671"/>
                    <a:gd name="connsiteY3" fmla="*/ 129861 h 1036320"/>
                    <a:gd name="connsiteX4" fmla="*/ 1706671 w 1706671"/>
                    <a:gd name="connsiteY4" fmla="*/ 906459 h 1036320"/>
                    <a:gd name="connsiteX5" fmla="*/ 1576810 w 1706671"/>
                    <a:gd name="connsiteY5" fmla="*/ 1036320 h 1036320"/>
                    <a:gd name="connsiteX6" fmla="*/ 129861 w 1706671"/>
                    <a:gd name="connsiteY6" fmla="*/ 1036320 h 1036320"/>
                    <a:gd name="connsiteX7" fmla="*/ 0 w 1706671"/>
                    <a:gd name="connsiteY7" fmla="*/ 906459 h 1036320"/>
                    <a:gd name="connsiteX8" fmla="*/ 0 w 1706671"/>
                    <a:gd name="connsiteY8" fmla="*/ 129861 h 1036320"/>
                    <a:gd name="connsiteX0-1" fmla="*/ 0 w 2114558"/>
                    <a:gd name="connsiteY0-2" fmla="*/ 129861 h 1036320"/>
                    <a:gd name="connsiteX1-3" fmla="*/ 129861 w 2114558"/>
                    <a:gd name="connsiteY1-4" fmla="*/ 0 h 1036320"/>
                    <a:gd name="connsiteX2-5" fmla="*/ 1576810 w 2114558"/>
                    <a:gd name="connsiteY2-6" fmla="*/ 0 h 1036320"/>
                    <a:gd name="connsiteX3-7" fmla="*/ 1706671 w 2114558"/>
                    <a:gd name="connsiteY3-8" fmla="*/ 129861 h 1036320"/>
                    <a:gd name="connsiteX4-9" fmla="*/ 2114550 w 2114558"/>
                    <a:gd name="connsiteY4-10" fmla="*/ 509588 h 1036320"/>
                    <a:gd name="connsiteX5-11" fmla="*/ 1706671 w 2114558"/>
                    <a:gd name="connsiteY5-12" fmla="*/ 906459 h 1036320"/>
                    <a:gd name="connsiteX6-13" fmla="*/ 1576810 w 2114558"/>
                    <a:gd name="connsiteY6-14" fmla="*/ 1036320 h 1036320"/>
                    <a:gd name="connsiteX7-15" fmla="*/ 129861 w 2114558"/>
                    <a:gd name="connsiteY7-16" fmla="*/ 1036320 h 1036320"/>
                    <a:gd name="connsiteX8-17" fmla="*/ 0 w 2114558"/>
                    <a:gd name="connsiteY8-18" fmla="*/ 906459 h 1036320"/>
                    <a:gd name="connsiteX9" fmla="*/ 0 w 2114558"/>
                    <a:gd name="connsiteY9" fmla="*/ 129861 h 1036320"/>
                    <a:gd name="connsiteX0-19" fmla="*/ 0 w 2114560"/>
                    <a:gd name="connsiteY0-20" fmla="*/ 129861 h 1036320"/>
                    <a:gd name="connsiteX1-21" fmla="*/ 129861 w 2114560"/>
                    <a:gd name="connsiteY1-22" fmla="*/ 0 h 1036320"/>
                    <a:gd name="connsiteX2-23" fmla="*/ 1576810 w 2114560"/>
                    <a:gd name="connsiteY2-24" fmla="*/ 0 h 1036320"/>
                    <a:gd name="connsiteX3-25" fmla="*/ 1778109 w 2114560"/>
                    <a:gd name="connsiteY3-26" fmla="*/ 148911 h 1036320"/>
                    <a:gd name="connsiteX4-27" fmla="*/ 2114550 w 2114560"/>
                    <a:gd name="connsiteY4-28" fmla="*/ 509588 h 1036320"/>
                    <a:gd name="connsiteX5-29" fmla="*/ 1706671 w 2114560"/>
                    <a:gd name="connsiteY5-30" fmla="*/ 906459 h 1036320"/>
                    <a:gd name="connsiteX6-31" fmla="*/ 1576810 w 2114560"/>
                    <a:gd name="connsiteY6-32" fmla="*/ 1036320 h 1036320"/>
                    <a:gd name="connsiteX7-33" fmla="*/ 129861 w 2114560"/>
                    <a:gd name="connsiteY7-34" fmla="*/ 1036320 h 1036320"/>
                    <a:gd name="connsiteX8-35" fmla="*/ 0 w 2114560"/>
                    <a:gd name="connsiteY8-36" fmla="*/ 906459 h 1036320"/>
                    <a:gd name="connsiteX9-37" fmla="*/ 0 w 2114560"/>
                    <a:gd name="connsiteY9-38" fmla="*/ 129861 h 1036320"/>
                    <a:gd name="connsiteX0-39" fmla="*/ 0 w 2114567"/>
                    <a:gd name="connsiteY0-40" fmla="*/ 129861 h 1036320"/>
                    <a:gd name="connsiteX1-41" fmla="*/ 129861 w 2114567"/>
                    <a:gd name="connsiteY1-42" fmla="*/ 0 h 1036320"/>
                    <a:gd name="connsiteX2-43" fmla="*/ 1576810 w 2114567"/>
                    <a:gd name="connsiteY2-44" fmla="*/ 0 h 1036320"/>
                    <a:gd name="connsiteX3-45" fmla="*/ 1778109 w 2114567"/>
                    <a:gd name="connsiteY3-46" fmla="*/ 148911 h 1036320"/>
                    <a:gd name="connsiteX4-47" fmla="*/ 2114550 w 2114567"/>
                    <a:gd name="connsiteY4-48" fmla="*/ 509588 h 1036320"/>
                    <a:gd name="connsiteX5-49" fmla="*/ 1706671 w 2114567"/>
                    <a:gd name="connsiteY5-50" fmla="*/ 906459 h 1036320"/>
                    <a:gd name="connsiteX6-51" fmla="*/ 1576810 w 2114567"/>
                    <a:gd name="connsiteY6-52" fmla="*/ 1036320 h 1036320"/>
                    <a:gd name="connsiteX7-53" fmla="*/ 129861 w 2114567"/>
                    <a:gd name="connsiteY7-54" fmla="*/ 1036320 h 1036320"/>
                    <a:gd name="connsiteX8-55" fmla="*/ 0 w 2114567"/>
                    <a:gd name="connsiteY8-56" fmla="*/ 906459 h 1036320"/>
                    <a:gd name="connsiteX9-57" fmla="*/ 0 w 2114567"/>
                    <a:gd name="connsiteY9-58" fmla="*/ 129861 h 1036320"/>
                    <a:gd name="connsiteX0-59" fmla="*/ 0 w 2114568"/>
                    <a:gd name="connsiteY0-60" fmla="*/ 129861 h 1036320"/>
                    <a:gd name="connsiteX1-61" fmla="*/ 129861 w 2114568"/>
                    <a:gd name="connsiteY1-62" fmla="*/ 0 h 1036320"/>
                    <a:gd name="connsiteX2-63" fmla="*/ 1576810 w 2114568"/>
                    <a:gd name="connsiteY2-64" fmla="*/ 0 h 1036320"/>
                    <a:gd name="connsiteX3-65" fmla="*/ 1782872 w 2114568"/>
                    <a:gd name="connsiteY3-66" fmla="*/ 129861 h 1036320"/>
                    <a:gd name="connsiteX4-67" fmla="*/ 2114550 w 2114568"/>
                    <a:gd name="connsiteY4-68" fmla="*/ 509588 h 1036320"/>
                    <a:gd name="connsiteX5-69" fmla="*/ 1706671 w 2114568"/>
                    <a:gd name="connsiteY5-70" fmla="*/ 906459 h 1036320"/>
                    <a:gd name="connsiteX6-71" fmla="*/ 1576810 w 2114568"/>
                    <a:gd name="connsiteY6-72" fmla="*/ 1036320 h 1036320"/>
                    <a:gd name="connsiteX7-73" fmla="*/ 129861 w 2114568"/>
                    <a:gd name="connsiteY7-74" fmla="*/ 1036320 h 1036320"/>
                    <a:gd name="connsiteX8-75" fmla="*/ 0 w 2114568"/>
                    <a:gd name="connsiteY8-76" fmla="*/ 906459 h 1036320"/>
                    <a:gd name="connsiteX9-77" fmla="*/ 0 w 2114568"/>
                    <a:gd name="connsiteY9-78" fmla="*/ 129861 h 1036320"/>
                    <a:gd name="connsiteX0-79" fmla="*/ 0 w 2114568"/>
                    <a:gd name="connsiteY0-80" fmla="*/ 129861 h 1036320"/>
                    <a:gd name="connsiteX1-81" fmla="*/ 129861 w 2114568"/>
                    <a:gd name="connsiteY1-82" fmla="*/ 0 h 1036320"/>
                    <a:gd name="connsiteX2-83" fmla="*/ 1576810 w 2114568"/>
                    <a:gd name="connsiteY2-84" fmla="*/ 0 h 1036320"/>
                    <a:gd name="connsiteX3-85" fmla="*/ 1782872 w 2114568"/>
                    <a:gd name="connsiteY3-86" fmla="*/ 129861 h 1036320"/>
                    <a:gd name="connsiteX4-87" fmla="*/ 2114550 w 2114568"/>
                    <a:gd name="connsiteY4-88" fmla="*/ 509588 h 1036320"/>
                    <a:gd name="connsiteX5-89" fmla="*/ 1706671 w 2114568"/>
                    <a:gd name="connsiteY5-90" fmla="*/ 906459 h 1036320"/>
                    <a:gd name="connsiteX6-91" fmla="*/ 1576810 w 2114568"/>
                    <a:gd name="connsiteY6-92" fmla="*/ 1036320 h 1036320"/>
                    <a:gd name="connsiteX7-93" fmla="*/ 129861 w 2114568"/>
                    <a:gd name="connsiteY7-94" fmla="*/ 1036320 h 1036320"/>
                    <a:gd name="connsiteX8-95" fmla="*/ 0 w 2114568"/>
                    <a:gd name="connsiteY8-96" fmla="*/ 906459 h 1036320"/>
                    <a:gd name="connsiteX9-97" fmla="*/ 0 w 2114568"/>
                    <a:gd name="connsiteY9-98" fmla="*/ 129861 h 1036320"/>
                    <a:gd name="connsiteX0-99" fmla="*/ 0 w 2114571"/>
                    <a:gd name="connsiteY0-100" fmla="*/ 129861 h 1036320"/>
                    <a:gd name="connsiteX1-101" fmla="*/ 129861 w 2114571"/>
                    <a:gd name="connsiteY1-102" fmla="*/ 0 h 1036320"/>
                    <a:gd name="connsiteX2-103" fmla="*/ 1576810 w 2114571"/>
                    <a:gd name="connsiteY2-104" fmla="*/ 0 h 1036320"/>
                    <a:gd name="connsiteX3-105" fmla="*/ 1811447 w 2114571"/>
                    <a:gd name="connsiteY3-106" fmla="*/ 120336 h 1036320"/>
                    <a:gd name="connsiteX4-107" fmla="*/ 2114550 w 2114571"/>
                    <a:gd name="connsiteY4-108" fmla="*/ 509588 h 1036320"/>
                    <a:gd name="connsiteX5-109" fmla="*/ 1706671 w 2114571"/>
                    <a:gd name="connsiteY5-110" fmla="*/ 906459 h 1036320"/>
                    <a:gd name="connsiteX6-111" fmla="*/ 1576810 w 2114571"/>
                    <a:gd name="connsiteY6-112" fmla="*/ 1036320 h 1036320"/>
                    <a:gd name="connsiteX7-113" fmla="*/ 129861 w 2114571"/>
                    <a:gd name="connsiteY7-114" fmla="*/ 1036320 h 1036320"/>
                    <a:gd name="connsiteX8-115" fmla="*/ 0 w 2114571"/>
                    <a:gd name="connsiteY8-116" fmla="*/ 906459 h 1036320"/>
                    <a:gd name="connsiteX9-117" fmla="*/ 0 w 2114571"/>
                    <a:gd name="connsiteY9-118" fmla="*/ 129861 h 1036320"/>
                    <a:gd name="connsiteX0-119" fmla="*/ 0 w 2114571"/>
                    <a:gd name="connsiteY0-120" fmla="*/ 129861 h 1036320"/>
                    <a:gd name="connsiteX1-121" fmla="*/ 129861 w 2114571"/>
                    <a:gd name="connsiteY1-122" fmla="*/ 0 h 1036320"/>
                    <a:gd name="connsiteX2-123" fmla="*/ 1576810 w 2114571"/>
                    <a:gd name="connsiteY2-124" fmla="*/ 0 h 1036320"/>
                    <a:gd name="connsiteX3-125" fmla="*/ 1811447 w 2114571"/>
                    <a:gd name="connsiteY3-126" fmla="*/ 120336 h 1036320"/>
                    <a:gd name="connsiteX4-127" fmla="*/ 2114550 w 2114571"/>
                    <a:gd name="connsiteY4-128" fmla="*/ 509588 h 1036320"/>
                    <a:gd name="connsiteX5-129" fmla="*/ 1706671 w 2114571"/>
                    <a:gd name="connsiteY5-130" fmla="*/ 906459 h 1036320"/>
                    <a:gd name="connsiteX6-131" fmla="*/ 1576810 w 2114571"/>
                    <a:gd name="connsiteY6-132" fmla="*/ 1036320 h 1036320"/>
                    <a:gd name="connsiteX7-133" fmla="*/ 129861 w 2114571"/>
                    <a:gd name="connsiteY7-134" fmla="*/ 1036320 h 1036320"/>
                    <a:gd name="connsiteX8-135" fmla="*/ 0 w 2114571"/>
                    <a:gd name="connsiteY8-136" fmla="*/ 906459 h 1036320"/>
                    <a:gd name="connsiteX9-137" fmla="*/ 0 w 2114571"/>
                    <a:gd name="connsiteY9-138" fmla="*/ 129861 h 1036320"/>
                    <a:gd name="connsiteX0-139" fmla="*/ 0 w 2114581"/>
                    <a:gd name="connsiteY0-140" fmla="*/ 129861 h 1036320"/>
                    <a:gd name="connsiteX1-141" fmla="*/ 129861 w 2114581"/>
                    <a:gd name="connsiteY1-142" fmla="*/ 0 h 1036320"/>
                    <a:gd name="connsiteX2-143" fmla="*/ 1576810 w 2114581"/>
                    <a:gd name="connsiteY2-144" fmla="*/ 0 h 1036320"/>
                    <a:gd name="connsiteX3-145" fmla="*/ 1811447 w 2114581"/>
                    <a:gd name="connsiteY3-146" fmla="*/ 120336 h 1036320"/>
                    <a:gd name="connsiteX4-147" fmla="*/ 2114550 w 2114581"/>
                    <a:gd name="connsiteY4-148" fmla="*/ 509588 h 1036320"/>
                    <a:gd name="connsiteX5-149" fmla="*/ 1706671 w 2114581"/>
                    <a:gd name="connsiteY5-150" fmla="*/ 906459 h 1036320"/>
                    <a:gd name="connsiteX6-151" fmla="*/ 1576810 w 2114581"/>
                    <a:gd name="connsiteY6-152" fmla="*/ 1036320 h 1036320"/>
                    <a:gd name="connsiteX7-153" fmla="*/ 129861 w 2114581"/>
                    <a:gd name="connsiteY7-154" fmla="*/ 1036320 h 1036320"/>
                    <a:gd name="connsiteX8-155" fmla="*/ 0 w 2114581"/>
                    <a:gd name="connsiteY8-156" fmla="*/ 906459 h 1036320"/>
                    <a:gd name="connsiteX9-157" fmla="*/ 0 w 2114581"/>
                    <a:gd name="connsiteY9-158" fmla="*/ 129861 h 1036320"/>
                    <a:gd name="connsiteX0-159" fmla="*/ 0 w 2114586"/>
                    <a:gd name="connsiteY0-160" fmla="*/ 129861 h 1036320"/>
                    <a:gd name="connsiteX1-161" fmla="*/ 129861 w 2114586"/>
                    <a:gd name="connsiteY1-162" fmla="*/ 0 h 1036320"/>
                    <a:gd name="connsiteX2-163" fmla="*/ 1576810 w 2114586"/>
                    <a:gd name="connsiteY2-164" fmla="*/ 0 h 1036320"/>
                    <a:gd name="connsiteX3-165" fmla="*/ 1811447 w 2114586"/>
                    <a:gd name="connsiteY3-166" fmla="*/ 120336 h 1036320"/>
                    <a:gd name="connsiteX4-167" fmla="*/ 2114550 w 2114586"/>
                    <a:gd name="connsiteY4-168" fmla="*/ 509588 h 1036320"/>
                    <a:gd name="connsiteX5-169" fmla="*/ 1706671 w 2114586"/>
                    <a:gd name="connsiteY5-170" fmla="*/ 906459 h 1036320"/>
                    <a:gd name="connsiteX6-171" fmla="*/ 1576810 w 2114586"/>
                    <a:gd name="connsiteY6-172" fmla="*/ 1036320 h 1036320"/>
                    <a:gd name="connsiteX7-173" fmla="*/ 129861 w 2114586"/>
                    <a:gd name="connsiteY7-174" fmla="*/ 1036320 h 1036320"/>
                    <a:gd name="connsiteX8-175" fmla="*/ 0 w 2114586"/>
                    <a:gd name="connsiteY8-176" fmla="*/ 906459 h 1036320"/>
                    <a:gd name="connsiteX9-177" fmla="*/ 0 w 2114586"/>
                    <a:gd name="connsiteY9-178" fmla="*/ 129861 h 1036320"/>
                    <a:gd name="connsiteX0-179" fmla="*/ 0 w 2114586"/>
                    <a:gd name="connsiteY0-180" fmla="*/ 129861 h 1036320"/>
                    <a:gd name="connsiteX1-181" fmla="*/ 129861 w 2114586"/>
                    <a:gd name="connsiteY1-182" fmla="*/ 0 h 1036320"/>
                    <a:gd name="connsiteX2-183" fmla="*/ 1576810 w 2114586"/>
                    <a:gd name="connsiteY2-184" fmla="*/ 0 h 1036320"/>
                    <a:gd name="connsiteX3-185" fmla="*/ 1811447 w 2114586"/>
                    <a:gd name="connsiteY3-186" fmla="*/ 120336 h 1036320"/>
                    <a:gd name="connsiteX4-187" fmla="*/ 2114550 w 2114586"/>
                    <a:gd name="connsiteY4-188" fmla="*/ 509588 h 1036320"/>
                    <a:gd name="connsiteX5-189" fmla="*/ 1706671 w 2114586"/>
                    <a:gd name="connsiteY5-190" fmla="*/ 906459 h 1036320"/>
                    <a:gd name="connsiteX6-191" fmla="*/ 1576810 w 2114586"/>
                    <a:gd name="connsiteY6-192" fmla="*/ 1036320 h 1036320"/>
                    <a:gd name="connsiteX7-193" fmla="*/ 129861 w 2114586"/>
                    <a:gd name="connsiteY7-194" fmla="*/ 1036320 h 1036320"/>
                    <a:gd name="connsiteX8-195" fmla="*/ 0 w 2114586"/>
                    <a:gd name="connsiteY8-196" fmla="*/ 906459 h 1036320"/>
                    <a:gd name="connsiteX9-197" fmla="*/ 0 w 2114586"/>
                    <a:gd name="connsiteY9-198" fmla="*/ 129861 h 1036320"/>
                    <a:gd name="connsiteX0-199" fmla="*/ 0 w 2114586"/>
                    <a:gd name="connsiteY0-200" fmla="*/ 129861 h 1036320"/>
                    <a:gd name="connsiteX1-201" fmla="*/ 129861 w 2114586"/>
                    <a:gd name="connsiteY1-202" fmla="*/ 0 h 1036320"/>
                    <a:gd name="connsiteX2-203" fmla="*/ 1576810 w 2114586"/>
                    <a:gd name="connsiteY2-204" fmla="*/ 0 h 1036320"/>
                    <a:gd name="connsiteX3-205" fmla="*/ 1811447 w 2114586"/>
                    <a:gd name="connsiteY3-206" fmla="*/ 120336 h 1036320"/>
                    <a:gd name="connsiteX4-207" fmla="*/ 2114550 w 2114586"/>
                    <a:gd name="connsiteY4-208" fmla="*/ 509588 h 1036320"/>
                    <a:gd name="connsiteX5-209" fmla="*/ 1706671 w 2114586"/>
                    <a:gd name="connsiteY5-210" fmla="*/ 906459 h 1036320"/>
                    <a:gd name="connsiteX6-211" fmla="*/ 1576810 w 2114586"/>
                    <a:gd name="connsiteY6-212" fmla="*/ 1036320 h 1036320"/>
                    <a:gd name="connsiteX7-213" fmla="*/ 129861 w 2114586"/>
                    <a:gd name="connsiteY7-214" fmla="*/ 1036320 h 1036320"/>
                    <a:gd name="connsiteX8-215" fmla="*/ 0 w 2114586"/>
                    <a:gd name="connsiteY8-216" fmla="*/ 906459 h 1036320"/>
                    <a:gd name="connsiteX9-217" fmla="*/ 0 w 2114586"/>
                    <a:gd name="connsiteY9-218" fmla="*/ 129861 h 1036320"/>
                    <a:gd name="connsiteX0-219" fmla="*/ 0 w 2114586"/>
                    <a:gd name="connsiteY0-220" fmla="*/ 129861 h 1036320"/>
                    <a:gd name="connsiteX1-221" fmla="*/ 129861 w 2114586"/>
                    <a:gd name="connsiteY1-222" fmla="*/ 0 h 1036320"/>
                    <a:gd name="connsiteX2-223" fmla="*/ 1576810 w 2114586"/>
                    <a:gd name="connsiteY2-224" fmla="*/ 0 h 1036320"/>
                    <a:gd name="connsiteX3-225" fmla="*/ 1811447 w 2114586"/>
                    <a:gd name="connsiteY3-226" fmla="*/ 120336 h 1036320"/>
                    <a:gd name="connsiteX4-227" fmla="*/ 2114550 w 2114586"/>
                    <a:gd name="connsiteY4-228" fmla="*/ 509588 h 1036320"/>
                    <a:gd name="connsiteX5-229" fmla="*/ 1749534 w 2114586"/>
                    <a:gd name="connsiteY5-230" fmla="*/ 930271 h 1036320"/>
                    <a:gd name="connsiteX6-231" fmla="*/ 1576810 w 2114586"/>
                    <a:gd name="connsiteY6-232" fmla="*/ 1036320 h 1036320"/>
                    <a:gd name="connsiteX7-233" fmla="*/ 129861 w 2114586"/>
                    <a:gd name="connsiteY7-234" fmla="*/ 1036320 h 1036320"/>
                    <a:gd name="connsiteX8-235" fmla="*/ 0 w 2114586"/>
                    <a:gd name="connsiteY8-236" fmla="*/ 906459 h 1036320"/>
                    <a:gd name="connsiteX9-237" fmla="*/ 0 w 2114586"/>
                    <a:gd name="connsiteY9-238" fmla="*/ 129861 h 1036320"/>
                    <a:gd name="connsiteX0-239" fmla="*/ 0 w 2114586"/>
                    <a:gd name="connsiteY0-240" fmla="*/ 129861 h 1036320"/>
                    <a:gd name="connsiteX1-241" fmla="*/ 129861 w 2114586"/>
                    <a:gd name="connsiteY1-242" fmla="*/ 0 h 1036320"/>
                    <a:gd name="connsiteX2-243" fmla="*/ 1576810 w 2114586"/>
                    <a:gd name="connsiteY2-244" fmla="*/ 0 h 1036320"/>
                    <a:gd name="connsiteX3-245" fmla="*/ 1811447 w 2114586"/>
                    <a:gd name="connsiteY3-246" fmla="*/ 120336 h 1036320"/>
                    <a:gd name="connsiteX4-247" fmla="*/ 2114550 w 2114586"/>
                    <a:gd name="connsiteY4-248" fmla="*/ 509588 h 1036320"/>
                    <a:gd name="connsiteX5-249" fmla="*/ 1749534 w 2114586"/>
                    <a:gd name="connsiteY5-250" fmla="*/ 930271 h 1036320"/>
                    <a:gd name="connsiteX6-251" fmla="*/ 1576810 w 2114586"/>
                    <a:gd name="connsiteY6-252" fmla="*/ 1036320 h 1036320"/>
                    <a:gd name="connsiteX7-253" fmla="*/ 129861 w 2114586"/>
                    <a:gd name="connsiteY7-254" fmla="*/ 1036320 h 1036320"/>
                    <a:gd name="connsiteX8-255" fmla="*/ 0 w 2114586"/>
                    <a:gd name="connsiteY8-256" fmla="*/ 906459 h 1036320"/>
                    <a:gd name="connsiteX9-257" fmla="*/ 0 w 2114586"/>
                    <a:gd name="connsiteY9-258" fmla="*/ 129861 h 1036320"/>
                    <a:gd name="connsiteX0-259" fmla="*/ 0 w 2114586"/>
                    <a:gd name="connsiteY0-260" fmla="*/ 129861 h 1036320"/>
                    <a:gd name="connsiteX1-261" fmla="*/ 129861 w 2114586"/>
                    <a:gd name="connsiteY1-262" fmla="*/ 0 h 1036320"/>
                    <a:gd name="connsiteX2-263" fmla="*/ 1576810 w 2114586"/>
                    <a:gd name="connsiteY2-264" fmla="*/ 0 h 1036320"/>
                    <a:gd name="connsiteX3-265" fmla="*/ 1811447 w 2114586"/>
                    <a:gd name="connsiteY3-266" fmla="*/ 120336 h 1036320"/>
                    <a:gd name="connsiteX4-267" fmla="*/ 2114550 w 2114586"/>
                    <a:gd name="connsiteY4-268" fmla="*/ 509588 h 1036320"/>
                    <a:gd name="connsiteX5-269" fmla="*/ 1749534 w 2114586"/>
                    <a:gd name="connsiteY5-270" fmla="*/ 930271 h 1036320"/>
                    <a:gd name="connsiteX6-271" fmla="*/ 1576810 w 2114586"/>
                    <a:gd name="connsiteY6-272" fmla="*/ 1036320 h 1036320"/>
                    <a:gd name="connsiteX7-273" fmla="*/ 129861 w 2114586"/>
                    <a:gd name="connsiteY7-274" fmla="*/ 1036320 h 1036320"/>
                    <a:gd name="connsiteX8-275" fmla="*/ 0 w 2114586"/>
                    <a:gd name="connsiteY8-276" fmla="*/ 906459 h 1036320"/>
                    <a:gd name="connsiteX9-277" fmla="*/ 0 w 2114586"/>
                    <a:gd name="connsiteY9-278" fmla="*/ 129861 h 1036320"/>
                    <a:gd name="connsiteX0-279" fmla="*/ 0 w 2114598"/>
                    <a:gd name="connsiteY0-280" fmla="*/ 129861 h 1036320"/>
                    <a:gd name="connsiteX1-281" fmla="*/ 129861 w 2114598"/>
                    <a:gd name="connsiteY1-282" fmla="*/ 0 h 1036320"/>
                    <a:gd name="connsiteX2-283" fmla="*/ 1576810 w 2114598"/>
                    <a:gd name="connsiteY2-284" fmla="*/ 0 h 1036320"/>
                    <a:gd name="connsiteX3-285" fmla="*/ 1811447 w 2114598"/>
                    <a:gd name="connsiteY3-286" fmla="*/ 120336 h 1036320"/>
                    <a:gd name="connsiteX4-287" fmla="*/ 2114550 w 2114598"/>
                    <a:gd name="connsiteY4-288" fmla="*/ 509588 h 1036320"/>
                    <a:gd name="connsiteX5-289" fmla="*/ 1782871 w 2114598"/>
                    <a:gd name="connsiteY5-290" fmla="*/ 939796 h 1036320"/>
                    <a:gd name="connsiteX6-291" fmla="*/ 1576810 w 2114598"/>
                    <a:gd name="connsiteY6-292" fmla="*/ 1036320 h 1036320"/>
                    <a:gd name="connsiteX7-293" fmla="*/ 129861 w 2114598"/>
                    <a:gd name="connsiteY7-294" fmla="*/ 1036320 h 1036320"/>
                    <a:gd name="connsiteX8-295" fmla="*/ 0 w 2114598"/>
                    <a:gd name="connsiteY8-296" fmla="*/ 906459 h 1036320"/>
                    <a:gd name="connsiteX9-297" fmla="*/ 0 w 2114598"/>
                    <a:gd name="connsiteY9-298" fmla="*/ 129861 h 1036320"/>
                    <a:gd name="connsiteX0-299" fmla="*/ 0 w 2114598"/>
                    <a:gd name="connsiteY0-300" fmla="*/ 129861 h 1036320"/>
                    <a:gd name="connsiteX1-301" fmla="*/ 129861 w 2114598"/>
                    <a:gd name="connsiteY1-302" fmla="*/ 0 h 1036320"/>
                    <a:gd name="connsiteX2-303" fmla="*/ 1576810 w 2114598"/>
                    <a:gd name="connsiteY2-304" fmla="*/ 0 h 1036320"/>
                    <a:gd name="connsiteX3-305" fmla="*/ 1811447 w 2114598"/>
                    <a:gd name="connsiteY3-306" fmla="*/ 120336 h 1036320"/>
                    <a:gd name="connsiteX4-307" fmla="*/ 2114550 w 2114598"/>
                    <a:gd name="connsiteY4-308" fmla="*/ 509588 h 1036320"/>
                    <a:gd name="connsiteX5-309" fmla="*/ 1782871 w 2114598"/>
                    <a:gd name="connsiteY5-310" fmla="*/ 939796 h 1036320"/>
                    <a:gd name="connsiteX6-311" fmla="*/ 1576810 w 2114598"/>
                    <a:gd name="connsiteY6-312" fmla="*/ 1036320 h 1036320"/>
                    <a:gd name="connsiteX7-313" fmla="*/ 129861 w 2114598"/>
                    <a:gd name="connsiteY7-314" fmla="*/ 1036320 h 1036320"/>
                    <a:gd name="connsiteX8-315" fmla="*/ 0 w 2114598"/>
                    <a:gd name="connsiteY8-316" fmla="*/ 906459 h 1036320"/>
                    <a:gd name="connsiteX9-317" fmla="*/ 0 w 2114598"/>
                    <a:gd name="connsiteY9-318" fmla="*/ 129861 h 1036320"/>
                    <a:gd name="connsiteX0-319" fmla="*/ 0 w 2114614"/>
                    <a:gd name="connsiteY0-320" fmla="*/ 129861 h 1036320"/>
                    <a:gd name="connsiteX1-321" fmla="*/ 129861 w 2114614"/>
                    <a:gd name="connsiteY1-322" fmla="*/ 0 h 1036320"/>
                    <a:gd name="connsiteX2-323" fmla="*/ 1576810 w 2114614"/>
                    <a:gd name="connsiteY2-324" fmla="*/ 0 h 1036320"/>
                    <a:gd name="connsiteX3-325" fmla="*/ 1811447 w 2114614"/>
                    <a:gd name="connsiteY3-326" fmla="*/ 120336 h 1036320"/>
                    <a:gd name="connsiteX4-327" fmla="*/ 2114550 w 2114614"/>
                    <a:gd name="connsiteY4-328" fmla="*/ 509588 h 1036320"/>
                    <a:gd name="connsiteX5-329" fmla="*/ 1782871 w 2114614"/>
                    <a:gd name="connsiteY5-330" fmla="*/ 939796 h 1036320"/>
                    <a:gd name="connsiteX6-331" fmla="*/ 1576810 w 2114614"/>
                    <a:gd name="connsiteY6-332" fmla="*/ 1036320 h 1036320"/>
                    <a:gd name="connsiteX7-333" fmla="*/ 129861 w 2114614"/>
                    <a:gd name="connsiteY7-334" fmla="*/ 1036320 h 1036320"/>
                    <a:gd name="connsiteX8-335" fmla="*/ 0 w 2114614"/>
                    <a:gd name="connsiteY8-336" fmla="*/ 906459 h 1036320"/>
                    <a:gd name="connsiteX9-337" fmla="*/ 0 w 2114614"/>
                    <a:gd name="connsiteY9-338" fmla="*/ 129861 h 1036320"/>
                    <a:gd name="connsiteX0-339" fmla="*/ 0 w 2114586"/>
                    <a:gd name="connsiteY0-340" fmla="*/ 129861 h 1036320"/>
                    <a:gd name="connsiteX1-341" fmla="*/ 129861 w 2114586"/>
                    <a:gd name="connsiteY1-342" fmla="*/ 0 h 1036320"/>
                    <a:gd name="connsiteX2-343" fmla="*/ 1576810 w 2114586"/>
                    <a:gd name="connsiteY2-344" fmla="*/ 0 h 1036320"/>
                    <a:gd name="connsiteX3-345" fmla="*/ 1811447 w 2114586"/>
                    <a:gd name="connsiteY3-346" fmla="*/ 120336 h 1036320"/>
                    <a:gd name="connsiteX4-347" fmla="*/ 2114550 w 2114586"/>
                    <a:gd name="connsiteY4-348" fmla="*/ 509588 h 1036320"/>
                    <a:gd name="connsiteX5-349" fmla="*/ 1782871 w 2114586"/>
                    <a:gd name="connsiteY5-350" fmla="*/ 939796 h 1036320"/>
                    <a:gd name="connsiteX6-351" fmla="*/ 1576810 w 2114586"/>
                    <a:gd name="connsiteY6-352" fmla="*/ 1036320 h 1036320"/>
                    <a:gd name="connsiteX7-353" fmla="*/ 129861 w 2114586"/>
                    <a:gd name="connsiteY7-354" fmla="*/ 1036320 h 1036320"/>
                    <a:gd name="connsiteX8-355" fmla="*/ 0 w 2114586"/>
                    <a:gd name="connsiteY8-356" fmla="*/ 906459 h 1036320"/>
                    <a:gd name="connsiteX9-357" fmla="*/ 0 w 2114586"/>
                    <a:gd name="connsiteY9-358" fmla="*/ 129861 h 1036320"/>
                    <a:gd name="connsiteX0-359" fmla="*/ 0 w 2114586"/>
                    <a:gd name="connsiteY0-360" fmla="*/ 129861 h 1036320"/>
                    <a:gd name="connsiteX1-361" fmla="*/ 129861 w 2114586"/>
                    <a:gd name="connsiteY1-362" fmla="*/ 0 h 1036320"/>
                    <a:gd name="connsiteX2-363" fmla="*/ 1576810 w 2114586"/>
                    <a:gd name="connsiteY2-364" fmla="*/ 0 h 1036320"/>
                    <a:gd name="connsiteX3-365" fmla="*/ 1811447 w 2114586"/>
                    <a:gd name="connsiteY3-366" fmla="*/ 120336 h 1036320"/>
                    <a:gd name="connsiteX4-367" fmla="*/ 2114550 w 2114586"/>
                    <a:gd name="connsiteY4-368" fmla="*/ 509588 h 1036320"/>
                    <a:gd name="connsiteX5-369" fmla="*/ 1806683 w 2114586"/>
                    <a:gd name="connsiteY5-370" fmla="*/ 944558 h 1036320"/>
                    <a:gd name="connsiteX6-371" fmla="*/ 1576810 w 2114586"/>
                    <a:gd name="connsiteY6-372" fmla="*/ 1036320 h 1036320"/>
                    <a:gd name="connsiteX7-373" fmla="*/ 129861 w 2114586"/>
                    <a:gd name="connsiteY7-374" fmla="*/ 1036320 h 1036320"/>
                    <a:gd name="connsiteX8-375" fmla="*/ 0 w 2114586"/>
                    <a:gd name="connsiteY8-376" fmla="*/ 906459 h 1036320"/>
                    <a:gd name="connsiteX9-377" fmla="*/ 0 w 2114586"/>
                    <a:gd name="connsiteY9-378" fmla="*/ 129861 h 1036320"/>
                    <a:gd name="connsiteX0-379" fmla="*/ 0 w 2114731"/>
                    <a:gd name="connsiteY0-380" fmla="*/ 129861 h 1036320"/>
                    <a:gd name="connsiteX1-381" fmla="*/ 129861 w 2114731"/>
                    <a:gd name="connsiteY1-382" fmla="*/ 0 h 1036320"/>
                    <a:gd name="connsiteX2-383" fmla="*/ 1576810 w 2114731"/>
                    <a:gd name="connsiteY2-384" fmla="*/ 0 h 1036320"/>
                    <a:gd name="connsiteX3-385" fmla="*/ 1811447 w 2114731"/>
                    <a:gd name="connsiteY3-386" fmla="*/ 120336 h 1036320"/>
                    <a:gd name="connsiteX4-387" fmla="*/ 2114550 w 2114731"/>
                    <a:gd name="connsiteY4-388" fmla="*/ 509588 h 1036320"/>
                    <a:gd name="connsiteX5-389" fmla="*/ 1806683 w 2114731"/>
                    <a:gd name="connsiteY5-390" fmla="*/ 944558 h 1036320"/>
                    <a:gd name="connsiteX6-391" fmla="*/ 1576810 w 2114731"/>
                    <a:gd name="connsiteY6-392" fmla="*/ 1036320 h 1036320"/>
                    <a:gd name="connsiteX7-393" fmla="*/ 129861 w 2114731"/>
                    <a:gd name="connsiteY7-394" fmla="*/ 1036320 h 1036320"/>
                    <a:gd name="connsiteX8-395" fmla="*/ 0 w 2114731"/>
                    <a:gd name="connsiteY8-396" fmla="*/ 906459 h 1036320"/>
                    <a:gd name="connsiteX9-397" fmla="*/ 0 w 2114731"/>
                    <a:gd name="connsiteY9-398" fmla="*/ 129861 h 1036320"/>
                    <a:gd name="connsiteX0-399" fmla="*/ 0 w 2143202"/>
                    <a:gd name="connsiteY0-400" fmla="*/ 129861 h 1036320"/>
                    <a:gd name="connsiteX1-401" fmla="*/ 129861 w 2143202"/>
                    <a:gd name="connsiteY1-402" fmla="*/ 0 h 1036320"/>
                    <a:gd name="connsiteX2-403" fmla="*/ 1576810 w 2143202"/>
                    <a:gd name="connsiteY2-404" fmla="*/ 0 h 1036320"/>
                    <a:gd name="connsiteX3-405" fmla="*/ 1811447 w 2143202"/>
                    <a:gd name="connsiteY3-406" fmla="*/ 120336 h 1036320"/>
                    <a:gd name="connsiteX4-407" fmla="*/ 2143125 w 2143202"/>
                    <a:gd name="connsiteY4-408" fmla="*/ 509588 h 1036320"/>
                    <a:gd name="connsiteX5-409" fmla="*/ 1806683 w 2143202"/>
                    <a:gd name="connsiteY5-410" fmla="*/ 944558 h 1036320"/>
                    <a:gd name="connsiteX6-411" fmla="*/ 1576810 w 2143202"/>
                    <a:gd name="connsiteY6-412" fmla="*/ 1036320 h 1036320"/>
                    <a:gd name="connsiteX7-413" fmla="*/ 129861 w 2143202"/>
                    <a:gd name="connsiteY7-414" fmla="*/ 1036320 h 1036320"/>
                    <a:gd name="connsiteX8-415" fmla="*/ 0 w 2143202"/>
                    <a:gd name="connsiteY8-416" fmla="*/ 906459 h 1036320"/>
                    <a:gd name="connsiteX9-417" fmla="*/ 0 w 2143202"/>
                    <a:gd name="connsiteY9-418" fmla="*/ 129861 h 1036320"/>
                    <a:gd name="connsiteX0-419" fmla="*/ 0 w 2143202"/>
                    <a:gd name="connsiteY0-420" fmla="*/ 129861 h 1036320"/>
                    <a:gd name="connsiteX1-421" fmla="*/ 129861 w 2143202"/>
                    <a:gd name="connsiteY1-422" fmla="*/ 0 h 1036320"/>
                    <a:gd name="connsiteX2-423" fmla="*/ 1576810 w 2143202"/>
                    <a:gd name="connsiteY2-424" fmla="*/ 0 h 1036320"/>
                    <a:gd name="connsiteX3-425" fmla="*/ 1840022 w 2143202"/>
                    <a:gd name="connsiteY3-426" fmla="*/ 107636 h 1036320"/>
                    <a:gd name="connsiteX4-427" fmla="*/ 2143125 w 2143202"/>
                    <a:gd name="connsiteY4-428" fmla="*/ 509588 h 1036320"/>
                    <a:gd name="connsiteX5-429" fmla="*/ 1806683 w 2143202"/>
                    <a:gd name="connsiteY5-430" fmla="*/ 944558 h 1036320"/>
                    <a:gd name="connsiteX6-431" fmla="*/ 1576810 w 2143202"/>
                    <a:gd name="connsiteY6-432" fmla="*/ 1036320 h 1036320"/>
                    <a:gd name="connsiteX7-433" fmla="*/ 129861 w 2143202"/>
                    <a:gd name="connsiteY7-434" fmla="*/ 1036320 h 1036320"/>
                    <a:gd name="connsiteX8-435" fmla="*/ 0 w 2143202"/>
                    <a:gd name="connsiteY8-436" fmla="*/ 906459 h 1036320"/>
                    <a:gd name="connsiteX9-437" fmla="*/ 0 w 2143202"/>
                    <a:gd name="connsiteY9-438" fmla="*/ 129861 h 103632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37" y="connsiteY9-38"/>
                    </a:cxn>
                  </a:cxnLst>
                  <a:rect l="l" t="t" r="r" b="b"/>
                  <a:pathLst>
                    <a:path w="2143202" h="1036320">
                      <a:moveTo>
                        <a:pt x="0" y="129861"/>
                      </a:moveTo>
                      <a:cubicBezTo>
                        <a:pt x="0" y="58141"/>
                        <a:pt x="58141" y="0"/>
                        <a:pt x="129861" y="0"/>
                      </a:cubicBezTo>
                      <a:lnTo>
                        <a:pt x="1576810" y="0"/>
                      </a:lnTo>
                      <a:cubicBezTo>
                        <a:pt x="1648530" y="0"/>
                        <a:pt x="1782872" y="69254"/>
                        <a:pt x="1840022" y="107636"/>
                      </a:cubicBezTo>
                      <a:cubicBezTo>
                        <a:pt x="2052180" y="223100"/>
                        <a:pt x="2145278" y="375075"/>
                        <a:pt x="2143125" y="509588"/>
                      </a:cubicBezTo>
                      <a:cubicBezTo>
                        <a:pt x="2145278" y="633941"/>
                        <a:pt x="2104568" y="794805"/>
                        <a:pt x="1806683" y="944558"/>
                      </a:cubicBezTo>
                      <a:cubicBezTo>
                        <a:pt x="1720959" y="1021040"/>
                        <a:pt x="1648530" y="1036320"/>
                        <a:pt x="1576810" y="1036320"/>
                      </a:cubicBezTo>
                      <a:lnTo>
                        <a:pt x="129861" y="1036320"/>
                      </a:lnTo>
                      <a:cubicBezTo>
                        <a:pt x="58141" y="1036320"/>
                        <a:pt x="0" y="978179"/>
                        <a:pt x="0" y="906459"/>
                      </a:cubicBezTo>
                      <a:lnTo>
                        <a:pt x="0" y="12986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 algn="ctr">
                  <a:solidFill>
                    <a:srgbClr val="292934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5" name="圆角矩形 25">
                  <a:extLst>
                    <a:ext uri="{FF2B5EF4-FFF2-40B4-BE49-F238E27FC236}">
                      <a16:creationId xmlns:a16="http://schemas.microsoft.com/office/drawing/2014/main" id="{A0852076-8497-9D20-DE8F-89CDD15E1D2F}"/>
                    </a:ext>
                  </a:extLst>
                </p:cNvPr>
                <p:cNvSpPr/>
                <p:nvPr/>
              </p:nvSpPr>
              <p:spPr>
                <a:xfrm rot="5400000" flipH="1">
                  <a:off x="5042686" y="4787991"/>
                  <a:ext cx="1826705" cy="883601"/>
                </a:xfrm>
                <a:custGeom>
                  <a:avLst/>
                  <a:gdLst>
                    <a:gd name="connsiteX0" fmla="*/ 0 w 1706671"/>
                    <a:gd name="connsiteY0" fmla="*/ 129861 h 1036320"/>
                    <a:gd name="connsiteX1" fmla="*/ 129861 w 1706671"/>
                    <a:gd name="connsiteY1" fmla="*/ 0 h 1036320"/>
                    <a:gd name="connsiteX2" fmla="*/ 1576810 w 1706671"/>
                    <a:gd name="connsiteY2" fmla="*/ 0 h 1036320"/>
                    <a:gd name="connsiteX3" fmla="*/ 1706671 w 1706671"/>
                    <a:gd name="connsiteY3" fmla="*/ 129861 h 1036320"/>
                    <a:gd name="connsiteX4" fmla="*/ 1706671 w 1706671"/>
                    <a:gd name="connsiteY4" fmla="*/ 906459 h 1036320"/>
                    <a:gd name="connsiteX5" fmla="*/ 1576810 w 1706671"/>
                    <a:gd name="connsiteY5" fmla="*/ 1036320 h 1036320"/>
                    <a:gd name="connsiteX6" fmla="*/ 129861 w 1706671"/>
                    <a:gd name="connsiteY6" fmla="*/ 1036320 h 1036320"/>
                    <a:gd name="connsiteX7" fmla="*/ 0 w 1706671"/>
                    <a:gd name="connsiteY7" fmla="*/ 906459 h 1036320"/>
                    <a:gd name="connsiteX8" fmla="*/ 0 w 1706671"/>
                    <a:gd name="connsiteY8" fmla="*/ 129861 h 1036320"/>
                    <a:gd name="connsiteX0-1" fmla="*/ 0 w 2114558"/>
                    <a:gd name="connsiteY0-2" fmla="*/ 129861 h 1036320"/>
                    <a:gd name="connsiteX1-3" fmla="*/ 129861 w 2114558"/>
                    <a:gd name="connsiteY1-4" fmla="*/ 0 h 1036320"/>
                    <a:gd name="connsiteX2-5" fmla="*/ 1576810 w 2114558"/>
                    <a:gd name="connsiteY2-6" fmla="*/ 0 h 1036320"/>
                    <a:gd name="connsiteX3-7" fmla="*/ 1706671 w 2114558"/>
                    <a:gd name="connsiteY3-8" fmla="*/ 129861 h 1036320"/>
                    <a:gd name="connsiteX4-9" fmla="*/ 2114550 w 2114558"/>
                    <a:gd name="connsiteY4-10" fmla="*/ 509588 h 1036320"/>
                    <a:gd name="connsiteX5-11" fmla="*/ 1706671 w 2114558"/>
                    <a:gd name="connsiteY5-12" fmla="*/ 906459 h 1036320"/>
                    <a:gd name="connsiteX6-13" fmla="*/ 1576810 w 2114558"/>
                    <a:gd name="connsiteY6-14" fmla="*/ 1036320 h 1036320"/>
                    <a:gd name="connsiteX7-15" fmla="*/ 129861 w 2114558"/>
                    <a:gd name="connsiteY7-16" fmla="*/ 1036320 h 1036320"/>
                    <a:gd name="connsiteX8-17" fmla="*/ 0 w 2114558"/>
                    <a:gd name="connsiteY8-18" fmla="*/ 906459 h 1036320"/>
                    <a:gd name="connsiteX9" fmla="*/ 0 w 2114558"/>
                    <a:gd name="connsiteY9" fmla="*/ 129861 h 1036320"/>
                    <a:gd name="connsiteX0-19" fmla="*/ 0 w 2114560"/>
                    <a:gd name="connsiteY0-20" fmla="*/ 129861 h 1036320"/>
                    <a:gd name="connsiteX1-21" fmla="*/ 129861 w 2114560"/>
                    <a:gd name="connsiteY1-22" fmla="*/ 0 h 1036320"/>
                    <a:gd name="connsiteX2-23" fmla="*/ 1576810 w 2114560"/>
                    <a:gd name="connsiteY2-24" fmla="*/ 0 h 1036320"/>
                    <a:gd name="connsiteX3-25" fmla="*/ 1778109 w 2114560"/>
                    <a:gd name="connsiteY3-26" fmla="*/ 148911 h 1036320"/>
                    <a:gd name="connsiteX4-27" fmla="*/ 2114550 w 2114560"/>
                    <a:gd name="connsiteY4-28" fmla="*/ 509588 h 1036320"/>
                    <a:gd name="connsiteX5-29" fmla="*/ 1706671 w 2114560"/>
                    <a:gd name="connsiteY5-30" fmla="*/ 906459 h 1036320"/>
                    <a:gd name="connsiteX6-31" fmla="*/ 1576810 w 2114560"/>
                    <a:gd name="connsiteY6-32" fmla="*/ 1036320 h 1036320"/>
                    <a:gd name="connsiteX7-33" fmla="*/ 129861 w 2114560"/>
                    <a:gd name="connsiteY7-34" fmla="*/ 1036320 h 1036320"/>
                    <a:gd name="connsiteX8-35" fmla="*/ 0 w 2114560"/>
                    <a:gd name="connsiteY8-36" fmla="*/ 906459 h 1036320"/>
                    <a:gd name="connsiteX9-37" fmla="*/ 0 w 2114560"/>
                    <a:gd name="connsiteY9-38" fmla="*/ 129861 h 1036320"/>
                    <a:gd name="connsiteX0-39" fmla="*/ 0 w 2114567"/>
                    <a:gd name="connsiteY0-40" fmla="*/ 129861 h 1036320"/>
                    <a:gd name="connsiteX1-41" fmla="*/ 129861 w 2114567"/>
                    <a:gd name="connsiteY1-42" fmla="*/ 0 h 1036320"/>
                    <a:gd name="connsiteX2-43" fmla="*/ 1576810 w 2114567"/>
                    <a:gd name="connsiteY2-44" fmla="*/ 0 h 1036320"/>
                    <a:gd name="connsiteX3-45" fmla="*/ 1778109 w 2114567"/>
                    <a:gd name="connsiteY3-46" fmla="*/ 148911 h 1036320"/>
                    <a:gd name="connsiteX4-47" fmla="*/ 2114550 w 2114567"/>
                    <a:gd name="connsiteY4-48" fmla="*/ 509588 h 1036320"/>
                    <a:gd name="connsiteX5-49" fmla="*/ 1706671 w 2114567"/>
                    <a:gd name="connsiteY5-50" fmla="*/ 906459 h 1036320"/>
                    <a:gd name="connsiteX6-51" fmla="*/ 1576810 w 2114567"/>
                    <a:gd name="connsiteY6-52" fmla="*/ 1036320 h 1036320"/>
                    <a:gd name="connsiteX7-53" fmla="*/ 129861 w 2114567"/>
                    <a:gd name="connsiteY7-54" fmla="*/ 1036320 h 1036320"/>
                    <a:gd name="connsiteX8-55" fmla="*/ 0 w 2114567"/>
                    <a:gd name="connsiteY8-56" fmla="*/ 906459 h 1036320"/>
                    <a:gd name="connsiteX9-57" fmla="*/ 0 w 2114567"/>
                    <a:gd name="connsiteY9-58" fmla="*/ 129861 h 1036320"/>
                    <a:gd name="connsiteX0-59" fmla="*/ 0 w 2114568"/>
                    <a:gd name="connsiteY0-60" fmla="*/ 129861 h 1036320"/>
                    <a:gd name="connsiteX1-61" fmla="*/ 129861 w 2114568"/>
                    <a:gd name="connsiteY1-62" fmla="*/ 0 h 1036320"/>
                    <a:gd name="connsiteX2-63" fmla="*/ 1576810 w 2114568"/>
                    <a:gd name="connsiteY2-64" fmla="*/ 0 h 1036320"/>
                    <a:gd name="connsiteX3-65" fmla="*/ 1782872 w 2114568"/>
                    <a:gd name="connsiteY3-66" fmla="*/ 129861 h 1036320"/>
                    <a:gd name="connsiteX4-67" fmla="*/ 2114550 w 2114568"/>
                    <a:gd name="connsiteY4-68" fmla="*/ 509588 h 1036320"/>
                    <a:gd name="connsiteX5-69" fmla="*/ 1706671 w 2114568"/>
                    <a:gd name="connsiteY5-70" fmla="*/ 906459 h 1036320"/>
                    <a:gd name="connsiteX6-71" fmla="*/ 1576810 w 2114568"/>
                    <a:gd name="connsiteY6-72" fmla="*/ 1036320 h 1036320"/>
                    <a:gd name="connsiteX7-73" fmla="*/ 129861 w 2114568"/>
                    <a:gd name="connsiteY7-74" fmla="*/ 1036320 h 1036320"/>
                    <a:gd name="connsiteX8-75" fmla="*/ 0 w 2114568"/>
                    <a:gd name="connsiteY8-76" fmla="*/ 906459 h 1036320"/>
                    <a:gd name="connsiteX9-77" fmla="*/ 0 w 2114568"/>
                    <a:gd name="connsiteY9-78" fmla="*/ 129861 h 1036320"/>
                    <a:gd name="connsiteX0-79" fmla="*/ 0 w 2114568"/>
                    <a:gd name="connsiteY0-80" fmla="*/ 129861 h 1036320"/>
                    <a:gd name="connsiteX1-81" fmla="*/ 129861 w 2114568"/>
                    <a:gd name="connsiteY1-82" fmla="*/ 0 h 1036320"/>
                    <a:gd name="connsiteX2-83" fmla="*/ 1576810 w 2114568"/>
                    <a:gd name="connsiteY2-84" fmla="*/ 0 h 1036320"/>
                    <a:gd name="connsiteX3-85" fmla="*/ 1782872 w 2114568"/>
                    <a:gd name="connsiteY3-86" fmla="*/ 129861 h 1036320"/>
                    <a:gd name="connsiteX4-87" fmla="*/ 2114550 w 2114568"/>
                    <a:gd name="connsiteY4-88" fmla="*/ 509588 h 1036320"/>
                    <a:gd name="connsiteX5-89" fmla="*/ 1706671 w 2114568"/>
                    <a:gd name="connsiteY5-90" fmla="*/ 906459 h 1036320"/>
                    <a:gd name="connsiteX6-91" fmla="*/ 1576810 w 2114568"/>
                    <a:gd name="connsiteY6-92" fmla="*/ 1036320 h 1036320"/>
                    <a:gd name="connsiteX7-93" fmla="*/ 129861 w 2114568"/>
                    <a:gd name="connsiteY7-94" fmla="*/ 1036320 h 1036320"/>
                    <a:gd name="connsiteX8-95" fmla="*/ 0 w 2114568"/>
                    <a:gd name="connsiteY8-96" fmla="*/ 906459 h 1036320"/>
                    <a:gd name="connsiteX9-97" fmla="*/ 0 w 2114568"/>
                    <a:gd name="connsiteY9-98" fmla="*/ 129861 h 1036320"/>
                    <a:gd name="connsiteX0-99" fmla="*/ 0 w 2114571"/>
                    <a:gd name="connsiteY0-100" fmla="*/ 129861 h 1036320"/>
                    <a:gd name="connsiteX1-101" fmla="*/ 129861 w 2114571"/>
                    <a:gd name="connsiteY1-102" fmla="*/ 0 h 1036320"/>
                    <a:gd name="connsiteX2-103" fmla="*/ 1576810 w 2114571"/>
                    <a:gd name="connsiteY2-104" fmla="*/ 0 h 1036320"/>
                    <a:gd name="connsiteX3-105" fmla="*/ 1811447 w 2114571"/>
                    <a:gd name="connsiteY3-106" fmla="*/ 120336 h 1036320"/>
                    <a:gd name="connsiteX4-107" fmla="*/ 2114550 w 2114571"/>
                    <a:gd name="connsiteY4-108" fmla="*/ 509588 h 1036320"/>
                    <a:gd name="connsiteX5-109" fmla="*/ 1706671 w 2114571"/>
                    <a:gd name="connsiteY5-110" fmla="*/ 906459 h 1036320"/>
                    <a:gd name="connsiteX6-111" fmla="*/ 1576810 w 2114571"/>
                    <a:gd name="connsiteY6-112" fmla="*/ 1036320 h 1036320"/>
                    <a:gd name="connsiteX7-113" fmla="*/ 129861 w 2114571"/>
                    <a:gd name="connsiteY7-114" fmla="*/ 1036320 h 1036320"/>
                    <a:gd name="connsiteX8-115" fmla="*/ 0 w 2114571"/>
                    <a:gd name="connsiteY8-116" fmla="*/ 906459 h 1036320"/>
                    <a:gd name="connsiteX9-117" fmla="*/ 0 w 2114571"/>
                    <a:gd name="connsiteY9-118" fmla="*/ 129861 h 1036320"/>
                    <a:gd name="connsiteX0-119" fmla="*/ 0 w 2114571"/>
                    <a:gd name="connsiteY0-120" fmla="*/ 129861 h 1036320"/>
                    <a:gd name="connsiteX1-121" fmla="*/ 129861 w 2114571"/>
                    <a:gd name="connsiteY1-122" fmla="*/ 0 h 1036320"/>
                    <a:gd name="connsiteX2-123" fmla="*/ 1576810 w 2114571"/>
                    <a:gd name="connsiteY2-124" fmla="*/ 0 h 1036320"/>
                    <a:gd name="connsiteX3-125" fmla="*/ 1811447 w 2114571"/>
                    <a:gd name="connsiteY3-126" fmla="*/ 120336 h 1036320"/>
                    <a:gd name="connsiteX4-127" fmla="*/ 2114550 w 2114571"/>
                    <a:gd name="connsiteY4-128" fmla="*/ 509588 h 1036320"/>
                    <a:gd name="connsiteX5-129" fmla="*/ 1706671 w 2114571"/>
                    <a:gd name="connsiteY5-130" fmla="*/ 906459 h 1036320"/>
                    <a:gd name="connsiteX6-131" fmla="*/ 1576810 w 2114571"/>
                    <a:gd name="connsiteY6-132" fmla="*/ 1036320 h 1036320"/>
                    <a:gd name="connsiteX7-133" fmla="*/ 129861 w 2114571"/>
                    <a:gd name="connsiteY7-134" fmla="*/ 1036320 h 1036320"/>
                    <a:gd name="connsiteX8-135" fmla="*/ 0 w 2114571"/>
                    <a:gd name="connsiteY8-136" fmla="*/ 906459 h 1036320"/>
                    <a:gd name="connsiteX9-137" fmla="*/ 0 w 2114571"/>
                    <a:gd name="connsiteY9-138" fmla="*/ 129861 h 1036320"/>
                    <a:gd name="connsiteX0-139" fmla="*/ 0 w 2114581"/>
                    <a:gd name="connsiteY0-140" fmla="*/ 129861 h 1036320"/>
                    <a:gd name="connsiteX1-141" fmla="*/ 129861 w 2114581"/>
                    <a:gd name="connsiteY1-142" fmla="*/ 0 h 1036320"/>
                    <a:gd name="connsiteX2-143" fmla="*/ 1576810 w 2114581"/>
                    <a:gd name="connsiteY2-144" fmla="*/ 0 h 1036320"/>
                    <a:gd name="connsiteX3-145" fmla="*/ 1811447 w 2114581"/>
                    <a:gd name="connsiteY3-146" fmla="*/ 120336 h 1036320"/>
                    <a:gd name="connsiteX4-147" fmla="*/ 2114550 w 2114581"/>
                    <a:gd name="connsiteY4-148" fmla="*/ 509588 h 1036320"/>
                    <a:gd name="connsiteX5-149" fmla="*/ 1706671 w 2114581"/>
                    <a:gd name="connsiteY5-150" fmla="*/ 906459 h 1036320"/>
                    <a:gd name="connsiteX6-151" fmla="*/ 1576810 w 2114581"/>
                    <a:gd name="connsiteY6-152" fmla="*/ 1036320 h 1036320"/>
                    <a:gd name="connsiteX7-153" fmla="*/ 129861 w 2114581"/>
                    <a:gd name="connsiteY7-154" fmla="*/ 1036320 h 1036320"/>
                    <a:gd name="connsiteX8-155" fmla="*/ 0 w 2114581"/>
                    <a:gd name="connsiteY8-156" fmla="*/ 906459 h 1036320"/>
                    <a:gd name="connsiteX9-157" fmla="*/ 0 w 2114581"/>
                    <a:gd name="connsiteY9-158" fmla="*/ 129861 h 1036320"/>
                    <a:gd name="connsiteX0-159" fmla="*/ 0 w 2114586"/>
                    <a:gd name="connsiteY0-160" fmla="*/ 129861 h 1036320"/>
                    <a:gd name="connsiteX1-161" fmla="*/ 129861 w 2114586"/>
                    <a:gd name="connsiteY1-162" fmla="*/ 0 h 1036320"/>
                    <a:gd name="connsiteX2-163" fmla="*/ 1576810 w 2114586"/>
                    <a:gd name="connsiteY2-164" fmla="*/ 0 h 1036320"/>
                    <a:gd name="connsiteX3-165" fmla="*/ 1811447 w 2114586"/>
                    <a:gd name="connsiteY3-166" fmla="*/ 120336 h 1036320"/>
                    <a:gd name="connsiteX4-167" fmla="*/ 2114550 w 2114586"/>
                    <a:gd name="connsiteY4-168" fmla="*/ 509588 h 1036320"/>
                    <a:gd name="connsiteX5-169" fmla="*/ 1706671 w 2114586"/>
                    <a:gd name="connsiteY5-170" fmla="*/ 906459 h 1036320"/>
                    <a:gd name="connsiteX6-171" fmla="*/ 1576810 w 2114586"/>
                    <a:gd name="connsiteY6-172" fmla="*/ 1036320 h 1036320"/>
                    <a:gd name="connsiteX7-173" fmla="*/ 129861 w 2114586"/>
                    <a:gd name="connsiteY7-174" fmla="*/ 1036320 h 1036320"/>
                    <a:gd name="connsiteX8-175" fmla="*/ 0 w 2114586"/>
                    <a:gd name="connsiteY8-176" fmla="*/ 906459 h 1036320"/>
                    <a:gd name="connsiteX9-177" fmla="*/ 0 w 2114586"/>
                    <a:gd name="connsiteY9-178" fmla="*/ 129861 h 1036320"/>
                    <a:gd name="connsiteX0-179" fmla="*/ 0 w 2114586"/>
                    <a:gd name="connsiteY0-180" fmla="*/ 129861 h 1036320"/>
                    <a:gd name="connsiteX1-181" fmla="*/ 129861 w 2114586"/>
                    <a:gd name="connsiteY1-182" fmla="*/ 0 h 1036320"/>
                    <a:gd name="connsiteX2-183" fmla="*/ 1576810 w 2114586"/>
                    <a:gd name="connsiteY2-184" fmla="*/ 0 h 1036320"/>
                    <a:gd name="connsiteX3-185" fmla="*/ 1811447 w 2114586"/>
                    <a:gd name="connsiteY3-186" fmla="*/ 120336 h 1036320"/>
                    <a:gd name="connsiteX4-187" fmla="*/ 2114550 w 2114586"/>
                    <a:gd name="connsiteY4-188" fmla="*/ 509588 h 1036320"/>
                    <a:gd name="connsiteX5-189" fmla="*/ 1706671 w 2114586"/>
                    <a:gd name="connsiteY5-190" fmla="*/ 906459 h 1036320"/>
                    <a:gd name="connsiteX6-191" fmla="*/ 1576810 w 2114586"/>
                    <a:gd name="connsiteY6-192" fmla="*/ 1036320 h 1036320"/>
                    <a:gd name="connsiteX7-193" fmla="*/ 129861 w 2114586"/>
                    <a:gd name="connsiteY7-194" fmla="*/ 1036320 h 1036320"/>
                    <a:gd name="connsiteX8-195" fmla="*/ 0 w 2114586"/>
                    <a:gd name="connsiteY8-196" fmla="*/ 906459 h 1036320"/>
                    <a:gd name="connsiteX9-197" fmla="*/ 0 w 2114586"/>
                    <a:gd name="connsiteY9-198" fmla="*/ 129861 h 1036320"/>
                    <a:gd name="connsiteX0-199" fmla="*/ 0 w 2114586"/>
                    <a:gd name="connsiteY0-200" fmla="*/ 129861 h 1036320"/>
                    <a:gd name="connsiteX1-201" fmla="*/ 129861 w 2114586"/>
                    <a:gd name="connsiteY1-202" fmla="*/ 0 h 1036320"/>
                    <a:gd name="connsiteX2-203" fmla="*/ 1576810 w 2114586"/>
                    <a:gd name="connsiteY2-204" fmla="*/ 0 h 1036320"/>
                    <a:gd name="connsiteX3-205" fmla="*/ 1811447 w 2114586"/>
                    <a:gd name="connsiteY3-206" fmla="*/ 120336 h 1036320"/>
                    <a:gd name="connsiteX4-207" fmla="*/ 2114550 w 2114586"/>
                    <a:gd name="connsiteY4-208" fmla="*/ 509588 h 1036320"/>
                    <a:gd name="connsiteX5-209" fmla="*/ 1706671 w 2114586"/>
                    <a:gd name="connsiteY5-210" fmla="*/ 906459 h 1036320"/>
                    <a:gd name="connsiteX6-211" fmla="*/ 1576810 w 2114586"/>
                    <a:gd name="connsiteY6-212" fmla="*/ 1036320 h 1036320"/>
                    <a:gd name="connsiteX7-213" fmla="*/ 129861 w 2114586"/>
                    <a:gd name="connsiteY7-214" fmla="*/ 1036320 h 1036320"/>
                    <a:gd name="connsiteX8-215" fmla="*/ 0 w 2114586"/>
                    <a:gd name="connsiteY8-216" fmla="*/ 906459 h 1036320"/>
                    <a:gd name="connsiteX9-217" fmla="*/ 0 w 2114586"/>
                    <a:gd name="connsiteY9-218" fmla="*/ 129861 h 1036320"/>
                    <a:gd name="connsiteX0-219" fmla="*/ 0 w 2114586"/>
                    <a:gd name="connsiteY0-220" fmla="*/ 129861 h 1036320"/>
                    <a:gd name="connsiteX1-221" fmla="*/ 129861 w 2114586"/>
                    <a:gd name="connsiteY1-222" fmla="*/ 0 h 1036320"/>
                    <a:gd name="connsiteX2-223" fmla="*/ 1576810 w 2114586"/>
                    <a:gd name="connsiteY2-224" fmla="*/ 0 h 1036320"/>
                    <a:gd name="connsiteX3-225" fmla="*/ 1811447 w 2114586"/>
                    <a:gd name="connsiteY3-226" fmla="*/ 120336 h 1036320"/>
                    <a:gd name="connsiteX4-227" fmla="*/ 2114550 w 2114586"/>
                    <a:gd name="connsiteY4-228" fmla="*/ 509588 h 1036320"/>
                    <a:gd name="connsiteX5-229" fmla="*/ 1749534 w 2114586"/>
                    <a:gd name="connsiteY5-230" fmla="*/ 930271 h 1036320"/>
                    <a:gd name="connsiteX6-231" fmla="*/ 1576810 w 2114586"/>
                    <a:gd name="connsiteY6-232" fmla="*/ 1036320 h 1036320"/>
                    <a:gd name="connsiteX7-233" fmla="*/ 129861 w 2114586"/>
                    <a:gd name="connsiteY7-234" fmla="*/ 1036320 h 1036320"/>
                    <a:gd name="connsiteX8-235" fmla="*/ 0 w 2114586"/>
                    <a:gd name="connsiteY8-236" fmla="*/ 906459 h 1036320"/>
                    <a:gd name="connsiteX9-237" fmla="*/ 0 w 2114586"/>
                    <a:gd name="connsiteY9-238" fmla="*/ 129861 h 1036320"/>
                    <a:gd name="connsiteX0-239" fmla="*/ 0 w 2114586"/>
                    <a:gd name="connsiteY0-240" fmla="*/ 129861 h 1036320"/>
                    <a:gd name="connsiteX1-241" fmla="*/ 129861 w 2114586"/>
                    <a:gd name="connsiteY1-242" fmla="*/ 0 h 1036320"/>
                    <a:gd name="connsiteX2-243" fmla="*/ 1576810 w 2114586"/>
                    <a:gd name="connsiteY2-244" fmla="*/ 0 h 1036320"/>
                    <a:gd name="connsiteX3-245" fmla="*/ 1811447 w 2114586"/>
                    <a:gd name="connsiteY3-246" fmla="*/ 120336 h 1036320"/>
                    <a:gd name="connsiteX4-247" fmla="*/ 2114550 w 2114586"/>
                    <a:gd name="connsiteY4-248" fmla="*/ 509588 h 1036320"/>
                    <a:gd name="connsiteX5-249" fmla="*/ 1749534 w 2114586"/>
                    <a:gd name="connsiteY5-250" fmla="*/ 930271 h 1036320"/>
                    <a:gd name="connsiteX6-251" fmla="*/ 1576810 w 2114586"/>
                    <a:gd name="connsiteY6-252" fmla="*/ 1036320 h 1036320"/>
                    <a:gd name="connsiteX7-253" fmla="*/ 129861 w 2114586"/>
                    <a:gd name="connsiteY7-254" fmla="*/ 1036320 h 1036320"/>
                    <a:gd name="connsiteX8-255" fmla="*/ 0 w 2114586"/>
                    <a:gd name="connsiteY8-256" fmla="*/ 906459 h 1036320"/>
                    <a:gd name="connsiteX9-257" fmla="*/ 0 w 2114586"/>
                    <a:gd name="connsiteY9-258" fmla="*/ 129861 h 1036320"/>
                    <a:gd name="connsiteX0-259" fmla="*/ 0 w 2114586"/>
                    <a:gd name="connsiteY0-260" fmla="*/ 129861 h 1036320"/>
                    <a:gd name="connsiteX1-261" fmla="*/ 129861 w 2114586"/>
                    <a:gd name="connsiteY1-262" fmla="*/ 0 h 1036320"/>
                    <a:gd name="connsiteX2-263" fmla="*/ 1576810 w 2114586"/>
                    <a:gd name="connsiteY2-264" fmla="*/ 0 h 1036320"/>
                    <a:gd name="connsiteX3-265" fmla="*/ 1811447 w 2114586"/>
                    <a:gd name="connsiteY3-266" fmla="*/ 120336 h 1036320"/>
                    <a:gd name="connsiteX4-267" fmla="*/ 2114550 w 2114586"/>
                    <a:gd name="connsiteY4-268" fmla="*/ 509588 h 1036320"/>
                    <a:gd name="connsiteX5-269" fmla="*/ 1749534 w 2114586"/>
                    <a:gd name="connsiteY5-270" fmla="*/ 930271 h 1036320"/>
                    <a:gd name="connsiteX6-271" fmla="*/ 1576810 w 2114586"/>
                    <a:gd name="connsiteY6-272" fmla="*/ 1036320 h 1036320"/>
                    <a:gd name="connsiteX7-273" fmla="*/ 129861 w 2114586"/>
                    <a:gd name="connsiteY7-274" fmla="*/ 1036320 h 1036320"/>
                    <a:gd name="connsiteX8-275" fmla="*/ 0 w 2114586"/>
                    <a:gd name="connsiteY8-276" fmla="*/ 906459 h 1036320"/>
                    <a:gd name="connsiteX9-277" fmla="*/ 0 w 2114586"/>
                    <a:gd name="connsiteY9-278" fmla="*/ 129861 h 1036320"/>
                    <a:gd name="connsiteX0-279" fmla="*/ 0 w 2114598"/>
                    <a:gd name="connsiteY0-280" fmla="*/ 129861 h 1036320"/>
                    <a:gd name="connsiteX1-281" fmla="*/ 129861 w 2114598"/>
                    <a:gd name="connsiteY1-282" fmla="*/ 0 h 1036320"/>
                    <a:gd name="connsiteX2-283" fmla="*/ 1576810 w 2114598"/>
                    <a:gd name="connsiteY2-284" fmla="*/ 0 h 1036320"/>
                    <a:gd name="connsiteX3-285" fmla="*/ 1811447 w 2114598"/>
                    <a:gd name="connsiteY3-286" fmla="*/ 120336 h 1036320"/>
                    <a:gd name="connsiteX4-287" fmla="*/ 2114550 w 2114598"/>
                    <a:gd name="connsiteY4-288" fmla="*/ 509588 h 1036320"/>
                    <a:gd name="connsiteX5-289" fmla="*/ 1782871 w 2114598"/>
                    <a:gd name="connsiteY5-290" fmla="*/ 939796 h 1036320"/>
                    <a:gd name="connsiteX6-291" fmla="*/ 1576810 w 2114598"/>
                    <a:gd name="connsiteY6-292" fmla="*/ 1036320 h 1036320"/>
                    <a:gd name="connsiteX7-293" fmla="*/ 129861 w 2114598"/>
                    <a:gd name="connsiteY7-294" fmla="*/ 1036320 h 1036320"/>
                    <a:gd name="connsiteX8-295" fmla="*/ 0 w 2114598"/>
                    <a:gd name="connsiteY8-296" fmla="*/ 906459 h 1036320"/>
                    <a:gd name="connsiteX9-297" fmla="*/ 0 w 2114598"/>
                    <a:gd name="connsiteY9-298" fmla="*/ 129861 h 1036320"/>
                    <a:gd name="connsiteX0-299" fmla="*/ 0 w 2114598"/>
                    <a:gd name="connsiteY0-300" fmla="*/ 129861 h 1036320"/>
                    <a:gd name="connsiteX1-301" fmla="*/ 129861 w 2114598"/>
                    <a:gd name="connsiteY1-302" fmla="*/ 0 h 1036320"/>
                    <a:gd name="connsiteX2-303" fmla="*/ 1576810 w 2114598"/>
                    <a:gd name="connsiteY2-304" fmla="*/ 0 h 1036320"/>
                    <a:gd name="connsiteX3-305" fmla="*/ 1811447 w 2114598"/>
                    <a:gd name="connsiteY3-306" fmla="*/ 120336 h 1036320"/>
                    <a:gd name="connsiteX4-307" fmla="*/ 2114550 w 2114598"/>
                    <a:gd name="connsiteY4-308" fmla="*/ 509588 h 1036320"/>
                    <a:gd name="connsiteX5-309" fmla="*/ 1782871 w 2114598"/>
                    <a:gd name="connsiteY5-310" fmla="*/ 939796 h 1036320"/>
                    <a:gd name="connsiteX6-311" fmla="*/ 1576810 w 2114598"/>
                    <a:gd name="connsiteY6-312" fmla="*/ 1036320 h 1036320"/>
                    <a:gd name="connsiteX7-313" fmla="*/ 129861 w 2114598"/>
                    <a:gd name="connsiteY7-314" fmla="*/ 1036320 h 1036320"/>
                    <a:gd name="connsiteX8-315" fmla="*/ 0 w 2114598"/>
                    <a:gd name="connsiteY8-316" fmla="*/ 906459 h 1036320"/>
                    <a:gd name="connsiteX9-317" fmla="*/ 0 w 2114598"/>
                    <a:gd name="connsiteY9-318" fmla="*/ 129861 h 1036320"/>
                    <a:gd name="connsiteX0-319" fmla="*/ 0 w 2114614"/>
                    <a:gd name="connsiteY0-320" fmla="*/ 129861 h 1036320"/>
                    <a:gd name="connsiteX1-321" fmla="*/ 129861 w 2114614"/>
                    <a:gd name="connsiteY1-322" fmla="*/ 0 h 1036320"/>
                    <a:gd name="connsiteX2-323" fmla="*/ 1576810 w 2114614"/>
                    <a:gd name="connsiteY2-324" fmla="*/ 0 h 1036320"/>
                    <a:gd name="connsiteX3-325" fmla="*/ 1811447 w 2114614"/>
                    <a:gd name="connsiteY3-326" fmla="*/ 120336 h 1036320"/>
                    <a:gd name="connsiteX4-327" fmla="*/ 2114550 w 2114614"/>
                    <a:gd name="connsiteY4-328" fmla="*/ 509588 h 1036320"/>
                    <a:gd name="connsiteX5-329" fmla="*/ 1782871 w 2114614"/>
                    <a:gd name="connsiteY5-330" fmla="*/ 939796 h 1036320"/>
                    <a:gd name="connsiteX6-331" fmla="*/ 1576810 w 2114614"/>
                    <a:gd name="connsiteY6-332" fmla="*/ 1036320 h 1036320"/>
                    <a:gd name="connsiteX7-333" fmla="*/ 129861 w 2114614"/>
                    <a:gd name="connsiteY7-334" fmla="*/ 1036320 h 1036320"/>
                    <a:gd name="connsiteX8-335" fmla="*/ 0 w 2114614"/>
                    <a:gd name="connsiteY8-336" fmla="*/ 906459 h 1036320"/>
                    <a:gd name="connsiteX9-337" fmla="*/ 0 w 2114614"/>
                    <a:gd name="connsiteY9-338" fmla="*/ 129861 h 1036320"/>
                    <a:gd name="connsiteX0-339" fmla="*/ 0 w 2114586"/>
                    <a:gd name="connsiteY0-340" fmla="*/ 129861 h 1036320"/>
                    <a:gd name="connsiteX1-341" fmla="*/ 129861 w 2114586"/>
                    <a:gd name="connsiteY1-342" fmla="*/ 0 h 1036320"/>
                    <a:gd name="connsiteX2-343" fmla="*/ 1576810 w 2114586"/>
                    <a:gd name="connsiteY2-344" fmla="*/ 0 h 1036320"/>
                    <a:gd name="connsiteX3-345" fmla="*/ 1811447 w 2114586"/>
                    <a:gd name="connsiteY3-346" fmla="*/ 120336 h 1036320"/>
                    <a:gd name="connsiteX4-347" fmla="*/ 2114550 w 2114586"/>
                    <a:gd name="connsiteY4-348" fmla="*/ 509588 h 1036320"/>
                    <a:gd name="connsiteX5-349" fmla="*/ 1782871 w 2114586"/>
                    <a:gd name="connsiteY5-350" fmla="*/ 939796 h 1036320"/>
                    <a:gd name="connsiteX6-351" fmla="*/ 1576810 w 2114586"/>
                    <a:gd name="connsiteY6-352" fmla="*/ 1036320 h 1036320"/>
                    <a:gd name="connsiteX7-353" fmla="*/ 129861 w 2114586"/>
                    <a:gd name="connsiteY7-354" fmla="*/ 1036320 h 1036320"/>
                    <a:gd name="connsiteX8-355" fmla="*/ 0 w 2114586"/>
                    <a:gd name="connsiteY8-356" fmla="*/ 906459 h 1036320"/>
                    <a:gd name="connsiteX9-357" fmla="*/ 0 w 2114586"/>
                    <a:gd name="connsiteY9-358" fmla="*/ 129861 h 1036320"/>
                    <a:gd name="connsiteX0-359" fmla="*/ 0 w 2114586"/>
                    <a:gd name="connsiteY0-360" fmla="*/ 129861 h 1036320"/>
                    <a:gd name="connsiteX1-361" fmla="*/ 129861 w 2114586"/>
                    <a:gd name="connsiteY1-362" fmla="*/ 0 h 1036320"/>
                    <a:gd name="connsiteX2-363" fmla="*/ 1576810 w 2114586"/>
                    <a:gd name="connsiteY2-364" fmla="*/ 0 h 1036320"/>
                    <a:gd name="connsiteX3-365" fmla="*/ 1811447 w 2114586"/>
                    <a:gd name="connsiteY3-366" fmla="*/ 120336 h 1036320"/>
                    <a:gd name="connsiteX4-367" fmla="*/ 2114550 w 2114586"/>
                    <a:gd name="connsiteY4-368" fmla="*/ 509588 h 1036320"/>
                    <a:gd name="connsiteX5-369" fmla="*/ 1806683 w 2114586"/>
                    <a:gd name="connsiteY5-370" fmla="*/ 944558 h 1036320"/>
                    <a:gd name="connsiteX6-371" fmla="*/ 1576810 w 2114586"/>
                    <a:gd name="connsiteY6-372" fmla="*/ 1036320 h 1036320"/>
                    <a:gd name="connsiteX7-373" fmla="*/ 129861 w 2114586"/>
                    <a:gd name="connsiteY7-374" fmla="*/ 1036320 h 1036320"/>
                    <a:gd name="connsiteX8-375" fmla="*/ 0 w 2114586"/>
                    <a:gd name="connsiteY8-376" fmla="*/ 906459 h 1036320"/>
                    <a:gd name="connsiteX9-377" fmla="*/ 0 w 2114586"/>
                    <a:gd name="connsiteY9-378" fmla="*/ 129861 h 1036320"/>
                    <a:gd name="connsiteX0-379" fmla="*/ 0 w 2114731"/>
                    <a:gd name="connsiteY0-380" fmla="*/ 129861 h 1036320"/>
                    <a:gd name="connsiteX1-381" fmla="*/ 129861 w 2114731"/>
                    <a:gd name="connsiteY1-382" fmla="*/ 0 h 1036320"/>
                    <a:gd name="connsiteX2-383" fmla="*/ 1576810 w 2114731"/>
                    <a:gd name="connsiteY2-384" fmla="*/ 0 h 1036320"/>
                    <a:gd name="connsiteX3-385" fmla="*/ 1811447 w 2114731"/>
                    <a:gd name="connsiteY3-386" fmla="*/ 120336 h 1036320"/>
                    <a:gd name="connsiteX4-387" fmla="*/ 2114550 w 2114731"/>
                    <a:gd name="connsiteY4-388" fmla="*/ 509588 h 1036320"/>
                    <a:gd name="connsiteX5-389" fmla="*/ 1806683 w 2114731"/>
                    <a:gd name="connsiteY5-390" fmla="*/ 944558 h 1036320"/>
                    <a:gd name="connsiteX6-391" fmla="*/ 1576810 w 2114731"/>
                    <a:gd name="connsiteY6-392" fmla="*/ 1036320 h 1036320"/>
                    <a:gd name="connsiteX7-393" fmla="*/ 129861 w 2114731"/>
                    <a:gd name="connsiteY7-394" fmla="*/ 1036320 h 1036320"/>
                    <a:gd name="connsiteX8-395" fmla="*/ 0 w 2114731"/>
                    <a:gd name="connsiteY8-396" fmla="*/ 906459 h 1036320"/>
                    <a:gd name="connsiteX9-397" fmla="*/ 0 w 2114731"/>
                    <a:gd name="connsiteY9-398" fmla="*/ 129861 h 1036320"/>
                    <a:gd name="connsiteX0-399" fmla="*/ 0 w 2143202"/>
                    <a:gd name="connsiteY0-400" fmla="*/ 129861 h 1036320"/>
                    <a:gd name="connsiteX1-401" fmla="*/ 129861 w 2143202"/>
                    <a:gd name="connsiteY1-402" fmla="*/ 0 h 1036320"/>
                    <a:gd name="connsiteX2-403" fmla="*/ 1576810 w 2143202"/>
                    <a:gd name="connsiteY2-404" fmla="*/ 0 h 1036320"/>
                    <a:gd name="connsiteX3-405" fmla="*/ 1811447 w 2143202"/>
                    <a:gd name="connsiteY3-406" fmla="*/ 120336 h 1036320"/>
                    <a:gd name="connsiteX4-407" fmla="*/ 2143125 w 2143202"/>
                    <a:gd name="connsiteY4-408" fmla="*/ 509588 h 1036320"/>
                    <a:gd name="connsiteX5-409" fmla="*/ 1806683 w 2143202"/>
                    <a:gd name="connsiteY5-410" fmla="*/ 944558 h 1036320"/>
                    <a:gd name="connsiteX6-411" fmla="*/ 1576810 w 2143202"/>
                    <a:gd name="connsiteY6-412" fmla="*/ 1036320 h 1036320"/>
                    <a:gd name="connsiteX7-413" fmla="*/ 129861 w 2143202"/>
                    <a:gd name="connsiteY7-414" fmla="*/ 1036320 h 1036320"/>
                    <a:gd name="connsiteX8-415" fmla="*/ 0 w 2143202"/>
                    <a:gd name="connsiteY8-416" fmla="*/ 906459 h 1036320"/>
                    <a:gd name="connsiteX9-417" fmla="*/ 0 w 2143202"/>
                    <a:gd name="connsiteY9-418" fmla="*/ 129861 h 1036320"/>
                    <a:gd name="connsiteX0-419" fmla="*/ 0 w 2143202"/>
                    <a:gd name="connsiteY0-420" fmla="*/ 129861 h 1036320"/>
                    <a:gd name="connsiteX1-421" fmla="*/ 129861 w 2143202"/>
                    <a:gd name="connsiteY1-422" fmla="*/ 0 h 1036320"/>
                    <a:gd name="connsiteX2-423" fmla="*/ 1576810 w 2143202"/>
                    <a:gd name="connsiteY2-424" fmla="*/ 0 h 1036320"/>
                    <a:gd name="connsiteX3-425" fmla="*/ 1840022 w 2143202"/>
                    <a:gd name="connsiteY3-426" fmla="*/ 107636 h 1036320"/>
                    <a:gd name="connsiteX4-427" fmla="*/ 2143125 w 2143202"/>
                    <a:gd name="connsiteY4-428" fmla="*/ 509588 h 1036320"/>
                    <a:gd name="connsiteX5-429" fmla="*/ 1806683 w 2143202"/>
                    <a:gd name="connsiteY5-430" fmla="*/ 944558 h 1036320"/>
                    <a:gd name="connsiteX6-431" fmla="*/ 1576810 w 2143202"/>
                    <a:gd name="connsiteY6-432" fmla="*/ 1036320 h 1036320"/>
                    <a:gd name="connsiteX7-433" fmla="*/ 129861 w 2143202"/>
                    <a:gd name="connsiteY7-434" fmla="*/ 1036320 h 1036320"/>
                    <a:gd name="connsiteX8-435" fmla="*/ 0 w 2143202"/>
                    <a:gd name="connsiteY8-436" fmla="*/ 906459 h 1036320"/>
                    <a:gd name="connsiteX9-437" fmla="*/ 0 w 2143202"/>
                    <a:gd name="connsiteY9-438" fmla="*/ 129861 h 103632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37" y="connsiteY9-38"/>
                    </a:cxn>
                  </a:cxnLst>
                  <a:rect l="l" t="t" r="r" b="b"/>
                  <a:pathLst>
                    <a:path w="2143202" h="1036320">
                      <a:moveTo>
                        <a:pt x="0" y="129861"/>
                      </a:moveTo>
                      <a:cubicBezTo>
                        <a:pt x="0" y="58141"/>
                        <a:pt x="58141" y="0"/>
                        <a:pt x="129861" y="0"/>
                      </a:cubicBezTo>
                      <a:lnTo>
                        <a:pt x="1576810" y="0"/>
                      </a:lnTo>
                      <a:cubicBezTo>
                        <a:pt x="1648530" y="0"/>
                        <a:pt x="1782872" y="69254"/>
                        <a:pt x="1840022" y="107636"/>
                      </a:cubicBezTo>
                      <a:cubicBezTo>
                        <a:pt x="2052180" y="223100"/>
                        <a:pt x="2145278" y="375075"/>
                        <a:pt x="2143125" y="509588"/>
                      </a:cubicBezTo>
                      <a:cubicBezTo>
                        <a:pt x="2145278" y="633941"/>
                        <a:pt x="2104568" y="794805"/>
                        <a:pt x="1806683" y="944558"/>
                      </a:cubicBezTo>
                      <a:cubicBezTo>
                        <a:pt x="1720959" y="1021040"/>
                        <a:pt x="1648530" y="1036320"/>
                        <a:pt x="1576810" y="1036320"/>
                      </a:cubicBezTo>
                      <a:lnTo>
                        <a:pt x="129861" y="1036320"/>
                      </a:lnTo>
                      <a:cubicBezTo>
                        <a:pt x="58141" y="1036320"/>
                        <a:pt x="0" y="978179"/>
                        <a:pt x="0" y="906459"/>
                      </a:cubicBezTo>
                      <a:lnTo>
                        <a:pt x="0" y="12986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26" name="任意多边形 6">
                  <a:extLst>
                    <a:ext uri="{FF2B5EF4-FFF2-40B4-BE49-F238E27FC236}">
                      <a16:creationId xmlns:a16="http://schemas.microsoft.com/office/drawing/2014/main" id="{AA736C85-4EC9-9D84-B5BF-DF092D7AEB73}"/>
                    </a:ext>
                  </a:extLst>
                </p:cNvPr>
                <p:cNvSpPr/>
                <p:nvPr/>
              </p:nvSpPr>
              <p:spPr>
                <a:xfrm rot="5400000" flipH="1">
                  <a:off x="3642682" y="3410329"/>
                  <a:ext cx="4626714" cy="1276407"/>
                </a:xfrm>
                <a:custGeom>
                  <a:avLst/>
                  <a:gdLst>
                    <a:gd name="connsiteX0" fmla="*/ 5051503 w 5428342"/>
                    <a:gd name="connsiteY0" fmla="*/ 225265 h 1497017"/>
                    <a:gd name="connsiteX1" fmla="*/ 5175324 w 5428342"/>
                    <a:gd name="connsiteY1" fmla="*/ 349086 h 1497017"/>
                    <a:gd name="connsiteX2" fmla="*/ 5175324 w 5428342"/>
                    <a:gd name="connsiteY2" fmla="*/ 748509 h 1497017"/>
                    <a:gd name="connsiteX3" fmla="*/ 5174003 w 5428342"/>
                    <a:gd name="connsiteY3" fmla="*/ 748509 h 1497017"/>
                    <a:gd name="connsiteX4" fmla="*/ 5174003 w 5428342"/>
                    <a:gd name="connsiteY4" fmla="*/ 748509 h 1497017"/>
                    <a:gd name="connsiteX5" fmla="*/ 5175323 w 5428342"/>
                    <a:gd name="connsiteY5" fmla="*/ 748509 h 1497017"/>
                    <a:gd name="connsiteX6" fmla="*/ 5175323 w 5428342"/>
                    <a:gd name="connsiteY6" fmla="*/ 1147932 h 1497017"/>
                    <a:gd name="connsiteX7" fmla="*/ 5051502 w 5428342"/>
                    <a:gd name="connsiteY7" fmla="*/ 1271753 h 1497017"/>
                    <a:gd name="connsiteX8" fmla="*/ 4181935 w 5428342"/>
                    <a:gd name="connsiteY8" fmla="*/ 1271753 h 1497017"/>
                    <a:gd name="connsiteX9" fmla="*/ 3733494 w 5428342"/>
                    <a:gd name="connsiteY9" fmla="*/ 1271753 h 1497017"/>
                    <a:gd name="connsiteX10" fmla="*/ 3639436 w 5428342"/>
                    <a:gd name="connsiteY10" fmla="*/ 1271753 h 1497017"/>
                    <a:gd name="connsiteX11" fmla="*/ 3514076 w 5428342"/>
                    <a:gd name="connsiteY11" fmla="*/ 1244454 h 1497017"/>
                    <a:gd name="connsiteX12" fmla="*/ 3342954 w 5428342"/>
                    <a:gd name="connsiteY12" fmla="*/ 1141461 h 1497017"/>
                    <a:gd name="connsiteX13" fmla="*/ 3326962 w 5428342"/>
                    <a:gd name="connsiteY13" fmla="*/ 1131780 h 1497017"/>
                    <a:gd name="connsiteX14" fmla="*/ 2818407 w 5428342"/>
                    <a:gd name="connsiteY14" fmla="*/ 838338 h 1497017"/>
                    <a:gd name="connsiteX15" fmla="*/ 2609938 w 5428342"/>
                    <a:gd name="connsiteY15" fmla="*/ 838338 h 1497017"/>
                    <a:gd name="connsiteX16" fmla="*/ 1984645 w 5428342"/>
                    <a:gd name="connsiteY16" fmla="*/ 1199139 h 1497017"/>
                    <a:gd name="connsiteX17" fmla="*/ 1981719 w 5428342"/>
                    <a:gd name="connsiteY17" fmla="*/ 1199139 h 1497017"/>
                    <a:gd name="connsiteX18" fmla="*/ 1906428 w 5428342"/>
                    <a:gd name="connsiteY18" fmla="*/ 1244454 h 1497017"/>
                    <a:gd name="connsiteX19" fmla="*/ 1781068 w 5428342"/>
                    <a:gd name="connsiteY19" fmla="*/ 1271753 h 1497017"/>
                    <a:gd name="connsiteX20" fmla="*/ 1734358 w 5428342"/>
                    <a:gd name="connsiteY20" fmla="*/ 1271753 h 1497017"/>
                    <a:gd name="connsiteX21" fmla="*/ 1238568 w 5428342"/>
                    <a:gd name="connsiteY21" fmla="*/ 1271753 h 1497017"/>
                    <a:gd name="connsiteX22" fmla="*/ 376844 w 5428342"/>
                    <a:gd name="connsiteY22" fmla="*/ 1271753 h 1497017"/>
                    <a:gd name="connsiteX23" fmla="*/ 253023 w 5428342"/>
                    <a:gd name="connsiteY23" fmla="*/ 1147932 h 1497017"/>
                    <a:gd name="connsiteX24" fmla="*/ 253023 w 5428342"/>
                    <a:gd name="connsiteY24" fmla="*/ 851378 h 1497017"/>
                    <a:gd name="connsiteX25" fmla="*/ 252910 w 5428342"/>
                    <a:gd name="connsiteY25" fmla="*/ 851378 h 1497017"/>
                    <a:gd name="connsiteX26" fmla="*/ 252910 w 5428342"/>
                    <a:gd name="connsiteY26" fmla="*/ 645638 h 1497017"/>
                    <a:gd name="connsiteX27" fmla="*/ 253024 w 5428342"/>
                    <a:gd name="connsiteY27" fmla="*/ 645638 h 1497017"/>
                    <a:gd name="connsiteX28" fmla="*/ 253024 w 5428342"/>
                    <a:gd name="connsiteY28" fmla="*/ 349086 h 1497017"/>
                    <a:gd name="connsiteX29" fmla="*/ 376845 w 5428342"/>
                    <a:gd name="connsiteY29" fmla="*/ 225265 h 1497017"/>
                    <a:gd name="connsiteX30" fmla="*/ 1238569 w 5428342"/>
                    <a:gd name="connsiteY30" fmla="*/ 225265 h 1497017"/>
                    <a:gd name="connsiteX31" fmla="*/ 1734359 w 5428342"/>
                    <a:gd name="connsiteY31" fmla="*/ 225265 h 1497017"/>
                    <a:gd name="connsiteX32" fmla="*/ 1781069 w 5428342"/>
                    <a:gd name="connsiteY32" fmla="*/ 225265 h 1497017"/>
                    <a:gd name="connsiteX33" fmla="*/ 1906429 w 5428342"/>
                    <a:gd name="connsiteY33" fmla="*/ 252564 h 1497017"/>
                    <a:gd name="connsiteX34" fmla="*/ 1981720 w 5428342"/>
                    <a:gd name="connsiteY34" fmla="*/ 297879 h 1497017"/>
                    <a:gd name="connsiteX35" fmla="*/ 1984646 w 5428342"/>
                    <a:gd name="connsiteY35" fmla="*/ 297879 h 1497017"/>
                    <a:gd name="connsiteX36" fmla="*/ 2609939 w 5428342"/>
                    <a:gd name="connsiteY36" fmla="*/ 658680 h 1497017"/>
                    <a:gd name="connsiteX37" fmla="*/ 2818408 w 5428342"/>
                    <a:gd name="connsiteY37" fmla="*/ 658680 h 1497017"/>
                    <a:gd name="connsiteX38" fmla="*/ 3326963 w 5428342"/>
                    <a:gd name="connsiteY38" fmla="*/ 365238 h 1497017"/>
                    <a:gd name="connsiteX39" fmla="*/ 3342955 w 5428342"/>
                    <a:gd name="connsiteY39" fmla="*/ 355557 h 1497017"/>
                    <a:gd name="connsiteX40" fmla="*/ 3514076 w 5428342"/>
                    <a:gd name="connsiteY40" fmla="*/ 252564 h 1497017"/>
                    <a:gd name="connsiteX41" fmla="*/ 3639436 w 5428342"/>
                    <a:gd name="connsiteY41" fmla="*/ 225265 h 1497017"/>
                    <a:gd name="connsiteX42" fmla="*/ 3733495 w 5428342"/>
                    <a:gd name="connsiteY42" fmla="*/ 225265 h 1497017"/>
                    <a:gd name="connsiteX43" fmla="*/ 4181936 w 5428342"/>
                    <a:gd name="connsiteY43" fmla="*/ 225265 h 1497017"/>
                    <a:gd name="connsiteX44" fmla="*/ 3605041 w 5428342"/>
                    <a:gd name="connsiteY44" fmla="*/ 0 h 1497017"/>
                    <a:gd name="connsiteX45" fmla="*/ 3392166 w 5428342"/>
                    <a:gd name="connsiteY45" fmla="*/ 58972 h 1497017"/>
                    <a:gd name="connsiteX46" fmla="*/ 2818407 w 5428342"/>
                    <a:gd name="connsiteY46" fmla="*/ 395057 h 1497017"/>
                    <a:gd name="connsiteX47" fmla="*/ 2609938 w 5428342"/>
                    <a:gd name="connsiteY47" fmla="*/ 395057 h 1497017"/>
                    <a:gd name="connsiteX48" fmla="*/ 2214473 w 5428342"/>
                    <a:gd name="connsiteY48" fmla="*/ 166869 h 1497017"/>
                    <a:gd name="connsiteX49" fmla="*/ 2121315 w 5428342"/>
                    <a:gd name="connsiteY49" fmla="*/ 109372 h 1497017"/>
                    <a:gd name="connsiteX50" fmla="*/ 2037624 w 5428342"/>
                    <a:gd name="connsiteY50" fmla="*/ 58972 h 1497017"/>
                    <a:gd name="connsiteX51" fmla="*/ 1824749 w 5428342"/>
                    <a:gd name="connsiteY51" fmla="*/ 0 h 1497017"/>
                    <a:gd name="connsiteX52" fmla="*/ 1230424 w 5428342"/>
                    <a:gd name="connsiteY52" fmla="*/ 849 h 1497017"/>
                    <a:gd name="connsiteX53" fmla="*/ 1230424 w 5428342"/>
                    <a:gd name="connsiteY53" fmla="*/ 2413 h 1497017"/>
                    <a:gd name="connsiteX54" fmla="*/ 133438 w 5428342"/>
                    <a:gd name="connsiteY54" fmla="*/ 2413 h 1497017"/>
                    <a:gd name="connsiteX55" fmla="*/ 0 w 5428342"/>
                    <a:gd name="connsiteY55" fmla="*/ 135851 h 1497017"/>
                    <a:gd name="connsiteX56" fmla="*/ 0 w 5428342"/>
                    <a:gd name="connsiteY56" fmla="*/ 914375 h 1497017"/>
                    <a:gd name="connsiteX57" fmla="*/ 0 w 5428342"/>
                    <a:gd name="connsiteY57" fmla="*/ 1363579 h 1497017"/>
                    <a:gd name="connsiteX58" fmla="*/ 133438 w 5428342"/>
                    <a:gd name="connsiteY58" fmla="*/ 1497017 h 1497017"/>
                    <a:gd name="connsiteX59" fmla="*/ 1686405 w 5428342"/>
                    <a:gd name="connsiteY59" fmla="*/ 1497017 h 1497017"/>
                    <a:gd name="connsiteX60" fmla="*/ 1686405 w 5428342"/>
                    <a:gd name="connsiteY60" fmla="*/ 1496820 h 1497017"/>
                    <a:gd name="connsiteX61" fmla="*/ 1824749 w 5428342"/>
                    <a:gd name="connsiteY61" fmla="*/ 1497017 h 1497017"/>
                    <a:gd name="connsiteX62" fmla="*/ 2037624 w 5428342"/>
                    <a:gd name="connsiteY62" fmla="*/ 1438045 h 1497017"/>
                    <a:gd name="connsiteX63" fmla="*/ 2121315 w 5428342"/>
                    <a:gd name="connsiteY63" fmla="*/ 1387645 h 1497017"/>
                    <a:gd name="connsiteX64" fmla="*/ 2154423 w 5428342"/>
                    <a:gd name="connsiteY64" fmla="*/ 1367211 h 1497017"/>
                    <a:gd name="connsiteX65" fmla="*/ 2609938 w 5428342"/>
                    <a:gd name="connsiteY65" fmla="*/ 1104373 h 1497017"/>
                    <a:gd name="connsiteX66" fmla="*/ 2818407 w 5428342"/>
                    <a:gd name="connsiteY66" fmla="*/ 1104373 h 1497017"/>
                    <a:gd name="connsiteX67" fmla="*/ 3119246 w 5428342"/>
                    <a:gd name="connsiteY67" fmla="*/ 1277961 h 1497017"/>
                    <a:gd name="connsiteX68" fmla="*/ 3119246 w 5428342"/>
                    <a:gd name="connsiteY68" fmla="*/ 1280155 h 1497017"/>
                    <a:gd name="connsiteX69" fmla="*/ 3180682 w 5428342"/>
                    <a:gd name="connsiteY69" fmla="*/ 1317854 h 1497017"/>
                    <a:gd name="connsiteX70" fmla="*/ 3377450 w 5428342"/>
                    <a:gd name="connsiteY70" fmla="*/ 1438045 h 1497017"/>
                    <a:gd name="connsiteX71" fmla="*/ 3590324 w 5428342"/>
                    <a:gd name="connsiteY71" fmla="*/ 1497017 h 1497017"/>
                    <a:gd name="connsiteX72" fmla="*/ 3630476 w 5428342"/>
                    <a:gd name="connsiteY72" fmla="*/ 1496960 h 1497017"/>
                    <a:gd name="connsiteX73" fmla="*/ 3630476 w 5428342"/>
                    <a:gd name="connsiteY73" fmla="*/ 1497017 h 1497017"/>
                    <a:gd name="connsiteX74" fmla="*/ 5294904 w 5428342"/>
                    <a:gd name="connsiteY74" fmla="*/ 1497017 h 1497017"/>
                    <a:gd name="connsiteX75" fmla="*/ 5428342 w 5428342"/>
                    <a:gd name="connsiteY75" fmla="*/ 1363579 h 1497017"/>
                    <a:gd name="connsiteX76" fmla="*/ 5428342 w 5428342"/>
                    <a:gd name="connsiteY76" fmla="*/ 914375 h 1497017"/>
                    <a:gd name="connsiteX77" fmla="*/ 5428342 w 5428342"/>
                    <a:gd name="connsiteY77" fmla="*/ 135851 h 1497017"/>
                    <a:gd name="connsiteX78" fmla="*/ 5294904 w 5428342"/>
                    <a:gd name="connsiteY78" fmla="*/ 2413 h 14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5428342" h="1497017">
                      <a:moveTo>
                        <a:pt x="5051503" y="225265"/>
                      </a:moveTo>
                      <a:cubicBezTo>
                        <a:pt x="5119887" y="225265"/>
                        <a:pt x="5175324" y="280702"/>
                        <a:pt x="5175324" y="349086"/>
                      </a:cubicBezTo>
                      <a:lnTo>
                        <a:pt x="5175324" y="748509"/>
                      </a:lnTo>
                      <a:lnTo>
                        <a:pt x="5174003" y="748509"/>
                      </a:lnTo>
                      <a:lnTo>
                        <a:pt x="5174003" y="748509"/>
                      </a:lnTo>
                      <a:lnTo>
                        <a:pt x="5175323" y="748509"/>
                      </a:lnTo>
                      <a:lnTo>
                        <a:pt x="5175323" y="1147932"/>
                      </a:lnTo>
                      <a:cubicBezTo>
                        <a:pt x="5175323" y="1216316"/>
                        <a:pt x="5119886" y="1271753"/>
                        <a:pt x="5051502" y="1271753"/>
                      </a:cubicBezTo>
                      <a:lnTo>
                        <a:pt x="4181935" y="1271753"/>
                      </a:lnTo>
                      <a:lnTo>
                        <a:pt x="3733494" y="1271753"/>
                      </a:lnTo>
                      <a:lnTo>
                        <a:pt x="3639436" y="1271753"/>
                      </a:lnTo>
                      <a:cubicBezTo>
                        <a:pt x="3606696" y="1267479"/>
                        <a:pt x="3543196" y="1263204"/>
                        <a:pt x="3514076" y="1244454"/>
                      </a:cubicBezTo>
                      <a:cubicBezTo>
                        <a:pt x="3453199" y="1208094"/>
                        <a:pt x="3396266" y="1173732"/>
                        <a:pt x="3342954" y="1141461"/>
                      </a:cubicBezTo>
                      <a:lnTo>
                        <a:pt x="3326962" y="1131780"/>
                      </a:lnTo>
                      <a:lnTo>
                        <a:pt x="2818407" y="838338"/>
                      </a:lnTo>
                      <a:cubicBezTo>
                        <a:pt x="2761246" y="806413"/>
                        <a:pt x="2667099" y="806413"/>
                        <a:pt x="2609938" y="838338"/>
                      </a:cubicBezTo>
                      <a:lnTo>
                        <a:pt x="1984645" y="1199139"/>
                      </a:lnTo>
                      <a:lnTo>
                        <a:pt x="1981719" y="1199139"/>
                      </a:lnTo>
                      <a:lnTo>
                        <a:pt x="1906428" y="1244454"/>
                      </a:lnTo>
                      <a:cubicBezTo>
                        <a:pt x="1877307" y="1263204"/>
                        <a:pt x="1813808" y="1267479"/>
                        <a:pt x="1781068" y="1271753"/>
                      </a:cubicBezTo>
                      <a:lnTo>
                        <a:pt x="1734358" y="1271753"/>
                      </a:lnTo>
                      <a:lnTo>
                        <a:pt x="1238568" y="1271753"/>
                      </a:lnTo>
                      <a:lnTo>
                        <a:pt x="376844" y="1271753"/>
                      </a:lnTo>
                      <a:cubicBezTo>
                        <a:pt x="308460" y="1271753"/>
                        <a:pt x="253023" y="1216316"/>
                        <a:pt x="253023" y="1147932"/>
                      </a:cubicBezTo>
                      <a:lnTo>
                        <a:pt x="253023" y="851378"/>
                      </a:lnTo>
                      <a:lnTo>
                        <a:pt x="252910" y="851378"/>
                      </a:lnTo>
                      <a:lnTo>
                        <a:pt x="252910" y="645638"/>
                      </a:lnTo>
                      <a:lnTo>
                        <a:pt x="253024" y="645638"/>
                      </a:lnTo>
                      <a:lnTo>
                        <a:pt x="253024" y="349086"/>
                      </a:lnTo>
                      <a:cubicBezTo>
                        <a:pt x="253024" y="280702"/>
                        <a:pt x="308461" y="225265"/>
                        <a:pt x="376845" y="225265"/>
                      </a:cubicBezTo>
                      <a:lnTo>
                        <a:pt x="1238569" y="225265"/>
                      </a:lnTo>
                      <a:lnTo>
                        <a:pt x="1734359" y="225265"/>
                      </a:lnTo>
                      <a:lnTo>
                        <a:pt x="1781069" y="225265"/>
                      </a:lnTo>
                      <a:cubicBezTo>
                        <a:pt x="1813808" y="229540"/>
                        <a:pt x="1877308" y="233814"/>
                        <a:pt x="1906429" y="252564"/>
                      </a:cubicBezTo>
                      <a:lnTo>
                        <a:pt x="1981720" y="297879"/>
                      </a:lnTo>
                      <a:lnTo>
                        <a:pt x="1984646" y="297879"/>
                      </a:lnTo>
                      <a:lnTo>
                        <a:pt x="2609939" y="658680"/>
                      </a:lnTo>
                      <a:cubicBezTo>
                        <a:pt x="2667099" y="690605"/>
                        <a:pt x="2761247" y="690605"/>
                        <a:pt x="2818408" y="658680"/>
                      </a:cubicBezTo>
                      <a:lnTo>
                        <a:pt x="3326963" y="365238"/>
                      </a:lnTo>
                      <a:lnTo>
                        <a:pt x="3342955" y="355557"/>
                      </a:lnTo>
                      <a:cubicBezTo>
                        <a:pt x="3396266" y="323286"/>
                        <a:pt x="3453200" y="288924"/>
                        <a:pt x="3514076" y="252564"/>
                      </a:cubicBezTo>
                      <a:cubicBezTo>
                        <a:pt x="3543197" y="233814"/>
                        <a:pt x="3606697" y="229540"/>
                        <a:pt x="3639436" y="225265"/>
                      </a:cubicBezTo>
                      <a:lnTo>
                        <a:pt x="3733495" y="225265"/>
                      </a:lnTo>
                      <a:lnTo>
                        <a:pt x="4181936" y="225265"/>
                      </a:lnTo>
                      <a:close/>
                      <a:moveTo>
                        <a:pt x="3605041" y="0"/>
                      </a:moveTo>
                      <a:cubicBezTo>
                        <a:pt x="3490656" y="2769"/>
                        <a:pt x="3467950" y="22427"/>
                        <a:pt x="3392166" y="58972"/>
                      </a:cubicBezTo>
                      <a:cubicBezTo>
                        <a:pt x="3279295" y="124100"/>
                        <a:pt x="2948779" y="339043"/>
                        <a:pt x="2818407" y="395057"/>
                      </a:cubicBezTo>
                      <a:cubicBezTo>
                        <a:pt x="2688036" y="451071"/>
                        <a:pt x="2667099" y="428663"/>
                        <a:pt x="2609938" y="395057"/>
                      </a:cubicBezTo>
                      <a:lnTo>
                        <a:pt x="2214473" y="166869"/>
                      </a:lnTo>
                      <a:lnTo>
                        <a:pt x="2121315" y="109372"/>
                      </a:lnTo>
                      <a:cubicBezTo>
                        <a:pt x="2087603" y="88662"/>
                        <a:pt x="2058788" y="71184"/>
                        <a:pt x="2037624" y="58972"/>
                      </a:cubicBezTo>
                      <a:cubicBezTo>
                        <a:pt x="1961840" y="22427"/>
                        <a:pt x="1939134" y="2769"/>
                        <a:pt x="1824749" y="0"/>
                      </a:cubicBezTo>
                      <a:lnTo>
                        <a:pt x="1230424" y="849"/>
                      </a:lnTo>
                      <a:lnTo>
                        <a:pt x="1230424" y="2413"/>
                      </a:lnTo>
                      <a:lnTo>
                        <a:pt x="133438" y="2413"/>
                      </a:lnTo>
                      <a:cubicBezTo>
                        <a:pt x="59742" y="2413"/>
                        <a:pt x="0" y="62155"/>
                        <a:pt x="0" y="135851"/>
                      </a:cubicBezTo>
                      <a:lnTo>
                        <a:pt x="0" y="914375"/>
                      </a:lnTo>
                      <a:lnTo>
                        <a:pt x="0" y="1363579"/>
                      </a:lnTo>
                      <a:cubicBezTo>
                        <a:pt x="0" y="1437275"/>
                        <a:pt x="59742" y="1497017"/>
                        <a:pt x="133438" y="1497017"/>
                      </a:cubicBezTo>
                      <a:lnTo>
                        <a:pt x="1686405" y="1497017"/>
                      </a:lnTo>
                      <a:lnTo>
                        <a:pt x="1686405" y="1496820"/>
                      </a:lnTo>
                      <a:lnTo>
                        <a:pt x="1824749" y="1497017"/>
                      </a:lnTo>
                      <a:cubicBezTo>
                        <a:pt x="1939134" y="1494248"/>
                        <a:pt x="1961840" y="1474590"/>
                        <a:pt x="2037624" y="1438045"/>
                      </a:cubicBezTo>
                      <a:cubicBezTo>
                        <a:pt x="2058788" y="1425834"/>
                        <a:pt x="2087603" y="1408355"/>
                        <a:pt x="2121315" y="1387645"/>
                      </a:cubicBezTo>
                      <a:lnTo>
                        <a:pt x="2154423" y="1367211"/>
                      </a:lnTo>
                      <a:lnTo>
                        <a:pt x="2609938" y="1104373"/>
                      </a:lnTo>
                      <a:cubicBezTo>
                        <a:pt x="2667099" y="1070767"/>
                        <a:pt x="2761246" y="1070767"/>
                        <a:pt x="2818407" y="1104373"/>
                      </a:cubicBezTo>
                      <a:lnTo>
                        <a:pt x="3119246" y="1277961"/>
                      </a:lnTo>
                      <a:lnTo>
                        <a:pt x="3119246" y="1280155"/>
                      </a:lnTo>
                      <a:lnTo>
                        <a:pt x="3180682" y="1317854"/>
                      </a:lnTo>
                      <a:cubicBezTo>
                        <a:pt x="3262190" y="1368131"/>
                        <a:pt x="3335123" y="1413622"/>
                        <a:pt x="3377450" y="1438045"/>
                      </a:cubicBezTo>
                      <a:cubicBezTo>
                        <a:pt x="3453233" y="1474590"/>
                        <a:pt x="3475939" y="1494248"/>
                        <a:pt x="3590324" y="1497017"/>
                      </a:cubicBezTo>
                      <a:lnTo>
                        <a:pt x="3630476" y="1496960"/>
                      </a:lnTo>
                      <a:lnTo>
                        <a:pt x="3630476" y="1497017"/>
                      </a:lnTo>
                      <a:lnTo>
                        <a:pt x="5294904" y="1497017"/>
                      </a:lnTo>
                      <a:cubicBezTo>
                        <a:pt x="5368600" y="1497017"/>
                        <a:pt x="5428342" y="1437275"/>
                        <a:pt x="5428342" y="1363579"/>
                      </a:cubicBezTo>
                      <a:lnTo>
                        <a:pt x="5428342" y="914375"/>
                      </a:lnTo>
                      <a:lnTo>
                        <a:pt x="5428342" y="135851"/>
                      </a:lnTo>
                      <a:cubicBezTo>
                        <a:pt x="5428342" y="62155"/>
                        <a:pt x="5368600" y="2413"/>
                        <a:pt x="5294904" y="241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rgbClr val="EAEAEA"/>
                    </a:gs>
                    <a:gs pos="0">
                      <a:srgbClr val="FFFFFF"/>
                    </a:gs>
                  </a:gsLst>
                  <a:lin ang="27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5" name="圆角矩形 25">
                  <a:extLst>
                    <a:ext uri="{FF2B5EF4-FFF2-40B4-BE49-F238E27FC236}">
                      <a16:creationId xmlns:a16="http://schemas.microsoft.com/office/drawing/2014/main" id="{2E08FE2C-E5D7-4449-5FC5-285148ED56A4}"/>
                    </a:ext>
                  </a:extLst>
                </p:cNvPr>
                <p:cNvSpPr/>
                <p:nvPr/>
              </p:nvSpPr>
              <p:spPr>
                <a:xfrm flipH="1">
                  <a:off x="6230359" y="3606892"/>
                  <a:ext cx="1827366" cy="883282"/>
                </a:xfrm>
                <a:custGeom>
                  <a:avLst/>
                  <a:gdLst>
                    <a:gd name="connsiteX0" fmla="*/ 0 w 1706671"/>
                    <a:gd name="connsiteY0" fmla="*/ 129861 h 1036320"/>
                    <a:gd name="connsiteX1" fmla="*/ 129861 w 1706671"/>
                    <a:gd name="connsiteY1" fmla="*/ 0 h 1036320"/>
                    <a:gd name="connsiteX2" fmla="*/ 1576810 w 1706671"/>
                    <a:gd name="connsiteY2" fmla="*/ 0 h 1036320"/>
                    <a:gd name="connsiteX3" fmla="*/ 1706671 w 1706671"/>
                    <a:gd name="connsiteY3" fmla="*/ 129861 h 1036320"/>
                    <a:gd name="connsiteX4" fmla="*/ 1706671 w 1706671"/>
                    <a:gd name="connsiteY4" fmla="*/ 906459 h 1036320"/>
                    <a:gd name="connsiteX5" fmla="*/ 1576810 w 1706671"/>
                    <a:gd name="connsiteY5" fmla="*/ 1036320 h 1036320"/>
                    <a:gd name="connsiteX6" fmla="*/ 129861 w 1706671"/>
                    <a:gd name="connsiteY6" fmla="*/ 1036320 h 1036320"/>
                    <a:gd name="connsiteX7" fmla="*/ 0 w 1706671"/>
                    <a:gd name="connsiteY7" fmla="*/ 906459 h 1036320"/>
                    <a:gd name="connsiteX8" fmla="*/ 0 w 1706671"/>
                    <a:gd name="connsiteY8" fmla="*/ 129861 h 1036320"/>
                    <a:gd name="connsiteX0-1" fmla="*/ 0 w 2114558"/>
                    <a:gd name="connsiteY0-2" fmla="*/ 129861 h 1036320"/>
                    <a:gd name="connsiteX1-3" fmla="*/ 129861 w 2114558"/>
                    <a:gd name="connsiteY1-4" fmla="*/ 0 h 1036320"/>
                    <a:gd name="connsiteX2-5" fmla="*/ 1576810 w 2114558"/>
                    <a:gd name="connsiteY2-6" fmla="*/ 0 h 1036320"/>
                    <a:gd name="connsiteX3-7" fmla="*/ 1706671 w 2114558"/>
                    <a:gd name="connsiteY3-8" fmla="*/ 129861 h 1036320"/>
                    <a:gd name="connsiteX4-9" fmla="*/ 2114550 w 2114558"/>
                    <a:gd name="connsiteY4-10" fmla="*/ 509588 h 1036320"/>
                    <a:gd name="connsiteX5-11" fmla="*/ 1706671 w 2114558"/>
                    <a:gd name="connsiteY5-12" fmla="*/ 906459 h 1036320"/>
                    <a:gd name="connsiteX6-13" fmla="*/ 1576810 w 2114558"/>
                    <a:gd name="connsiteY6-14" fmla="*/ 1036320 h 1036320"/>
                    <a:gd name="connsiteX7-15" fmla="*/ 129861 w 2114558"/>
                    <a:gd name="connsiteY7-16" fmla="*/ 1036320 h 1036320"/>
                    <a:gd name="connsiteX8-17" fmla="*/ 0 w 2114558"/>
                    <a:gd name="connsiteY8-18" fmla="*/ 906459 h 1036320"/>
                    <a:gd name="connsiteX9" fmla="*/ 0 w 2114558"/>
                    <a:gd name="connsiteY9" fmla="*/ 129861 h 1036320"/>
                    <a:gd name="connsiteX0-19" fmla="*/ 0 w 2114560"/>
                    <a:gd name="connsiteY0-20" fmla="*/ 129861 h 1036320"/>
                    <a:gd name="connsiteX1-21" fmla="*/ 129861 w 2114560"/>
                    <a:gd name="connsiteY1-22" fmla="*/ 0 h 1036320"/>
                    <a:gd name="connsiteX2-23" fmla="*/ 1576810 w 2114560"/>
                    <a:gd name="connsiteY2-24" fmla="*/ 0 h 1036320"/>
                    <a:gd name="connsiteX3-25" fmla="*/ 1778109 w 2114560"/>
                    <a:gd name="connsiteY3-26" fmla="*/ 148911 h 1036320"/>
                    <a:gd name="connsiteX4-27" fmla="*/ 2114550 w 2114560"/>
                    <a:gd name="connsiteY4-28" fmla="*/ 509588 h 1036320"/>
                    <a:gd name="connsiteX5-29" fmla="*/ 1706671 w 2114560"/>
                    <a:gd name="connsiteY5-30" fmla="*/ 906459 h 1036320"/>
                    <a:gd name="connsiteX6-31" fmla="*/ 1576810 w 2114560"/>
                    <a:gd name="connsiteY6-32" fmla="*/ 1036320 h 1036320"/>
                    <a:gd name="connsiteX7-33" fmla="*/ 129861 w 2114560"/>
                    <a:gd name="connsiteY7-34" fmla="*/ 1036320 h 1036320"/>
                    <a:gd name="connsiteX8-35" fmla="*/ 0 w 2114560"/>
                    <a:gd name="connsiteY8-36" fmla="*/ 906459 h 1036320"/>
                    <a:gd name="connsiteX9-37" fmla="*/ 0 w 2114560"/>
                    <a:gd name="connsiteY9-38" fmla="*/ 129861 h 1036320"/>
                    <a:gd name="connsiteX0-39" fmla="*/ 0 w 2114567"/>
                    <a:gd name="connsiteY0-40" fmla="*/ 129861 h 1036320"/>
                    <a:gd name="connsiteX1-41" fmla="*/ 129861 w 2114567"/>
                    <a:gd name="connsiteY1-42" fmla="*/ 0 h 1036320"/>
                    <a:gd name="connsiteX2-43" fmla="*/ 1576810 w 2114567"/>
                    <a:gd name="connsiteY2-44" fmla="*/ 0 h 1036320"/>
                    <a:gd name="connsiteX3-45" fmla="*/ 1778109 w 2114567"/>
                    <a:gd name="connsiteY3-46" fmla="*/ 148911 h 1036320"/>
                    <a:gd name="connsiteX4-47" fmla="*/ 2114550 w 2114567"/>
                    <a:gd name="connsiteY4-48" fmla="*/ 509588 h 1036320"/>
                    <a:gd name="connsiteX5-49" fmla="*/ 1706671 w 2114567"/>
                    <a:gd name="connsiteY5-50" fmla="*/ 906459 h 1036320"/>
                    <a:gd name="connsiteX6-51" fmla="*/ 1576810 w 2114567"/>
                    <a:gd name="connsiteY6-52" fmla="*/ 1036320 h 1036320"/>
                    <a:gd name="connsiteX7-53" fmla="*/ 129861 w 2114567"/>
                    <a:gd name="connsiteY7-54" fmla="*/ 1036320 h 1036320"/>
                    <a:gd name="connsiteX8-55" fmla="*/ 0 w 2114567"/>
                    <a:gd name="connsiteY8-56" fmla="*/ 906459 h 1036320"/>
                    <a:gd name="connsiteX9-57" fmla="*/ 0 w 2114567"/>
                    <a:gd name="connsiteY9-58" fmla="*/ 129861 h 1036320"/>
                    <a:gd name="connsiteX0-59" fmla="*/ 0 w 2114568"/>
                    <a:gd name="connsiteY0-60" fmla="*/ 129861 h 1036320"/>
                    <a:gd name="connsiteX1-61" fmla="*/ 129861 w 2114568"/>
                    <a:gd name="connsiteY1-62" fmla="*/ 0 h 1036320"/>
                    <a:gd name="connsiteX2-63" fmla="*/ 1576810 w 2114568"/>
                    <a:gd name="connsiteY2-64" fmla="*/ 0 h 1036320"/>
                    <a:gd name="connsiteX3-65" fmla="*/ 1782872 w 2114568"/>
                    <a:gd name="connsiteY3-66" fmla="*/ 129861 h 1036320"/>
                    <a:gd name="connsiteX4-67" fmla="*/ 2114550 w 2114568"/>
                    <a:gd name="connsiteY4-68" fmla="*/ 509588 h 1036320"/>
                    <a:gd name="connsiteX5-69" fmla="*/ 1706671 w 2114568"/>
                    <a:gd name="connsiteY5-70" fmla="*/ 906459 h 1036320"/>
                    <a:gd name="connsiteX6-71" fmla="*/ 1576810 w 2114568"/>
                    <a:gd name="connsiteY6-72" fmla="*/ 1036320 h 1036320"/>
                    <a:gd name="connsiteX7-73" fmla="*/ 129861 w 2114568"/>
                    <a:gd name="connsiteY7-74" fmla="*/ 1036320 h 1036320"/>
                    <a:gd name="connsiteX8-75" fmla="*/ 0 w 2114568"/>
                    <a:gd name="connsiteY8-76" fmla="*/ 906459 h 1036320"/>
                    <a:gd name="connsiteX9-77" fmla="*/ 0 w 2114568"/>
                    <a:gd name="connsiteY9-78" fmla="*/ 129861 h 1036320"/>
                    <a:gd name="connsiteX0-79" fmla="*/ 0 w 2114568"/>
                    <a:gd name="connsiteY0-80" fmla="*/ 129861 h 1036320"/>
                    <a:gd name="connsiteX1-81" fmla="*/ 129861 w 2114568"/>
                    <a:gd name="connsiteY1-82" fmla="*/ 0 h 1036320"/>
                    <a:gd name="connsiteX2-83" fmla="*/ 1576810 w 2114568"/>
                    <a:gd name="connsiteY2-84" fmla="*/ 0 h 1036320"/>
                    <a:gd name="connsiteX3-85" fmla="*/ 1782872 w 2114568"/>
                    <a:gd name="connsiteY3-86" fmla="*/ 129861 h 1036320"/>
                    <a:gd name="connsiteX4-87" fmla="*/ 2114550 w 2114568"/>
                    <a:gd name="connsiteY4-88" fmla="*/ 509588 h 1036320"/>
                    <a:gd name="connsiteX5-89" fmla="*/ 1706671 w 2114568"/>
                    <a:gd name="connsiteY5-90" fmla="*/ 906459 h 1036320"/>
                    <a:gd name="connsiteX6-91" fmla="*/ 1576810 w 2114568"/>
                    <a:gd name="connsiteY6-92" fmla="*/ 1036320 h 1036320"/>
                    <a:gd name="connsiteX7-93" fmla="*/ 129861 w 2114568"/>
                    <a:gd name="connsiteY7-94" fmla="*/ 1036320 h 1036320"/>
                    <a:gd name="connsiteX8-95" fmla="*/ 0 w 2114568"/>
                    <a:gd name="connsiteY8-96" fmla="*/ 906459 h 1036320"/>
                    <a:gd name="connsiteX9-97" fmla="*/ 0 w 2114568"/>
                    <a:gd name="connsiteY9-98" fmla="*/ 129861 h 1036320"/>
                    <a:gd name="connsiteX0-99" fmla="*/ 0 w 2114571"/>
                    <a:gd name="connsiteY0-100" fmla="*/ 129861 h 1036320"/>
                    <a:gd name="connsiteX1-101" fmla="*/ 129861 w 2114571"/>
                    <a:gd name="connsiteY1-102" fmla="*/ 0 h 1036320"/>
                    <a:gd name="connsiteX2-103" fmla="*/ 1576810 w 2114571"/>
                    <a:gd name="connsiteY2-104" fmla="*/ 0 h 1036320"/>
                    <a:gd name="connsiteX3-105" fmla="*/ 1811447 w 2114571"/>
                    <a:gd name="connsiteY3-106" fmla="*/ 120336 h 1036320"/>
                    <a:gd name="connsiteX4-107" fmla="*/ 2114550 w 2114571"/>
                    <a:gd name="connsiteY4-108" fmla="*/ 509588 h 1036320"/>
                    <a:gd name="connsiteX5-109" fmla="*/ 1706671 w 2114571"/>
                    <a:gd name="connsiteY5-110" fmla="*/ 906459 h 1036320"/>
                    <a:gd name="connsiteX6-111" fmla="*/ 1576810 w 2114571"/>
                    <a:gd name="connsiteY6-112" fmla="*/ 1036320 h 1036320"/>
                    <a:gd name="connsiteX7-113" fmla="*/ 129861 w 2114571"/>
                    <a:gd name="connsiteY7-114" fmla="*/ 1036320 h 1036320"/>
                    <a:gd name="connsiteX8-115" fmla="*/ 0 w 2114571"/>
                    <a:gd name="connsiteY8-116" fmla="*/ 906459 h 1036320"/>
                    <a:gd name="connsiteX9-117" fmla="*/ 0 w 2114571"/>
                    <a:gd name="connsiteY9-118" fmla="*/ 129861 h 1036320"/>
                    <a:gd name="connsiteX0-119" fmla="*/ 0 w 2114571"/>
                    <a:gd name="connsiteY0-120" fmla="*/ 129861 h 1036320"/>
                    <a:gd name="connsiteX1-121" fmla="*/ 129861 w 2114571"/>
                    <a:gd name="connsiteY1-122" fmla="*/ 0 h 1036320"/>
                    <a:gd name="connsiteX2-123" fmla="*/ 1576810 w 2114571"/>
                    <a:gd name="connsiteY2-124" fmla="*/ 0 h 1036320"/>
                    <a:gd name="connsiteX3-125" fmla="*/ 1811447 w 2114571"/>
                    <a:gd name="connsiteY3-126" fmla="*/ 120336 h 1036320"/>
                    <a:gd name="connsiteX4-127" fmla="*/ 2114550 w 2114571"/>
                    <a:gd name="connsiteY4-128" fmla="*/ 509588 h 1036320"/>
                    <a:gd name="connsiteX5-129" fmla="*/ 1706671 w 2114571"/>
                    <a:gd name="connsiteY5-130" fmla="*/ 906459 h 1036320"/>
                    <a:gd name="connsiteX6-131" fmla="*/ 1576810 w 2114571"/>
                    <a:gd name="connsiteY6-132" fmla="*/ 1036320 h 1036320"/>
                    <a:gd name="connsiteX7-133" fmla="*/ 129861 w 2114571"/>
                    <a:gd name="connsiteY7-134" fmla="*/ 1036320 h 1036320"/>
                    <a:gd name="connsiteX8-135" fmla="*/ 0 w 2114571"/>
                    <a:gd name="connsiteY8-136" fmla="*/ 906459 h 1036320"/>
                    <a:gd name="connsiteX9-137" fmla="*/ 0 w 2114571"/>
                    <a:gd name="connsiteY9-138" fmla="*/ 129861 h 1036320"/>
                    <a:gd name="connsiteX0-139" fmla="*/ 0 w 2114581"/>
                    <a:gd name="connsiteY0-140" fmla="*/ 129861 h 1036320"/>
                    <a:gd name="connsiteX1-141" fmla="*/ 129861 w 2114581"/>
                    <a:gd name="connsiteY1-142" fmla="*/ 0 h 1036320"/>
                    <a:gd name="connsiteX2-143" fmla="*/ 1576810 w 2114581"/>
                    <a:gd name="connsiteY2-144" fmla="*/ 0 h 1036320"/>
                    <a:gd name="connsiteX3-145" fmla="*/ 1811447 w 2114581"/>
                    <a:gd name="connsiteY3-146" fmla="*/ 120336 h 1036320"/>
                    <a:gd name="connsiteX4-147" fmla="*/ 2114550 w 2114581"/>
                    <a:gd name="connsiteY4-148" fmla="*/ 509588 h 1036320"/>
                    <a:gd name="connsiteX5-149" fmla="*/ 1706671 w 2114581"/>
                    <a:gd name="connsiteY5-150" fmla="*/ 906459 h 1036320"/>
                    <a:gd name="connsiteX6-151" fmla="*/ 1576810 w 2114581"/>
                    <a:gd name="connsiteY6-152" fmla="*/ 1036320 h 1036320"/>
                    <a:gd name="connsiteX7-153" fmla="*/ 129861 w 2114581"/>
                    <a:gd name="connsiteY7-154" fmla="*/ 1036320 h 1036320"/>
                    <a:gd name="connsiteX8-155" fmla="*/ 0 w 2114581"/>
                    <a:gd name="connsiteY8-156" fmla="*/ 906459 h 1036320"/>
                    <a:gd name="connsiteX9-157" fmla="*/ 0 w 2114581"/>
                    <a:gd name="connsiteY9-158" fmla="*/ 129861 h 1036320"/>
                    <a:gd name="connsiteX0-159" fmla="*/ 0 w 2114586"/>
                    <a:gd name="connsiteY0-160" fmla="*/ 129861 h 1036320"/>
                    <a:gd name="connsiteX1-161" fmla="*/ 129861 w 2114586"/>
                    <a:gd name="connsiteY1-162" fmla="*/ 0 h 1036320"/>
                    <a:gd name="connsiteX2-163" fmla="*/ 1576810 w 2114586"/>
                    <a:gd name="connsiteY2-164" fmla="*/ 0 h 1036320"/>
                    <a:gd name="connsiteX3-165" fmla="*/ 1811447 w 2114586"/>
                    <a:gd name="connsiteY3-166" fmla="*/ 120336 h 1036320"/>
                    <a:gd name="connsiteX4-167" fmla="*/ 2114550 w 2114586"/>
                    <a:gd name="connsiteY4-168" fmla="*/ 509588 h 1036320"/>
                    <a:gd name="connsiteX5-169" fmla="*/ 1706671 w 2114586"/>
                    <a:gd name="connsiteY5-170" fmla="*/ 906459 h 1036320"/>
                    <a:gd name="connsiteX6-171" fmla="*/ 1576810 w 2114586"/>
                    <a:gd name="connsiteY6-172" fmla="*/ 1036320 h 1036320"/>
                    <a:gd name="connsiteX7-173" fmla="*/ 129861 w 2114586"/>
                    <a:gd name="connsiteY7-174" fmla="*/ 1036320 h 1036320"/>
                    <a:gd name="connsiteX8-175" fmla="*/ 0 w 2114586"/>
                    <a:gd name="connsiteY8-176" fmla="*/ 906459 h 1036320"/>
                    <a:gd name="connsiteX9-177" fmla="*/ 0 w 2114586"/>
                    <a:gd name="connsiteY9-178" fmla="*/ 129861 h 1036320"/>
                    <a:gd name="connsiteX0-179" fmla="*/ 0 w 2114586"/>
                    <a:gd name="connsiteY0-180" fmla="*/ 129861 h 1036320"/>
                    <a:gd name="connsiteX1-181" fmla="*/ 129861 w 2114586"/>
                    <a:gd name="connsiteY1-182" fmla="*/ 0 h 1036320"/>
                    <a:gd name="connsiteX2-183" fmla="*/ 1576810 w 2114586"/>
                    <a:gd name="connsiteY2-184" fmla="*/ 0 h 1036320"/>
                    <a:gd name="connsiteX3-185" fmla="*/ 1811447 w 2114586"/>
                    <a:gd name="connsiteY3-186" fmla="*/ 120336 h 1036320"/>
                    <a:gd name="connsiteX4-187" fmla="*/ 2114550 w 2114586"/>
                    <a:gd name="connsiteY4-188" fmla="*/ 509588 h 1036320"/>
                    <a:gd name="connsiteX5-189" fmla="*/ 1706671 w 2114586"/>
                    <a:gd name="connsiteY5-190" fmla="*/ 906459 h 1036320"/>
                    <a:gd name="connsiteX6-191" fmla="*/ 1576810 w 2114586"/>
                    <a:gd name="connsiteY6-192" fmla="*/ 1036320 h 1036320"/>
                    <a:gd name="connsiteX7-193" fmla="*/ 129861 w 2114586"/>
                    <a:gd name="connsiteY7-194" fmla="*/ 1036320 h 1036320"/>
                    <a:gd name="connsiteX8-195" fmla="*/ 0 w 2114586"/>
                    <a:gd name="connsiteY8-196" fmla="*/ 906459 h 1036320"/>
                    <a:gd name="connsiteX9-197" fmla="*/ 0 w 2114586"/>
                    <a:gd name="connsiteY9-198" fmla="*/ 129861 h 1036320"/>
                    <a:gd name="connsiteX0-199" fmla="*/ 0 w 2114586"/>
                    <a:gd name="connsiteY0-200" fmla="*/ 129861 h 1036320"/>
                    <a:gd name="connsiteX1-201" fmla="*/ 129861 w 2114586"/>
                    <a:gd name="connsiteY1-202" fmla="*/ 0 h 1036320"/>
                    <a:gd name="connsiteX2-203" fmla="*/ 1576810 w 2114586"/>
                    <a:gd name="connsiteY2-204" fmla="*/ 0 h 1036320"/>
                    <a:gd name="connsiteX3-205" fmla="*/ 1811447 w 2114586"/>
                    <a:gd name="connsiteY3-206" fmla="*/ 120336 h 1036320"/>
                    <a:gd name="connsiteX4-207" fmla="*/ 2114550 w 2114586"/>
                    <a:gd name="connsiteY4-208" fmla="*/ 509588 h 1036320"/>
                    <a:gd name="connsiteX5-209" fmla="*/ 1706671 w 2114586"/>
                    <a:gd name="connsiteY5-210" fmla="*/ 906459 h 1036320"/>
                    <a:gd name="connsiteX6-211" fmla="*/ 1576810 w 2114586"/>
                    <a:gd name="connsiteY6-212" fmla="*/ 1036320 h 1036320"/>
                    <a:gd name="connsiteX7-213" fmla="*/ 129861 w 2114586"/>
                    <a:gd name="connsiteY7-214" fmla="*/ 1036320 h 1036320"/>
                    <a:gd name="connsiteX8-215" fmla="*/ 0 w 2114586"/>
                    <a:gd name="connsiteY8-216" fmla="*/ 906459 h 1036320"/>
                    <a:gd name="connsiteX9-217" fmla="*/ 0 w 2114586"/>
                    <a:gd name="connsiteY9-218" fmla="*/ 129861 h 1036320"/>
                    <a:gd name="connsiteX0-219" fmla="*/ 0 w 2114586"/>
                    <a:gd name="connsiteY0-220" fmla="*/ 129861 h 1036320"/>
                    <a:gd name="connsiteX1-221" fmla="*/ 129861 w 2114586"/>
                    <a:gd name="connsiteY1-222" fmla="*/ 0 h 1036320"/>
                    <a:gd name="connsiteX2-223" fmla="*/ 1576810 w 2114586"/>
                    <a:gd name="connsiteY2-224" fmla="*/ 0 h 1036320"/>
                    <a:gd name="connsiteX3-225" fmla="*/ 1811447 w 2114586"/>
                    <a:gd name="connsiteY3-226" fmla="*/ 120336 h 1036320"/>
                    <a:gd name="connsiteX4-227" fmla="*/ 2114550 w 2114586"/>
                    <a:gd name="connsiteY4-228" fmla="*/ 509588 h 1036320"/>
                    <a:gd name="connsiteX5-229" fmla="*/ 1749534 w 2114586"/>
                    <a:gd name="connsiteY5-230" fmla="*/ 930271 h 1036320"/>
                    <a:gd name="connsiteX6-231" fmla="*/ 1576810 w 2114586"/>
                    <a:gd name="connsiteY6-232" fmla="*/ 1036320 h 1036320"/>
                    <a:gd name="connsiteX7-233" fmla="*/ 129861 w 2114586"/>
                    <a:gd name="connsiteY7-234" fmla="*/ 1036320 h 1036320"/>
                    <a:gd name="connsiteX8-235" fmla="*/ 0 w 2114586"/>
                    <a:gd name="connsiteY8-236" fmla="*/ 906459 h 1036320"/>
                    <a:gd name="connsiteX9-237" fmla="*/ 0 w 2114586"/>
                    <a:gd name="connsiteY9-238" fmla="*/ 129861 h 1036320"/>
                    <a:gd name="connsiteX0-239" fmla="*/ 0 w 2114586"/>
                    <a:gd name="connsiteY0-240" fmla="*/ 129861 h 1036320"/>
                    <a:gd name="connsiteX1-241" fmla="*/ 129861 w 2114586"/>
                    <a:gd name="connsiteY1-242" fmla="*/ 0 h 1036320"/>
                    <a:gd name="connsiteX2-243" fmla="*/ 1576810 w 2114586"/>
                    <a:gd name="connsiteY2-244" fmla="*/ 0 h 1036320"/>
                    <a:gd name="connsiteX3-245" fmla="*/ 1811447 w 2114586"/>
                    <a:gd name="connsiteY3-246" fmla="*/ 120336 h 1036320"/>
                    <a:gd name="connsiteX4-247" fmla="*/ 2114550 w 2114586"/>
                    <a:gd name="connsiteY4-248" fmla="*/ 509588 h 1036320"/>
                    <a:gd name="connsiteX5-249" fmla="*/ 1749534 w 2114586"/>
                    <a:gd name="connsiteY5-250" fmla="*/ 930271 h 1036320"/>
                    <a:gd name="connsiteX6-251" fmla="*/ 1576810 w 2114586"/>
                    <a:gd name="connsiteY6-252" fmla="*/ 1036320 h 1036320"/>
                    <a:gd name="connsiteX7-253" fmla="*/ 129861 w 2114586"/>
                    <a:gd name="connsiteY7-254" fmla="*/ 1036320 h 1036320"/>
                    <a:gd name="connsiteX8-255" fmla="*/ 0 w 2114586"/>
                    <a:gd name="connsiteY8-256" fmla="*/ 906459 h 1036320"/>
                    <a:gd name="connsiteX9-257" fmla="*/ 0 w 2114586"/>
                    <a:gd name="connsiteY9-258" fmla="*/ 129861 h 1036320"/>
                    <a:gd name="connsiteX0-259" fmla="*/ 0 w 2114586"/>
                    <a:gd name="connsiteY0-260" fmla="*/ 129861 h 1036320"/>
                    <a:gd name="connsiteX1-261" fmla="*/ 129861 w 2114586"/>
                    <a:gd name="connsiteY1-262" fmla="*/ 0 h 1036320"/>
                    <a:gd name="connsiteX2-263" fmla="*/ 1576810 w 2114586"/>
                    <a:gd name="connsiteY2-264" fmla="*/ 0 h 1036320"/>
                    <a:gd name="connsiteX3-265" fmla="*/ 1811447 w 2114586"/>
                    <a:gd name="connsiteY3-266" fmla="*/ 120336 h 1036320"/>
                    <a:gd name="connsiteX4-267" fmla="*/ 2114550 w 2114586"/>
                    <a:gd name="connsiteY4-268" fmla="*/ 509588 h 1036320"/>
                    <a:gd name="connsiteX5-269" fmla="*/ 1749534 w 2114586"/>
                    <a:gd name="connsiteY5-270" fmla="*/ 930271 h 1036320"/>
                    <a:gd name="connsiteX6-271" fmla="*/ 1576810 w 2114586"/>
                    <a:gd name="connsiteY6-272" fmla="*/ 1036320 h 1036320"/>
                    <a:gd name="connsiteX7-273" fmla="*/ 129861 w 2114586"/>
                    <a:gd name="connsiteY7-274" fmla="*/ 1036320 h 1036320"/>
                    <a:gd name="connsiteX8-275" fmla="*/ 0 w 2114586"/>
                    <a:gd name="connsiteY8-276" fmla="*/ 906459 h 1036320"/>
                    <a:gd name="connsiteX9-277" fmla="*/ 0 w 2114586"/>
                    <a:gd name="connsiteY9-278" fmla="*/ 129861 h 1036320"/>
                    <a:gd name="connsiteX0-279" fmla="*/ 0 w 2114598"/>
                    <a:gd name="connsiteY0-280" fmla="*/ 129861 h 1036320"/>
                    <a:gd name="connsiteX1-281" fmla="*/ 129861 w 2114598"/>
                    <a:gd name="connsiteY1-282" fmla="*/ 0 h 1036320"/>
                    <a:gd name="connsiteX2-283" fmla="*/ 1576810 w 2114598"/>
                    <a:gd name="connsiteY2-284" fmla="*/ 0 h 1036320"/>
                    <a:gd name="connsiteX3-285" fmla="*/ 1811447 w 2114598"/>
                    <a:gd name="connsiteY3-286" fmla="*/ 120336 h 1036320"/>
                    <a:gd name="connsiteX4-287" fmla="*/ 2114550 w 2114598"/>
                    <a:gd name="connsiteY4-288" fmla="*/ 509588 h 1036320"/>
                    <a:gd name="connsiteX5-289" fmla="*/ 1782871 w 2114598"/>
                    <a:gd name="connsiteY5-290" fmla="*/ 939796 h 1036320"/>
                    <a:gd name="connsiteX6-291" fmla="*/ 1576810 w 2114598"/>
                    <a:gd name="connsiteY6-292" fmla="*/ 1036320 h 1036320"/>
                    <a:gd name="connsiteX7-293" fmla="*/ 129861 w 2114598"/>
                    <a:gd name="connsiteY7-294" fmla="*/ 1036320 h 1036320"/>
                    <a:gd name="connsiteX8-295" fmla="*/ 0 w 2114598"/>
                    <a:gd name="connsiteY8-296" fmla="*/ 906459 h 1036320"/>
                    <a:gd name="connsiteX9-297" fmla="*/ 0 w 2114598"/>
                    <a:gd name="connsiteY9-298" fmla="*/ 129861 h 1036320"/>
                    <a:gd name="connsiteX0-299" fmla="*/ 0 w 2114598"/>
                    <a:gd name="connsiteY0-300" fmla="*/ 129861 h 1036320"/>
                    <a:gd name="connsiteX1-301" fmla="*/ 129861 w 2114598"/>
                    <a:gd name="connsiteY1-302" fmla="*/ 0 h 1036320"/>
                    <a:gd name="connsiteX2-303" fmla="*/ 1576810 w 2114598"/>
                    <a:gd name="connsiteY2-304" fmla="*/ 0 h 1036320"/>
                    <a:gd name="connsiteX3-305" fmla="*/ 1811447 w 2114598"/>
                    <a:gd name="connsiteY3-306" fmla="*/ 120336 h 1036320"/>
                    <a:gd name="connsiteX4-307" fmla="*/ 2114550 w 2114598"/>
                    <a:gd name="connsiteY4-308" fmla="*/ 509588 h 1036320"/>
                    <a:gd name="connsiteX5-309" fmla="*/ 1782871 w 2114598"/>
                    <a:gd name="connsiteY5-310" fmla="*/ 939796 h 1036320"/>
                    <a:gd name="connsiteX6-311" fmla="*/ 1576810 w 2114598"/>
                    <a:gd name="connsiteY6-312" fmla="*/ 1036320 h 1036320"/>
                    <a:gd name="connsiteX7-313" fmla="*/ 129861 w 2114598"/>
                    <a:gd name="connsiteY7-314" fmla="*/ 1036320 h 1036320"/>
                    <a:gd name="connsiteX8-315" fmla="*/ 0 w 2114598"/>
                    <a:gd name="connsiteY8-316" fmla="*/ 906459 h 1036320"/>
                    <a:gd name="connsiteX9-317" fmla="*/ 0 w 2114598"/>
                    <a:gd name="connsiteY9-318" fmla="*/ 129861 h 1036320"/>
                    <a:gd name="connsiteX0-319" fmla="*/ 0 w 2114614"/>
                    <a:gd name="connsiteY0-320" fmla="*/ 129861 h 1036320"/>
                    <a:gd name="connsiteX1-321" fmla="*/ 129861 w 2114614"/>
                    <a:gd name="connsiteY1-322" fmla="*/ 0 h 1036320"/>
                    <a:gd name="connsiteX2-323" fmla="*/ 1576810 w 2114614"/>
                    <a:gd name="connsiteY2-324" fmla="*/ 0 h 1036320"/>
                    <a:gd name="connsiteX3-325" fmla="*/ 1811447 w 2114614"/>
                    <a:gd name="connsiteY3-326" fmla="*/ 120336 h 1036320"/>
                    <a:gd name="connsiteX4-327" fmla="*/ 2114550 w 2114614"/>
                    <a:gd name="connsiteY4-328" fmla="*/ 509588 h 1036320"/>
                    <a:gd name="connsiteX5-329" fmla="*/ 1782871 w 2114614"/>
                    <a:gd name="connsiteY5-330" fmla="*/ 939796 h 1036320"/>
                    <a:gd name="connsiteX6-331" fmla="*/ 1576810 w 2114614"/>
                    <a:gd name="connsiteY6-332" fmla="*/ 1036320 h 1036320"/>
                    <a:gd name="connsiteX7-333" fmla="*/ 129861 w 2114614"/>
                    <a:gd name="connsiteY7-334" fmla="*/ 1036320 h 1036320"/>
                    <a:gd name="connsiteX8-335" fmla="*/ 0 w 2114614"/>
                    <a:gd name="connsiteY8-336" fmla="*/ 906459 h 1036320"/>
                    <a:gd name="connsiteX9-337" fmla="*/ 0 w 2114614"/>
                    <a:gd name="connsiteY9-338" fmla="*/ 129861 h 1036320"/>
                    <a:gd name="connsiteX0-339" fmla="*/ 0 w 2114586"/>
                    <a:gd name="connsiteY0-340" fmla="*/ 129861 h 1036320"/>
                    <a:gd name="connsiteX1-341" fmla="*/ 129861 w 2114586"/>
                    <a:gd name="connsiteY1-342" fmla="*/ 0 h 1036320"/>
                    <a:gd name="connsiteX2-343" fmla="*/ 1576810 w 2114586"/>
                    <a:gd name="connsiteY2-344" fmla="*/ 0 h 1036320"/>
                    <a:gd name="connsiteX3-345" fmla="*/ 1811447 w 2114586"/>
                    <a:gd name="connsiteY3-346" fmla="*/ 120336 h 1036320"/>
                    <a:gd name="connsiteX4-347" fmla="*/ 2114550 w 2114586"/>
                    <a:gd name="connsiteY4-348" fmla="*/ 509588 h 1036320"/>
                    <a:gd name="connsiteX5-349" fmla="*/ 1782871 w 2114586"/>
                    <a:gd name="connsiteY5-350" fmla="*/ 939796 h 1036320"/>
                    <a:gd name="connsiteX6-351" fmla="*/ 1576810 w 2114586"/>
                    <a:gd name="connsiteY6-352" fmla="*/ 1036320 h 1036320"/>
                    <a:gd name="connsiteX7-353" fmla="*/ 129861 w 2114586"/>
                    <a:gd name="connsiteY7-354" fmla="*/ 1036320 h 1036320"/>
                    <a:gd name="connsiteX8-355" fmla="*/ 0 w 2114586"/>
                    <a:gd name="connsiteY8-356" fmla="*/ 906459 h 1036320"/>
                    <a:gd name="connsiteX9-357" fmla="*/ 0 w 2114586"/>
                    <a:gd name="connsiteY9-358" fmla="*/ 129861 h 1036320"/>
                    <a:gd name="connsiteX0-359" fmla="*/ 0 w 2114586"/>
                    <a:gd name="connsiteY0-360" fmla="*/ 129861 h 1036320"/>
                    <a:gd name="connsiteX1-361" fmla="*/ 129861 w 2114586"/>
                    <a:gd name="connsiteY1-362" fmla="*/ 0 h 1036320"/>
                    <a:gd name="connsiteX2-363" fmla="*/ 1576810 w 2114586"/>
                    <a:gd name="connsiteY2-364" fmla="*/ 0 h 1036320"/>
                    <a:gd name="connsiteX3-365" fmla="*/ 1811447 w 2114586"/>
                    <a:gd name="connsiteY3-366" fmla="*/ 120336 h 1036320"/>
                    <a:gd name="connsiteX4-367" fmla="*/ 2114550 w 2114586"/>
                    <a:gd name="connsiteY4-368" fmla="*/ 509588 h 1036320"/>
                    <a:gd name="connsiteX5-369" fmla="*/ 1806683 w 2114586"/>
                    <a:gd name="connsiteY5-370" fmla="*/ 944558 h 1036320"/>
                    <a:gd name="connsiteX6-371" fmla="*/ 1576810 w 2114586"/>
                    <a:gd name="connsiteY6-372" fmla="*/ 1036320 h 1036320"/>
                    <a:gd name="connsiteX7-373" fmla="*/ 129861 w 2114586"/>
                    <a:gd name="connsiteY7-374" fmla="*/ 1036320 h 1036320"/>
                    <a:gd name="connsiteX8-375" fmla="*/ 0 w 2114586"/>
                    <a:gd name="connsiteY8-376" fmla="*/ 906459 h 1036320"/>
                    <a:gd name="connsiteX9-377" fmla="*/ 0 w 2114586"/>
                    <a:gd name="connsiteY9-378" fmla="*/ 129861 h 1036320"/>
                    <a:gd name="connsiteX0-379" fmla="*/ 0 w 2114731"/>
                    <a:gd name="connsiteY0-380" fmla="*/ 129861 h 1036320"/>
                    <a:gd name="connsiteX1-381" fmla="*/ 129861 w 2114731"/>
                    <a:gd name="connsiteY1-382" fmla="*/ 0 h 1036320"/>
                    <a:gd name="connsiteX2-383" fmla="*/ 1576810 w 2114731"/>
                    <a:gd name="connsiteY2-384" fmla="*/ 0 h 1036320"/>
                    <a:gd name="connsiteX3-385" fmla="*/ 1811447 w 2114731"/>
                    <a:gd name="connsiteY3-386" fmla="*/ 120336 h 1036320"/>
                    <a:gd name="connsiteX4-387" fmla="*/ 2114550 w 2114731"/>
                    <a:gd name="connsiteY4-388" fmla="*/ 509588 h 1036320"/>
                    <a:gd name="connsiteX5-389" fmla="*/ 1806683 w 2114731"/>
                    <a:gd name="connsiteY5-390" fmla="*/ 944558 h 1036320"/>
                    <a:gd name="connsiteX6-391" fmla="*/ 1576810 w 2114731"/>
                    <a:gd name="connsiteY6-392" fmla="*/ 1036320 h 1036320"/>
                    <a:gd name="connsiteX7-393" fmla="*/ 129861 w 2114731"/>
                    <a:gd name="connsiteY7-394" fmla="*/ 1036320 h 1036320"/>
                    <a:gd name="connsiteX8-395" fmla="*/ 0 w 2114731"/>
                    <a:gd name="connsiteY8-396" fmla="*/ 906459 h 1036320"/>
                    <a:gd name="connsiteX9-397" fmla="*/ 0 w 2114731"/>
                    <a:gd name="connsiteY9-398" fmla="*/ 129861 h 1036320"/>
                    <a:gd name="connsiteX0-399" fmla="*/ 0 w 2143202"/>
                    <a:gd name="connsiteY0-400" fmla="*/ 129861 h 1036320"/>
                    <a:gd name="connsiteX1-401" fmla="*/ 129861 w 2143202"/>
                    <a:gd name="connsiteY1-402" fmla="*/ 0 h 1036320"/>
                    <a:gd name="connsiteX2-403" fmla="*/ 1576810 w 2143202"/>
                    <a:gd name="connsiteY2-404" fmla="*/ 0 h 1036320"/>
                    <a:gd name="connsiteX3-405" fmla="*/ 1811447 w 2143202"/>
                    <a:gd name="connsiteY3-406" fmla="*/ 120336 h 1036320"/>
                    <a:gd name="connsiteX4-407" fmla="*/ 2143125 w 2143202"/>
                    <a:gd name="connsiteY4-408" fmla="*/ 509588 h 1036320"/>
                    <a:gd name="connsiteX5-409" fmla="*/ 1806683 w 2143202"/>
                    <a:gd name="connsiteY5-410" fmla="*/ 944558 h 1036320"/>
                    <a:gd name="connsiteX6-411" fmla="*/ 1576810 w 2143202"/>
                    <a:gd name="connsiteY6-412" fmla="*/ 1036320 h 1036320"/>
                    <a:gd name="connsiteX7-413" fmla="*/ 129861 w 2143202"/>
                    <a:gd name="connsiteY7-414" fmla="*/ 1036320 h 1036320"/>
                    <a:gd name="connsiteX8-415" fmla="*/ 0 w 2143202"/>
                    <a:gd name="connsiteY8-416" fmla="*/ 906459 h 1036320"/>
                    <a:gd name="connsiteX9-417" fmla="*/ 0 w 2143202"/>
                    <a:gd name="connsiteY9-418" fmla="*/ 129861 h 1036320"/>
                    <a:gd name="connsiteX0-419" fmla="*/ 0 w 2143202"/>
                    <a:gd name="connsiteY0-420" fmla="*/ 129861 h 1036320"/>
                    <a:gd name="connsiteX1-421" fmla="*/ 129861 w 2143202"/>
                    <a:gd name="connsiteY1-422" fmla="*/ 0 h 1036320"/>
                    <a:gd name="connsiteX2-423" fmla="*/ 1576810 w 2143202"/>
                    <a:gd name="connsiteY2-424" fmla="*/ 0 h 1036320"/>
                    <a:gd name="connsiteX3-425" fmla="*/ 1840022 w 2143202"/>
                    <a:gd name="connsiteY3-426" fmla="*/ 107636 h 1036320"/>
                    <a:gd name="connsiteX4-427" fmla="*/ 2143125 w 2143202"/>
                    <a:gd name="connsiteY4-428" fmla="*/ 509588 h 1036320"/>
                    <a:gd name="connsiteX5-429" fmla="*/ 1806683 w 2143202"/>
                    <a:gd name="connsiteY5-430" fmla="*/ 944558 h 1036320"/>
                    <a:gd name="connsiteX6-431" fmla="*/ 1576810 w 2143202"/>
                    <a:gd name="connsiteY6-432" fmla="*/ 1036320 h 1036320"/>
                    <a:gd name="connsiteX7-433" fmla="*/ 129861 w 2143202"/>
                    <a:gd name="connsiteY7-434" fmla="*/ 1036320 h 1036320"/>
                    <a:gd name="connsiteX8-435" fmla="*/ 0 w 2143202"/>
                    <a:gd name="connsiteY8-436" fmla="*/ 906459 h 1036320"/>
                    <a:gd name="connsiteX9-437" fmla="*/ 0 w 2143202"/>
                    <a:gd name="connsiteY9-438" fmla="*/ 129861 h 103632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37" y="connsiteY9-38"/>
                    </a:cxn>
                  </a:cxnLst>
                  <a:rect l="l" t="t" r="r" b="b"/>
                  <a:pathLst>
                    <a:path w="2143202" h="1036320">
                      <a:moveTo>
                        <a:pt x="0" y="129861"/>
                      </a:moveTo>
                      <a:cubicBezTo>
                        <a:pt x="0" y="58141"/>
                        <a:pt x="58141" y="0"/>
                        <a:pt x="129861" y="0"/>
                      </a:cubicBezTo>
                      <a:lnTo>
                        <a:pt x="1576810" y="0"/>
                      </a:lnTo>
                      <a:cubicBezTo>
                        <a:pt x="1648530" y="0"/>
                        <a:pt x="1782872" y="69254"/>
                        <a:pt x="1840022" y="107636"/>
                      </a:cubicBezTo>
                      <a:cubicBezTo>
                        <a:pt x="2052180" y="223100"/>
                        <a:pt x="2145278" y="375075"/>
                        <a:pt x="2143125" y="509588"/>
                      </a:cubicBezTo>
                      <a:cubicBezTo>
                        <a:pt x="2145278" y="633941"/>
                        <a:pt x="2104568" y="794805"/>
                        <a:pt x="1806683" y="944558"/>
                      </a:cubicBezTo>
                      <a:cubicBezTo>
                        <a:pt x="1720959" y="1021040"/>
                        <a:pt x="1648530" y="1036320"/>
                        <a:pt x="1576810" y="1036320"/>
                      </a:cubicBezTo>
                      <a:lnTo>
                        <a:pt x="129861" y="1036320"/>
                      </a:lnTo>
                      <a:cubicBezTo>
                        <a:pt x="58141" y="1036320"/>
                        <a:pt x="0" y="978179"/>
                        <a:pt x="0" y="906459"/>
                      </a:cubicBezTo>
                      <a:lnTo>
                        <a:pt x="0" y="12986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63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6" name="圆角矩形 25">
                  <a:extLst>
                    <a:ext uri="{FF2B5EF4-FFF2-40B4-BE49-F238E27FC236}">
                      <a16:creationId xmlns:a16="http://schemas.microsoft.com/office/drawing/2014/main" id="{BC165B7A-3667-24DF-38FA-E9460D545445}"/>
                    </a:ext>
                  </a:extLst>
                </p:cNvPr>
                <p:cNvSpPr/>
                <p:nvPr/>
              </p:nvSpPr>
              <p:spPr>
                <a:xfrm>
                  <a:off x="3858613" y="3606892"/>
                  <a:ext cx="1827366" cy="883282"/>
                </a:xfrm>
                <a:custGeom>
                  <a:avLst/>
                  <a:gdLst>
                    <a:gd name="connsiteX0" fmla="*/ 0 w 1706671"/>
                    <a:gd name="connsiteY0" fmla="*/ 129861 h 1036320"/>
                    <a:gd name="connsiteX1" fmla="*/ 129861 w 1706671"/>
                    <a:gd name="connsiteY1" fmla="*/ 0 h 1036320"/>
                    <a:gd name="connsiteX2" fmla="*/ 1576810 w 1706671"/>
                    <a:gd name="connsiteY2" fmla="*/ 0 h 1036320"/>
                    <a:gd name="connsiteX3" fmla="*/ 1706671 w 1706671"/>
                    <a:gd name="connsiteY3" fmla="*/ 129861 h 1036320"/>
                    <a:gd name="connsiteX4" fmla="*/ 1706671 w 1706671"/>
                    <a:gd name="connsiteY4" fmla="*/ 906459 h 1036320"/>
                    <a:gd name="connsiteX5" fmla="*/ 1576810 w 1706671"/>
                    <a:gd name="connsiteY5" fmla="*/ 1036320 h 1036320"/>
                    <a:gd name="connsiteX6" fmla="*/ 129861 w 1706671"/>
                    <a:gd name="connsiteY6" fmla="*/ 1036320 h 1036320"/>
                    <a:gd name="connsiteX7" fmla="*/ 0 w 1706671"/>
                    <a:gd name="connsiteY7" fmla="*/ 906459 h 1036320"/>
                    <a:gd name="connsiteX8" fmla="*/ 0 w 1706671"/>
                    <a:gd name="connsiteY8" fmla="*/ 129861 h 1036320"/>
                    <a:gd name="connsiteX0-1" fmla="*/ 0 w 2114558"/>
                    <a:gd name="connsiteY0-2" fmla="*/ 129861 h 1036320"/>
                    <a:gd name="connsiteX1-3" fmla="*/ 129861 w 2114558"/>
                    <a:gd name="connsiteY1-4" fmla="*/ 0 h 1036320"/>
                    <a:gd name="connsiteX2-5" fmla="*/ 1576810 w 2114558"/>
                    <a:gd name="connsiteY2-6" fmla="*/ 0 h 1036320"/>
                    <a:gd name="connsiteX3-7" fmla="*/ 1706671 w 2114558"/>
                    <a:gd name="connsiteY3-8" fmla="*/ 129861 h 1036320"/>
                    <a:gd name="connsiteX4-9" fmla="*/ 2114550 w 2114558"/>
                    <a:gd name="connsiteY4-10" fmla="*/ 509588 h 1036320"/>
                    <a:gd name="connsiteX5-11" fmla="*/ 1706671 w 2114558"/>
                    <a:gd name="connsiteY5-12" fmla="*/ 906459 h 1036320"/>
                    <a:gd name="connsiteX6-13" fmla="*/ 1576810 w 2114558"/>
                    <a:gd name="connsiteY6-14" fmla="*/ 1036320 h 1036320"/>
                    <a:gd name="connsiteX7-15" fmla="*/ 129861 w 2114558"/>
                    <a:gd name="connsiteY7-16" fmla="*/ 1036320 h 1036320"/>
                    <a:gd name="connsiteX8-17" fmla="*/ 0 w 2114558"/>
                    <a:gd name="connsiteY8-18" fmla="*/ 906459 h 1036320"/>
                    <a:gd name="connsiteX9" fmla="*/ 0 w 2114558"/>
                    <a:gd name="connsiteY9" fmla="*/ 129861 h 1036320"/>
                    <a:gd name="connsiteX0-19" fmla="*/ 0 w 2114560"/>
                    <a:gd name="connsiteY0-20" fmla="*/ 129861 h 1036320"/>
                    <a:gd name="connsiteX1-21" fmla="*/ 129861 w 2114560"/>
                    <a:gd name="connsiteY1-22" fmla="*/ 0 h 1036320"/>
                    <a:gd name="connsiteX2-23" fmla="*/ 1576810 w 2114560"/>
                    <a:gd name="connsiteY2-24" fmla="*/ 0 h 1036320"/>
                    <a:gd name="connsiteX3-25" fmla="*/ 1778109 w 2114560"/>
                    <a:gd name="connsiteY3-26" fmla="*/ 148911 h 1036320"/>
                    <a:gd name="connsiteX4-27" fmla="*/ 2114550 w 2114560"/>
                    <a:gd name="connsiteY4-28" fmla="*/ 509588 h 1036320"/>
                    <a:gd name="connsiteX5-29" fmla="*/ 1706671 w 2114560"/>
                    <a:gd name="connsiteY5-30" fmla="*/ 906459 h 1036320"/>
                    <a:gd name="connsiteX6-31" fmla="*/ 1576810 w 2114560"/>
                    <a:gd name="connsiteY6-32" fmla="*/ 1036320 h 1036320"/>
                    <a:gd name="connsiteX7-33" fmla="*/ 129861 w 2114560"/>
                    <a:gd name="connsiteY7-34" fmla="*/ 1036320 h 1036320"/>
                    <a:gd name="connsiteX8-35" fmla="*/ 0 w 2114560"/>
                    <a:gd name="connsiteY8-36" fmla="*/ 906459 h 1036320"/>
                    <a:gd name="connsiteX9-37" fmla="*/ 0 w 2114560"/>
                    <a:gd name="connsiteY9-38" fmla="*/ 129861 h 1036320"/>
                    <a:gd name="connsiteX0-39" fmla="*/ 0 w 2114567"/>
                    <a:gd name="connsiteY0-40" fmla="*/ 129861 h 1036320"/>
                    <a:gd name="connsiteX1-41" fmla="*/ 129861 w 2114567"/>
                    <a:gd name="connsiteY1-42" fmla="*/ 0 h 1036320"/>
                    <a:gd name="connsiteX2-43" fmla="*/ 1576810 w 2114567"/>
                    <a:gd name="connsiteY2-44" fmla="*/ 0 h 1036320"/>
                    <a:gd name="connsiteX3-45" fmla="*/ 1778109 w 2114567"/>
                    <a:gd name="connsiteY3-46" fmla="*/ 148911 h 1036320"/>
                    <a:gd name="connsiteX4-47" fmla="*/ 2114550 w 2114567"/>
                    <a:gd name="connsiteY4-48" fmla="*/ 509588 h 1036320"/>
                    <a:gd name="connsiteX5-49" fmla="*/ 1706671 w 2114567"/>
                    <a:gd name="connsiteY5-50" fmla="*/ 906459 h 1036320"/>
                    <a:gd name="connsiteX6-51" fmla="*/ 1576810 w 2114567"/>
                    <a:gd name="connsiteY6-52" fmla="*/ 1036320 h 1036320"/>
                    <a:gd name="connsiteX7-53" fmla="*/ 129861 w 2114567"/>
                    <a:gd name="connsiteY7-54" fmla="*/ 1036320 h 1036320"/>
                    <a:gd name="connsiteX8-55" fmla="*/ 0 w 2114567"/>
                    <a:gd name="connsiteY8-56" fmla="*/ 906459 h 1036320"/>
                    <a:gd name="connsiteX9-57" fmla="*/ 0 w 2114567"/>
                    <a:gd name="connsiteY9-58" fmla="*/ 129861 h 1036320"/>
                    <a:gd name="connsiteX0-59" fmla="*/ 0 w 2114568"/>
                    <a:gd name="connsiteY0-60" fmla="*/ 129861 h 1036320"/>
                    <a:gd name="connsiteX1-61" fmla="*/ 129861 w 2114568"/>
                    <a:gd name="connsiteY1-62" fmla="*/ 0 h 1036320"/>
                    <a:gd name="connsiteX2-63" fmla="*/ 1576810 w 2114568"/>
                    <a:gd name="connsiteY2-64" fmla="*/ 0 h 1036320"/>
                    <a:gd name="connsiteX3-65" fmla="*/ 1782872 w 2114568"/>
                    <a:gd name="connsiteY3-66" fmla="*/ 129861 h 1036320"/>
                    <a:gd name="connsiteX4-67" fmla="*/ 2114550 w 2114568"/>
                    <a:gd name="connsiteY4-68" fmla="*/ 509588 h 1036320"/>
                    <a:gd name="connsiteX5-69" fmla="*/ 1706671 w 2114568"/>
                    <a:gd name="connsiteY5-70" fmla="*/ 906459 h 1036320"/>
                    <a:gd name="connsiteX6-71" fmla="*/ 1576810 w 2114568"/>
                    <a:gd name="connsiteY6-72" fmla="*/ 1036320 h 1036320"/>
                    <a:gd name="connsiteX7-73" fmla="*/ 129861 w 2114568"/>
                    <a:gd name="connsiteY7-74" fmla="*/ 1036320 h 1036320"/>
                    <a:gd name="connsiteX8-75" fmla="*/ 0 w 2114568"/>
                    <a:gd name="connsiteY8-76" fmla="*/ 906459 h 1036320"/>
                    <a:gd name="connsiteX9-77" fmla="*/ 0 w 2114568"/>
                    <a:gd name="connsiteY9-78" fmla="*/ 129861 h 1036320"/>
                    <a:gd name="connsiteX0-79" fmla="*/ 0 w 2114568"/>
                    <a:gd name="connsiteY0-80" fmla="*/ 129861 h 1036320"/>
                    <a:gd name="connsiteX1-81" fmla="*/ 129861 w 2114568"/>
                    <a:gd name="connsiteY1-82" fmla="*/ 0 h 1036320"/>
                    <a:gd name="connsiteX2-83" fmla="*/ 1576810 w 2114568"/>
                    <a:gd name="connsiteY2-84" fmla="*/ 0 h 1036320"/>
                    <a:gd name="connsiteX3-85" fmla="*/ 1782872 w 2114568"/>
                    <a:gd name="connsiteY3-86" fmla="*/ 129861 h 1036320"/>
                    <a:gd name="connsiteX4-87" fmla="*/ 2114550 w 2114568"/>
                    <a:gd name="connsiteY4-88" fmla="*/ 509588 h 1036320"/>
                    <a:gd name="connsiteX5-89" fmla="*/ 1706671 w 2114568"/>
                    <a:gd name="connsiteY5-90" fmla="*/ 906459 h 1036320"/>
                    <a:gd name="connsiteX6-91" fmla="*/ 1576810 w 2114568"/>
                    <a:gd name="connsiteY6-92" fmla="*/ 1036320 h 1036320"/>
                    <a:gd name="connsiteX7-93" fmla="*/ 129861 w 2114568"/>
                    <a:gd name="connsiteY7-94" fmla="*/ 1036320 h 1036320"/>
                    <a:gd name="connsiteX8-95" fmla="*/ 0 w 2114568"/>
                    <a:gd name="connsiteY8-96" fmla="*/ 906459 h 1036320"/>
                    <a:gd name="connsiteX9-97" fmla="*/ 0 w 2114568"/>
                    <a:gd name="connsiteY9-98" fmla="*/ 129861 h 1036320"/>
                    <a:gd name="connsiteX0-99" fmla="*/ 0 w 2114571"/>
                    <a:gd name="connsiteY0-100" fmla="*/ 129861 h 1036320"/>
                    <a:gd name="connsiteX1-101" fmla="*/ 129861 w 2114571"/>
                    <a:gd name="connsiteY1-102" fmla="*/ 0 h 1036320"/>
                    <a:gd name="connsiteX2-103" fmla="*/ 1576810 w 2114571"/>
                    <a:gd name="connsiteY2-104" fmla="*/ 0 h 1036320"/>
                    <a:gd name="connsiteX3-105" fmla="*/ 1811447 w 2114571"/>
                    <a:gd name="connsiteY3-106" fmla="*/ 120336 h 1036320"/>
                    <a:gd name="connsiteX4-107" fmla="*/ 2114550 w 2114571"/>
                    <a:gd name="connsiteY4-108" fmla="*/ 509588 h 1036320"/>
                    <a:gd name="connsiteX5-109" fmla="*/ 1706671 w 2114571"/>
                    <a:gd name="connsiteY5-110" fmla="*/ 906459 h 1036320"/>
                    <a:gd name="connsiteX6-111" fmla="*/ 1576810 w 2114571"/>
                    <a:gd name="connsiteY6-112" fmla="*/ 1036320 h 1036320"/>
                    <a:gd name="connsiteX7-113" fmla="*/ 129861 w 2114571"/>
                    <a:gd name="connsiteY7-114" fmla="*/ 1036320 h 1036320"/>
                    <a:gd name="connsiteX8-115" fmla="*/ 0 w 2114571"/>
                    <a:gd name="connsiteY8-116" fmla="*/ 906459 h 1036320"/>
                    <a:gd name="connsiteX9-117" fmla="*/ 0 w 2114571"/>
                    <a:gd name="connsiteY9-118" fmla="*/ 129861 h 1036320"/>
                    <a:gd name="connsiteX0-119" fmla="*/ 0 w 2114571"/>
                    <a:gd name="connsiteY0-120" fmla="*/ 129861 h 1036320"/>
                    <a:gd name="connsiteX1-121" fmla="*/ 129861 w 2114571"/>
                    <a:gd name="connsiteY1-122" fmla="*/ 0 h 1036320"/>
                    <a:gd name="connsiteX2-123" fmla="*/ 1576810 w 2114571"/>
                    <a:gd name="connsiteY2-124" fmla="*/ 0 h 1036320"/>
                    <a:gd name="connsiteX3-125" fmla="*/ 1811447 w 2114571"/>
                    <a:gd name="connsiteY3-126" fmla="*/ 120336 h 1036320"/>
                    <a:gd name="connsiteX4-127" fmla="*/ 2114550 w 2114571"/>
                    <a:gd name="connsiteY4-128" fmla="*/ 509588 h 1036320"/>
                    <a:gd name="connsiteX5-129" fmla="*/ 1706671 w 2114571"/>
                    <a:gd name="connsiteY5-130" fmla="*/ 906459 h 1036320"/>
                    <a:gd name="connsiteX6-131" fmla="*/ 1576810 w 2114571"/>
                    <a:gd name="connsiteY6-132" fmla="*/ 1036320 h 1036320"/>
                    <a:gd name="connsiteX7-133" fmla="*/ 129861 w 2114571"/>
                    <a:gd name="connsiteY7-134" fmla="*/ 1036320 h 1036320"/>
                    <a:gd name="connsiteX8-135" fmla="*/ 0 w 2114571"/>
                    <a:gd name="connsiteY8-136" fmla="*/ 906459 h 1036320"/>
                    <a:gd name="connsiteX9-137" fmla="*/ 0 w 2114571"/>
                    <a:gd name="connsiteY9-138" fmla="*/ 129861 h 1036320"/>
                    <a:gd name="connsiteX0-139" fmla="*/ 0 w 2114581"/>
                    <a:gd name="connsiteY0-140" fmla="*/ 129861 h 1036320"/>
                    <a:gd name="connsiteX1-141" fmla="*/ 129861 w 2114581"/>
                    <a:gd name="connsiteY1-142" fmla="*/ 0 h 1036320"/>
                    <a:gd name="connsiteX2-143" fmla="*/ 1576810 w 2114581"/>
                    <a:gd name="connsiteY2-144" fmla="*/ 0 h 1036320"/>
                    <a:gd name="connsiteX3-145" fmla="*/ 1811447 w 2114581"/>
                    <a:gd name="connsiteY3-146" fmla="*/ 120336 h 1036320"/>
                    <a:gd name="connsiteX4-147" fmla="*/ 2114550 w 2114581"/>
                    <a:gd name="connsiteY4-148" fmla="*/ 509588 h 1036320"/>
                    <a:gd name="connsiteX5-149" fmla="*/ 1706671 w 2114581"/>
                    <a:gd name="connsiteY5-150" fmla="*/ 906459 h 1036320"/>
                    <a:gd name="connsiteX6-151" fmla="*/ 1576810 w 2114581"/>
                    <a:gd name="connsiteY6-152" fmla="*/ 1036320 h 1036320"/>
                    <a:gd name="connsiteX7-153" fmla="*/ 129861 w 2114581"/>
                    <a:gd name="connsiteY7-154" fmla="*/ 1036320 h 1036320"/>
                    <a:gd name="connsiteX8-155" fmla="*/ 0 w 2114581"/>
                    <a:gd name="connsiteY8-156" fmla="*/ 906459 h 1036320"/>
                    <a:gd name="connsiteX9-157" fmla="*/ 0 w 2114581"/>
                    <a:gd name="connsiteY9-158" fmla="*/ 129861 h 1036320"/>
                    <a:gd name="connsiteX0-159" fmla="*/ 0 w 2114586"/>
                    <a:gd name="connsiteY0-160" fmla="*/ 129861 h 1036320"/>
                    <a:gd name="connsiteX1-161" fmla="*/ 129861 w 2114586"/>
                    <a:gd name="connsiteY1-162" fmla="*/ 0 h 1036320"/>
                    <a:gd name="connsiteX2-163" fmla="*/ 1576810 w 2114586"/>
                    <a:gd name="connsiteY2-164" fmla="*/ 0 h 1036320"/>
                    <a:gd name="connsiteX3-165" fmla="*/ 1811447 w 2114586"/>
                    <a:gd name="connsiteY3-166" fmla="*/ 120336 h 1036320"/>
                    <a:gd name="connsiteX4-167" fmla="*/ 2114550 w 2114586"/>
                    <a:gd name="connsiteY4-168" fmla="*/ 509588 h 1036320"/>
                    <a:gd name="connsiteX5-169" fmla="*/ 1706671 w 2114586"/>
                    <a:gd name="connsiteY5-170" fmla="*/ 906459 h 1036320"/>
                    <a:gd name="connsiteX6-171" fmla="*/ 1576810 w 2114586"/>
                    <a:gd name="connsiteY6-172" fmla="*/ 1036320 h 1036320"/>
                    <a:gd name="connsiteX7-173" fmla="*/ 129861 w 2114586"/>
                    <a:gd name="connsiteY7-174" fmla="*/ 1036320 h 1036320"/>
                    <a:gd name="connsiteX8-175" fmla="*/ 0 w 2114586"/>
                    <a:gd name="connsiteY8-176" fmla="*/ 906459 h 1036320"/>
                    <a:gd name="connsiteX9-177" fmla="*/ 0 w 2114586"/>
                    <a:gd name="connsiteY9-178" fmla="*/ 129861 h 1036320"/>
                    <a:gd name="connsiteX0-179" fmla="*/ 0 w 2114586"/>
                    <a:gd name="connsiteY0-180" fmla="*/ 129861 h 1036320"/>
                    <a:gd name="connsiteX1-181" fmla="*/ 129861 w 2114586"/>
                    <a:gd name="connsiteY1-182" fmla="*/ 0 h 1036320"/>
                    <a:gd name="connsiteX2-183" fmla="*/ 1576810 w 2114586"/>
                    <a:gd name="connsiteY2-184" fmla="*/ 0 h 1036320"/>
                    <a:gd name="connsiteX3-185" fmla="*/ 1811447 w 2114586"/>
                    <a:gd name="connsiteY3-186" fmla="*/ 120336 h 1036320"/>
                    <a:gd name="connsiteX4-187" fmla="*/ 2114550 w 2114586"/>
                    <a:gd name="connsiteY4-188" fmla="*/ 509588 h 1036320"/>
                    <a:gd name="connsiteX5-189" fmla="*/ 1706671 w 2114586"/>
                    <a:gd name="connsiteY5-190" fmla="*/ 906459 h 1036320"/>
                    <a:gd name="connsiteX6-191" fmla="*/ 1576810 w 2114586"/>
                    <a:gd name="connsiteY6-192" fmla="*/ 1036320 h 1036320"/>
                    <a:gd name="connsiteX7-193" fmla="*/ 129861 w 2114586"/>
                    <a:gd name="connsiteY7-194" fmla="*/ 1036320 h 1036320"/>
                    <a:gd name="connsiteX8-195" fmla="*/ 0 w 2114586"/>
                    <a:gd name="connsiteY8-196" fmla="*/ 906459 h 1036320"/>
                    <a:gd name="connsiteX9-197" fmla="*/ 0 w 2114586"/>
                    <a:gd name="connsiteY9-198" fmla="*/ 129861 h 1036320"/>
                    <a:gd name="connsiteX0-199" fmla="*/ 0 w 2114586"/>
                    <a:gd name="connsiteY0-200" fmla="*/ 129861 h 1036320"/>
                    <a:gd name="connsiteX1-201" fmla="*/ 129861 w 2114586"/>
                    <a:gd name="connsiteY1-202" fmla="*/ 0 h 1036320"/>
                    <a:gd name="connsiteX2-203" fmla="*/ 1576810 w 2114586"/>
                    <a:gd name="connsiteY2-204" fmla="*/ 0 h 1036320"/>
                    <a:gd name="connsiteX3-205" fmla="*/ 1811447 w 2114586"/>
                    <a:gd name="connsiteY3-206" fmla="*/ 120336 h 1036320"/>
                    <a:gd name="connsiteX4-207" fmla="*/ 2114550 w 2114586"/>
                    <a:gd name="connsiteY4-208" fmla="*/ 509588 h 1036320"/>
                    <a:gd name="connsiteX5-209" fmla="*/ 1706671 w 2114586"/>
                    <a:gd name="connsiteY5-210" fmla="*/ 906459 h 1036320"/>
                    <a:gd name="connsiteX6-211" fmla="*/ 1576810 w 2114586"/>
                    <a:gd name="connsiteY6-212" fmla="*/ 1036320 h 1036320"/>
                    <a:gd name="connsiteX7-213" fmla="*/ 129861 w 2114586"/>
                    <a:gd name="connsiteY7-214" fmla="*/ 1036320 h 1036320"/>
                    <a:gd name="connsiteX8-215" fmla="*/ 0 w 2114586"/>
                    <a:gd name="connsiteY8-216" fmla="*/ 906459 h 1036320"/>
                    <a:gd name="connsiteX9-217" fmla="*/ 0 w 2114586"/>
                    <a:gd name="connsiteY9-218" fmla="*/ 129861 h 1036320"/>
                    <a:gd name="connsiteX0-219" fmla="*/ 0 w 2114586"/>
                    <a:gd name="connsiteY0-220" fmla="*/ 129861 h 1036320"/>
                    <a:gd name="connsiteX1-221" fmla="*/ 129861 w 2114586"/>
                    <a:gd name="connsiteY1-222" fmla="*/ 0 h 1036320"/>
                    <a:gd name="connsiteX2-223" fmla="*/ 1576810 w 2114586"/>
                    <a:gd name="connsiteY2-224" fmla="*/ 0 h 1036320"/>
                    <a:gd name="connsiteX3-225" fmla="*/ 1811447 w 2114586"/>
                    <a:gd name="connsiteY3-226" fmla="*/ 120336 h 1036320"/>
                    <a:gd name="connsiteX4-227" fmla="*/ 2114550 w 2114586"/>
                    <a:gd name="connsiteY4-228" fmla="*/ 509588 h 1036320"/>
                    <a:gd name="connsiteX5-229" fmla="*/ 1749534 w 2114586"/>
                    <a:gd name="connsiteY5-230" fmla="*/ 930271 h 1036320"/>
                    <a:gd name="connsiteX6-231" fmla="*/ 1576810 w 2114586"/>
                    <a:gd name="connsiteY6-232" fmla="*/ 1036320 h 1036320"/>
                    <a:gd name="connsiteX7-233" fmla="*/ 129861 w 2114586"/>
                    <a:gd name="connsiteY7-234" fmla="*/ 1036320 h 1036320"/>
                    <a:gd name="connsiteX8-235" fmla="*/ 0 w 2114586"/>
                    <a:gd name="connsiteY8-236" fmla="*/ 906459 h 1036320"/>
                    <a:gd name="connsiteX9-237" fmla="*/ 0 w 2114586"/>
                    <a:gd name="connsiteY9-238" fmla="*/ 129861 h 1036320"/>
                    <a:gd name="connsiteX0-239" fmla="*/ 0 w 2114586"/>
                    <a:gd name="connsiteY0-240" fmla="*/ 129861 h 1036320"/>
                    <a:gd name="connsiteX1-241" fmla="*/ 129861 w 2114586"/>
                    <a:gd name="connsiteY1-242" fmla="*/ 0 h 1036320"/>
                    <a:gd name="connsiteX2-243" fmla="*/ 1576810 w 2114586"/>
                    <a:gd name="connsiteY2-244" fmla="*/ 0 h 1036320"/>
                    <a:gd name="connsiteX3-245" fmla="*/ 1811447 w 2114586"/>
                    <a:gd name="connsiteY3-246" fmla="*/ 120336 h 1036320"/>
                    <a:gd name="connsiteX4-247" fmla="*/ 2114550 w 2114586"/>
                    <a:gd name="connsiteY4-248" fmla="*/ 509588 h 1036320"/>
                    <a:gd name="connsiteX5-249" fmla="*/ 1749534 w 2114586"/>
                    <a:gd name="connsiteY5-250" fmla="*/ 930271 h 1036320"/>
                    <a:gd name="connsiteX6-251" fmla="*/ 1576810 w 2114586"/>
                    <a:gd name="connsiteY6-252" fmla="*/ 1036320 h 1036320"/>
                    <a:gd name="connsiteX7-253" fmla="*/ 129861 w 2114586"/>
                    <a:gd name="connsiteY7-254" fmla="*/ 1036320 h 1036320"/>
                    <a:gd name="connsiteX8-255" fmla="*/ 0 w 2114586"/>
                    <a:gd name="connsiteY8-256" fmla="*/ 906459 h 1036320"/>
                    <a:gd name="connsiteX9-257" fmla="*/ 0 w 2114586"/>
                    <a:gd name="connsiteY9-258" fmla="*/ 129861 h 1036320"/>
                    <a:gd name="connsiteX0-259" fmla="*/ 0 w 2114586"/>
                    <a:gd name="connsiteY0-260" fmla="*/ 129861 h 1036320"/>
                    <a:gd name="connsiteX1-261" fmla="*/ 129861 w 2114586"/>
                    <a:gd name="connsiteY1-262" fmla="*/ 0 h 1036320"/>
                    <a:gd name="connsiteX2-263" fmla="*/ 1576810 w 2114586"/>
                    <a:gd name="connsiteY2-264" fmla="*/ 0 h 1036320"/>
                    <a:gd name="connsiteX3-265" fmla="*/ 1811447 w 2114586"/>
                    <a:gd name="connsiteY3-266" fmla="*/ 120336 h 1036320"/>
                    <a:gd name="connsiteX4-267" fmla="*/ 2114550 w 2114586"/>
                    <a:gd name="connsiteY4-268" fmla="*/ 509588 h 1036320"/>
                    <a:gd name="connsiteX5-269" fmla="*/ 1749534 w 2114586"/>
                    <a:gd name="connsiteY5-270" fmla="*/ 930271 h 1036320"/>
                    <a:gd name="connsiteX6-271" fmla="*/ 1576810 w 2114586"/>
                    <a:gd name="connsiteY6-272" fmla="*/ 1036320 h 1036320"/>
                    <a:gd name="connsiteX7-273" fmla="*/ 129861 w 2114586"/>
                    <a:gd name="connsiteY7-274" fmla="*/ 1036320 h 1036320"/>
                    <a:gd name="connsiteX8-275" fmla="*/ 0 w 2114586"/>
                    <a:gd name="connsiteY8-276" fmla="*/ 906459 h 1036320"/>
                    <a:gd name="connsiteX9-277" fmla="*/ 0 w 2114586"/>
                    <a:gd name="connsiteY9-278" fmla="*/ 129861 h 1036320"/>
                    <a:gd name="connsiteX0-279" fmla="*/ 0 w 2114598"/>
                    <a:gd name="connsiteY0-280" fmla="*/ 129861 h 1036320"/>
                    <a:gd name="connsiteX1-281" fmla="*/ 129861 w 2114598"/>
                    <a:gd name="connsiteY1-282" fmla="*/ 0 h 1036320"/>
                    <a:gd name="connsiteX2-283" fmla="*/ 1576810 w 2114598"/>
                    <a:gd name="connsiteY2-284" fmla="*/ 0 h 1036320"/>
                    <a:gd name="connsiteX3-285" fmla="*/ 1811447 w 2114598"/>
                    <a:gd name="connsiteY3-286" fmla="*/ 120336 h 1036320"/>
                    <a:gd name="connsiteX4-287" fmla="*/ 2114550 w 2114598"/>
                    <a:gd name="connsiteY4-288" fmla="*/ 509588 h 1036320"/>
                    <a:gd name="connsiteX5-289" fmla="*/ 1782871 w 2114598"/>
                    <a:gd name="connsiteY5-290" fmla="*/ 939796 h 1036320"/>
                    <a:gd name="connsiteX6-291" fmla="*/ 1576810 w 2114598"/>
                    <a:gd name="connsiteY6-292" fmla="*/ 1036320 h 1036320"/>
                    <a:gd name="connsiteX7-293" fmla="*/ 129861 w 2114598"/>
                    <a:gd name="connsiteY7-294" fmla="*/ 1036320 h 1036320"/>
                    <a:gd name="connsiteX8-295" fmla="*/ 0 w 2114598"/>
                    <a:gd name="connsiteY8-296" fmla="*/ 906459 h 1036320"/>
                    <a:gd name="connsiteX9-297" fmla="*/ 0 w 2114598"/>
                    <a:gd name="connsiteY9-298" fmla="*/ 129861 h 1036320"/>
                    <a:gd name="connsiteX0-299" fmla="*/ 0 w 2114598"/>
                    <a:gd name="connsiteY0-300" fmla="*/ 129861 h 1036320"/>
                    <a:gd name="connsiteX1-301" fmla="*/ 129861 w 2114598"/>
                    <a:gd name="connsiteY1-302" fmla="*/ 0 h 1036320"/>
                    <a:gd name="connsiteX2-303" fmla="*/ 1576810 w 2114598"/>
                    <a:gd name="connsiteY2-304" fmla="*/ 0 h 1036320"/>
                    <a:gd name="connsiteX3-305" fmla="*/ 1811447 w 2114598"/>
                    <a:gd name="connsiteY3-306" fmla="*/ 120336 h 1036320"/>
                    <a:gd name="connsiteX4-307" fmla="*/ 2114550 w 2114598"/>
                    <a:gd name="connsiteY4-308" fmla="*/ 509588 h 1036320"/>
                    <a:gd name="connsiteX5-309" fmla="*/ 1782871 w 2114598"/>
                    <a:gd name="connsiteY5-310" fmla="*/ 939796 h 1036320"/>
                    <a:gd name="connsiteX6-311" fmla="*/ 1576810 w 2114598"/>
                    <a:gd name="connsiteY6-312" fmla="*/ 1036320 h 1036320"/>
                    <a:gd name="connsiteX7-313" fmla="*/ 129861 w 2114598"/>
                    <a:gd name="connsiteY7-314" fmla="*/ 1036320 h 1036320"/>
                    <a:gd name="connsiteX8-315" fmla="*/ 0 w 2114598"/>
                    <a:gd name="connsiteY8-316" fmla="*/ 906459 h 1036320"/>
                    <a:gd name="connsiteX9-317" fmla="*/ 0 w 2114598"/>
                    <a:gd name="connsiteY9-318" fmla="*/ 129861 h 1036320"/>
                    <a:gd name="connsiteX0-319" fmla="*/ 0 w 2114614"/>
                    <a:gd name="connsiteY0-320" fmla="*/ 129861 h 1036320"/>
                    <a:gd name="connsiteX1-321" fmla="*/ 129861 w 2114614"/>
                    <a:gd name="connsiteY1-322" fmla="*/ 0 h 1036320"/>
                    <a:gd name="connsiteX2-323" fmla="*/ 1576810 w 2114614"/>
                    <a:gd name="connsiteY2-324" fmla="*/ 0 h 1036320"/>
                    <a:gd name="connsiteX3-325" fmla="*/ 1811447 w 2114614"/>
                    <a:gd name="connsiteY3-326" fmla="*/ 120336 h 1036320"/>
                    <a:gd name="connsiteX4-327" fmla="*/ 2114550 w 2114614"/>
                    <a:gd name="connsiteY4-328" fmla="*/ 509588 h 1036320"/>
                    <a:gd name="connsiteX5-329" fmla="*/ 1782871 w 2114614"/>
                    <a:gd name="connsiteY5-330" fmla="*/ 939796 h 1036320"/>
                    <a:gd name="connsiteX6-331" fmla="*/ 1576810 w 2114614"/>
                    <a:gd name="connsiteY6-332" fmla="*/ 1036320 h 1036320"/>
                    <a:gd name="connsiteX7-333" fmla="*/ 129861 w 2114614"/>
                    <a:gd name="connsiteY7-334" fmla="*/ 1036320 h 1036320"/>
                    <a:gd name="connsiteX8-335" fmla="*/ 0 w 2114614"/>
                    <a:gd name="connsiteY8-336" fmla="*/ 906459 h 1036320"/>
                    <a:gd name="connsiteX9-337" fmla="*/ 0 w 2114614"/>
                    <a:gd name="connsiteY9-338" fmla="*/ 129861 h 1036320"/>
                    <a:gd name="connsiteX0-339" fmla="*/ 0 w 2114586"/>
                    <a:gd name="connsiteY0-340" fmla="*/ 129861 h 1036320"/>
                    <a:gd name="connsiteX1-341" fmla="*/ 129861 w 2114586"/>
                    <a:gd name="connsiteY1-342" fmla="*/ 0 h 1036320"/>
                    <a:gd name="connsiteX2-343" fmla="*/ 1576810 w 2114586"/>
                    <a:gd name="connsiteY2-344" fmla="*/ 0 h 1036320"/>
                    <a:gd name="connsiteX3-345" fmla="*/ 1811447 w 2114586"/>
                    <a:gd name="connsiteY3-346" fmla="*/ 120336 h 1036320"/>
                    <a:gd name="connsiteX4-347" fmla="*/ 2114550 w 2114586"/>
                    <a:gd name="connsiteY4-348" fmla="*/ 509588 h 1036320"/>
                    <a:gd name="connsiteX5-349" fmla="*/ 1782871 w 2114586"/>
                    <a:gd name="connsiteY5-350" fmla="*/ 939796 h 1036320"/>
                    <a:gd name="connsiteX6-351" fmla="*/ 1576810 w 2114586"/>
                    <a:gd name="connsiteY6-352" fmla="*/ 1036320 h 1036320"/>
                    <a:gd name="connsiteX7-353" fmla="*/ 129861 w 2114586"/>
                    <a:gd name="connsiteY7-354" fmla="*/ 1036320 h 1036320"/>
                    <a:gd name="connsiteX8-355" fmla="*/ 0 w 2114586"/>
                    <a:gd name="connsiteY8-356" fmla="*/ 906459 h 1036320"/>
                    <a:gd name="connsiteX9-357" fmla="*/ 0 w 2114586"/>
                    <a:gd name="connsiteY9-358" fmla="*/ 129861 h 1036320"/>
                    <a:gd name="connsiteX0-359" fmla="*/ 0 w 2114586"/>
                    <a:gd name="connsiteY0-360" fmla="*/ 129861 h 1036320"/>
                    <a:gd name="connsiteX1-361" fmla="*/ 129861 w 2114586"/>
                    <a:gd name="connsiteY1-362" fmla="*/ 0 h 1036320"/>
                    <a:gd name="connsiteX2-363" fmla="*/ 1576810 w 2114586"/>
                    <a:gd name="connsiteY2-364" fmla="*/ 0 h 1036320"/>
                    <a:gd name="connsiteX3-365" fmla="*/ 1811447 w 2114586"/>
                    <a:gd name="connsiteY3-366" fmla="*/ 120336 h 1036320"/>
                    <a:gd name="connsiteX4-367" fmla="*/ 2114550 w 2114586"/>
                    <a:gd name="connsiteY4-368" fmla="*/ 509588 h 1036320"/>
                    <a:gd name="connsiteX5-369" fmla="*/ 1806683 w 2114586"/>
                    <a:gd name="connsiteY5-370" fmla="*/ 944558 h 1036320"/>
                    <a:gd name="connsiteX6-371" fmla="*/ 1576810 w 2114586"/>
                    <a:gd name="connsiteY6-372" fmla="*/ 1036320 h 1036320"/>
                    <a:gd name="connsiteX7-373" fmla="*/ 129861 w 2114586"/>
                    <a:gd name="connsiteY7-374" fmla="*/ 1036320 h 1036320"/>
                    <a:gd name="connsiteX8-375" fmla="*/ 0 w 2114586"/>
                    <a:gd name="connsiteY8-376" fmla="*/ 906459 h 1036320"/>
                    <a:gd name="connsiteX9-377" fmla="*/ 0 w 2114586"/>
                    <a:gd name="connsiteY9-378" fmla="*/ 129861 h 1036320"/>
                    <a:gd name="connsiteX0-379" fmla="*/ 0 w 2114731"/>
                    <a:gd name="connsiteY0-380" fmla="*/ 129861 h 1036320"/>
                    <a:gd name="connsiteX1-381" fmla="*/ 129861 w 2114731"/>
                    <a:gd name="connsiteY1-382" fmla="*/ 0 h 1036320"/>
                    <a:gd name="connsiteX2-383" fmla="*/ 1576810 w 2114731"/>
                    <a:gd name="connsiteY2-384" fmla="*/ 0 h 1036320"/>
                    <a:gd name="connsiteX3-385" fmla="*/ 1811447 w 2114731"/>
                    <a:gd name="connsiteY3-386" fmla="*/ 120336 h 1036320"/>
                    <a:gd name="connsiteX4-387" fmla="*/ 2114550 w 2114731"/>
                    <a:gd name="connsiteY4-388" fmla="*/ 509588 h 1036320"/>
                    <a:gd name="connsiteX5-389" fmla="*/ 1806683 w 2114731"/>
                    <a:gd name="connsiteY5-390" fmla="*/ 944558 h 1036320"/>
                    <a:gd name="connsiteX6-391" fmla="*/ 1576810 w 2114731"/>
                    <a:gd name="connsiteY6-392" fmla="*/ 1036320 h 1036320"/>
                    <a:gd name="connsiteX7-393" fmla="*/ 129861 w 2114731"/>
                    <a:gd name="connsiteY7-394" fmla="*/ 1036320 h 1036320"/>
                    <a:gd name="connsiteX8-395" fmla="*/ 0 w 2114731"/>
                    <a:gd name="connsiteY8-396" fmla="*/ 906459 h 1036320"/>
                    <a:gd name="connsiteX9-397" fmla="*/ 0 w 2114731"/>
                    <a:gd name="connsiteY9-398" fmla="*/ 129861 h 1036320"/>
                    <a:gd name="connsiteX0-399" fmla="*/ 0 w 2143202"/>
                    <a:gd name="connsiteY0-400" fmla="*/ 129861 h 1036320"/>
                    <a:gd name="connsiteX1-401" fmla="*/ 129861 w 2143202"/>
                    <a:gd name="connsiteY1-402" fmla="*/ 0 h 1036320"/>
                    <a:gd name="connsiteX2-403" fmla="*/ 1576810 w 2143202"/>
                    <a:gd name="connsiteY2-404" fmla="*/ 0 h 1036320"/>
                    <a:gd name="connsiteX3-405" fmla="*/ 1811447 w 2143202"/>
                    <a:gd name="connsiteY3-406" fmla="*/ 120336 h 1036320"/>
                    <a:gd name="connsiteX4-407" fmla="*/ 2143125 w 2143202"/>
                    <a:gd name="connsiteY4-408" fmla="*/ 509588 h 1036320"/>
                    <a:gd name="connsiteX5-409" fmla="*/ 1806683 w 2143202"/>
                    <a:gd name="connsiteY5-410" fmla="*/ 944558 h 1036320"/>
                    <a:gd name="connsiteX6-411" fmla="*/ 1576810 w 2143202"/>
                    <a:gd name="connsiteY6-412" fmla="*/ 1036320 h 1036320"/>
                    <a:gd name="connsiteX7-413" fmla="*/ 129861 w 2143202"/>
                    <a:gd name="connsiteY7-414" fmla="*/ 1036320 h 1036320"/>
                    <a:gd name="connsiteX8-415" fmla="*/ 0 w 2143202"/>
                    <a:gd name="connsiteY8-416" fmla="*/ 906459 h 1036320"/>
                    <a:gd name="connsiteX9-417" fmla="*/ 0 w 2143202"/>
                    <a:gd name="connsiteY9-418" fmla="*/ 129861 h 1036320"/>
                    <a:gd name="connsiteX0-419" fmla="*/ 0 w 2143202"/>
                    <a:gd name="connsiteY0-420" fmla="*/ 129861 h 1036320"/>
                    <a:gd name="connsiteX1-421" fmla="*/ 129861 w 2143202"/>
                    <a:gd name="connsiteY1-422" fmla="*/ 0 h 1036320"/>
                    <a:gd name="connsiteX2-423" fmla="*/ 1576810 w 2143202"/>
                    <a:gd name="connsiteY2-424" fmla="*/ 0 h 1036320"/>
                    <a:gd name="connsiteX3-425" fmla="*/ 1840022 w 2143202"/>
                    <a:gd name="connsiteY3-426" fmla="*/ 107636 h 1036320"/>
                    <a:gd name="connsiteX4-427" fmla="*/ 2143125 w 2143202"/>
                    <a:gd name="connsiteY4-428" fmla="*/ 509588 h 1036320"/>
                    <a:gd name="connsiteX5-429" fmla="*/ 1806683 w 2143202"/>
                    <a:gd name="connsiteY5-430" fmla="*/ 944558 h 1036320"/>
                    <a:gd name="connsiteX6-431" fmla="*/ 1576810 w 2143202"/>
                    <a:gd name="connsiteY6-432" fmla="*/ 1036320 h 1036320"/>
                    <a:gd name="connsiteX7-433" fmla="*/ 129861 w 2143202"/>
                    <a:gd name="connsiteY7-434" fmla="*/ 1036320 h 1036320"/>
                    <a:gd name="connsiteX8-435" fmla="*/ 0 w 2143202"/>
                    <a:gd name="connsiteY8-436" fmla="*/ 906459 h 1036320"/>
                    <a:gd name="connsiteX9-437" fmla="*/ 0 w 2143202"/>
                    <a:gd name="connsiteY9-438" fmla="*/ 129861 h 103632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37" y="connsiteY9-38"/>
                    </a:cxn>
                  </a:cxnLst>
                  <a:rect l="l" t="t" r="r" b="b"/>
                  <a:pathLst>
                    <a:path w="2143202" h="1036320">
                      <a:moveTo>
                        <a:pt x="0" y="129861"/>
                      </a:moveTo>
                      <a:cubicBezTo>
                        <a:pt x="0" y="58141"/>
                        <a:pt x="58141" y="0"/>
                        <a:pt x="129861" y="0"/>
                      </a:cubicBezTo>
                      <a:lnTo>
                        <a:pt x="1576810" y="0"/>
                      </a:lnTo>
                      <a:cubicBezTo>
                        <a:pt x="1648530" y="0"/>
                        <a:pt x="1782872" y="69254"/>
                        <a:pt x="1840022" y="107636"/>
                      </a:cubicBezTo>
                      <a:cubicBezTo>
                        <a:pt x="2052180" y="223100"/>
                        <a:pt x="2145278" y="375075"/>
                        <a:pt x="2143125" y="509588"/>
                      </a:cubicBezTo>
                      <a:cubicBezTo>
                        <a:pt x="2145278" y="633941"/>
                        <a:pt x="2104568" y="794805"/>
                        <a:pt x="1806683" y="944558"/>
                      </a:cubicBezTo>
                      <a:cubicBezTo>
                        <a:pt x="1720959" y="1021040"/>
                        <a:pt x="1648530" y="1036320"/>
                        <a:pt x="1576810" y="1036320"/>
                      </a:cubicBezTo>
                      <a:lnTo>
                        <a:pt x="129861" y="1036320"/>
                      </a:lnTo>
                      <a:cubicBezTo>
                        <a:pt x="58141" y="1036320"/>
                        <a:pt x="0" y="978179"/>
                        <a:pt x="0" y="906459"/>
                      </a:cubicBezTo>
                      <a:lnTo>
                        <a:pt x="0" y="12986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sp>
              <p:nvSpPr>
                <p:cNvPr id="7" name="任意多边形 8">
                  <a:extLst>
                    <a:ext uri="{FF2B5EF4-FFF2-40B4-BE49-F238E27FC236}">
                      <a16:creationId xmlns:a16="http://schemas.microsoft.com/office/drawing/2014/main" id="{0E26B647-275F-5296-BCF1-E8C4C30BD482}"/>
                    </a:ext>
                  </a:extLst>
                </p:cNvPr>
                <p:cNvSpPr/>
                <p:nvPr/>
              </p:nvSpPr>
              <p:spPr>
                <a:xfrm flipH="1">
                  <a:off x="3641846" y="3410561"/>
                  <a:ext cx="4628388" cy="1275946"/>
                </a:xfrm>
                <a:custGeom>
                  <a:avLst/>
                  <a:gdLst>
                    <a:gd name="connsiteX0" fmla="*/ 5051503 w 5428342"/>
                    <a:gd name="connsiteY0" fmla="*/ 225265 h 1497017"/>
                    <a:gd name="connsiteX1" fmla="*/ 5175324 w 5428342"/>
                    <a:gd name="connsiteY1" fmla="*/ 349086 h 1497017"/>
                    <a:gd name="connsiteX2" fmla="*/ 5175324 w 5428342"/>
                    <a:gd name="connsiteY2" fmla="*/ 748509 h 1497017"/>
                    <a:gd name="connsiteX3" fmla="*/ 5174003 w 5428342"/>
                    <a:gd name="connsiteY3" fmla="*/ 748509 h 1497017"/>
                    <a:gd name="connsiteX4" fmla="*/ 5174003 w 5428342"/>
                    <a:gd name="connsiteY4" fmla="*/ 748509 h 1497017"/>
                    <a:gd name="connsiteX5" fmla="*/ 5175323 w 5428342"/>
                    <a:gd name="connsiteY5" fmla="*/ 748509 h 1497017"/>
                    <a:gd name="connsiteX6" fmla="*/ 5175323 w 5428342"/>
                    <a:gd name="connsiteY6" fmla="*/ 1147932 h 1497017"/>
                    <a:gd name="connsiteX7" fmla="*/ 5051502 w 5428342"/>
                    <a:gd name="connsiteY7" fmla="*/ 1271753 h 1497017"/>
                    <a:gd name="connsiteX8" fmla="*/ 4181935 w 5428342"/>
                    <a:gd name="connsiteY8" fmla="*/ 1271753 h 1497017"/>
                    <a:gd name="connsiteX9" fmla="*/ 3733494 w 5428342"/>
                    <a:gd name="connsiteY9" fmla="*/ 1271753 h 1497017"/>
                    <a:gd name="connsiteX10" fmla="*/ 3639436 w 5428342"/>
                    <a:gd name="connsiteY10" fmla="*/ 1271753 h 1497017"/>
                    <a:gd name="connsiteX11" fmla="*/ 3514076 w 5428342"/>
                    <a:gd name="connsiteY11" fmla="*/ 1244454 h 1497017"/>
                    <a:gd name="connsiteX12" fmla="*/ 3342954 w 5428342"/>
                    <a:gd name="connsiteY12" fmla="*/ 1141461 h 1497017"/>
                    <a:gd name="connsiteX13" fmla="*/ 3326962 w 5428342"/>
                    <a:gd name="connsiteY13" fmla="*/ 1131780 h 1497017"/>
                    <a:gd name="connsiteX14" fmla="*/ 2818407 w 5428342"/>
                    <a:gd name="connsiteY14" fmla="*/ 838338 h 1497017"/>
                    <a:gd name="connsiteX15" fmla="*/ 2609938 w 5428342"/>
                    <a:gd name="connsiteY15" fmla="*/ 838338 h 1497017"/>
                    <a:gd name="connsiteX16" fmla="*/ 1984645 w 5428342"/>
                    <a:gd name="connsiteY16" fmla="*/ 1199139 h 1497017"/>
                    <a:gd name="connsiteX17" fmla="*/ 1981719 w 5428342"/>
                    <a:gd name="connsiteY17" fmla="*/ 1199139 h 1497017"/>
                    <a:gd name="connsiteX18" fmla="*/ 1906428 w 5428342"/>
                    <a:gd name="connsiteY18" fmla="*/ 1244454 h 1497017"/>
                    <a:gd name="connsiteX19" fmla="*/ 1781068 w 5428342"/>
                    <a:gd name="connsiteY19" fmla="*/ 1271753 h 1497017"/>
                    <a:gd name="connsiteX20" fmla="*/ 1734358 w 5428342"/>
                    <a:gd name="connsiteY20" fmla="*/ 1271753 h 1497017"/>
                    <a:gd name="connsiteX21" fmla="*/ 1238568 w 5428342"/>
                    <a:gd name="connsiteY21" fmla="*/ 1271753 h 1497017"/>
                    <a:gd name="connsiteX22" fmla="*/ 376844 w 5428342"/>
                    <a:gd name="connsiteY22" fmla="*/ 1271753 h 1497017"/>
                    <a:gd name="connsiteX23" fmla="*/ 253023 w 5428342"/>
                    <a:gd name="connsiteY23" fmla="*/ 1147932 h 1497017"/>
                    <a:gd name="connsiteX24" fmla="*/ 253023 w 5428342"/>
                    <a:gd name="connsiteY24" fmla="*/ 851378 h 1497017"/>
                    <a:gd name="connsiteX25" fmla="*/ 252910 w 5428342"/>
                    <a:gd name="connsiteY25" fmla="*/ 851378 h 1497017"/>
                    <a:gd name="connsiteX26" fmla="*/ 252910 w 5428342"/>
                    <a:gd name="connsiteY26" fmla="*/ 645638 h 1497017"/>
                    <a:gd name="connsiteX27" fmla="*/ 253024 w 5428342"/>
                    <a:gd name="connsiteY27" fmla="*/ 645638 h 1497017"/>
                    <a:gd name="connsiteX28" fmla="*/ 253024 w 5428342"/>
                    <a:gd name="connsiteY28" fmla="*/ 349086 h 1497017"/>
                    <a:gd name="connsiteX29" fmla="*/ 376845 w 5428342"/>
                    <a:gd name="connsiteY29" fmla="*/ 225265 h 1497017"/>
                    <a:gd name="connsiteX30" fmla="*/ 1238569 w 5428342"/>
                    <a:gd name="connsiteY30" fmla="*/ 225265 h 1497017"/>
                    <a:gd name="connsiteX31" fmla="*/ 1734359 w 5428342"/>
                    <a:gd name="connsiteY31" fmla="*/ 225265 h 1497017"/>
                    <a:gd name="connsiteX32" fmla="*/ 1781069 w 5428342"/>
                    <a:gd name="connsiteY32" fmla="*/ 225265 h 1497017"/>
                    <a:gd name="connsiteX33" fmla="*/ 1906429 w 5428342"/>
                    <a:gd name="connsiteY33" fmla="*/ 252564 h 1497017"/>
                    <a:gd name="connsiteX34" fmla="*/ 1981720 w 5428342"/>
                    <a:gd name="connsiteY34" fmla="*/ 297879 h 1497017"/>
                    <a:gd name="connsiteX35" fmla="*/ 1984646 w 5428342"/>
                    <a:gd name="connsiteY35" fmla="*/ 297879 h 1497017"/>
                    <a:gd name="connsiteX36" fmla="*/ 2609939 w 5428342"/>
                    <a:gd name="connsiteY36" fmla="*/ 658680 h 1497017"/>
                    <a:gd name="connsiteX37" fmla="*/ 2818408 w 5428342"/>
                    <a:gd name="connsiteY37" fmla="*/ 658680 h 1497017"/>
                    <a:gd name="connsiteX38" fmla="*/ 3326963 w 5428342"/>
                    <a:gd name="connsiteY38" fmla="*/ 365238 h 1497017"/>
                    <a:gd name="connsiteX39" fmla="*/ 3342955 w 5428342"/>
                    <a:gd name="connsiteY39" fmla="*/ 355557 h 1497017"/>
                    <a:gd name="connsiteX40" fmla="*/ 3514076 w 5428342"/>
                    <a:gd name="connsiteY40" fmla="*/ 252564 h 1497017"/>
                    <a:gd name="connsiteX41" fmla="*/ 3639436 w 5428342"/>
                    <a:gd name="connsiteY41" fmla="*/ 225265 h 1497017"/>
                    <a:gd name="connsiteX42" fmla="*/ 3733495 w 5428342"/>
                    <a:gd name="connsiteY42" fmla="*/ 225265 h 1497017"/>
                    <a:gd name="connsiteX43" fmla="*/ 4181936 w 5428342"/>
                    <a:gd name="connsiteY43" fmla="*/ 225265 h 1497017"/>
                    <a:gd name="connsiteX44" fmla="*/ 3605041 w 5428342"/>
                    <a:gd name="connsiteY44" fmla="*/ 0 h 1497017"/>
                    <a:gd name="connsiteX45" fmla="*/ 3392166 w 5428342"/>
                    <a:gd name="connsiteY45" fmla="*/ 58972 h 1497017"/>
                    <a:gd name="connsiteX46" fmla="*/ 2818407 w 5428342"/>
                    <a:gd name="connsiteY46" fmla="*/ 395057 h 1497017"/>
                    <a:gd name="connsiteX47" fmla="*/ 2609938 w 5428342"/>
                    <a:gd name="connsiteY47" fmla="*/ 395057 h 1497017"/>
                    <a:gd name="connsiteX48" fmla="*/ 2214473 w 5428342"/>
                    <a:gd name="connsiteY48" fmla="*/ 166869 h 1497017"/>
                    <a:gd name="connsiteX49" fmla="*/ 2121315 w 5428342"/>
                    <a:gd name="connsiteY49" fmla="*/ 109372 h 1497017"/>
                    <a:gd name="connsiteX50" fmla="*/ 2037624 w 5428342"/>
                    <a:gd name="connsiteY50" fmla="*/ 58972 h 1497017"/>
                    <a:gd name="connsiteX51" fmla="*/ 1824749 w 5428342"/>
                    <a:gd name="connsiteY51" fmla="*/ 0 h 1497017"/>
                    <a:gd name="connsiteX52" fmla="*/ 1230424 w 5428342"/>
                    <a:gd name="connsiteY52" fmla="*/ 849 h 1497017"/>
                    <a:gd name="connsiteX53" fmla="*/ 1230424 w 5428342"/>
                    <a:gd name="connsiteY53" fmla="*/ 2413 h 1497017"/>
                    <a:gd name="connsiteX54" fmla="*/ 133438 w 5428342"/>
                    <a:gd name="connsiteY54" fmla="*/ 2413 h 1497017"/>
                    <a:gd name="connsiteX55" fmla="*/ 0 w 5428342"/>
                    <a:gd name="connsiteY55" fmla="*/ 135851 h 1497017"/>
                    <a:gd name="connsiteX56" fmla="*/ 0 w 5428342"/>
                    <a:gd name="connsiteY56" fmla="*/ 914375 h 1497017"/>
                    <a:gd name="connsiteX57" fmla="*/ 0 w 5428342"/>
                    <a:gd name="connsiteY57" fmla="*/ 1363579 h 1497017"/>
                    <a:gd name="connsiteX58" fmla="*/ 133438 w 5428342"/>
                    <a:gd name="connsiteY58" fmla="*/ 1497017 h 1497017"/>
                    <a:gd name="connsiteX59" fmla="*/ 1686405 w 5428342"/>
                    <a:gd name="connsiteY59" fmla="*/ 1497017 h 1497017"/>
                    <a:gd name="connsiteX60" fmla="*/ 1686405 w 5428342"/>
                    <a:gd name="connsiteY60" fmla="*/ 1496820 h 1497017"/>
                    <a:gd name="connsiteX61" fmla="*/ 1824749 w 5428342"/>
                    <a:gd name="connsiteY61" fmla="*/ 1497017 h 1497017"/>
                    <a:gd name="connsiteX62" fmla="*/ 2037624 w 5428342"/>
                    <a:gd name="connsiteY62" fmla="*/ 1438045 h 1497017"/>
                    <a:gd name="connsiteX63" fmla="*/ 2121315 w 5428342"/>
                    <a:gd name="connsiteY63" fmla="*/ 1387645 h 1497017"/>
                    <a:gd name="connsiteX64" fmla="*/ 2154423 w 5428342"/>
                    <a:gd name="connsiteY64" fmla="*/ 1367211 h 1497017"/>
                    <a:gd name="connsiteX65" fmla="*/ 2609938 w 5428342"/>
                    <a:gd name="connsiteY65" fmla="*/ 1104373 h 1497017"/>
                    <a:gd name="connsiteX66" fmla="*/ 2818407 w 5428342"/>
                    <a:gd name="connsiteY66" fmla="*/ 1104373 h 1497017"/>
                    <a:gd name="connsiteX67" fmla="*/ 3119246 w 5428342"/>
                    <a:gd name="connsiteY67" fmla="*/ 1277961 h 1497017"/>
                    <a:gd name="connsiteX68" fmla="*/ 3119246 w 5428342"/>
                    <a:gd name="connsiteY68" fmla="*/ 1280155 h 1497017"/>
                    <a:gd name="connsiteX69" fmla="*/ 3180682 w 5428342"/>
                    <a:gd name="connsiteY69" fmla="*/ 1317854 h 1497017"/>
                    <a:gd name="connsiteX70" fmla="*/ 3377450 w 5428342"/>
                    <a:gd name="connsiteY70" fmla="*/ 1438045 h 1497017"/>
                    <a:gd name="connsiteX71" fmla="*/ 3590324 w 5428342"/>
                    <a:gd name="connsiteY71" fmla="*/ 1497017 h 1497017"/>
                    <a:gd name="connsiteX72" fmla="*/ 3630476 w 5428342"/>
                    <a:gd name="connsiteY72" fmla="*/ 1496960 h 1497017"/>
                    <a:gd name="connsiteX73" fmla="*/ 3630476 w 5428342"/>
                    <a:gd name="connsiteY73" fmla="*/ 1497017 h 1497017"/>
                    <a:gd name="connsiteX74" fmla="*/ 5294904 w 5428342"/>
                    <a:gd name="connsiteY74" fmla="*/ 1497017 h 1497017"/>
                    <a:gd name="connsiteX75" fmla="*/ 5428342 w 5428342"/>
                    <a:gd name="connsiteY75" fmla="*/ 1363579 h 1497017"/>
                    <a:gd name="connsiteX76" fmla="*/ 5428342 w 5428342"/>
                    <a:gd name="connsiteY76" fmla="*/ 914375 h 1497017"/>
                    <a:gd name="connsiteX77" fmla="*/ 5428342 w 5428342"/>
                    <a:gd name="connsiteY77" fmla="*/ 135851 h 1497017"/>
                    <a:gd name="connsiteX78" fmla="*/ 5294904 w 5428342"/>
                    <a:gd name="connsiteY78" fmla="*/ 2413 h 14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5428342" h="1497017">
                      <a:moveTo>
                        <a:pt x="5051503" y="225265"/>
                      </a:moveTo>
                      <a:cubicBezTo>
                        <a:pt x="5119887" y="225265"/>
                        <a:pt x="5175324" y="280702"/>
                        <a:pt x="5175324" y="349086"/>
                      </a:cubicBezTo>
                      <a:lnTo>
                        <a:pt x="5175324" y="748509"/>
                      </a:lnTo>
                      <a:lnTo>
                        <a:pt x="5174003" y="748509"/>
                      </a:lnTo>
                      <a:lnTo>
                        <a:pt x="5174003" y="748509"/>
                      </a:lnTo>
                      <a:lnTo>
                        <a:pt x="5175323" y="748509"/>
                      </a:lnTo>
                      <a:lnTo>
                        <a:pt x="5175323" y="1147932"/>
                      </a:lnTo>
                      <a:cubicBezTo>
                        <a:pt x="5175323" y="1216316"/>
                        <a:pt x="5119886" y="1271753"/>
                        <a:pt x="5051502" y="1271753"/>
                      </a:cubicBezTo>
                      <a:lnTo>
                        <a:pt x="4181935" y="1271753"/>
                      </a:lnTo>
                      <a:lnTo>
                        <a:pt x="3733494" y="1271753"/>
                      </a:lnTo>
                      <a:lnTo>
                        <a:pt x="3639436" y="1271753"/>
                      </a:lnTo>
                      <a:cubicBezTo>
                        <a:pt x="3606696" y="1267479"/>
                        <a:pt x="3543196" y="1263204"/>
                        <a:pt x="3514076" y="1244454"/>
                      </a:cubicBezTo>
                      <a:cubicBezTo>
                        <a:pt x="3453199" y="1208094"/>
                        <a:pt x="3396266" y="1173732"/>
                        <a:pt x="3342954" y="1141461"/>
                      </a:cubicBezTo>
                      <a:lnTo>
                        <a:pt x="3326962" y="1131780"/>
                      </a:lnTo>
                      <a:lnTo>
                        <a:pt x="2818407" y="838338"/>
                      </a:lnTo>
                      <a:cubicBezTo>
                        <a:pt x="2761246" y="806413"/>
                        <a:pt x="2667099" y="806413"/>
                        <a:pt x="2609938" y="838338"/>
                      </a:cubicBezTo>
                      <a:lnTo>
                        <a:pt x="1984645" y="1199139"/>
                      </a:lnTo>
                      <a:lnTo>
                        <a:pt x="1981719" y="1199139"/>
                      </a:lnTo>
                      <a:lnTo>
                        <a:pt x="1906428" y="1244454"/>
                      </a:lnTo>
                      <a:cubicBezTo>
                        <a:pt x="1877307" y="1263204"/>
                        <a:pt x="1813808" y="1267479"/>
                        <a:pt x="1781068" y="1271753"/>
                      </a:cubicBezTo>
                      <a:lnTo>
                        <a:pt x="1734358" y="1271753"/>
                      </a:lnTo>
                      <a:lnTo>
                        <a:pt x="1238568" y="1271753"/>
                      </a:lnTo>
                      <a:lnTo>
                        <a:pt x="376844" y="1271753"/>
                      </a:lnTo>
                      <a:cubicBezTo>
                        <a:pt x="308460" y="1271753"/>
                        <a:pt x="253023" y="1216316"/>
                        <a:pt x="253023" y="1147932"/>
                      </a:cubicBezTo>
                      <a:lnTo>
                        <a:pt x="253023" y="851378"/>
                      </a:lnTo>
                      <a:lnTo>
                        <a:pt x="252910" y="851378"/>
                      </a:lnTo>
                      <a:lnTo>
                        <a:pt x="252910" y="645638"/>
                      </a:lnTo>
                      <a:lnTo>
                        <a:pt x="253024" y="645638"/>
                      </a:lnTo>
                      <a:lnTo>
                        <a:pt x="253024" y="349086"/>
                      </a:lnTo>
                      <a:cubicBezTo>
                        <a:pt x="253024" y="280702"/>
                        <a:pt x="308461" y="225265"/>
                        <a:pt x="376845" y="225265"/>
                      </a:cubicBezTo>
                      <a:lnTo>
                        <a:pt x="1238569" y="225265"/>
                      </a:lnTo>
                      <a:lnTo>
                        <a:pt x="1734359" y="225265"/>
                      </a:lnTo>
                      <a:lnTo>
                        <a:pt x="1781069" y="225265"/>
                      </a:lnTo>
                      <a:cubicBezTo>
                        <a:pt x="1813808" y="229540"/>
                        <a:pt x="1877308" y="233814"/>
                        <a:pt x="1906429" y="252564"/>
                      </a:cubicBezTo>
                      <a:lnTo>
                        <a:pt x="1981720" y="297879"/>
                      </a:lnTo>
                      <a:lnTo>
                        <a:pt x="1984646" y="297879"/>
                      </a:lnTo>
                      <a:lnTo>
                        <a:pt x="2609939" y="658680"/>
                      </a:lnTo>
                      <a:cubicBezTo>
                        <a:pt x="2667099" y="690605"/>
                        <a:pt x="2761247" y="690605"/>
                        <a:pt x="2818408" y="658680"/>
                      </a:cubicBezTo>
                      <a:lnTo>
                        <a:pt x="3326963" y="365238"/>
                      </a:lnTo>
                      <a:lnTo>
                        <a:pt x="3342955" y="355557"/>
                      </a:lnTo>
                      <a:cubicBezTo>
                        <a:pt x="3396266" y="323286"/>
                        <a:pt x="3453200" y="288924"/>
                        <a:pt x="3514076" y="252564"/>
                      </a:cubicBezTo>
                      <a:cubicBezTo>
                        <a:pt x="3543197" y="233814"/>
                        <a:pt x="3606697" y="229540"/>
                        <a:pt x="3639436" y="225265"/>
                      </a:cubicBezTo>
                      <a:lnTo>
                        <a:pt x="3733495" y="225265"/>
                      </a:lnTo>
                      <a:lnTo>
                        <a:pt x="4181936" y="225265"/>
                      </a:lnTo>
                      <a:close/>
                      <a:moveTo>
                        <a:pt x="3605041" y="0"/>
                      </a:moveTo>
                      <a:cubicBezTo>
                        <a:pt x="3490656" y="2769"/>
                        <a:pt x="3467950" y="22427"/>
                        <a:pt x="3392166" y="58972"/>
                      </a:cubicBezTo>
                      <a:cubicBezTo>
                        <a:pt x="3279295" y="124100"/>
                        <a:pt x="2948779" y="339043"/>
                        <a:pt x="2818407" y="395057"/>
                      </a:cubicBezTo>
                      <a:cubicBezTo>
                        <a:pt x="2688036" y="451071"/>
                        <a:pt x="2667099" y="428663"/>
                        <a:pt x="2609938" y="395057"/>
                      </a:cubicBezTo>
                      <a:lnTo>
                        <a:pt x="2214473" y="166869"/>
                      </a:lnTo>
                      <a:lnTo>
                        <a:pt x="2121315" y="109372"/>
                      </a:lnTo>
                      <a:cubicBezTo>
                        <a:pt x="2087603" y="88662"/>
                        <a:pt x="2058788" y="71184"/>
                        <a:pt x="2037624" y="58972"/>
                      </a:cubicBezTo>
                      <a:cubicBezTo>
                        <a:pt x="1961840" y="22427"/>
                        <a:pt x="1939134" y="2769"/>
                        <a:pt x="1824749" y="0"/>
                      </a:cubicBezTo>
                      <a:lnTo>
                        <a:pt x="1230424" y="849"/>
                      </a:lnTo>
                      <a:lnTo>
                        <a:pt x="1230424" y="2413"/>
                      </a:lnTo>
                      <a:lnTo>
                        <a:pt x="133438" y="2413"/>
                      </a:lnTo>
                      <a:cubicBezTo>
                        <a:pt x="59742" y="2413"/>
                        <a:pt x="0" y="62155"/>
                        <a:pt x="0" y="135851"/>
                      </a:cubicBezTo>
                      <a:lnTo>
                        <a:pt x="0" y="914375"/>
                      </a:lnTo>
                      <a:lnTo>
                        <a:pt x="0" y="1363579"/>
                      </a:lnTo>
                      <a:cubicBezTo>
                        <a:pt x="0" y="1437275"/>
                        <a:pt x="59742" y="1497017"/>
                        <a:pt x="133438" y="1497017"/>
                      </a:cubicBezTo>
                      <a:lnTo>
                        <a:pt x="1686405" y="1497017"/>
                      </a:lnTo>
                      <a:lnTo>
                        <a:pt x="1686405" y="1496820"/>
                      </a:lnTo>
                      <a:lnTo>
                        <a:pt x="1824749" y="1497017"/>
                      </a:lnTo>
                      <a:cubicBezTo>
                        <a:pt x="1939134" y="1494248"/>
                        <a:pt x="1961840" y="1474590"/>
                        <a:pt x="2037624" y="1438045"/>
                      </a:cubicBezTo>
                      <a:cubicBezTo>
                        <a:pt x="2058788" y="1425834"/>
                        <a:pt x="2087603" y="1408355"/>
                        <a:pt x="2121315" y="1387645"/>
                      </a:cubicBezTo>
                      <a:lnTo>
                        <a:pt x="2154423" y="1367211"/>
                      </a:lnTo>
                      <a:lnTo>
                        <a:pt x="2609938" y="1104373"/>
                      </a:lnTo>
                      <a:cubicBezTo>
                        <a:pt x="2667099" y="1070767"/>
                        <a:pt x="2761246" y="1070767"/>
                        <a:pt x="2818407" y="1104373"/>
                      </a:cubicBezTo>
                      <a:lnTo>
                        <a:pt x="3119246" y="1277961"/>
                      </a:lnTo>
                      <a:lnTo>
                        <a:pt x="3119246" y="1280155"/>
                      </a:lnTo>
                      <a:lnTo>
                        <a:pt x="3180682" y="1317854"/>
                      </a:lnTo>
                      <a:cubicBezTo>
                        <a:pt x="3262190" y="1368131"/>
                        <a:pt x="3335123" y="1413622"/>
                        <a:pt x="3377450" y="1438045"/>
                      </a:cubicBezTo>
                      <a:cubicBezTo>
                        <a:pt x="3453233" y="1474590"/>
                        <a:pt x="3475939" y="1494248"/>
                        <a:pt x="3590324" y="1497017"/>
                      </a:cubicBezTo>
                      <a:lnTo>
                        <a:pt x="3630476" y="1496960"/>
                      </a:lnTo>
                      <a:lnTo>
                        <a:pt x="3630476" y="1497017"/>
                      </a:lnTo>
                      <a:lnTo>
                        <a:pt x="5294904" y="1497017"/>
                      </a:lnTo>
                      <a:cubicBezTo>
                        <a:pt x="5368600" y="1497017"/>
                        <a:pt x="5428342" y="1437275"/>
                        <a:pt x="5428342" y="1363579"/>
                      </a:cubicBezTo>
                      <a:lnTo>
                        <a:pt x="5428342" y="914375"/>
                      </a:lnTo>
                      <a:lnTo>
                        <a:pt x="5428342" y="135851"/>
                      </a:lnTo>
                      <a:cubicBezTo>
                        <a:pt x="5428342" y="62155"/>
                        <a:pt x="5368600" y="2413"/>
                        <a:pt x="5294904" y="241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rgbClr val="EAEAEA"/>
                    </a:gs>
                    <a:gs pos="0">
                      <a:srgbClr val="FFFFFF"/>
                    </a:gs>
                  </a:gsLst>
                  <a:lin ang="189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127000" dist="762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n-ea"/>
                    <a:cs typeface="+mn-cs"/>
                  </a:endParaRPr>
                </a:p>
              </p:txBody>
            </p:sp>
            <p:pic>
              <p:nvPicPr>
                <p:cNvPr id="45" name="Picture 2" descr="Summary Icon #427383 - Free Icons Library">
                  <a:extLst>
                    <a:ext uri="{FF2B5EF4-FFF2-40B4-BE49-F238E27FC236}">
                      <a16:creationId xmlns:a16="http://schemas.microsoft.com/office/drawing/2014/main" id="{5F98C83E-B029-ED5C-7AF6-E7278474123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59867" y="2675108"/>
                  <a:ext cx="392342" cy="38433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6" name="Picture 4" descr="Product Service Icons - Free SVG &amp; PNG Product Service Images - Noun Project">
                  <a:extLst>
                    <a:ext uri="{FF2B5EF4-FFF2-40B4-BE49-F238E27FC236}">
                      <a16:creationId xmlns:a16="http://schemas.microsoft.com/office/drawing/2014/main" id="{CE30D14A-9183-31B3-E442-92EB9A4243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28904" y="3805141"/>
                  <a:ext cx="486784" cy="48678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" name="Picture 6" descr="Marketing plan Icon - Free PNG &amp; SVG 1327077 - Noun Project">
                  <a:extLst>
                    <a:ext uri="{FF2B5EF4-FFF2-40B4-BE49-F238E27FC236}">
                      <a16:creationId xmlns:a16="http://schemas.microsoft.com/office/drawing/2014/main" id="{A3952835-A9AC-8AD9-80AD-5BABA941AF4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965496" y="3864731"/>
                  <a:ext cx="359410" cy="35941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8" name="Picture 8" descr="Finance - Free business and finance icons">
                  <a:extLst>
                    <a:ext uri="{FF2B5EF4-FFF2-40B4-BE49-F238E27FC236}">
                      <a16:creationId xmlns:a16="http://schemas.microsoft.com/office/drawing/2014/main" id="{177C1819-9349-948F-4D47-5221498E59B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743925" y="5017678"/>
                  <a:ext cx="424226" cy="42422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678171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B3B77A18-608D-D0B0-70EC-BD20512CC24B}"/>
              </a:ext>
            </a:extLst>
          </p:cNvPr>
          <p:cNvGrpSpPr/>
          <p:nvPr/>
        </p:nvGrpSpPr>
        <p:grpSpPr>
          <a:xfrm>
            <a:off x="1059799" y="2333625"/>
            <a:ext cx="10072402" cy="3085608"/>
            <a:chOff x="1431274" y="2276475"/>
            <a:chExt cx="10072402" cy="3085608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C524AED-EFC3-D345-05EA-4060A715BCFE}"/>
                </a:ext>
              </a:extLst>
            </p:cNvPr>
            <p:cNvGrpSpPr/>
            <p:nvPr/>
          </p:nvGrpSpPr>
          <p:grpSpPr>
            <a:xfrm>
              <a:off x="1431274" y="2276475"/>
              <a:ext cx="2058166" cy="3085608"/>
              <a:chOff x="1431274" y="2276475"/>
              <a:chExt cx="2058166" cy="3085608"/>
            </a:xfrm>
          </p:grpSpPr>
          <p:sp>
            <p:nvSpPr>
              <p:cNvPr id="55" name="Rectangle 1">
                <a:extLst>
                  <a:ext uri="{FF2B5EF4-FFF2-40B4-BE49-F238E27FC236}">
                    <a16:creationId xmlns:a16="http://schemas.microsoft.com/office/drawing/2014/main" id="{E7A88760-7439-BE42-0A0F-338AE0874906}"/>
                  </a:ext>
                </a:extLst>
              </p:cNvPr>
              <p:cNvSpPr/>
              <p:nvPr/>
            </p:nvSpPr>
            <p:spPr>
              <a:xfrm>
                <a:off x="1431274" y="2796821"/>
                <a:ext cx="2058166" cy="2559168"/>
              </a:xfrm>
              <a:prstGeom prst="roundRect">
                <a:avLst>
                  <a:gd name="adj" fmla="val 5220"/>
                </a:avLst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6" name="Rectangle 2">
                <a:extLst>
                  <a:ext uri="{FF2B5EF4-FFF2-40B4-BE49-F238E27FC236}">
                    <a16:creationId xmlns:a16="http://schemas.microsoft.com/office/drawing/2014/main" id="{85389D00-138F-F2EF-B719-C0F14BBE1809}"/>
                  </a:ext>
                </a:extLst>
              </p:cNvPr>
              <p:cNvSpPr/>
              <p:nvPr/>
            </p:nvSpPr>
            <p:spPr>
              <a:xfrm>
                <a:off x="1431274" y="2802915"/>
                <a:ext cx="2058166" cy="2559168"/>
              </a:xfrm>
              <a:prstGeom prst="roundRect">
                <a:avLst>
                  <a:gd name="adj" fmla="val 5220"/>
                </a:avLst>
              </a:pr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22" name="Rectangle 3">
                <a:extLst>
                  <a:ext uri="{FF2B5EF4-FFF2-40B4-BE49-F238E27FC236}">
                    <a16:creationId xmlns:a16="http://schemas.microsoft.com/office/drawing/2014/main" id="{324823F3-77B4-09BD-5848-E53D2CC87296}"/>
                  </a:ext>
                </a:extLst>
              </p:cNvPr>
              <p:cNvSpPr/>
              <p:nvPr/>
            </p:nvSpPr>
            <p:spPr>
              <a:xfrm>
                <a:off x="1431274" y="2276475"/>
                <a:ext cx="2058166" cy="68078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0000"/>
                    </a:sysClr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23" name="Rectangle5">
                <a:extLst>
                  <a:ext uri="{FF2B5EF4-FFF2-40B4-BE49-F238E27FC236}">
                    <a16:creationId xmlns:a16="http://schemas.microsoft.com/office/drawing/2014/main" id="{9EC73219-A45C-C6DD-A283-3CFCFB34B5D0}"/>
                  </a:ext>
                </a:extLst>
              </p:cNvPr>
              <p:cNvSpPr/>
              <p:nvPr/>
            </p:nvSpPr>
            <p:spPr>
              <a:xfrm>
                <a:off x="1431274" y="2276475"/>
                <a:ext cx="2058166" cy="68078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24" name="Circle4">
                <a:extLst>
                  <a:ext uri="{FF2B5EF4-FFF2-40B4-BE49-F238E27FC236}">
                    <a16:creationId xmlns:a16="http://schemas.microsoft.com/office/drawing/2014/main" id="{382A01E7-2F2A-6E95-C7C4-8D601A007012}"/>
                  </a:ext>
                </a:extLst>
              </p:cNvPr>
              <p:cNvSpPr/>
              <p:nvPr/>
            </p:nvSpPr>
            <p:spPr>
              <a:xfrm>
                <a:off x="2035253" y="3048946"/>
                <a:ext cx="850209" cy="850209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72000"/>
                    </a:sysClr>
                  </a:gs>
                </a:gsLst>
                <a:lin ang="2700000" scaled="1"/>
                <a:tileRect/>
              </a:gradFill>
              <a:ln w="28575" cap="flat" cmpd="sng" algn="ctr">
                <a:solidFill>
                  <a:schemeClr val="bg1"/>
                </a:solidFill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1" name="Text Box 4">
                <a:extLst>
                  <a:ext uri="{FF2B5EF4-FFF2-40B4-BE49-F238E27FC236}">
                    <a16:creationId xmlns:a16="http://schemas.microsoft.com/office/drawing/2014/main" id="{BA9912DB-D0B6-4F84-74DB-414B506C494F}"/>
                  </a:ext>
                </a:extLst>
              </p:cNvPr>
              <p:cNvSpPr txBox="1"/>
              <p:nvPr/>
            </p:nvSpPr>
            <p:spPr>
              <a:xfrm>
                <a:off x="1993207" y="2277544"/>
                <a:ext cx="934299" cy="492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Lora" pitchFamily="2" charset="0"/>
                  </a:rPr>
                  <a:t>01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25F34B-8821-5518-48C0-CF1F862DEB72}"/>
                  </a:ext>
                </a:extLst>
              </p:cNvPr>
              <p:cNvSpPr txBox="1"/>
              <p:nvPr/>
            </p:nvSpPr>
            <p:spPr>
              <a:xfrm>
                <a:off x="1623465" y="4025312"/>
                <a:ext cx="167378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79" name="Picture 2" descr="Summary Icon #427383 - Free Icons Library">
                <a:extLst>
                  <a:ext uri="{FF2B5EF4-FFF2-40B4-BE49-F238E27FC236}">
                    <a16:creationId xmlns:a16="http://schemas.microsoft.com/office/drawing/2014/main" id="{FA5DDFB4-A9F9-C576-6413-ADC5A382E7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85019" y="3302292"/>
                <a:ext cx="350676" cy="3435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C5D137D-A19E-1936-649C-B29B39C367C0}"/>
                </a:ext>
              </a:extLst>
            </p:cNvPr>
            <p:cNvGrpSpPr/>
            <p:nvPr/>
          </p:nvGrpSpPr>
          <p:grpSpPr>
            <a:xfrm>
              <a:off x="4102685" y="2276475"/>
              <a:ext cx="2058166" cy="3085608"/>
              <a:chOff x="3855036" y="2276475"/>
              <a:chExt cx="2058166" cy="3085608"/>
            </a:xfrm>
          </p:grpSpPr>
          <p:sp>
            <p:nvSpPr>
              <p:cNvPr id="57" name="Rectangle 1">
                <a:extLst>
                  <a:ext uri="{FF2B5EF4-FFF2-40B4-BE49-F238E27FC236}">
                    <a16:creationId xmlns:a16="http://schemas.microsoft.com/office/drawing/2014/main" id="{53ECE454-946D-3A43-76F3-09D5941021D3}"/>
                  </a:ext>
                </a:extLst>
              </p:cNvPr>
              <p:cNvSpPr/>
              <p:nvPr/>
            </p:nvSpPr>
            <p:spPr>
              <a:xfrm>
                <a:off x="3855036" y="2796821"/>
                <a:ext cx="2058166" cy="2559168"/>
              </a:xfrm>
              <a:prstGeom prst="roundRect">
                <a:avLst>
                  <a:gd name="adj" fmla="val 5220"/>
                </a:avLst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8" name="Rectangle 2">
                <a:extLst>
                  <a:ext uri="{FF2B5EF4-FFF2-40B4-BE49-F238E27FC236}">
                    <a16:creationId xmlns:a16="http://schemas.microsoft.com/office/drawing/2014/main" id="{E681B1E5-4E73-D0B5-F2CA-45DE7D629770}"/>
                  </a:ext>
                </a:extLst>
              </p:cNvPr>
              <p:cNvSpPr/>
              <p:nvPr/>
            </p:nvSpPr>
            <p:spPr>
              <a:xfrm>
                <a:off x="3855036" y="2802915"/>
                <a:ext cx="2058166" cy="2559168"/>
              </a:xfrm>
              <a:prstGeom prst="roundRect">
                <a:avLst>
                  <a:gd name="adj" fmla="val 5220"/>
                </a:avLst>
              </a:pr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65D70F7B-8F93-1E3A-73EA-4B7A57E992B0}"/>
                  </a:ext>
                </a:extLst>
              </p:cNvPr>
              <p:cNvSpPr/>
              <p:nvPr/>
            </p:nvSpPr>
            <p:spPr>
              <a:xfrm>
                <a:off x="3855036" y="2276475"/>
                <a:ext cx="2058166" cy="68078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0000"/>
                    </a:sysClr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DAB2A727-46B6-687A-8B42-B983CE3F5133}"/>
                  </a:ext>
                </a:extLst>
              </p:cNvPr>
              <p:cNvSpPr/>
              <p:nvPr/>
            </p:nvSpPr>
            <p:spPr>
              <a:xfrm>
                <a:off x="3855036" y="2276475"/>
                <a:ext cx="2058166" cy="68078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18" name="Circle 3">
                <a:extLst>
                  <a:ext uri="{FF2B5EF4-FFF2-40B4-BE49-F238E27FC236}">
                    <a16:creationId xmlns:a16="http://schemas.microsoft.com/office/drawing/2014/main" id="{64F78B60-F8ED-8069-E687-6A1622F63AAB}"/>
                  </a:ext>
                </a:extLst>
              </p:cNvPr>
              <p:cNvSpPr/>
              <p:nvPr/>
            </p:nvSpPr>
            <p:spPr>
              <a:xfrm>
                <a:off x="4459015" y="3048946"/>
                <a:ext cx="850209" cy="850209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72000"/>
                    </a:sysClr>
                  </a:gs>
                </a:gsLst>
                <a:lin ang="2700000" scaled="1"/>
                <a:tileRect/>
              </a:gradFill>
              <a:ln w="28575" cap="flat" cmpd="sng" algn="ctr">
                <a:solidFill>
                  <a:schemeClr val="bg1"/>
                </a:solidFill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2" name="Text Box 3">
                <a:extLst>
                  <a:ext uri="{FF2B5EF4-FFF2-40B4-BE49-F238E27FC236}">
                    <a16:creationId xmlns:a16="http://schemas.microsoft.com/office/drawing/2014/main" id="{D0AB4B9C-3D94-CBF0-A74F-06EF376361A1}"/>
                  </a:ext>
                </a:extLst>
              </p:cNvPr>
              <p:cNvSpPr txBox="1"/>
              <p:nvPr/>
            </p:nvSpPr>
            <p:spPr>
              <a:xfrm>
                <a:off x="4416969" y="2277544"/>
                <a:ext cx="934299" cy="492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Lora" pitchFamily="2" charset="0"/>
                  </a:rPr>
                  <a:t>02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52CEA37-EC13-92AB-D7C5-04BFB9BF27A0}"/>
                  </a:ext>
                </a:extLst>
              </p:cNvPr>
              <p:cNvSpPr txBox="1"/>
              <p:nvPr/>
            </p:nvSpPr>
            <p:spPr>
              <a:xfrm>
                <a:off x="4047226" y="4025312"/>
                <a:ext cx="167378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Products &amp; Services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81" name="Picture 4" descr="Product Service Icons - Free SVG &amp; PNG Product Service Images - Noun Project">
                <a:extLst>
                  <a:ext uri="{FF2B5EF4-FFF2-40B4-BE49-F238E27FC236}">
                    <a16:creationId xmlns:a16="http://schemas.microsoft.com/office/drawing/2014/main" id="{BE231296-49C3-3BF5-DE98-6AAE657CBC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66574" y="3256505"/>
                <a:ext cx="435090" cy="435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2C4E6C38-B47B-93C5-0C7F-706E970534BD}"/>
                </a:ext>
              </a:extLst>
            </p:cNvPr>
            <p:cNvGrpSpPr/>
            <p:nvPr/>
          </p:nvGrpSpPr>
          <p:grpSpPr>
            <a:xfrm>
              <a:off x="6774096" y="2276475"/>
              <a:ext cx="2058166" cy="3085608"/>
              <a:chOff x="6278798" y="2276475"/>
              <a:chExt cx="2058166" cy="3085608"/>
            </a:xfrm>
          </p:grpSpPr>
          <p:sp>
            <p:nvSpPr>
              <p:cNvPr id="59" name="Rectangle 1">
                <a:extLst>
                  <a:ext uri="{FF2B5EF4-FFF2-40B4-BE49-F238E27FC236}">
                    <a16:creationId xmlns:a16="http://schemas.microsoft.com/office/drawing/2014/main" id="{858B8558-254E-68C3-4152-49F2D3DF65BC}"/>
                  </a:ext>
                </a:extLst>
              </p:cNvPr>
              <p:cNvSpPr/>
              <p:nvPr/>
            </p:nvSpPr>
            <p:spPr>
              <a:xfrm>
                <a:off x="6278798" y="2796821"/>
                <a:ext cx="2058166" cy="2559168"/>
              </a:xfrm>
              <a:prstGeom prst="roundRect">
                <a:avLst>
                  <a:gd name="adj" fmla="val 5220"/>
                </a:avLst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0" name="Rectangle 2">
                <a:extLst>
                  <a:ext uri="{FF2B5EF4-FFF2-40B4-BE49-F238E27FC236}">
                    <a16:creationId xmlns:a16="http://schemas.microsoft.com/office/drawing/2014/main" id="{B551AADC-A753-683C-FBF2-78B520832831}"/>
                  </a:ext>
                </a:extLst>
              </p:cNvPr>
              <p:cNvSpPr/>
              <p:nvPr/>
            </p:nvSpPr>
            <p:spPr>
              <a:xfrm>
                <a:off x="6278798" y="2802915"/>
                <a:ext cx="2058166" cy="2559168"/>
              </a:xfrm>
              <a:prstGeom prst="roundRect">
                <a:avLst>
                  <a:gd name="adj" fmla="val 5220"/>
                </a:avLst>
              </a:pr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9B5921A7-7451-68B8-AB91-CAF36B2E01BA}"/>
                  </a:ext>
                </a:extLst>
              </p:cNvPr>
              <p:cNvSpPr/>
              <p:nvPr/>
            </p:nvSpPr>
            <p:spPr>
              <a:xfrm>
                <a:off x="6278798" y="2276475"/>
                <a:ext cx="2058166" cy="68078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0000"/>
                    </a:sysClr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11" name="Rectangle 4">
                <a:extLst>
                  <a:ext uri="{FF2B5EF4-FFF2-40B4-BE49-F238E27FC236}">
                    <a16:creationId xmlns:a16="http://schemas.microsoft.com/office/drawing/2014/main" id="{D42B553A-ACCB-72A1-4CFA-9D2576D7DC45}"/>
                  </a:ext>
                </a:extLst>
              </p:cNvPr>
              <p:cNvSpPr/>
              <p:nvPr/>
            </p:nvSpPr>
            <p:spPr>
              <a:xfrm>
                <a:off x="6278798" y="2276475"/>
                <a:ext cx="2058166" cy="68078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12" name="Circle 2">
                <a:extLst>
                  <a:ext uri="{FF2B5EF4-FFF2-40B4-BE49-F238E27FC236}">
                    <a16:creationId xmlns:a16="http://schemas.microsoft.com/office/drawing/2014/main" id="{DE0A1924-910B-434C-CE8A-ECCEEEB36C73}"/>
                  </a:ext>
                </a:extLst>
              </p:cNvPr>
              <p:cNvSpPr/>
              <p:nvPr/>
            </p:nvSpPr>
            <p:spPr>
              <a:xfrm>
                <a:off x="6882777" y="3048946"/>
                <a:ext cx="850209" cy="850209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72000"/>
                    </a:sysClr>
                  </a:gs>
                </a:gsLst>
                <a:lin ang="2700000" scaled="1"/>
                <a:tileRect/>
              </a:gradFill>
              <a:ln w="28575" cap="flat" cmpd="sng" algn="ctr">
                <a:solidFill>
                  <a:schemeClr val="bg1"/>
                </a:solidFill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3" name="Text Box 2">
                <a:extLst>
                  <a:ext uri="{FF2B5EF4-FFF2-40B4-BE49-F238E27FC236}">
                    <a16:creationId xmlns:a16="http://schemas.microsoft.com/office/drawing/2014/main" id="{A86F2B94-6964-6901-3CF9-18C4E1C431E4}"/>
                  </a:ext>
                </a:extLst>
              </p:cNvPr>
              <p:cNvSpPr txBox="1"/>
              <p:nvPr/>
            </p:nvSpPr>
            <p:spPr>
              <a:xfrm>
                <a:off x="6840731" y="2277544"/>
                <a:ext cx="934299" cy="492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Lora" pitchFamily="2" charset="0"/>
                  </a:rPr>
                  <a:t>03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92AEFEF-0970-AB57-BD3E-B81CFDEAD346}"/>
                  </a:ext>
                </a:extLst>
              </p:cNvPr>
              <p:cNvSpPr txBox="1"/>
              <p:nvPr/>
            </p:nvSpPr>
            <p:spPr>
              <a:xfrm>
                <a:off x="6470987" y="4025312"/>
                <a:ext cx="167378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indent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Marketing Planning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83" name="Picture 6" descr="Marketing plan Icon - Free PNG &amp; SVG 1327077 - Noun Project">
                <a:extLst>
                  <a:ext uri="{FF2B5EF4-FFF2-40B4-BE49-F238E27FC236}">
                    <a16:creationId xmlns:a16="http://schemas.microsoft.com/office/drawing/2014/main" id="{CF145DE3-E01E-E280-4D4F-AD0E91C685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1832" y="3298001"/>
                <a:ext cx="352098" cy="3520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A9E9B5BC-48F8-A843-A826-8E837C9F67D3}"/>
                </a:ext>
              </a:extLst>
            </p:cNvPr>
            <p:cNvGrpSpPr/>
            <p:nvPr/>
          </p:nvGrpSpPr>
          <p:grpSpPr>
            <a:xfrm>
              <a:off x="9445508" y="2276475"/>
              <a:ext cx="2058168" cy="3085608"/>
              <a:chOff x="8702558" y="2276475"/>
              <a:chExt cx="2058168" cy="3085608"/>
            </a:xfrm>
          </p:grpSpPr>
          <p:sp>
            <p:nvSpPr>
              <p:cNvPr id="61" name="Rectangle 1">
                <a:extLst>
                  <a:ext uri="{FF2B5EF4-FFF2-40B4-BE49-F238E27FC236}">
                    <a16:creationId xmlns:a16="http://schemas.microsoft.com/office/drawing/2014/main" id="{B1F4CB35-37BA-DD83-EC4B-C9CB8F35C24E}"/>
                  </a:ext>
                </a:extLst>
              </p:cNvPr>
              <p:cNvSpPr/>
              <p:nvPr/>
            </p:nvSpPr>
            <p:spPr>
              <a:xfrm>
                <a:off x="8702559" y="2796821"/>
                <a:ext cx="2058167" cy="2559168"/>
              </a:xfrm>
              <a:prstGeom prst="roundRect">
                <a:avLst>
                  <a:gd name="adj" fmla="val 5220"/>
                </a:avLst>
              </a:pr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62" name="Rectangle 2">
                <a:extLst>
                  <a:ext uri="{FF2B5EF4-FFF2-40B4-BE49-F238E27FC236}">
                    <a16:creationId xmlns:a16="http://schemas.microsoft.com/office/drawing/2014/main" id="{F8741EA9-ABCA-B420-99AF-18D11FFFA044}"/>
                  </a:ext>
                </a:extLst>
              </p:cNvPr>
              <p:cNvSpPr/>
              <p:nvPr/>
            </p:nvSpPr>
            <p:spPr>
              <a:xfrm>
                <a:off x="8702558" y="2802915"/>
                <a:ext cx="2058167" cy="2559168"/>
              </a:xfrm>
              <a:prstGeom prst="roundRect">
                <a:avLst>
                  <a:gd name="adj" fmla="val 5220"/>
                </a:avLst>
              </a:pr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4F5B94-3F20-72EF-8914-D8E988B83A62}"/>
                  </a:ext>
                </a:extLst>
              </p:cNvPr>
              <p:cNvSpPr/>
              <p:nvPr/>
            </p:nvSpPr>
            <p:spPr>
              <a:xfrm>
                <a:off x="8702558" y="2276475"/>
                <a:ext cx="2058167" cy="68078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80000"/>
                    </a:sysClr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101600" dist="508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E26C9E9-8E18-66B2-C7F7-D82F95E0746F}"/>
                  </a:ext>
                </a:extLst>
              </p:cNvPr>
              <p:cNvSpPr/>
              <p:nvPr/>
            </p:nvSpPr>
            <p:spPr>
              <a:xfrm>
                <a:off x="8702558" y="2276475"/>
                <a:ext cx="2058167" cy="680783"/>
              </a:xfrm>
              <a:custGeom>
                <a:avLst/>
                <a:gdLst>
                  <a:gd name="connsiteX0" fmla="*/ 50498 w 1930400"/>
                  <a:gd name="connsiteY0" fmla="*/ 0 h 638521"/>
                  <a:gd name="connsiteX1" fmla="*/ 1879902 w 1930400"/>
                  <a:gd name="connsiteY1" fmla="*/ 0 h 638521"/>
                  <a:gd name="connsiteX2" fmla="*/ 1930400 w 1930400"/>
                  <a:gd name="connsiteY2" fmla="*/ 50498 h 638521"/>
                  <a:gd name="connsiteX3" fmla="*/ 1930400 w 1930400"/>
                  <a:gd name="connsiteY3" fmla="*/ 442988 h 638521"/>
                  <a:gd name="connsiteX4" fmla="*/ 1879902 w 1930400"/>
                  <a:gd name="connsiteY4" fmla="*/ 493486 h 638521"/>
                  <a:gd name="connsiteX5" fmla="*/ 1124527 w 1930400"/>
                  <a:gd name="connsiteY5" fmla="*/ 493486 h 638521"/>
                  <a:gd name="connsiteX6" fmla="*/ 965200 w 1930400"/>
                  <a:gd name="connsiteY6" fmla="*/ 638521 h 638521"/>
                  <a:gd name="connsiteX7" fmla="*/ 805872 w 1930400"/>
                  <a:gd name="connsiteY7" fmla="*/ 493486 h 638521"/>
                  <a:gd name="connsiteX8" fmla="*/ 50498 w 1930400"/>
                  <a:gd name="connsiteY8" fmla="*/ 493486 h 638521"/>
                  <a:gd name="connsiteX9" fmla="*/ 0 w 1930400"/>
                  <a:gd name="connsiteY9" fmla="*/ 442988 h 638521"/>
                  <a:gd name="connsiteX10" fmla="*/ 0 w 1930400"/>
                  <a:gd name="connsiteY10" fmla="*/ 50498 h 638521"/>
                  <a:gd name="connsiteX11" fmla="*/ 50498 w 1930400"/>
                  <a:gd name="connsiteY11" fmla="*/ 0 h 638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30400" h="638521">
                    <a:moveTo>
                      <a:pt x="50498" y="0"/>
                    </a:moveTo>
                    <a:lnTo>
                      <a:pt x="1879902" y="0"/>
                    </a:lnTo>
                    <a:cubicBezTo>
                      <a:pt x="1907791" y="0"/>
                      <a:pt x="1930400" y="22609"/>
                      <a:pt x="1930400" y="50498"/>
                    </a:cubicBezTo>
                    <a:lnTo>
                      <a:pt x="1930400" y="442988"/>
                    </a:lnTo>
                    <a:cubicBezTo>
                      <a:pt x="1930400" y="470877"/>
                      <a:pt x="1907791" y="493486"/>
                      <a:pt x="1879902" y="493486"/>
                    </a:cubicBezTo>
                    <a:lnTo>
                      <a:pt x="1124527" y="493486"/>
                    </a:lnTo>
                    <a:lnTo>
                      <a:pt x="965200" y="638521"/>
                    </a:lnTo>
                    <a:lnTo>
                      <a:pt x="805872" y="493486"/>
                    </a:lnTo>
                    <a:lnTo>
                      <a:pt x="50498" y="493486"/>
                    </a:lnTo>
                    <a:cubicBezTo>
                      <a:pt x="22609" y="493486"/>
                      <a:pt x="0" y="470877"/>
                      <a:pt x="0" y="442988"/>
                    </a:cubicBezTo>
                    <a:lnTo>
                      <a:pt x="0" y="50498"/>
                    </a:lnTo>
                    <a:cubicBezTo>
                      <a:pt x="0" y="22609"/>
                      <a:pt x="22609" y="0"/>
                      <a:pt x="50498" y="0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ysClr val="window" lastClr="FFFFFF">
                      <a:lumMod val="97000"/>
                    </a:sysClr>
                  </a:gs>
                  <a:gs pos="0">
                    <a:sysClr val="window" lastClr="FFFFFF">
                      <a:lumMod val="85000"/>
                    </a:sysClr>
                  </a:gs>
                </a:gsLst>
                <a:lin ang="18900000" scaled="0"/>
                <a:tileRect/>
              </a:gradFill>
              <a:ln w="25400" cap="flat" cmpd="sng" algn="ctr">
                <a:noFill/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algn="ctr" defTabSz="914377"/>
                <a:endParaRPr lang="zh-CN" altLang="en-US" sz="1351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6" name="Circle1">
                <a:extLst>
                  <a:ext uri="{FF2B5EF4-FFF2-40B4-BE49-F238E27FC236}">
                    <a16:creationId xmlns:a16="http://schemas.microsoft.com/office/drawing/2014/main" id="{2D8411D7-D04F-1903-B925-267412E2C86E}"/>
                  </a:ext>
                </a:extLst>
              </p:cNvPr>
              <p:cNvSpPr/>
              <p:nvPr/>
            </p:nvSpPr>
            <p:spPr>
              <a:xfrm>
                <a:off x="9306537" y="3048946"/>
                <a:ext cx="850209" cy="850209"/>
              </a:xfrm>
              <a:prstGeom prst="ellipse">
                <a:avLst/>
              </a:prstGeom>
              <a:gradFill flip="none" rotWithShape="1">
                <a:gsLst>
                  <a:gs pos="100000">
                    <a:sysClr val="window" lastClr="FFFFFF">
                      <a:lumMod val="100000"/>
                    </a:sysClr>
                  </a:gs>
                  <a:gs pos="0">
                    <a:sysClr val="window" lastClr="FFFFFF">
                      <a:lumMod val="72000"/>
                    </a:sysClr>
                  </a:gs>
                </a:gsLst>
                <a:lin ang="2700000" scaled="1"/>
                <a:tileRect/>
              </a:gradFill>
              <a:ln w="28575" cap="flat" cmpd="sng" algn="ctr">
                <a:solidFill>
                  <a:schemeClr val="bg1"/>
                </a:solidFill>
                <a:prstDash val="solid"/>
                <a:miter lim="800000"/>
              </a:ln>
              <a:effectLst>
                <a:softEdge rad="25400"/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4" name="Text Box 1">
                <a:extLst>
                  <a:ext uri="{FF2B5EF4-FFF2-40B4-BE49-F238E27FC236}">
                    <a16:creationId xmlns:a16="http://schemas.microsoft.com/office/drawing/2014/main" id="{9A570A5B-68E2-62C4-DD31-A98D0EF61FA5}"/>
                  </a:ext>
                </a:extLst>
              </p:cNvPr>
              <p:cNvSpPr txBox="1"/>
              <p:nvPr/>
            </p:nvSpPr>
            <p:spPr>
              <a:xfrm>
                <a:off x="9264492" y="2277544"/>
                <a:ext cx="934299" cy="49222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uLnTx/>
                    <a:uFillTx/>
                    <a:latin typeface="Lora" pitchFamily="2" charset="0"/>
                  </a:rPr>
                  <a:t>04</a:t>
                </a:r>
                <a:endPara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54A3E8C-B519-2C0B-FB50-5A2357719324}"/>
                  </a:ext>
                </a:extLst>
              </p:cNvPr>
              <p:cNvSpPr txBox="1"/>
              <p:nvPr/>
            </p:nvSpPr>
            <p:spPr>
              <a:xfrm>
                <a:off x="8894749" y="4025312"/>
                <a:ext cx="167378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</a:t>
                </a:r>
              </a:p>
              <a:p>
                <a:pPr algn="ctr"/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pic>
            <p:nvPicPr>
              <p:cNvPr id="85" name="Picture 8" descr="Finance - Free business and finance icons">
                <a:extLst>
                  <a:ext uri="{FF2B5EF4-FFF2-40B4-BE49-F238E27FC236}">
                    <a16:creationId xmlns:a16="http://schemas.microsoft.com/office/drawing/2014/main" id="{BF43B3D0-49E6-4565-D042-CA6C76D061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53089" y="3295498"/>
                <a:ext cx="357105" cy="3571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725112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14D15312-29D3-0411-5BD5-97872ED84EE1}"/>
              </a:ext>
            </a:extLst>
          </p:cNvPr>
          <p:cNvGrpSpPr/>
          <p:nvPr/>
        </p:nvGrpSpPr>
        <p:grpSpPr>
          <a:xfrm>
            <a:off x="1350402" y="1568516"/>
            <a:ext cx="9491195" cy="4837944"/>
            <a:chOff x="1350402" y="1568516"/>
            <a:chExt cx="9491195" cy="4837944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E4449E8-761B-E019-E2E5-E84C92A2066F}"/>
                </a:ext>
              </a:extLst>
            </p:cNvPr>
            <p:cNvGrpSpPr/>
            <p:nvPr/>
          </p:nvGrpSpPr>
          <p:grpSpPr>
            <a:xfrm>
              <a:off x="1350402" y="1568516"/>
              <a:ext cx="9491195" cy="4837944"/>
              <a:chOff x="1154881" y="1397066"/>
              <a:chExt cx="9491195" cy="4837944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1BE38F5-5064-61D8-7A89-45EE0016AD67}"/>
                  </a:ext>
                </a:extLst>
              </p:cNvPr>
              <p:cNvSpPr txBox="1"/>
              <p:nvPr/>
            </p:nvSpPr>
            <p:spPr>
              <a:xfrm>
                <a:off x="2920058" y="1397066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Executive Summary</a:t>
                </a:r>
              </a:p>
              <a:p>
                <a:pPr algn="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9A29386-F7F5-2040-BD24-4AFB5E85AEAA}"/>
                  </a:ext>
                </a:extLst>
              </p:cNvPr>
              <p:cNvSpPr txBox="1"/>
              <p:nvPr/>
            </p:nvSpPr>
            <p:spPr>
              <a:xfrm>
                <a:off x="6653092" y="5480957"/>
                <a:ext cx="2227808" cy="754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I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  <a:sym typeface="Fira Sans"/>
                  </a:rPr>
                  <a:t>Sales Planning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odio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Fusce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lobortis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porttitor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 </a:t>
                </a:r>
                <a:r>
                  <a:rPr lang="en-US" sz="11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purus</a:t>
                </a:r>
                <a:r>
                  <a:rPr lang="en-US" sz="1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.</a:t>
                </a: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D47567CA-3F49-81B4-9B65-AB6727534726}"/>
                  </a:ext>
                </a:extLst>
              </p:cNvPr>
              <p:cNvGrpSpPr/>
              <p:nvPr/>
            </p:nvGrpSpPr>
            <p:grpSpPr>
              <a:xfrm>
                <a:off x="1154881" y="1560206"/>
                <a:ext cx="9491195" cy="4595782"/>
                <a:chOff x="1187198" y="1560206"/>
                <a:chExt cx="9491195" cy="4595782"/>
              </a:xfrm>
            </p:grpSpPr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9941FC5-E3E1-56AD-EF67-D362A5CB9BC2}"/>
                    </a:ext>
                  </a:extLst>
                </p:cNvPr>
                <p:cNvSpPr txBox="1"/>
                <p:nvPr/>
              </p:nvSpPr>
              <p:spPr>
                <a:xfrm>
                  <a:off x="1187198" y="3339852"/>
                  <a:ext cx="2227808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spcBef>
                      <a:spcPts val="600"/>
                    </a:spcBef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Products &amp; Services</a:t>
                  </a:r>
                  <a:endPara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endParaRPr>
                </a:p>
                <a:p>
                  <a:pPr algn="r">
                    <a:spcBef>
                      <a:spcPts val="600"/>
                    </a:spcBef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Maecenas non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laoreet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odio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Fusce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lobortis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porttitor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purus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27FEB21-4517-2448-8EF0-332A26ADBFBC}"/>
                    </a:ext>
                  </a:extLst>
                </p:cNvPr>
                <p:cNvSpPr txBox="1"/>
                <p:nvPr/>
              </p:nvSpPr>
              <p:spPr>
                <a:xfrm>
                  <a:off x="8450585" y="3495960"/>
                  <a:ext cx="2227808" cy="7540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indent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600" b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  <a:sym typeface="Fira Sans"/>
                    </a:rPr>
                    <a:t>Marketing Planning</a:t>
                  </a:r>
                </a:p>
                <a:p>
                  <a:pPr>
                    <a:spcBef>
                      <a:spcPts val="600"/>
                    </a:spcBef>
                  </a:pP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Maecenas non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laoreet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odio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Fusce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lobortis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porttitor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 </a:t>
                  </a:r>
                  <a:r>
                    <a:rPr lang="en-US" sz="1100" dirty="0" err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purus</a:t>
                  </a:r>
                  <a:r>
                    <a:rPr lang="en-US" sz="11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Lora" pitchFamily="2" charset="0"/>
                    </a:rPr>
                    <a:t>.</a:t>
                  </a:r>
                </a:p>
              </p:txBody>
            </p: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DBA16D9E-4A03-E58A-A13C-CB0D13EFAD54}"/>
                    </a:ext>
                  </a:extLst>
                </p:cNvPr>
                <p:cNvGrpSpPr/>
                <p:nvPr/>
              </p:nvGrpSpPr>
              <p:grpSpPr>
                <a:xfrm>
                  <a:off x="3634905" y="1560206"/>
                  <a:ext cx="4595780" cy="4595782"/>
                  <a:chOff x="3635550" y="1560206"/>
                  <a:chExt cx="4595780" cy="4595782"/>
                </a:xfrm>
              </p:grpSpPr>
              <p:grpSp>
                <p:nvGrpSpPr>
                  <p:cNvPr id="3" name="Circle5">
                    <a:extLst>
                      <a:ext uri="{FF2B5EF4-FFF2-40B4-BE49-F238E27FC236}">
                        <a16:creationId xmlns:a16="http://schemas.microsoft.com/office/drawing/2014/main" id="{830612D2-40FD-10F4-F69C-B53FF0808BCB}"/>
                      </a:ext>
                    </a:extLst>
                  </p:cNvPr>
                  <p:cNvGrpSpPr/>
                  <p:nvPr/>
                </p:nvGrpSpPr>
                <p:grpSpPr>
                  <a:xfrm>
                    <a:off x="4203066" y="2140423"/>
                    <a:ext cx="3460748" cy="3460748"/>
                    <a:chOff x="4179570" y="1588770"/>
                    <a:chExt cx="2735580" cy="2735580"/>
                  </a:xfrm>
                </p:grpSpPr>
                <p:sp>
                  <p:nvSpPr>
                    <p:cNvPr id="41" name="椭圆 35">
                      <a:extLst>
                        <a:ext uri="{FF2B5EF4-FFF2-40B4-BE49-F238E27FC236}">
                          <a16:creationId xmlns:a16="http://schemas.microsoft.com/office/drawing/2014/main" id="{D1763DB9-4474-432C-36AF-C2C190F69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9570" y="1588770"/>
                      <a:ext cx="2735580" cy="2735580"/>
                    </a:xfrm>
                    <a:prstGeom prst="ellipse">
                      <a:avLst/>
                    </a:prstGeom>
                    <a:solidFill>
                      <a:sysClr val="window" lastClr="FFFFFF">
                        <a:lumMod val="95000"/>
                      </a:sysClr>
                    </a:solidFill>
                    <a:ln w="28575" cap="flat" cmpd="sng" algn="ctr">
                      <a:gradFill flip="none" rotWithShape="1">
                        <a:gsLst>
                          <a:gs pos="0">
                            <a:sysClr val="window" lastClr="FFFFFF">
                              <a:lumMod val="75000"/>
                            </a:sysClr>
                          </a:gs>
                          <a:gs pos="100000">
                            <a:sysClr val="window" lastClr="FFFFFF">
                              <a:lumMod val="99000"/>
                            </a:sysClr>
                          </a:gs>
                        </a:gsLst>
                        <a:lin ang="2700000" scaled="1"/>
                        <a:tileRect/>
                      </a:gradFill>
                      <a:prstDash val="solid"/>
                      <a:miter lim="800000"/>
                    </a:ln>
                    <a:effectLst>
                      <a:innerShdw blurRad="215900" dist="88900" dir="13500000">
                        <a:prstClr val="black">
                          <a:alpha val="40000"/>
                        </a:prstClr>
                      </a:inn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+mn-ea"/>
                        <a:cs typeface="+mn-cs"/>
                      </a:endParaRPr>
                    </a:p>
                  </p:txBody>
                </p:sp>
                <p:sp>
                  <p:nvSpPr>
                    <p:cNvPr id="42" name="椭圆 37">
                      <a:extLst>
                        <a:ext uri="{FF2B5EF4-FFF2-40B4-BE49-F238E27FC236}">
                          <a16:creationId xmlns:a16="http://schemas.microsoft.com/office/drawing/2014/main" id="{645F74F5-1602-D9CC-45D8-C60F1FFC9F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8227" y="1777427"/>
                      <a:ext cx="2358266" cy="2358266"/>
                    </a:xfrm>
                    <a:prstGeom prst="ellipse">
                      <a:avLst/>
                    </a:prstGeom>
                    <a:solidFill>
                      <a:sysClr val="window" lastClr="FFFFFF">
                        <a:lumMod val="95000"/>
                      </a:sysClr>
                    </a:solidFill>
                    <a:ln w="25400" cap="flat" cmpd="sng" algn="ctr">
                      <a:gradFill flip="none" rotWithShape="1">
                        <a:gsLst>
                          <a:gs pos="0">
                            <a:sysClr val="window" lastClr="FFFFFF"/>
                          </a:gs>
                          <a:gs pos="100000">
                            <a:sysClr val="window" lastClr="FFFFFF">
                              <a:lumMod val="75000"/>
                            </a:sysClr>
                          </a:gs>
                        </a:gsLst>
                        <a:lin ang="2700000" scaled="1"/>
                        <a:tileRect/>
                      </a:gradFill>
                      <a:prstDash val="solid"/>
                      <a:miter lim="800000"/>
                    </a:ln>
                    <a:effectLst>
                      <a:outerShdw blurRad="203200" dist="762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effectLst/>
                        <a:uLnTx/>
                        <a:uFillTx/>
                        <a:latin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3AF1912C-917E-0DB9-5405-75D5653C0616}"/>
                      </a:ext>
                    </a:extLst>
                  </p:cNvPr>
                  <p:cNvGrpSpPr/>
                  <p:nvPr/>
                </p:nvGrpSpPr>
                <p:grpSpPr>
                  <a:xfrm>
                    <a:off x="5350050" y="1560206"/>
                    <a:ext cx="1166781" cy="1166781"/>
                    <a:chOff x="5350050" y="1560206"/>
                    <a:chExt cx="1166781" cy="1166781"/>
                  </a:xfrm>
                </p:grpSpPr>
                <p:grpSp>
                  <p:nvGrpSpPr>
                    <p:cNvPr id="4" name="Circle 2">
                      <a:extLst>
                        <a:ext uri="{FF2B5EF4-FFF2-40B4-BE49-F238E27FC236}">
                          <a16:creationId xmlns:a16="http://schemas.microsoft.com/office/drawing/2014/main" id="{63E8D8F3-6CC2-34F9-B8EB-41FEF44C19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50050" y="1560206"/>
                      <a:ext cx="1166781" cy="1166781"/>
                      <a:chOff x="4881965" y="2278250"/>
                      <a:chExt cx="2169764" cy="2169764"/>
                    </a:xfrm>
                  </p:grpSpPr>
                  <p:sp>
                    <p:nvSpPr>
                      <p:cNvPr id="38" name="Circle 3">
                        <a:extLst>
                          <a:ext uri="{FF2B5EF4-FFF2-40B4-BE49-F238E27FC236}">
                            <a16:creationId xmlns:a16="http://schemas.microsoft.com/office/drawing/2014/main" id="{9FE03DDB-6F8F-0232-8CEE-6C23D1E40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81965" y="2278250"/>
                        <a:ext cx="2169764" cy="2169764"/>
                      </a:xfrm>
                      <a:prstGeom prst="ellipse">
                        <a:avLst/>
                      </a:prstGeom>
                      <a:gradFill>
                        <a:gsLst>
                          <a:gs pos="0">
                            <a:sysClr val="window" lastClr="FFFFFF"/>
                          </a:gs>
                          <a:gs pos="100000">
                            <a:sysClr val="window" lastClr="FFFFFF">
                              <a:lumMod val="70000"/>
                            </a:sysClr>
                          </a:gs>
                        </a:gsLst>
                        <a:lin ang="2700000" scaled="1"/>
                      </a:gradFill>
                      <a:ln w="12700" cap="flat" cmpd="sng" algn="ctr">
                        <a:noFill/>
                        <a:prstDash val="solid"/>
                        <a:miter lim="800000"/>
                      </a:ln>
                      <a:effectLst>
                        <a:outerShdw blurRad="203200" dist="101600" dir="2700000" algn="tl" rotWithShape="0">
                          <a:prstClr val="black">
                            <a:alpha val="35000"/>
                          </a:prstClr>
                        </a:out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9" name="Circle 2">
                        <a:extLst>
                          <a:ext uri="{FF2B5EF4-FFF2-40B4-BE49-F238E27FC236}">
                            <a16:creationId xmlns:a16="http://schemas.microsoft.com/office/drawing/2014/main" id="{29B05BCC-F89C-D5F4-B70E-7F4CE89472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29454" y="2525739"/>
                        <a:ext cx="1674786" cy="1674786"/>
                      </a:xfrm>
                      <a:prstGeom prst="ellipse">
                        <a:avLst/>
                      </a:prstGeom>
                      <a:gradFill>
                        <a:gsLst>
                          <a:gs pos="100000">
                            <a:sysClr val="window" lastClr="FFFFFF">
                              <a:lumMod val="97000"/>
                            </a:sysClr>
                          </a:gs>
                          <a:gs pos="0">
                            <a:sysClr val="window" lastClr="FFFFFF">
                              <a:lumMod val="65000"/>
                            </a:sysClr>
                          </a:gs>
                        </a:gsLst>
                        <a:lin ang="2700000" scaled="1"/>
                      </a:gra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40" name="Circle 1">
                        <a:extLst>
                          <a:ext uri="{FF2B5EF4-FFF2-40B4-BE49-F238E27FC236}">
                            <a16:creationId xmlns:a16="http://schemas.microsoft.com/office/drawing/2014/main" id="{5961BBFF-E959-BD42-BFF3-1FCDE5714A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79713" y="2675998"/>
                        <a:ext cx="1374271" cy="1374271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 w="19050" cap="flat" cmpd="sng" algn="ctr">
                        <a:gradFill flip="none" rotWithShape="1">
                          <a:gsLst>
                            <a:gs pos="0">
                              <a:sysClr val="window" lastClr="FFFFFF">
                                <a:lumMod val="60000"/>
                              </a:sysClr>
                            </a:gs>
                            <a:gs pos="100000">
                              <a:sysClr val="window" lastClr="FFFFFF"/>
                            </a:gs>
                          </a:gsLst>
                          <a:lin ang="2700000" scaled="1"/>
                          <a:tileRect/>
                        </a:gradFill>
                        <a:prstDash val="solid"/>
                        <a:miter lim="800000"/>
                      </a:ln>
                      <a:effectLst>
                        <a:innerShdw blurRad="127000" dist="63500" dir="13500000">
                          <a:prstClr val="black">
                            <a:alpha val="50000"/>
                          </a:prstClr>
                        </a:inn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</p:grpSp>
                <p:pic>
                  <p:nvPicPr>
                    <p:cNvPr id="56" name="Picture 2" descr="Summary Icon #427383 - Free Icons Library">
                      <a:extLst>
                        <a:ext uri="{FF2B5EF4-FFF2-40B4-BE49-F238E27FC236}">
                          <a16:creationId xmlns:a16="http://schemas.microsoft.com/office/drawing/2014/main" id="{0E20CB62-101C-C7FB-5201-0E8AEBCA970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>
                      <a:extLst>
                        <a:ext uri="{BEBA8EAE-BF5A-486C-A8C5-ECC9F3942E4B}">
                          <a14:imgProps xmlns:a14="http://schemas.microsoft.com/office/drawing/2010/main">
                            <a14:imgLayer r:embed="rId3">
                              <a14:imgEffect>
                                <a14:brightnessContrast bright="10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5766119" y="1979691"/>
                      <a:ext cx="334642" cy="32781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1B3C447-2C2E-0F64-32E6-31C4ECE354D6}"/>
                      </a:ext>
                    </a:extLst>
                  </p:cNvPr>
                  <p:cNvGrpSpPr/>
                  <p:nvPr/>
                </p:nvGrpSpPr>
                <p:grpSpPr>
                  <a:xfrm>
                    <a:off x="3635550" y="3274706"/>
                    <a:ext cx="1166781" cy="1166781"/>
                    <a:chOff x="3635550" y="3274706"/>
                    <a:chExt cx="1166781" cy="1166781"/>
                  </a:xfrm>
                </p:grpSpPr>
                <p:grpSp>
                  <p:nvGrpSpPr>
                    <p:cNvPr id="7" name="Circle1">
                      <a:extLst>
                        <a:ext uri="{FF2B5EF4-FFF2-40B4-BE49-F238E27FC236}">
                          <a16:creationId xmlns:a16="http://schemas.microsoft.com/office/drawing/2014/main" id="{A7B59F22-8B8E-47DB-E67E-6AD8669458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635550" y="3274706"/>
                      <a:ext cx="1166781" cy="1166781"/>
                      <a:chOff x="4881965" y="2278250"/>
                      <a:chExt cx="2169764" cy="2169764"/>
                    </a:xfrm>
                  </p:grpSpPr>
                  <p:sp>
                    <p:nvSpPr>
                      <p:cNvPr id="29" name="Circle 4">
                        <a:extLst>
                          <a:ext uri="{FF2B5EF4-FFF2-40B4-BE49-F238E27FC236}">
                            <a16:creationId xmlns:a16="http://schemas.microsoft.com/office/drawing/2014/main" id="{29FB068E-BB45-77AC-21E7-BF4AEB8071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81965" y="2278250"/>
                        <a:ext cx="2169764" cy="2169764"/>
                      </a:xfrm>
                      <a:prstGeom prst="ellipse">
                        <a:avLst/>
                      </a:prstGeom>
                      <a:gradFill>
                        <a:gsLst>
                          <a:gs pos="0">
                            <a:sysClr val="window" lastClr="FFFFFF"/>
                          </a:gs>
                          <a:gs pos="100000">
                            <a:sysClr val="window" lastClr="FFFFFF">
                              <a:lumMod val="70000"/>
                            </a:sysClr>
                          </a:gs>
                        </a:gsLst>
                        <a:lin ang="2700000" scaled="1"/>
                      </a:gradFill>
                      <a:ln w="12700" cap="flat" cmpd="sng" algn="ctr">
                        <a:noFill/>
                        <a:prstDash val="solid"/>
                        <a:miter lim="800000"/>
                      </a:ln>
                      <a:effectLst>
                        <a:outerShdw blurRad="203200" dist="101600" dir="2700000" algn="tl" rotWithShape="0">
                          <a:prstClr val="black">
                            <a:alpha val="35000"/>
                          </a:prstClr>
                        </a:out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0" name="Circle3">
                        <a:extLst>
                          <a:ext uri="{FF2B5EF4-FFF2-40B4-BE49-F238E27FC236}">
                            <a16:creationId xmlns:a16="http://schemas.microsoft.com/office/drawing/2014/main" id="{F1E49E16-C4D8-A1A2-F415-557A483F58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29454" y="2525739"/>
                        <a:ext cx="1674786" cy="1674786"/>
                      </a:xfrm>
                      <a:prstGeom prst="ellipse">
                        <a:avLst/>
                      </a:prstGeom>
                      <a:gradFill>
                        <a:gsLst>
                          <a:gs pos="100000">
                            <a:sysClr val="window" lastClr="FFFFFF">
                              <a:lumMod val="97000"/>
                            </a:sysClr>
                          </a:gs>
                          <a:gs pos="0">
                            <a:sysClr val="window" lastClr="FFFFFF">
                              <a:lumMod val="65000"/>
                            </a:sysClr>
                          </a:gs>
                        </a:gsLst>
                        <a:lin ang="2700000" scaled="1"/>
                      </a:gra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1" name="Circle2">
                        <a:extLst>
                          <a:ext uri="{FF2B5EF4-FFF2-40B4-BE49-F238E27FC236}">
                            <a16:creationId xmlns:a16="http://schemas.microsoft.com/office/drawing/2014/main" id="{51481150-09E5-9436-505D-716F9A932D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79713" y="2675998"/>
                        <a:ext cx="1374270" cy="1374270"/>
                      </a:xfrm>
                      <a:prstGeom prst="ellipse">
                        <a:avLst/>
                      </a:prstGeom>
                      <a:solidFill>
                        <a:schemeClr val="accent4"/>
                      </a:solidFill>
                      <a:ln w="19050" cap="flat" cmpd="sng" algn="ctr">
                        <a:gradFill flip="none" rotWithShape="1">
                          <a:gsLst>
                            <a:gs pos="0">
                              <a:sysClr val="window" lastClr="FFFFFF">
                                <a:lumMod val="60000"/>
                              </a:sysClr>
                            </a:gs>
                            <a:gs pos="100000">
                              <a:sysClr val="window" lastClr="FFFFFF"/>
                            </a:gs>
                          </a:gsLst>
                          <a:lin ang="2700000" scaled="1"/>
                          <a:tileRect/>
                        </a:gradFill>
                        <a:prstDash val="solid"/>
                        <a:miter lim="800000"/>
                      </a:ln>
                      <a:effectLst>
                        <a:innerShdw blurRad="127000" dist="63500" dir="13500000">
                          <a:prstClr val="black">
                            <a:alpha val="50000"/>
                          </a:prstClr>
                        </a:inn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</p:grpSp>
                <p:pic>
                  <p:nvPicPr>
                    <p:cNvPr id="57" name="Picture 4" descr="Product Service Icons - Free SVG &amp; PNG Product Service Images - Noun Project">
                      <a:extLst>
                        <a:ext uri="{FF2B5EF4-FFF2-40B4-BE49-F238E27FC236}">
                          <a16:creationId xmlns:a16="http://schemas.microsoft.com/office/drawing/2014/main" id="{90DDECED-5D71-8D34-7ED1-C1AE246DE19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>
                      <a:extLst>
                        <a:ext uri="{BEBA8EAE-BF5A-486C-A8C5-ECC9F3942E4B}">
                          <a14:imgProps xmlns:a14="http://schemas.microsoft.com/office/drawing/2010/main">
                            <a14:imgLayer r:embed="rId5">
                              <a14:imgEffect>
                                <a14:brightnessContrast bright="10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4011342" y="3650498"/>
                      <a:ext cx="415196" cy="415196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0DC1CBC0-CD72-B534-4B1F-1157F8F92E19}"/>
                      </a:ext>
                    </a:extLst>
                  </p:cNvPr>
                  <p:cNvGrpSpPr/>
                  <p:nvPr/>
                </p:nvGrpSpPr>
                <p:grpSpPr>
                  <a:xfrm>
                    <a:off x="7064549" y="3274706"/>
                    <a:ext cx="1166781" cy="1166781"/>
                    <a:chOff x="7064549" y="3274706"/>
                    <a:chExt cx="1166781" cy="1166781"/>
                  </a:xfrm>
                </p:grpSpPr>
                <p:grpSp>
                  <p:nvGrpSpPr>
                    <p:cNvPr id="5" name="Circle 3">
                      <a:extLst>
                        <a:ext uri="{FF2B5EF4-FFF2-40B4-BE49-F238E27FC236}">
                          <a16:creationId xmlns:a16="http://schemas.microsoft.com/office/drawing/2014/main" id="{F67BE110-18A6-5E6D-0E6C-54D0A7D9B5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64549" y="3274706"/>
                      <a:ext cx="1166781" cy="1166781"/>
                      <a:chOff x="4881965" y="2278250"/>
                      <a:chExt cx="2169764" cy="2169764"/>
                    </a:xfrm>
                  </p:grpSpPr>
                  <p:sp>
                    <p:nvSpPr>
                      <p:cNvPr id="35" name="Circle 3">
                        <a:extLst>
                          <a:ext uri="{FF2B5EF4-FFF2-40B4-BE49-F238E27FC236}">
                            <a16:creationId xmlns:a16="http://schemas.microsoft.com/office/drawing/2014/main" id="{CDAD90F6-6521-6A02-7FAE-E903E49EBB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81965" y="2278250"/>
                        <a:ext cx="2169764" cy="2169764"/>
                      </a:xfrm>
                      <a:prstGeom prst="ellipse">
                        <a:avLst/>
                      </a:prstGeom>
                      <a:gradFill>
                        <a:gsLst>
                          <a:gs pos="0">
                            <a:sysClr val="window" lastClr="FFFFFF"/>
                          </a:gs>
                          <a:gs pos="100000">
                            <a:sysClr val="window" lastClr="FFFFFF">
                              <a:lumMod val="70000"/>
                            </a:sysClr>
                          </a:gs>
                        </a:gsLst>
                        <a:lin ang="2700000" scaled="1"/>
                      </a:gradFill>
                      <a:ln w="12700" cap="flat" cmpd="sng" algn="ctr">
                        <a:noFill/>
                        <a:prstDash val="solid"/>
                        <a:miter lim="800000"/>
                      </a:ln>
                      <a:effectLst>
                        <a:outerShdw blurRad="203200" dist="101600" dir="2700000" algn="tl" rotWithShape="0">
                          <a:prstClr val="black">
                            <a:alpha val="35000"/>
                          </a:prstClr>
                        </a:out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6" name="Circle 2">
                        <a:extLst>
                          <a:ext uri="{FF2B5EF4-FFF2-40B4-BE49-F238E27FC236}">
                            <a16:creationId xmlns:a16="http://schemas.microsoft.com/office/drawing/2014/main" id="{93AD140E-C518-D540-6FC6-4AA6B5B60F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29454" y="2525739"/>
                        <a:ext cx="1674786" cy="1674786"/>
                      </a:xfrm>
                      <a:prstGeom prst="ellipse">
                        <a:avLst/>
                      </a:prstGeom>
                      <a:gradFill>
                        <a:gsLst>
                          <a:gs pos="100000">
                            <a:sysClr val="window" lastClr="FFFFFF">
                              <a:lumMod val="97000"/>
                            </a:sysClr>
                          </a:gs>
                          <a:gs pos="0">
                            <a:sysClr val="window" lastClr="FFFFFF">
                              <a:lumMod val="65000"/>
                            </a:sysClr>
                          </a:gs>
                        </a:gsLst>
                        <a:lin ang="2700000" scaled="1"/>
                      </a:gra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7" name="Circle 1">
                        <a:extLst>
                          <a:ext uri="{FF2B5EF4-FFF2-40B4-BE49-F238E27FC236}">
                            <a16:creationId xmlns:a16="http://schemas.microsoft.com/office/drawing/2014/main" id="{4F772520-66F9-2F81-59BF-2A73B62A29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79713" y="2675998"/>
                        <a:ext cx="1374270" cy="1374270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19050" cap="flat" cmpd="sng" algn="ctr">
                        <a:gradFill flip="none" rotWithShape="1">
                          <a:gsLst>
                            <a:gs pos="0">
                              <a:sysClr val="window" lastClr="FFFFFF">
                                <a:lumMod val="60000"/>
                              </a:sysClr>
                            </a:gs>
                            <a:gs pos="100000">
                              <a:sysClr val="window" lastClr="FFFFFF"/>
                            </a:gs>
                          </a:gsLst>
                          <a:lin ang="2700000" scaled="1"/>
                          <a:tileRect/>
                        </a:gradFill>
                        <a:prstDash val="solid"/>
                        <a:miter lim="800000"/>
                      </a:ln>
                      <a:effectLst>
                        <a:innerShdw blurRad="127000" dist="63500" dir="13500000">
                          <a:prstClr val="black">
                            <a:alpha val="50000"/>
                          </a:prstClr>
                        </a:inn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</p:grpSp>
                <p:pic>
                  <p:nvPicPr>
                    <p:cNvPr id="58" name="Picture 6" descr="Marketing plan Icon - Free PNG &amp; SVG 1327077 - Noun Project">
                      <a:extLst>
                        <a:ext uri="{FF2B5EF4-FFF2-40B4-BE49-F238E27FC236}">
                          <a16:creationId xmlns:a16="http://schemas.microsoft.com/office/drawing/2014/main" id="{BC508994-CE58-0537-A2D6-1B8842974DE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>
                      <a:extLst>
                        <a:ext uri="{BEBA8EAE-BF5A-486C-A8C5-ECC9F3942E4B}">
                          <a14:imgProps xmlns:a14="http://schemas.microsoft.com/office/drawing/2010/main">
                            <a14:imgLayer r:embed="rId7">
                              <a14:imgEffect>
                                <a14:brightnessContrast bright="10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7494662" y="3704819"/>
                      <a:ext cx="306554" cy="306554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D183156D-CDE7-A608-7318-F749001A667F}"/>
                      </a:ext>
                    </a:extLst>
                  </p:cNvPr>
                  <p:cNvGrpSpPr/>
                  <p:nvPr/>
                </p:nvGrpSpPr>
                <p:grpSpPr>
                  <a:xfrm>
                    <a:off x="5350050" y="4989207"/>
                    <a:ext cx="1166781" cy="1166781"/>
                    <a:chOff x="5350050" y="4989207"/>
                    <a:chExt cx="1166781" cy="1166781"/>
                  </a:xfrm>
                </p:grpSpPr>
                <p:grpSp>
                  <p:nvGrpSpPr>
                    <p:cNvPr id="6" name="Circle 4">
                      <a:extLst>
                        <a:ext uri="{FF2B5EF4-FFF2-40B4-BE49-F238E27FC236}">
                          <a16:creationId xmlns:a16="http://schemas.microsoft.com/office/drawing/2014/main" id="{340B93E2-304E-3303-87A5-0236550095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350050" y="4989207"/>
                      <a:ext cx="1166781" cy="1166781"/>
                      <a:chOff x="4881965" y="2278250"/>
                      <a:chExt cx="2169764" cy="2169764"/>
                    </a:xfrm>
                  </p:grpSpPr>
                  <p:sp>
                    <p:nvSpPr>
                      <p:cNvPr id="32" name="Circle3">
                        <a:extLst>
                          <a:ext uri="{FF2B5EF4-FFF2-40B4-BE49-F238E27FC236}">
                            <a16:creationId xmlns:a16="http://schemas.microsoft.com/office/drawing/2014/main" id="{0E6630D0-629B-4ED1-7ED9-276AC8D7B1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81965" y="2278250"/>
                        <a:ext cx="2169764" cy="2169764"/>
                      </a:xfrm>
                      <a:prstGeom prst="ellipse">
                        <a:avLst/>
                      </a:prstGeom>
                      <a:gradFill>
                        <a:gsLst>
                          <a:gs pos="0">
                            <a:sysClr val="window" lastClr="FFFFFF"/>
                          </a:gs>
                          <a:gs pos="100000">
                            <a:sysClr val="window" lastClr="FFFFFF">
                              <a:lumMod val="70000"/>
                            </a:sysClr>
                          </a:gs>
                        </a:gsLst>
                        <a:lin ang="2700000" scaled="1"/>
                      </a:gradFill>
                      <a:ln w="12700" cap="flat" cmpd="sng" algn="ctr">
                        <a:noFill/>
                        <a:prstDash val="solid"/>
                        <a:miter lim="800000"/>
                      </a:ln>
                      <a:effectLst>
                        <a:outerShdw blurRad="203200" dist="101600" dir="2700000" algn="tl" rotWithShape="0">
                          <a:prstClr val="black">
                            <a:alpha val="35000"/>
                          </a:prstClr>
                        </a:out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3" name="Circle2">
                        <a:extLst>
                          <a:ext uri="{FF2B5EF4-FFF2-40B4-BE49-F238E27FC236}">
                            <a16:creationId xmlns:a16="http://schemas.microsoft.com/office/drawing/2014/main" id="{FE746B18-D5F3-7092-22DA-D01F14AB00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29454" y="2525739"/>
                        <a:ext cx="1674786" cy="1674786"/>
                      </a:xfrm>
                      <a:prstGeom prst="ellipse">
                        <a:avLst/>
                      </a:prstGeom>
                      <a:gradFill>
                        <a:gsLst>
                          <a:gs pos="100000">
                            <a:sysClr val="window" lastClr="FFFFFF">
                              <a:lumMod val="97000"/>
                            </a:sysClr>
                          </a:gs>
                          <a:gs pos="0">
                            <a:sysClr val="window" lastClr="FFFFFF">
                              <a:lumMod val="65000"/>
                            </a:sysClr>
                          </a:gs>
                        </a:gsLst>
                        <a:lin ang="2700000" scaled="1"/>
                      </a:gradFill>
                      <a:ln w="12700" cap="flat" cmpd="sng" algn="ctr">
                        <a:noFill/>
                        <a:prstDash val="solid"/>
                        <a:miter lim="800000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34" name="Circle1">
                        <a:extLst>
                          <a:ext uri="{FF2B5EF4-FFF2-40B4-BE49-F238E27FC236}">
                            <a16:creationId xmlns:a16="http://schemas.microsoft.com/office/drawing/2014/main" id="{1BF7B33A-8172-34AA-D8DC-51787757FB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79713" y="2675998"/>
                        <a:ext cx="1374270" cy="1374270"/>
                      </a:xfrm>
                      <a:prstGeom prst="ellipse">
                        <a:avLst/>
                      </a:prstGeom>
                      <a:solidFill>
                        <a:schemeClr val="accent3"/>
                      </a:solidFill>
                      <a:ln w="19050" cap="flat" cmpd="sng" algn="ctr">
                        <a:gradFill flip="none" rotWithShape="1">
                          <a:gsLst>
                            <a:gs pos="0">
                              <a:sysClr val="window" lastClr="FFFFFF">
                                <a:lumMod val="60000"/>
                              </a:sysClr>
                            </a:gs>
                            <a:gs pos="100000">
                              <a:sysClr val="window" lastClr="FFFFFF"/>
                            </a:gs>
                          </a:gsLst>
                          <a:lin ang="2700000" scaled="1"/>
                          <a:tileRect/>
                        </a:gradFill>
                        <a:prstDash val="solid"/>
                        <a:miter lim="800000"/>
                      </a:ln>
                      <a:effectLst>
                        <a:innerShdw blurRad="127000" dist="63500" dir="13500000">
                          <a:prstClr val="black">
                            <a:alpha val="50000"/>
                          </a:prstClr>
                        </a:innerShdw>
                      </a:effectLst>
                    </p:spPr>
                    <p:txBody>
                      <a:bodyPr rtlCol="0" anchor="ctr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CN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50000"/>
                              <a:lumOff val="50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cs typeface="+mn-cs"/>
                        </a:endParaRPr>
                      </a:p>
                    </p:txBody>
                  </p:sp>
                </p:grpSp>
                <p:pic>
                  <p:nvPicPr>
                    <p:cNvPr id="59" name="Picture 8" descr="Finance - Free business and finance icons">
                      <a:extLst>
                        <a:ext uri="{FF2B5EF4-FFF2-40B4-BE49-F238E27FC236}">
                          <a16:creationId xmlns:a16="http://schemas.microsoft.com/office/drawing/2014/main" id="{941E63E3-7EE8-27D2-6471-D3A88331EF6D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8">
                      <a:extLst>
                        <a:ext uri="{BEBA8EAE-BF5A-486C-A8C5-ECC9F3942E4B}">
                          <a14:imgProps xmlns:a14="http://schemas.microsoft.com/office/drawing/2010/main">
                            <a14:imgLayer r:embed="rId9">
                              <a14:imgEffect>
                                <a14:brightnessContrast bright="100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5752521" y="5391678"/>
                      <a:ext cx="361838" cy="36183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</p:grpSp>
        <p:pic>
          <p:nvPicPr>
            <p:cNvPr id="67" name="Picture 2" descr="Business plan - Free business and finance icons">
              <a:extLst>
                <a:ext uri="{FF2B5EF4-FFF2-40B4-BE49-F238E27FC236}">
                  <a16:creationId xmlns:a16="http://schemas.microsoft.com/office/drawing/2014/main" id="{1E7C42D1-1354-40D0-6EC4-DA398B268A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5695" y="3591943"/>
              <a:ext cx="900608" cy="900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235292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B2D075-E582-A53B-A33F-6EA3CFB95A13}"/>
              </a:ext>
            </a:extLst>
          </p:cNvPr>
          <p:cNvGrpSpPr/>
          <p:nvPr/>
        </p:nvGrpSpPr>
        <p:grpSpPr>
          <a:xfrm>
            <a:off x="402162" y="1482969"/>
            <a:ext cx="11387676" cy="4481103"/>
            <a:chOff x="763919" y="1376091"/>
            <a:chExt cx="10664162" cy="4196397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121058E-4F2D-5AAD-023F-DE20BCCAEB82}"/>
                </a:ext>
              </a:extLst>
            </p:cNvPr>
            <p:cNvGrpSpPr/>
            <p:nvPr/>
          </p:nvGrpSpPr>
          <p:grpSpPr>
            <a:xfrm>
              <a:off x="763919" y="1376091"/>
              <a:ext cx="10664162" cy="1739342"/>
              <a:chOff x="763919" y="1687222"/>
              <a:chExt cx="10664162" cy="1739342"/>
            </a:xfrm>
            <a:grpFill/>
          </p:grpSpPr>
          <p:grpSp>
            <p:nvGrpSpPr>
              <p:cNvPr id="306" name="Google Shape;9147;p73">
                <a:extLst>
                  <a:ext uri="{FF2B5EF4-FFF2-40B4-BE49-F238E27FC236}">
                    <a16:creationId xmlns:a16="http://schemas.microsoft.com/office/drawing/2014/main" id="{381AC081-1F76-5D46-69B4-E3BA520AE341}"/>
                  </a:ext>
                </a:extLst>
              </p:cNvPr>
              <p:cNvGrpSpPr/>
              <p:nvPr/>
            </p:nvGrpSpPr>
            <p:grpSpPr>
              <a:xfrm>
                <a:off x="763919" y="1689207"/>
                <a:ext cx="505937" cy="497951"/>
                <a:chOff x="683125" y="1955275"/>
                <a:chExt cx="299325" cy="294600"/>
              </a:xfrm>
              <a:grpFill/>
            </p:grpSpPr>
            <p:sp>
              <p:nvSpPr>
                <p:cNvPr id="467" name="Google Shape;9148;p73">
                  <a:extLst>
                    <a:ext uri="{FF2B5EF4-FFF2-40B4-BE49-F238E27FC236}">
                      <a16:creationId xmlns:a16="http://schemas.microsoft.com/office/drawing/2014/main" id="{8E88C4F9-DD19-22D3-7C38-F38861DF3A64}"/>
                    </a:ext>
                  </a:extLst>
                </p:cNvPr>
                <p:cNvSpPr/>
                <p:nvPr/>
              </p:nvSpPr>
              <p:spPr>
                <a:xfrm>
                  <a:off x="876875" y="1989925"/>
                  <a:ext cx="52800" cy="6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553" extrusionOk="0">
                      <a:moveTo>
                        <a:pt x="1072" y="0"/>
                      </a:moveTo>
                      <a:cubicBezTo>
                        <a:pt x="473" y="0"/>
                        <a:pt x="64" y="473"/>
                        <a:pt x="64" y="1009"/>
                      </a:cubicBezTo>
                      <a:cubicBezTo>
                        <a:pt x="1" y="1229"/>
                        <a:pt x="158" y="1324"/>
                        <a:pt x="379" y="1324"/>
                      </a:cubicBezTo>
                      <a:cubicBezTo>
                        <a:pt x="568" y="1324"/>
                        <a:pt x="725" y="1166"/>
                        <a:pt x="725" y="977"/>
                      </a:cubicBezTo>
                      <a:cubicBezTo>
                        <a:pt x="725" y="788"/>
                        <a:pt x="883" y="631"/>
                        <a:pt x="1072" y="631"/>
                      </a:cubicBezTo>
                      <a:cubicBezTo>
                        <a:pt x="1261" y="631"/>
                        <a:pt x="1418" y="788"/>
                        <a:pt x="1418" y="977"/>
                      </a:cubicBezTo>
                      <a:cubicBezTo>
                        <a:pt x="1418" y="1103"/>
                        <a:pt x="1355" y="1198"/>
                        <a:pt x="1229" y="1292"/>
                      </a:cubicBezTo>
                      <a:cubicBezTo>
                        <a:pt x="914" y="1450"/>
                        <a:pt x="725" y="1796"/>
                        <a:pt x="725" y="2206"/>
                      </a:cubicBezTo>
                      <a:cubicBezTo>
                        <a:pt x="725" y="2395"/>
                        <a:pt x="883" y="2552"/>
                        <a:pt x="1072" y="2552"/>
                      </a:cubicBezTo>
                      <a:cubicBezTo>
                        <a:pt x="1261" y="2552"/>
                        <a:pt x="1418" y="2395"/>
                        <a:pt x="1418" y="2206"/>
                      </a:cubicBezTo>
                      <a:cubicBezTo>
                        <a:pt x="1418" y="2080"/>
                        <a:pt x="1481" y="1954"/>
                        <a:pt x="1544" y="1922"/>
                      </a:cubicBezTo>
                      <a:cubicBezTo>
                        <a:pt x="1891" y="1733"/>
                        <a:pt x="2111" y="1355"/>
                        <a:pt x="2111" y="1009"/>
                      </a:cubicBezTo>
                      <a:cubicBezTo>
                        <a:pt x="2111" y="410"/>
                        <a:pt x="1639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8" name="Google Shape;9149;p73">
                  <a:extLst>
                    <a:ext uri="{FF2B5EF4-FFF2-40B4-BE49-F238E27FC236}">
                      <a16:creationId xmlns:a16="http://schemas.microsoft.com/office/drawing/2014/main" id="{370EE7FF-F6E2-B9C6-CF7A-FC857694B33A}"/>
                    </a:ext>
                  </a:extLst>
                </p:cNvPr>
                <p:cNvSpPr/>
                <p:nvPr/>
              </p:nvSpPr>
              <p:spPr>
                <a:xfrm>
                  <a:off x="683125" y="2058450"/>
                  <a:ext cx="159900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6" h="7657" extrusionOk="0">
                      <a:moveTo>
                        <a:pt x="3245" y="693"/>
                      </a:moveTo>
                      <a:cubicBezTo>
                        <a:pt x="3812" y="693"/>
                        <a:pt x="4285" y="1166"/>
                        <a:pt x="4285" y="1702"/>
                      </a:cubicBezTo>
                      <a:cubicBezTo>
                        <a:pt x="4285" y="2269"/>
                        <a:pt x="3812" y="2710"/>
                        <a:pt x="3245" y="2710"/>
                      </a:cubicBezTo>
                      <a:cubicBezTo>
                        <a:pt x="2647" y="2710"/>
                        <a:pt x="2174" y="2269"/>
                        <a:pt x="2174" y="1702"/>
                      </a:cubicBezTo>
                      <a:cubicBezTo>
                        <a:pt x="2174" y="1166"/>
                        <a:pt x="2678" y="693"/>
                        <a:pt x="3245" y="693"/>
                      </a:cubicBezTo>
                      <a:close/>
                      <a:moveTo>
                        <a:pt x="3245" y="3434"/>
                      </a:moveTo>
                      <a:cubicBezTo>
                        <a:pt x="4569" y="3434"/>
                        <a:pt x="5671" y="4537"/>
                        <a:pt x="5671" y="5892"/>
                      </a:cubicBezTo>
                      <a:lnTo>
                        <a:pt x="5671" y="6994"/>
                      </a:lnTo>
                      <a:lnTo>
                        <a:pt x="788" y="6994"/>
                      </a:lnTo>
                      <a:lnTo>
                        <a:pt x="788" y="5892"/>
                      </a:lnTo>
                      <a:cubicBezTo>
                        <a:pt x="788" y="4537"/>
                        <a:pt x="1891" y="3434"/>
                        <a:pt x="3245" y="3434"/>
                      </a:cubicBezTo>
                      <a:close/>
                      <a:moveTo>
                        <a:pt x="3182" y="0"/>
                      </a:moveTo>
                      <a:cubicBezTo>
                        <a:pt x="2237" y="0"/>
                        <a:pt x="1418" y="788"/>
                        <a:pt x="1418" y="1733"/>
                      </a:cubicBezTo>
                      <a:cubicBezTo>
                        <a:pt x="1418" y="2206"/>
                        <a:pt x="1607" y="2678"/>
                        <a:pt x="1985" y="2993"/>
                      </a:cubicBezTo>
                      <a:cubicBezTo>
                        <a:pt x="819" y="3466"/>
                        <a:pt x="0" y="4569"/>
                        <a:pt x="0" y="5892"/>
                      </a:cubicBezTo>
                      <a:lnTo>
                        <a:pt x="0" y="7309"/>
                      </a:lnTo>
                      <a:cubicBezTo>
                        <a:pt x="126" y="7499"/>
                        <a:pt x="284" y="7656"/>
                        <a:pt x="441" y="7656"/>
                      </a:cubicBezTo>
                      <a:lnTo>
                        <a:pt x="6018" y="7656"/>
                      </a:lnTo>
                      <a:cubicBezTo>
                        <a:pt x="6238" y="7656"/>
                        <a:pt x="6396" y="7499"/>
                        <a:pt x="6396" y="7309"/>
                      </a:cubicBezTo>
                      <a:lnTo>
                        <a:pt x="6396" y="5892"/>
                      </a:lnTo>
                      <a:cubicBezTo>
                        <a:pt x="6396" y="4569"/>
                        <a:pt x="5545" y="3466"/>
                        <a:pt x="4411" y="2993"/>
                      </a:cubicBezTo>
                      <a:cubicBezTo>
                        <a:pt x="4758" y="2647"/>
                        <a:pt x="4978" y="2206"/>
                        <a:pt x="4978" y="1733"/>
                      </a:cubicBezTo>
                      <a:cubicBezTo>
                        <a:pt x="4978" y="788"/>
                        <a:pt x="4190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9" name="Google Shape;9150;p73">
                  <a:extLst>
                    <a:ext uri="{FF2B5EF4-FFF2-40B4-BE49-F238E27FC236}">
                      <a16:creationId xmlns:a16="http://schemas.microsoft.com/office/drawing/2014/main" id="{486AC2F3-85F5-F669-AD46-F343C3F52F92}"/>
                    </a:ext>
                  </a:extLst>
                </p:cNvPr>
                <p:cNvSpPr/>
                <p:nvPr/>
              </p:nvSpPr>
              <p:spPr>
                <a:xfrm>
                  <a:off x="824900" y="195527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662"/>
                      </a:moveTo>
                      <a:cubicBezTo>
                        <a:pt x="4505" y="662"/>
                        <a:pt x="5608" y="1765"/>
                        <a:pt x="5608" y="3119"/>
                      </a:cubicBezTo>
                      <a:cubicBezTo>
                        <a:pt x="5608" y="4442"/>
                        <a:pt x="4505" y="5545"/>
                        <a:pt x="3151" y="5545"/>
                      </a:cubicBezTo>
                      <a:cubicBezTo>
                        <a:pt x="2710" y="5545"/>
                        <a:pt x="2332" y="5451"/>
                        <a:pt x="1954" y="5230"/>
                      </a:cubicBezTo>
                      <a:cubicBezTo>
                        <a:pt x="1890" y="5199"/>
                        <a:pt x="1796" y="5199"/>
                        <a:pt x="1733" y="5199"/>
                      </a:cubicBezTo>
                      <a:lnTo>
                        <a:pt x="945" y="5388"/>
                      </a:lnTo>
                      <a:lnTo>
                        <a:pt x="1166" y="4694"/>
                      </a:lnTo>
                      <a:cubicBezTo>
                        <a:pt x="1229" y="4568"/>
                        <a:pt x="1166" y="4505"/>
                        <a:pt x="1134" y="4411"/>
                      </a:cubicBezTo>
                      <a:cubicBezTo>
                        <a:pt x="914" y="4033"/>
                        <a:pt x="756" y="3592"/>
                        <a:pt x="756" y="3119"/>
                      </a:cubicBezTo>
                      <a:cubicBezTo>
                        <a:pt x="725" y="1733"/>
                        <a:pt x="1827" y="662"/>
                        <a:pt x="3151" y="662"/>
                      </a:cubicBezTo>
                      <a:close/>
                      <a:moveTo>
                        <a:pt x="3182" y="0"/>
                      </a:moveTo>
                      <a:cubicBezTo>
                        <a:pt x="1449" y="0"/>
                        <a:pt x="95" y="1418"/>
                        <a:pt x="95" y="3119"/>
                      </a:cubicBezTo>
                      <a:cubicBezTo>
                        <a:pt x="95" y="3655"/>
                        <a:pt x="189" y="4190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15" y="6238"/>
                        <a:pt x="473" y="6238"/>
                      </a:cubicBezTo>
                      <a:lnTo>
                        <a:pt x="1764" y="5923"/>
                      </a:lnTo>
                      <a:cubicBezTo>
                        <a:pt x="2206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70" name="Google Shape;9151;p73">
                  <a:extLst>
                    <a:ext uri="{FF2B5EF4-FFF2-40B4-BE49-F238E27FC236}">
                      <a16:creationId xmlns:a16="http://schemas.microsoft.com/office/drawing/2014/main" id="{E3BEB22A-033B-33FD-5770-717BBB15B0E1}"/>
                    </a:ext>
                  </a:extLst>
                </p:cNvPr>
                <p:cNvSpPr/>
                <p:nvPr/>
              </p:nvSpPr>
              <p:spPr>
                <a:xfrm>
                  <a:off x="895000" y="2058450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cubicBezTo>
                        <a:pt x="536" y="725"/>
                        <a:pt x="693" y="567"/>
                        <a:pt x="693" y="378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7" name="Google Shape;9152;p73">
                <a:extLst>
                  <a:ext uri="{FF2B5EF4-FFF2-40B4-BE49-F238E27FC236}">
                    <a16:creationId xmlns:a16="http://schemas.microsoft.com/office/drawing/2014/main" id="{55D63079-7CD8-0947-C2EB-B8326C7C7DC5}"/>
                  </a:ext>
                </a:extLst>
              </p:cNvPr>
              <p:cNvGrpSpPr/>
              <p:nvPr/>
            </p:nvGrpSpPr>
            <p:grpSpPr>
              <a:xfrm>
                <a:off x="765251" y="2280947"/>
                <a:ext cx="503276" cy="500655"/>
                <a:chOff x="685475" y="2318350"/>
                <a:chExt cx="297750" cy="296200"/>
              </a:xfrm>
              <a:grpFill/>
            </p:grpSpPr>
            <p:sp>
              <p:nvSpPr>
                <p:cNvPr id="464" name="Google Shape;9153;p73">
                  <a:extLst>
                    <a:ext uri="{FF2B5EF4-FFF2-40B4-BE49-F238E27FC236}">
                      <a16:creationId xmlns:a16="http://schemas.microsoft.com/office/drawing/2014/main" id="{08AC532D-5E8B-3F04-29FB-5D12F2EB79F4}"/>
                    </a:ext>
                  </a:extLst>
                </p:cNvPr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4" h="9679" extrusionOk="0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5" name="Google Shape;9154;p73">
                  <a:extLst>
                    <a:ext uri="{FF2B5EF4-FFF2-40B4-BE49-F238E27FC236}">
                      <a16:creationId xmlns:a16="http://schemas.microsoft.com/office/drawing/2014/main" id="{E696280A-B667-886E-644F-56EA6460018B}"/>
                    </a:ext>
                  </a:extLst>
                </p:cNvPr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9705" extrusionOk="0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6" name="Google Shape;9155;p73">
                  <a:extLst>
                    <a:ext uri="{FF2B5EF4-FFF2-40B4-BE49-F238E27FC236}">
                      <a16:creationId xmlns:a16="http://schemas.microsoft.com/office/drawing/2014/main" id="{D0004B56-88EB-F57F-43FC-17055B522F10}"/>
                    </a:ext>
                  </a:extLst>
                </p:cNvPr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203" extrusionOk="0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08" name="Google Shape;9156;p73">
                <a:extLst>
                  <a:ext uri="{FF2B5EF4-FFF2-40B4-BE49-F238E27FC236}">
                    <a16:creationId xmlns:a16="http://schemas.microsoft.com/office/drawing/2014/main" id="{2875456C-E9E7-82F4-855B-5A4F059685C3}"/>
                  </a:ext>
                </a:extLst>
              </p:cNvPr>
              <p:cNvSpPr/>
              <p:nvPr/>
            </p:nvSpPr>
            <p:spPr>
              <a:xfrm>
                <a:off x="767248" y="2924655"/>
                <a:ext cx="499261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846" extrusionOk="0">
                    <a:moveTo>
                      <a:pt x="5829" y="693"/>
                    </a:moveTo>
                    <a:cubicBezTo>
                      <a:pt x="6238" y="693"/>
                      <a:pt x="6553" y="1008"/>
                      <a:pt x="6553" y="1418"/>
                    </a:cubicBezTo>
                    <a:cubicBezTo>
                      <a:pt x="6553" y="1796"/>
                      <a:pt x="6238" y="2111"/>
                      <a:pt x="5829" y="2111"/>
                    </a:cubicBezTo>
                    <a:cubicBezTo>
                      <a:pt x="5451" y="2111"/>
                      <a:pt x="5136" y="1796"/>
                      <a:pt x="5136" y="1418"/>
                    </a:cubicBezTo>
                    <a:cubicBezTo>
                      <a:pt x="5136" y="1008"/>
                      <a:pt x="5482" y="693"/>
                      <a:pt x="5829" y="693"/>
                    </a:cubicBezTo>
                    <a:close/>
                    <a:moveTo>
                      <a:pt x="5829" y="2773"/>
                    </a:moveTo>
                    <a:cubicBezTo>
                      <a:pt x="6774" y="2773"/>
                      <a:pt x="7562" y="3560"/>
                      <a:pt x="7562" y="4568"/>
                    </a:cubicBezTo>
                    <a:lnTo>
                      <a:pt x="7562" y="4915"/>
                    </a:lnTo>
                    <a:lnTo>
                      <a:pt x="4096" y="4915"/>
                    </a:lnTo>
                    <a:lnTo>
                      <a:pt x="4096" y="4568"/>
                    </a:lnTo>
                    <a:cubicBezTo>
                      <a:pt x="4096" y="3560"/>
                      <a:pt x="4884" y="2773"/>
                      <a:pt x="5829" y="2773"/>
                    </a:cubicBezTo>
                    <a:close/>
                    <a:moveTo>
                      <a:pt x="2363" y="6963"/>
                    </a:moveTo>
                    <a:cubicBezTo>
                      <a:pt x="2773" y="6963"/>
                      <a:pt x="3088" y="7278"/>
                      <a:pt x="3088" y="7656"/>
                    </a:cubicBezTo>
                    <a:cubicBezTo>
                      <a:pt x="3088" y="8065"/>
                      <a:pt x="2773" y="8380"/>
                      <a:pt x="2363" y="8380"/>
                    </a:cubicBezTo>
                    <a:cubicBezTo>
                      <a:pt x="1985" y="8380"/>
                      <a:pt x="1670" y="8065"/>
                      <a:pt x="1670" y="7656"/>
                    </a:cubicBezTo>
                    <a:cubicBezTo>
                      <a:pt x="1670" y="7278"/>
                      <a:pt x="1985" y="6963"/>
                      <a:pt x="2363" y="6963"/>
                    </a:cubicBezTo>
                    <a:close/>
                    <a:moveTo>
                      <a:pt x="9357" y="6963"/>
                    </a:moveTo>
                    <a:cubicBezTo>
                      <a:pt x="9735" y="6963"/>
                      <a:pt x="10050" y="7278"/>
                      <a:pt x="10050" y="7656"/>
                    </a:cubicBezTo>
                    <a:cubicBezTo>
                      <a:pt x="10050" y="8065"/>
                      <a:pt x="9735" y="8380"/>
                      <a:pt x="9357" y="8380"/>
                    </a:cubicBezTo>
                    <a:cubicBezTo>
                      <a:pt x="8948" y="8380"/>
                      <a:pt x="8633" y="8065"/>
                      <a:pt x="8633" y="7656"/>
                    </a:cubicBezTo>
                    <a:cubicBezTo>
                      <a:pt x="8633" y="7278"/>
                      <a:pt x="8948" y="6963"/>
                      <a:pt x="9357" y="6963"/>
                    </a:cubicBezTo>
                    <a:close/>
                    <a:moveTo>
                      <a:pt x="2363" y="9042"/>
                    </a:moveTo>
                    <a:cubicBezTo>
                      <a:pt x="3308" y="9042"/>
                      <a:pt x="4096" y="9830"/>
                      <a:pt x="4096" y="10806"/>
                    </a:cubicBezTo>
                    <a:lnTo>
                      <a:pt x="4096" y="11184"/>
                    </a:lnTo>
                    <a:lnTo>
                      <a:pt x="630" y="11184"/>
                    </a:lnTo>
                    <a:lnTo>
                      <a:pt x="630" y="10806"/>
                    </a:lnTo>
                    <a:cubicBezTo>
                      <a:pt x="630" y="9830"/>
                      <a:pt x="1418" y="9042"/>
                      <a:pt x="2363" y="9042"/>
                    </a:cubicBezTo>
                    <a:close/>
                    <a:moveTo>
                      <a:pt x="9357" y="9042"/>
                    </a:moveTo>
                    <a:cubicBezTo>
                      <a:pt x="10302" y="9042"/>
                      <a:pt x="11090" y="9830"/>
                      <a:pt x="11090" y="10806"/>
                    </a:cubicBezTo>
                    <a:lnTo>
                      <a:pt x="11090" y="11184"/>
                    </a:lnTo>
                    <a:lnTo>
                      <a:pt x="7625" y="11184"/>
                    </a:lnTo>
                    <a:lnTo>
                      <a:pt x="7625" y="10806"/>
                    </a:lnTo>
                    <a:cubicBezTo>
                      <a:pt x="7625" y="9830"/>
                      <a:pt x="8412" y="9042"/>
                      <a:pt x="9357" y="9042"/>
                    </a:cubicBezTo>
                    <a:close/>
                    <a:moveTo>
                      <a:pt x="5892" y="0"/>
                    </a:moveTo>
                    <a:cubicBezTo>
                      <a:pt x="5136" y="0"/>
                      <a:pt x="4506" y="630"/>
                      <a:pt x="4506" y="1355"/>
                    </a:cubicBezTo>
                    <a:cubicBezTo>
                      <a:pt x="4506" y="1733"/>
                      <a:pt x="4632" y="2016"/>
                      <a:pt x="4852" y="2300"/>
                    </a:cubicBezTo>
                    <a:cubicBezTo>
                      <a:pt x="4033" y="2710"/>
                      <a:pt x="3466" y="3529"/>
                      <a:pt x="3466" y="4505"/>
                    </a:cubicBezTo>
                    <a:lnTo>
                      <a:pt x="3466" y="5230"/>
                    </a:lnTo>
                    <a:cubicBezTo>
                      <a:pt x="3466" y="5419"/>
                      <a:pt x="3623" y="5577"/>
                      <a:pt x="3844" y="5577"/>
                    </a:cubicBezTo>
                    <a:lnTo>
                      <a:pt x="5577" y="5577"/>
                    </a:lnTo>
                    <a:lnTo>
                      <a:pt x="5577" y="7152"/>
                    </a:lnTo>
                    <a:lnTo>
                      <a:pt x="3875" y="8822"/>
                    </a:lnTo>
                    <a:cubicBezTo>
                      <a:pt x="3749" y="8696"/>
                      <a:pt x="3592" y="8601"/>
                      <a:pt x="3434" y="8569"/>
                    </a:cubicBezTo>
                    <a:cubicBezTo>
                      <a:pt x="3686" y="8349"/>
                      <a:pt x="3781" y="8034"/>
                      <a:pt x="3781" y="7624"/>
                    </a:cubicBezTo>
                    <a:cubicBezTo>
                      <a:pt x="3781" y="6868"/>
                      <a:pt x="3151" y="6238"/>
                      <a:pt x="2426" y="6238"/>
                    </a:cubicBezTo>
                    <a:cubicBezTo>
                      <a:pt x="1670" y="6238"/>
                      <a:pt x="1040" y="6868"/>
                      <a:pt x="1040" y="7624"/>
                    </a:cubicBezTo>
                    <a:cubicBezTo>
                      <a:pt x="1040" y="7971"/>
                      <a:pt x="1166" y="8286"/>
                      <a:pt x="1387" y="8569"/>
                    </a:cubicBezTo>
                    <a:cubicBezTo>
                      <a:pt x="567" y="8979"/>
                      <a:pt x="0" y="9798"/>
                      <a:pt x="0" y="10775"/>
                    </a:cubicBezTo>
                    <a:lnTo>
                      <a:pt x="0" y="11499"/>
                    </a:lnTo>
                    <a:cubicBezTo>
                      <a:pt x="0" y="11688"/>
                      <a:pt x="158" y="11846"/>
                      <a:pt x="378" y="11846"/>
                    </a:cubicBezTo>
                    <a:lnTo>
                      <a:pt x="4474" y="11846"/>
                    </a:lnTo>
                    <a:cubicBezTo>
                      <a:pt x="4663" y="11846"/>
                      <a:pt x="4821" y="11688"/>
                      <a:pt x="4821" y="11499"/>
                    </a:cubicBezTo>
                    <a:lnTo>
                      <a:pt x="4821" y="10775"/>
                    </a:lnTo>
                    <a:cubicBezTo>
                      <a:pt x="4821" y="10239"/>
                      <a:pt x="4632" y="9704"/>
                      <a:pt x="4348" y="9326"/>
                    </a:cubicBezTo>
                    <a:lnTo>
                      <a:pt x="5860" y="7782"/>
                    </a:lnTo>
                    <a:lnTo>
                      <a:pt x="7404" y="9326"/>
                    </a:lnTo>
                    <a:cubicBezTo>
                      <a:pt x="7089" y="9704"/>
                      <a:pt x="6931" y="10239"/>
                      <a:pt x="6931" y="10775"/>
                    </a:cubicBezTo>
                    <a:lnTo>
                      <a:pt x="6931" y="11499"/>
                    </a:lnTo>
                    <a:cubicBezTo>
                      <a:pt x="6931" y="11688"/>
                      <a:pt x="7089" y="11846"/>
                      <a:pt x="7309" y="11846"/>
                    </a:cubicBezTo>
                    <a:lnTo>
                      <a:pt x="11468" y="11846"/>
                    </a:lnTo>
                    <a:cubicBezTo>
                      <a:pt x="11657" y="11846"/>
                      <a:pt x="11815" y="11688"/>
                      <a:pt x="11815" y="11499"/>
                    </a:cubicBezTo>
                    <a:lnTo>
                      <a:pt x="11815" y="10775"/>
                    </a:lnTo>
                    <a:cubicBezTo>
                      <a:pt x="11783" y="9830"/>
                      <a:pt x="11185" y="8979"/>
                      <a:pt x="10365" y="8569"/>
                    </a:cubicBezTo>
                    <a:cubicBezTo>
                      <a:pt x="10586" y="8349"/>
                      <a:pt x="10712" y="8034"/>
                      <a:pt x="10712" y="7624"/>
                    </a:cubicBezTo>
                    <a:cubicBezTo>
                      <a:pt x="10712" y="6868"/>
                      <a:pt x="10082" y="6238"/>
                      <a:pt x="9357" y="6238"/>
                    </a:cubicBezTo>
                    <a:cubicBezTo>
                      <a:pt x="8601" y="6238"/>
                      <a:pt x="7971" y="6868"/>
                      <a:pt x="7971" y="7624"/>
                    </a:cubicBezTo>
                    <a:cubicBezTo>
                      <a:pt x="7971" y="7971"/>
                      <a:pt x="8097" y="8286"/>
                      <a:pt x="8318" y="8569"/>
                    </a:cubicBezTo>
                    <a:cubicBezTo>
                      <a:pt x="8160" y="8664"/>
                      <a:pt x="8034" y="8727"/>
                      <a:pt x="7877" y="8822"/>
                    </a:cubicBezTo>
                    <a:lnTo>
                      <a:pt x="6207" y="7152"/>
                    </a:lnTo>
                    <a:lnTo>
                      <a:pt x="6207" y="5577"/>
                    </a:lnTo>
                    <a:lnTo>
                      <a:pt x="7940" y="5577"/>
                    </a:lnTo>
                    <a:cubicBezTo>
                      <a:pt x="8129" y="5577"/>
                      <a:pt x="8286" y="5419"/>
                      <a:pt x="8286" y="5230"/>
                    </a:cubicBezTo>
                    <a:lnTo>
                      <a:pt x="8286" y="4505"/>
                    </a:lnTo>
                    <a:cubicBezTo>
                      <a:pt x="8286" y="3529"/>
                      <a:pt x="7688" y="2710"/>
                      <a:pt x="6900" y="2300"/>
                    </a:cubicBezTo>
                    <a:cubicBezTo>
                      <a:pt x="7152" y="2080"/>
                      <a:pt x="7246" y="1764"/>
                      <a:pt x="7246" y="1355"/>
                    </a:cubicBezTo>
                    <a:cubicBezTo>
                      <a:pt x="7246" y="630"/>
                      <a:pt x="6616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09" name="Google Shape;9157;p73">
                <a:extLst>
                  <a:ext uri="{FF2B5EF4-FFF2-40B4-BE49-F238E27FC236}">
                    <a16:creationId xmlns:a16="http://schemas.microsoft.com/office/drawing/2014/main" id="{01A49287-E99E-C3F3-2F3F-2D77BC738067}"/>
                  </a:ext>
                </a:extLst>
              </p:cNvPr>
              <p:cNvGrpSpPr/>
              <p:nvPr/>
            </p:nvGrpSpPr>
            <p:grpSpPr>
              <a:xfrm>
                <a:off x="3957191" y="1688870"/>
                <a:ext cx="443398" cy="498627"/>
                <a:chOff x="2523000" y="1954875"/>
                <a:chExt cx="262325" cy="295000"/>
              </a:xfrm>
              <a:grpFill/>
            </p:grpSpPr>
            <p:sp>
              <p:nvSpPr>
                <p:cNvPr id="462" name="Google Shape;9158;p73">
                  <a:extLst>
                    <a:ext uri="{FF2B5EF4-FFF2-40B4-BE49-F238E27FC236}">
                      <a16:creationId xmlns:a16="http://schemas.microsoft.com/office/drawing/2014/main" id="{E0E128EF-AB1E-D2C5-0B15-455A1895E4B2}"/>
                    </a:ext>
                  </a:extLst>
                </p:cNvPr>
                <p:cNvSpPr/>
                <p:nvPr/>
              </p:nvSpPr>
              <p:spPr>
                <a:xfrm>
                  <a:off x="2523000" y="1954875"/>
                  <a:ext cx="2623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3" h="11800" extrusionOk="0">
                      <a:moveTo>
                        <a:pt x="5294" y="709"/>
                      </a:moveTo>
                      <a:cubicBezTo>
                        <a:pt x="6350" y="1316"/>
                        <a:pt x="7422" y="1602"/>
                        <a:pt x="8487" y="1602"/>
                      </a:cubicBezTo>
                      <a:cubicBezTo>
                        <a:pt x="8915" y="1602"/>
                        <a:pt x="9343" y="1556"/>
                        <a:pt x="9767" y="1465"/>
                      </a:cubicBezTo>
                      <a:lnTo>
                        <a:pt x="9767" y="5026"/>
                      </a:lnTo>
                      <a:cubicBezTo>
                        <a:pt x="9767" y="7798"/>
                        <a:pt x="7940" y="10287"/>
                        <a:pt x="5294" y="11137"/>
                      </a:cubicBezTo>
                      <a:cubicBezTo>
                        <a:pt x="2647" y="10350"/>
                        <a:pt x="789" y="7798"/>
                        <a:pt x="789" y="5026"/>
                      </a:cubicBezTo>
                      <a:lnTo>
                        <a:pt x="789" y="1465"/>
                      </a:lnTo>
                      <a:cubicBezTo>
                        <a:pt x="1222" y="1556"/>
                        <a:pt x="1654" y="1602"/>
                        <a:pt x="2084" y="1602"/>
                      </a:cubicBezTo>
                      <a:cubicBezTo>
                        <a:pt x="3153" y="1602"/>
                        <a:pt x="4215" y="1316"/>
                        <a:pt x="5294" y="709"/>
                      </a:cubicBezTo>
                      <a:close/>
                      <a:moveTo>
                        <a:pt x="5266" y="0"/>
                      </a:moveTo>
                      <a:cubicBezTo>
                        <a:pt x="5207" y="0"/>
                        <a:pt x="5152" y="16"/>
                        <a:pt x="5105" y="48"/>
                      </a:cubicBezTo>
                      <a:cubicBezTo>
                        <a:pt x="4065" y="646"/>
                        <a:pt x="3057" y="930"/>
                        <a:pt x="2017" y="930"/>
                      </a:cubicBezTo>
                      <a:cubicBezTo>
                        <a:pt x="1513" y="930"/>
                        <a:pt x="1009" y="835"/>
                        <a:pt x="473" y="678"/>
                      </a:cubicBezTo>
                      <a:cubicBezTo>
                        <a:pt x="440" y="669"/>
                        <a:pt x="408" y="665"/>
                        <a:pt x="378" y="665"/>
                      </a:cubicBezTo>
                      <a:cubicBezTo>
                        <a:pt x="297" y="665"/>
                        <a:pt x="228" y="695"/>
                        <a:pt x="158" y="741"/>
                      </a:cubicBezTo>
                      <a:cubicBezTo>
                        <a:pt x="95" y="804"/>
                        <a:pt x="1" y="898"/>
                        <a:pt x="1" y="993"/>
                      </a:cubicBezTo>
                      <a:lnTo>
                        <a:pt x="1" y="4994"/>
                      </a:lnTo>
                      <a:cubicBezTo>
                        <a:pt x="127" y="8176"/>
                        <a:pt x="2206" y="10917"/>
                        <a:pt x="5199" y="11799"/>
                      </a:cubicBezTo>
                      <a:lnTo>
                        <a:pt x="5357" y="11799"/>
                      </a:lnTo>
                      <a:cubicBezTo>
                        <a:pt x="8350" y="10917"/>
                        <a:pt x="10492" y="8176"/>
                        <a:pt x="10492" y="5026"/>
                      </a:cubicBezTo>
                      <a:lnTo>
                        <a:pt x="10492" y="1056"/>
                      </a:lnTo>
                      <a:cubicBezTo>
                        <a:pt x="10492" y="930"/>
                        <a:pt x="10429" y="835"/>
                        <a:pt x="10335" y="772"/>
                      </a:cubicBezTo>
                      <a:cubicBezTo>
                        <a:pt x="10282" y="720"/>
                        <a:pt x="10230" y="697"/>
                        <a:pt x="10173" y="697"/>
                      </a:cubicBezTo>
                      <a:cubicBezTo>
                        <a:pt x="10126" y="697"/>
                        <a:pt x="10076" y="713"/>
                        <a:pt x="10019" y="741"/>
                      </a:cubicBezTo>
                      <a:cubicBezTo>
                        <a:pt x="9509" y="876"/>
                        <a:pt x="9006" y="946"/>
                        <a:pt x="8504" y="946"/>
                      </a:cubicBezTo>
                      <a:cubicBezTo>
                        <a:pt x="7490" y="946"/>
                        <a:pt x="6485" y="659"/>
                        <a:pt x="5451" y="48"/>
                      </a:cubicBezTo>
                      <a:cubicBezTo>
                        <a:pt x="5388" y="16"/>
                        <a:pt x="5325" y="0"/>
                        <a:pt x="52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3" name="Google Shape;9159;p73">
                  <a:extLst>
                    <a:ext uri="{FF2B5EF4-FFF2-40B4-BE49-F238E27FC236}">
                      <a16:creationId xmlns:a16="http://schemas.microsoft.com/office/drawing/2014/main" id="{30576A48-D7CE-4646-6338-148A012EE2F2}"/>
                    </a:ext>
                  </a:extLst>
                </p:cNvPr>
                <p:cNvSpPr/>
                <p:nvPr/>
              </p:nvSpPr>
              <p:spPr>
                <a:xfrm>
                  <a:off x="2595475" y="202457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94"/>
                      </a:moveTo>
                      <a:cubicBezTo>
                        <a:pt x="2836" y="694"/>
                        <a:pt x="3151" y="1009"/>
                        <a:pt x="3151" y="1418"/>
                      </a:cubicBezTo>
                      <a:cubicBezTo>
                        <a:pt x="3151" y="1796"/>
                        <a:pt x="2836" y="2111"/>
                        <a:pt x="2426" y="2111"/>
                      </a:cubicBezTo>
                      <a:cubicBezTo>
                        <a:pt x="2048" y="2111"/>
                        <a:pt x="1733" y="1796"/>
                        <a:pt x="1733" y="1418"/>
                      </a:cubicBezTo>
                      <a:cubicBezTo>
                        <a:pt x="1733" y="1009"/>
                        <a:pt x="2048" y="694"/>
                        <a:pt x="2426" y="694"/>
                      </a:cubicBezTo>
                      <a:close/>
                      <a:moveTo>
                        <a:pt x="2426" y="2742"/>
                      </a:moveTo>
                      <a:cubicBezTo>
                        <a:pt x="3371" y="2742"/>
                        <a:pt x="4159" y="3529"/>
                        <a:pt x="4159" y="4474"/>
                      </a:cubicBezTo>
                      <a:lnTo>
                        <a:pt x="4159" y="4821"/>
                      </a:lnTo>
                      <a:lnTo>
                        <a:pt x="693" y="4821"/>
                      </a:lnTo>
                      <a:lnTo>
                        <a:pt x="693" y="4474"/>
                      </a:lnTo>
                      <a:cubicBezTo>
                        <a:pt x="693" y="3529"/>
                        <a:pt x="1481" y="2742"/>
                        <a:pt x="2426" y="2742"/>
                      </a:cubicBezTo>
                      <a:close/>
                      <a:moveTo>
                        <a:pt x="2458" y="1"/>
                      </a:moveTo>
                      <a:cubicBezTo>
                        <a:pt x="1733" y="1"/>
                        <a:pt x="1103" y="599"/>
                        <a:pt x="1103" y="1355"/>
                      </a:cubicBezTo>
                      <a:cubicBezTo>
                        <a:pt x="1103" y="1733"/>
                        <a:pt x="1198" y="2048"/>
                        <a:pt x="1450" y="2269"/>
                      </a:cubicBezTo>
                      <a:cubicBezTo>
                        <a:pt x="630" y="2647"/>
                        <a:pt x="63" y="3498"/>
                        <a:pt x="63" y="4474"/>
                      </a:cubicBezTo>
                      <a:lnTo>
                        <a:pt x="63" y="5199"/>
                      </a:lnTo>
                      <a:cubicBezTo>
                        <a:pt x="0" y="5388"/>
                        <a:pt x="158" y="5546"/>
                        <a:pt x="347" y="5546"/>
                      </a:cubicBezTo>
                      <a:lnTo>
                        <a:pt x="4506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17" y="2647"/>
                        <a:pt x="3497" y="2269"/>
                      </a:cubicBezTo>
                      <a:cubicBezTo>
                        <a:pt x="3718" y="2048"/>
                        <a:pt x="3844" y="1702"/>
                        <a:pt x="3844" y="1355"/>
                      </a:cubicBezTo>
                      <a:cubicBezTo>
                        <a:pt x="3844" y="599"/>
                        <a:pt x="3214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0" name="Google Shape;9160;p73">
                <a:extLst>
                  <a:ext uri="{FF2B5EF4-FFF2-40B4-BE49-F238E27FC236}">
                    <a16:creationId xmlns:a16="http://schemas.microsoft.com/office/drawing/2014/main" id="{C90458F2-67F3-B0FB-99ED-0B4914456170}"/>
                  </a:ext>
                </a:extLst>
              </p:cNvPr>
              <p:cNvGrpSpPr/>
              <p:nvPr/>
            </p:nvGrpSpPr>
            <p:grpSpPr>
              <a:xfrm>
                <a:off x="3927252" y="2281623"/>
                <a:ext cx="503276" cy="499303"/>
                <a:chOff x="2508825" y="2318350"/>
                <a:chExt cx="297750" cy="295400"/>
              </a:xfrm>
              <a:grpFill/>
            </p:grpSpPr>
            <p:sp>
              <p:nvSpPr>
                <p:cNvPr id="460" name="Google Shape;9161;p73">
                  <a:extLst>
                    <a:ext uri="{FF2B5EF4-FFF2-40B4-BE49-F238E27FC236}">
                      <a16:creationId xmlns:a16="http://schemas.microsoft.com/office/drawing/2014/main" id="{CA40620C-2833-35AD-A99A-6D0A7A3A9CEF}"/>
                    </a:ext>
                  </a:extLst>
                </p:cNvPr>
                <p:cNvSpPr/>
                <p:nvPr/>
              </p:nvSpPr>
              <p:spPr>
                <a:xfrm>
                  <a:off x="2508825" y="2318350"/>
                  <a:ext cx="29775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16" extrusionOk="0">
                      <a:moveTo>
                        <a:pt x="5892" y="694"/>
                      </a:moveTo>
                      <a:cubicBezTo>
                        <a:pt x="7625" y="694"/>
                        <a:pt x="9043" y="2112"/>
                        <a:pt x="9043" y="3845"/>
                      </a:cubicBezTo>
                      <a:cubicBezTo>
                        <a:pt x="9043" y="5483"/>
                        <a:pt x="7751" y="6838"/>
                        <a:pt x="6081" y="6932"/>
                      </a:cubicBezTo>
                      <a:cubicBezTo>
                        <a:pt x="6018" y="6932"/>
                        <a:pt x="5987" y="6901"/>
                        <a:pt x="5924" y="6869"/>
                      </a:cubicBezTo>
                      <a:lnTo>
                        <a:pt x="5766" y="6711"/>
                      </a:lnTo>
                      <a:cubicBezTo>
                        <a:pt x="5297" y="6298"/>
                        <a:pt x="4683" y="6101"/>
                        <a:pt x="4072" y="6101"/>
                      </a:cubicBezTo>
                      <a:cubicBezTo>
                        <a:pt x="3985" y="6101"/>
                        <a:pt x="3899" y="6105"/>
                        <a:pt x="3813" y="6113"/>
                      </a:cubicBezTo>
                      <a:cubicBezTo>
                        <a:pt x="3151" y="5577"/>
                        <a:pt x="2773" y="4727"/>
                        <a:pt x="2773" y="3845"/>
                      </a:cubicBezTo>
                      <a:cubicBezTo>
                        <a:pt x="2773" y="2112"/>
                        <a:pt x="4191" y="694"/>
                        <a:pt x="5892" y="694"/>
                      </a:cubicBezTo>
                      <a:close/>
                      <a:moveTo>
                        <a:pt x="4171" y="6822"/>
                      </a:moveTo>
                      <a:cubicBezTo>
                        <a:pt x="4577" y="6822"/>
                        <a:pt x="4979" y="6964"/>
                        <a:pt x="5294" y="7247"/>
                      </a:cubicBezTo>
                      <a:cubicBezTo>
                        <a:pt x="5420" y="7373"/>
                        <a:pt x="5735" y="7657"/>
                        <a:pt x="5892" y="7657"/>
                      </a:cubicBezTo>
                      <a:lnTo>
                        <a:pt x="7972" y="7657"/>
                      </a:lnTo>
                      <a:cubicBezTo>
                        <a:pt x="8192" y="7657"/>
                        <a:pt x="8350" y="7814"/>
                        <a:pt x="8350" y="8003"/>
                      </a:cubicBezTo>
                      <a:cubicBezTo>
                        <a:pt x="8350" y="8192"/>
                        <a:pt x="8192" y="8350"/>
                        <a:pt x="7972" y="8350"/>
                      </a:cubicBezTo>
                      <a:lnTo>
                        <a:pt x="5514" y="8350"/>
                      </a:lnTo>
                      <a:cubicBezTo>
                        <a:pt x="5294" y="8350"/>
                        <a:pt x="5136" y="8507"/>
                        <a:pt x="5136" y="8728"/>
                      </a:cubicBezTo>
                      <a:cubicBezTo>
                        <a:pt x="5136" y="8917"/>
                        <a:pt x="5294" y="9074"/>
                        <a:pt x="5514" y="9074"/>
                      </a:cubicBezTo>
                      <a:lnTo>
                        <a:pt x="8224" y="9074"/>
                      </a:lnTo>
                      <a:cubicBezTo>
                        <a:pt x="8507" y="9074"/>
                        <a:pt x="8759" y="8948"/>
                        <a:pt x="8980" y="8759"/>
                      </a:cubicBezTo>
                      <a:lnTo>
                        <a:pt x="10492" y="7090"/>
                      </a:lnTo>
                      <a:cubicBezTo>
                        <a:pt x="10568" y="7033"/>
                        <a:pt x="10666" y="6987"/>
                        <a:pt x="10766" y="6987"/>
                      </a:cubicBezTo>
                      <a:cubicBezTo>
                        <a:pt x="10833" y="6987"/>
                        <a:pt x="10902" y="7008"/>
                        <a:pt x="10965" y="7058"/>
                      </a:cubicBezTo>
                      <a:cubicBezTo>
                        <a:pt x="11122" y="7184"/>
                        <a:pt x="11185" y="7373"/>
                        <a:pt x="11059" y="7531"/>
                      </a:cubicBezTo>
                      <a:lnTo>
                        <a:pt x="9389" y="9767"/>
                      </a:lnTo>
                      <a:cubicBezTo>
                        <a:pt x="9074" y="10209"/>
                        <a:pt x="8570" y="10492"/>
                        <a:pt x="8035" y="10492"/>
                      </a:cubicBezTo>
                      <a:lnTo>
                        <a:pt x="2773" y="10492"/>
                      </a:lnTo>
                      <a:lnTo>
                        <a:pt x="2773" y="7468"/>
                      </a:lnTo>
                      <a:lnTo>
                        <a:pt x="3025" y="7247"/>
                      </a:lnTo>
                      <a:cubicBezTo>
                        <a:pt x="3356" y="6964"/>
                        <a:pt x="3766" y="6822"/>
                        <a:pt x="4171" y="6822"/>
                      </a:cubicBezTo>
                      <a:close/>
                      <a:moveTo>
                        <a:pt x="1734" y="6932"/>
                      </a:moveTo>
                      <a:cubicBezTo>
                        <a:pt x="1923" y="6932"/>
                        <a:pt x="2080" y="7090"/>
                        <a:pt x="2080" y="7310"/>
                      </a:cubicBezTo>
                      <a:lnTo>
                        <a:pt x="2080" y="10807"/>
                      </a:lnTo>
                      <a:cubicBezTo>
                        <a:pt x="2080" y="10996"/>
                        <a:pt x="1923" y="11154"/>
                        <a:pt x="1734" y="11154"/>
                      </a:cubicBezTo>
                      <a:lnTo>
                        <a:pt x="662" y="11154"/>
                      </a:lnTo>
                      <a:lnTo>
                        <a:pt x="662" y="6932"/>
                      </a:lnTo>
                      <a:close/>
                      <a:moveTo>
                        <a:pt x="5924" y="1"/>
                      </a:moveTo>
                      <a:cubicBezTo>
                        <a:pt x="3844" y="1"/>
                        <a:pt x="2112" y="1734"/>
                        <a:pt x="2112" y="3845"/>
                      </a:cubicBezTo>
                      <a:cubicBezTo>
                        <a:pt x="2112" y="4790"/>
                        <a:pt x="2458" y="5672"/>
                        <a:pt x="3088" y="6396"/>
                      </a:cubicBezTo>
                      <a:cubicBezTo>
                        <a:pt x="2931" y="6459"/>
                        <a:pt x="2773" y="6585"/>
                        <a:pt x="2616" y="6711"/>
                      </a:cubicBezTo>
                      <a:cubicBezTo>
                        <a:pt x="2427" y="6428"/>
                        <a:pt x="2112" y="6270"/>
                        <a:pt x="1765" y="6270"/>
                      </a:cubicBezTo>
                      <a:lnTo>
                        <a:pt x="347" y="6270"/>
                      </a:lnTo>
                      <a:cubicBezTo>
                        <a:pt x="158" y="6270"/>
                        <a:pt x="1" y="6428"/>
                        <a:pt x="1" y="6585"/>
                      </a:cubicBezTo>
                      <a:lnTo>
                        <a:pt x="1" y="11469"/>
                      </a:lnTo>
                      <a:cubicBezTo>
                        <a:pt x="1" y="11658"/>
                        <a:pt x="158" y="11815"/>
                        <a:pt x="347" y="11815"/>
                      </a:cubicBezTo>
                      <a:lnTo>
                        <a:pt x="1765" y="11815"/>
                      </a:lnTo>
                      <a:cubicBezTo>
                        <a:pt x="2238" y="11815"/>
                        <a:pt x="2584" y="11563"/>
                        <a:pt x="2742" y="11122"/>
                      </a:cubicBezTo>
                      <a:lnTo>
                        <a:pt x="8035" y="11122"/>
                      </a:lnTo>
                      <a:cubicBezTo>
                        <a:pt x="8759" y="11122"/>
                        <a:pt x="9515" y="10776"/>
                        <a:pt x="9956" y="10146"/>
                      </a:cubicBezTo>
                      <a:lnTo>
                        <a:pt x="11595" y="7877"/>
                      </a:lnTo>
                      <a:cubicBezTo>
                        <a:pt x="11910" y="7468"/>
                        <a:pt x="11878" y="6838"/>
                        <a:pt x="11437" y="6459"/>
                      </a:cubicBezTo>
                      <a:cubicBezTo>
                        <a:pt x="11249" y="6301"/>
                        <a:pt x="11015" y="6221"/>
                        <a:pt x="10780" y="6221"/>
                      </a:cubicBezTo>
                      <a:cubicBezTo>
                        <a:pt x="10503" y="6221"/>
                        <a:pt x="10224" y="6332"/>
                        <a:pt x="10019" y="6554"/>
                      </a:cubicBezTo>
                      <a:lnTo>
                        <a:pt x="9011" y="7657"/>
                      </a:lnTo>
                      <a:cubicBezTo>
                        <a:pt x="8885" y="7247"/>
                        <a:pt x="8539" y="6932"/>
                        <a:pt x="8098" y="6932"/>
                      </a:cubicBezTo>
                      <a:cubicBezTo>
                        <a:pt x="8287" y="6838"/>
                        <a:pt x="8444" y="6680"/>
                        <a:pt x="8602" y="6522"/>
                      </a:cubicBezTo>
                      <a:cubicBezTo>
                        <a:pt x="9358" y="5798"/>
                        <a:pt x="9767" y="4821"/>
                        <a:pt x="9767" y="3845"/>
                      </a:cubicBezTo>
                      <a:cubicBezTo>
                        <a:pt x="9767" y="1734"/>
                        <a:pt x="8035" y="1"/>
                        <a:pt x="59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1" name="Google Shape;9162;p73">
                  <a:extLst>
                    <a:ext uri="{FF2B5EF4-FFF2-40B4-BE49-F238E27FC236}">
                      <a16:creationId xmlns:a16="http://schemas.microsoft.com/office/drawing/2014/main" id="{CACF84A8-E8F2-73C6-D60E-623606442F6E}"/>
                    </a:ext>
                  </a:extLst>
                </p:cNvPr>
                <p:cNvSpPr/>
                <p:nvPr/>
              </p:nvSpPr>
              <p:spPr>
                <a:xfrm>
                  <a:off x="2629350" y="2353025"/>
                  <a:ext cx="543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" h="4852" extrusionOk="0">
                      <a:moveTo>
                        <a:pt x="1071" y="0"/>
                      </a:moveTo>
                      <a:cubicBezTo>
                        <a:pt x="882" y="0"/>
                        <a:pt x="725" y="158"/>
                        <a:pt x="725" y="347"/>
                      </a:cubicBezTo>
                      <a:lnTo>
                        <a:pt x="725" y="756"/>
                      </a:lnTo>
                      <a:cubicBezTo>
                        <a:pt x="315" y="914"/>
                        <a:pt x="63" y="1292"/>
                        <a:pt x="63" y="1733"/>
                      </a:cubicBezTo>
                      <a:cubicBezTo>
                        <a:pt x="0" y="2332"/>
                        <a:pt x="473" y="2804"/>
                        <a:pt x="1071" y="2804"/>
                      </a:cubicBezTo>
                      <a:cubicBezTo>
                        <a:pt x="1260" y="2804"/>
                        <a:pt x="1418" y="2962"/>
                        <a:pt x="1418" y="3151"/>
                      </a:cubicBezTo>
                      <a:cubicBezTo>
                        <a:pt x="1418" y="3308"/>
                        <a:pt x="1355" y="3434"/>
                        <a:pt x="1229" y="3466"/>
                      </a:cubicBezTo>
                      <a:cubicBezTo>
                        <a:pt x="1185" y="3492"/>
                        <a:pt x="1140" y="3503"/>
                        <a:pt x="1093" y="3503"/>
                      </a:cubicBezTo>
                      <a:cubicBezTo>
                        <a:pt x="970" y="3503"/>
                        <a:pt x="839" y="3422"/>
                        <a:pt x="725" y="3308"/>
                      </a:cubicBezTo>
                      <a:cubicBezTo>
                        <a:pt x="662" y="3245"/>
                        <a:pt x="575" y="3214"/>
                        <a:pt x="488" y="3214"/>
                      </a:cubicBezTo>
                      <a:cubicBezTo>
                        <a:pt x="402" y="3214"/>
                        <a:pt x="315" y="3245"/>
                        <a:pt x="252" y="3308"/>
                      </a:cubicBezTo>
                      <a:cubicBezTo>
                        <a:pt x="126" y="3434"/>
                        <a:pt x="126" y="3655"/>
                        <a:pt x="252" y="3781"/>
                      </a:cubicBezTo>
                      <a:cubicBezTo>
                        <a:pt x="410" y="3938"/>
                        <a:pt x="567" y="4064"/>
                        <a:pt x="756" y="4096"/>
                      </a:cubicBezTo>
                      <a:lnTo>
                        <a:pt x="756" y="4505"/>
                      </a:lnTo>
                      <a:cubicBezTo>
                        <a:pt x="756" y="4694"/>
                        <a:pt x="914" y="4852"/>
                        <a:pt x="1103" y="4852"/>
                      </a:cubicBezTo>
                      <a:cubicBezTo>
                        <a:pt x="1323" y="4852"/>
                        <a:pt x="1481" y="4694"/>
                        <a:pt x="1481" y="4505"/>
                      </a:cubicBezTo>
                      <a:lnTo>
                        <a:pt x="1481" y="4096"/>
                      </a:lnTo>
                      <a:cubicBezTo>
                        <a:pt x="1481" y="4096"/>
                        <a:pt x="1512" y="4096"/>
                        <a:pt x="1512" y="4064"/>
                      </a:cubicBezTo>
                      <a:cubicBezTo>
                        <a:pt x="1890" y="3907"/>
                        <a:pt x="2142" y="3497"/>
                        <a:pt x="2142" y="3119"/>
                      </a:cubicBezTo>
                      <a:cubicBezTo>
                        <a:pt x="2142" y="2521"/>
                        <a:pt x="1670" y="2079"/>
                        <a:pt x="1103" y="2079"/>
                      </a:cubicBezTo>
                      <a:cubicBezTo>
                        <a:pt x="914" y="2079"/>
                        <a:pt x="756" y="1922"/>
                        <a:pt x="756" y="1733"/>
                      </a:cubicBezTo>
                      <a:cubicBezTo>
                        <a:pt x="756" y="1575"/>
                        <a:pt x="851" y="1449"/>
                        <a:pt x="1008" y="1418"/>
                      </a:cubicBezTo>
                      <a:cubicBezTo>
                        <a:pt x="1047" y="1405"/>
                        <a:pt x="1085" y="1399"/>
                        <a:pt x="1124" y="1399"/>
                      </a:cubicBezTo>
                      <a:cubicBezTo>
                        <a:pt x="1273" y="1399"/>
                        <a:pt x="1418" y="1494"/>
                        <a:pt x="1544" y="1670"/>
                      </a:cubicBezTo>
                      <a:cubicBezTo>
                        <a:pt x="1610" y="1753"/>
                        <a:pt x="1703" y="1792"/>
                        <a:pt x="1795" y="1792"/>
                      </a:cubicBezTo>
                      <a:cubicBezTo>
                        <a:pt x="1876" y="1792"/>
                        <a:pt x="1957" y="1761"/>
                        <a:pt x="2016" y="1701"/>
                      </a:cubicBezTo>
                      <a:cubicBezTo>
                        <a:pt x="2174" y="1575"/>
                        <a:pt x="2174" y="1323"/>
                        <a:pt x="2048" y="1229"/>
                      </a:cubicBezTo>
                      <a:cubicBezTo>
                        <a:pt x="1859" y="977"/>
                        <a:pt x="1670" y="819"/>
                        <a:pt x="1418" y="756"/>
                      </a:cubicBezTo>
                      <a:lnTo>
                        <a:pt x="1418" y="347"/>
                      </a:ln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1" name="Google Shape;9163;p73">
                <a:extLst>
                  <a:ext uri="{FF2B5EF4-FFF2-40B4-BE49-F238E27FC236}">
                    <a16:creationId xmlns:a16="http://schemas.microsoft.com/office/drawing/2014/main" id="{D23CA3D7-0C2B-B197-3D17-2E3CD870F992}"/>
                  </a:ext>
                </a:extLst>
              </p:cNvPr>
              <p:cNvSpPr/>
              <p:nvPr/>
            </p:nvSpPr>
            <p:spPr>
              <a:xfrm>
                <a:off x="3928551" y="2924655"/>
                <a:ext cx="500612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46" extrusionOk="0">
                    <a:moveTo>
                      <a:pt x="10744" y="3718"/>
                    </a:moveTo>
                    <a:lnTo>
                      <a:pt x="10428" y="4348"/>
                    </a:lnTo>
                    <a:cubicBezTo>
                      <a:pt x="10397" y="4442"/>
                      <a:pt x="10397" y="4568"/>
                      <a:pt x="10428" y="4663"/>
                    </a:cubicBezTo>
                    <a:lnTo>
                      <a:pt x="10744" y="5293"/>
                    </a:lnTo>
                    <a:lnTo>
                      <a:pt x="9483" y="4915"/>
                    </a:lnTo>
                    <a:lnTo>
                      <a:pt x="9105" y="4505"/>
                    </a:lnTo>
                    <a:lnTo>
                      <a:pt x="9483" y="4127"/>
                    </a:lnTo>
                    <a:lnTo>
                      <a:pt x="10744" y="3718"/>
                    </a:lnTo>
                    <a:close/>
                    <a:moveTo>
                      <a:pt x="4443" y="3497"/>
                    </a:moveTo>
                    <a:cubicBezTo>
                      <a:pt x="4884" y="3497"/>
                      <a:pt x="5262" y="3781"/>
                      <a:pt x="5419" y="4190"/>
                    </a:cubicBezTo>
                    <a:lnTo>
                      <a:pt x="4443" y="4190"/>
                    </a:lnTo>
                    <a:cubicBezTo>
                      <a:pt x="4253" y="4190"/>
                      <a:pt x="4096" y="4348"/>
                      <a:pt x="4096" y="4568"/>
                    </a:cubicBezTo>
                    <a:cubicBezTo>
                      <a:pt x="4096" y="4663"/>
                      <a:pt x="4253" y="4820"/>
                      <a:pt x="4443" y="4820"/>
                    </a:cubicBezTo>
                    <a:lnTo>
                      <a:pt x="5419" y="4820"/>
                    </a:lnTo>
                    <a:cubicBezTo>
                      <a:pt x="5262" y="5230"/>
                      <a:pt x="4915" y="5545"/>
                      <a:pt x="4443" y="5545"/>
                    </a:cubicBezTo>
                    <a:cubicBezTo>
                      <a:pt x="3844" y="5545"/>
                      <a:pt x="3434" y="5072"/>
                      <a:pt x="3434" y="4505"/>
                    </a:cubicBezTo>
                    <a:cubicBezTo>
                      <a:pt x="3434" y="3970"/>
                      <a:pt x="3907" y="3497"/>
                      <a:pt x="4443" y="3497"/>
                    </a:cubicBezTo>
                    <a:close/>
                    <a:moveTo>
                      <a:pt x="4443" y="2080"/>
                    </a:moveTo>
                    <a:cubicBezTo>
                      <a:pt x="5671" y="2080"/>
                      <a:pt x="6679" y="2993"/>
                      <a:pt x="6837" y="4159"/>
                    </a:cubicBezTo>
                    <a:lnTo>
                      <a:pt x="6144" y="4159"/>
                    </a:lnTo>
                    <a:cubicBezTo>
                      <a:pt x="5986" y="3371"/>
                      <a:pt x="5262" y="2773"/>
                      <a:pt x="4443" y="2773"/>
                    </a:cubicBezTo>
                    <a:cubicBezTo>
                      <a:pt x="3497" y="2773"/>
                      <a:pt x="2710" y="3560"/>
                      <a:pt x="2710" y="4505"/>
                    </a:cubicBezTo>
                    <a:cubicBezTo>
                      <a:pt x="2710" y="5451"/>
                      <a:pt x="3497" y="6238"/>
                      <a:pt x="4443" y="6238"/>
                    </a:cubicBezTo>
                    <a:cubicBezTo>
                      <a:pt x="5262" y="6238"/>
                      <a:pt x="5986" y="5671"/>
                      <a:pt x="6144" y="4883"/>
                    </a:cubicBezTo>
                    <a:lnTo>
                      <a:pt x="6837" y="4883"/>
                    </a:lnTo>
                    <a:cubicBezTo>
                      <a:pt x="6679" y="6049"/>
                      <a:pt x="5671" y="6963"/>
                      <a:pt x="4443" y="6963"/>
                    </a:cubicBezTo>
                    <a:cubicBezTo>
                      <a:pt x="3119" y="6963"/>
                      <a:pt x="2017" y="5860"/>
                      <a:pt x="2017" y="4505"/>
                    </a:cubicBezTo>
                    <a:cubicBezTo>
                      <a:pt x="2017" y="3182"/>
                      <a:pt x="3119" y="2080"/>
                      <a:pt x="4443" y="2080"/>
                    </a:cubicBezTo>
                    <a:close/>
                    <a:moveTo>
                      <a:pt x="4474" y="662"/>
                    </a:moveTo>
                    <a:cubicBezTo>
                      <a:pt x="6459" y="662"/>
                      <a:pt x="8097" y="2206"/>
                      <a:pt x="8255" y="4127"/>
                    </a:cubicBezTo>
                    <a:lnTo>
                      <a:pt x="7562" y="4127"/>
                    </a:lnTo>
                    <a:cubicBezTo>
                      <a:pt x="7372" y="2584"/>
                      <a:pt x="6049" y="1355"/>
                      <a:pt x="4443" y="1355"/>
                    </a:cubicBezTo>
                    <a:cubicBezTo>
                      <a:pt x="2710" y="1355"/>
                      <a:pt x="1324" y="2773"/>
                      <a:pt x="1324" y="4474"/>
                    </a:cubicBezTo>
                    <a:cubicBezTo>
                      <a:pt x="1324" y="6175"/>
                      <a:pt x="2741" y="7593"/>
                      <a:pt x="4443" y="7593"/>
                    </a:cubicBezTo>
                    <a:cubicBezTo>
                      <a:pt x="6049" y="7593"/>
                      <a:pt x="7372" y="6364"/>
                      <a:pt x="7562" y="4820"/>
                    </a:cubicBezTo>
                    <a:lnTo>
                      <a:pt x="8255" y="4820"/>
                    </a:lnTo>
                    <a:cubicBezTo>
                      <a:pt x="8097" y="6774"/>
                      <a:pt x="6459" y="8286"/>
                      <a:pt x="4474" y="8286"/>
                    </a:cubicBezTo>
                    <a:cubicBezTo>
                      <a:pt x="2395" y="8286"/>
                      <a:pt x="662" y="6616"/>
                      <a:pt x="662" y="4474"/>
                    </a:cubicBezTo>
                    <a:cubicBezTo>
                      <a:pt x="662" y="2363"/>
                      <a:pt x="2363" y="662"/>
                      <a:pt x="4474" y="662"/>
                    </a:cubicBezTo>
                    <a:close/>
                    <a:moveTo>
                      <a:pt x="5734" y="8822"/>
                    </a:moveTo>
                    <a:lnTo>
                      <a:pt x="6049" y="9767"/>
                    </a:lnTo>
                    <a:lnTo>
                      <a:pt x="2836" y="9767"/>
                    </a:lnTo>
                    <a:lnTo>
                      <a:pt x="3151" y="8822"/>
                    </a:lnTo>
                    <a:cubicBezTo>
                      <a:pt x="3529" y="8916"/>
                      <a:pt x="4001" y="9011"/>
                      <a:pt x="4443" y="9011"/>
                    </a:cubicBezTo>
                    <a:cubicBezTo>
                      <a:pt x="4884" y="9011"/>
                      <a:pt x="5356" y="8916"/>
                      <a:pt x="5734" y="8822"/>
                    </a:cubicBezTo>
                    <a:close/>
                    <a:moveTo>
                      <a:pt x="6522" y="10428"/>
                    </a:moveTo>
                    <a:cubicBezTo>
                      <a:pt x="6963" y="10428"/>
                      <a:pt x="7372" y="10680"/>
                      <a:pt x="7530" y="11121"/>
                    </a:cubicBezTo>
                    <a:lnTo>
                      <a:pt x="1418" y="11121"/>
                    </a:lnTo>
                    <a:cubicBezTo>
                      <a:pt x="1576" y="10743"/>
                      <a:pt x="1922" y="10428"/>
                      <a:pt x="2395" y="10428"/>
                    </a:cubicBezTo>
                    <a:close/>
                    <a:moveTo>
                      <a:pt x="4474" y="0"/>
                    </a:moveTo>
                    <a:cubicBezTo>
                      <a:pt x="1985" y="0"/>
                      <a:pt x="0" y="1985"/>
                      <a:pt x="0" y="4474"/>
                    </a:cubicBezTo>
                    <a:cubicBezTo>
                      <a:pt x="0" y="6238"/>
                      <a:pt x="1040" y="7813"/>
                      <a:pt x="2552" y="8538"/>
                    </a:cubicBezTo>
                    <a:lnTo>
                      <a:pt x="2143" y="9767"/>
                    </a:lnTo>
                    <a:cubicBezTo>
                      <a:pt x="1324" y="9861"/>
                      <a:pt x="693" y="10586"/>
                      <a:pt x="693" y="11499"/>
                    </a:cubicBezTo>
                    <a:cubicBezTo>
                      <a:pt x="693" y="11688"/>
                      <a:pt x="851" y="11846"/>
                      <a:pt x="1040" y="11846"/>
                    </a:cubicBezTo>
                    <a:lnTo>
                      <a:pt x="7971" y="11846"/>
                    </a:lnTo>
                    <a:cubicBezTo>
                      <a:pt x="8192" y="11846"/>
                      <a:pt x="8349" y="11688"/>
                      <a:pt x="8349" y="11499"/>
                    </a:cubicBezTo>
                    <a:cubicBezTo>
                      <a:pt x="8349" y="10617"/>
                      <a:pt x="7719" y="9924"/>
                      <a:pt x="6900" y="9767"/>
                    </a:cubicBezTo>
                    <a:lnTo>
                      <a:pt x="6490" y="8538"/>
                    </a:lnTo>
                    <a:cubicBezTo>
                      <a:pt x="7782" y="7908"/>
                      <a:pt x="8727" y="6679"/>
                      <a:pt x="8979" y="5230"/>
                    </a:cubicBezTo>
                    <a:lnTo>
                      <a:pt x="9137" y="5388"/>
                    </a:lnTo>
                    <a:cubicBezTo>
                      <a:pt x="9168" y="5419"/>
                      <a:pt x="9200" y="5451"/>
                      <a:pt x="9263" y="5451"/>
                    </a:cubicBezTo>
                    <a:lnTo>
                      <a:pt x="11374" y="6175"/>
                    </a:lnTo>
                    <a:cubicBezTo>
                      <a:pt x="11403" y="6183"/>
                      <a:pt x="11435" y="6186"/>
                      <a:pt x="11466" y="6186"/>
                    </a:cubicBezTo>
                    <a:cubicBezTo>
                      <a:pt x="11569" y="6186"/>
                      <a:pt x="11672" y="6145"/>
                      <a:pt x="11720" y="6049"/>
                    </a:cubicBezTo>
                    <a:cubicBezTo>
                      <a:pt x="11815" y="5923"/>
                      <a:pt x="11846" y="5766"/>
                      <a:pt x="11783" y="5671"/>
                    </a:cubicBezTo>
                    <a:lnTo>
                      <a:pt x="11153" y="4442"/>
                    </a:lnTo>
                    <a:lnTo>
                      <a:pt x="11783" y="3214"/>
                    </a:lnTo>
                    <a:cubicBezTo>
                      <a:pt x="11815" y="3151"/>
                      <a:pt x="11783" y="2993"/>
                      <a:pt x="11689" y="2899"/>
                    </a:cubicBezTo>
                    <a:cubicBezTo>
                      <a:pt x="11641" y="2802"/>
                      <a:pt x="11519" y="2761"/>
                      <a:pt x="11422" y="2761"/>
                    </a:cubicBezTo>
                    <a:cubicBezTo>
                      <a:pt x="11392" y="2761"/>
                      <a:pt x="11364" y="2765"/>
                      <a:pt x="11342" y="2773"/>
                    </a:cubicBezTo>
                    <a:lnTo>
                      <a:pt x="9200" y="3497"/>
                    </a:lnTo>
                    <a:cubicBezTo>
                      <a:pt x="9168" y="3497"/>
                      <a:pt x="9105" y="3529"/>
                      <a:pt x="9105" y="3560"/>
                    </a:cubicBezTo>
                    <a:lnTo>
                      <a:pt x="8916" y="3718"/>
                    </a:lnTo>
                    <a:cubicBezTo>
                      <a:pt x="8570" y="1607"/>
                      <a:pt x="6742" y="0"/>
                      <a:pt x="44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12" name="Google Shape;9164;p73">
                <a:extLst>
                  <a:ext uri="{FF2B5EF4-FFF2-40B4-BE49-F238E27FC236}">
                    <a16:creationId xmlns:a16="http://schemas.microsoft.com/office/drawing/2014/main" id="{53B3323A-F172-9026-862E-98EF6BA765A0}"/>
                  </a:ext>
                </a:extLst>
              </p:cNvPr>
              <p:cNvGrpSpPr/>
              <p:nvPr/>
            </p:nvGrpSpPr>
            <p:grpSpPr>
              <a:xfrm>
                <a:off x="7113533" y="1688554"/>
                <a:ext cx="497951" cy="499261"/>
                <a:chOff x="4321150" y="1946600"/>
                <a:chExt cx="294600" cy="295375"/>
              </a:xfrm>
              <a:grpFill/>
            </p:grpSpPr>
            <p:sp>
              <p:nvSpPr>
                <p:cNvPr id="457" name="Google Shape;9165;p73">
                  <a:extLst>
                    <a:ext uri="{FF2B5EF4-FFF2-40B4-BE49-F238E27FC236}">
                      <a16:creationId xmlns:a16="http://schemas.microsoft.com/office/drawing/2014/main" id="{386CB670-FFC9-040E-1A5C-5E640A346190}"/>
                    </a:ext>
                  </a:extLst>
                </p:cNvPr>
                <p:cNvSpPr/>
                <p:nvPr/>
              </p:nvSpPr>
              <p:spPr>
                <a:xfrm>
                  <a:off x="4321150" y="1946600"/>
                  <a:ext cx="29460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815" extrusionOk="0">
                      <a:moveTo>
                        <a:pt x="9043" y="662"/>
                      </a:moveTo>
                      <a:lnTo>
                        <a:pt x="9043" y="2080"/>
                      </a:lnTo>
                      <a:lnTo>
                        <a:pt x="2742" y="2080"/>
                      </a:lnTo>
                      <a:lnTo>
                        <a:pt x="2742" y="662"/>
                      </a:lnTo>
                      <a:close/>
                      <a:moveTo>
                        <a:pt x="10775" y="2742"/>
                      </a:moveTo>
                      <a:cubicBezTo>
                        <a:pt x="10996" y="2742"/>
                        <a:pt x="11153" y="2899"/>
                        <a:pt x="11153" y="3120"/>
                      </a:cubicBezTo>
                      <a:lnTo>
                        <a:pt x="11153" y="6554"/>
                      </a:lnTo>
                      <a:cubicBezTo>
                        <a:pt x="11153" y="6774"/>
                        <a:pt x="10996" y="6932"/>
                        <a:pt x="10775" y="6932"/>
                      </a:cubicBezTo>
                      <a:lnTo>
                        <a:pt x="9767" y="6932"/>
                      </a:lnTo>
                      <a:lnTo>
                        <a:pt x="9767" y="4474"/>
                      </a:lnTo>
                      <a:cubicBezTo>
                        <a:pt x="9767" y="4285"/>
                        <a:pt x="9610" y="4128"/>
                        <a:pt x="9421" y="4128"/>
                      </a:cubicBezTo>
                      <a:lnTo>
                        <a:pt x="2427" y="4128"/>
                      </a:lnTo>
                      <a:cubicBezTo>
                        <a:pt x="2238" y="4128"/>
                        <a:pt x="2080" y="4285"/>
                        <a:pt x="2080" y="4474"/>
                      </a:cubicBezTo>
                      <a:lnTo>
                        <a:pt x="2080" y="6932"/>
                      </a:lnTo>
                      <a:lnTo>
                        <a:pt x="1009" y="6932"/>
                      </a:lnTo>
                      <a:cubicBezTo>
                        <a:pt x="820" y="6932"/>
                        <a:pt x="662" y="6774"/>
                        <a:pt x="662" y="6554"/>
                      </a:cubicBezTo>
                      <a:lnTo>
                        <a:pt x="662" y="3120"/>
                      </a:lnTo>
                      <a:cubicBezTo>
                        <a:pt x="662" y="2899"/>
                        <a:pt x="820" y="2742"/>
                        <a:pt x="1009" y="2742"/>
                      </a:cubicBezTo>
                      <a:close/>
                      <a:moveTo>
                        <a:pt x="9011" y="4821"/>
                      </a:moveTo>
                      <a:lnTo>
                        <a:pt x="9011" y="11090"/>
                      </a:lnTo>
                      <a:lnTo>
                        <a:pt x="2710" y="11090"/>
                      </a:lnTo>
                      <a:lnTo>
                        <a:pt x="2710" y="4821"/>
                      </a:lnTo>
                      <a:close/>
                      <a:moveTo>
                        <a:pt x="2395" y="1"/>
                      </a:moveTo>
                      <a:cubicBezTo>
                        <a:pt x="2206" y="1"/>
                        <a:pt x="2049" y="158"/>
                        <a:pt x="2049" y="347"/>
                      </a:cubicBezTo>
                      <a:lnTo>
                        <a:pt x="2049" y="2112"/>
                      </a:lnTo>
                      <a:lnTo>
                        <a:pt x="1009" y="2112"/>
                      </a:lnTo>
                      <a:cubicBezTo>
                        <a:pt x="442" y="2112"/>
                        <a:pt x="1" y="2584"/>
                        <a:pt x="1" y="3151"/>
                      </a:cubicBezTo>
                      <a:lnTo>
                        <a:pt x="1" y="6617"/>
                      </a:lnTo>
                      <a:cubicBezTo>
                        <a:pt x="1" y="7215"/>
                        <a:pt x="473" y="7625"/>
                        <a:pt x="1009" y="7625"/>
                      </a:cubicBezTo>
                      <a:lnTo>
                        <a:pt x="2049" y="7625"/>
                      </a:lnTo>
                      <a:lnTo>
                        <a:pt x="2049" y="11468"/>
                      </a:lnTo>
                      <a:cubicBezTo>
                        <a:pt x="2049" y="11657"/>
                        <a:pt x="2206" y="11815"/>
                        <a:pt x="2395" y="11815"/>
                      </a:cubicBezTo>
                      <a:lnTo>
                        <a:pt x="9358" y="11815"/>
                      </a:lnTo>
                      <a:cubicBezTo>
                        <a:pt x="9578" y="11815"/>
                        <a:pt x="9736" y="11657"/>
                        <a:pt x="9736" y="11468"/>
                      </a:cubicBezTo>
                      <a:lnTo>
                        <a:pt x="9736" y="7625"/>
                      </a:lnTo>
                      <a:lnTo>
                        <a:pt x="10744" y="7625"/>
                      </a:lnTo>
                      <a:cubicBezTo>
                        <a:pt x="11343" y="7625"/>
                        <a:pt x="11784" y="7152"/>
                        <a:pt x="11784" y="6617"/>
                      </a:cubicBezTo>
                      <a:lnTo>
                        <a:pt x="11784" y="3151"/>
                      </a:lnTo>
                      <a:cubicBezTo>
                        <a:pt x="11784" y="2553"/>
                        <a:pt x="11311" y="2112"/>
                        <a:pt x="10744" y="2112"/>
                      </a:cubicBezTo>
                      <a:lnTo>
                        <a:pt x="9736" y="2112"/>
                      </a:lnTo>
                      <a:lnTo>
                        <a:pt x="9736" y="347"/>
                      </a:lnTo>
                      <a:cubicBezTo>
                        <a:pt x="9736" y="158"/>
                        <a:pt x="9578" y="1"/>
                        <a:pt x="93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8" name="Google Shape;9166;p73">
                  <a:extLst>
                    <a:ext uri="{FF2B5EF4-FFF2-40B4-BE49-F238E27FC236}">
                      <a16:creationId xmlns:a16="http://schemas.microsoft.com/office/drawing/2014/main" id="{6109FB45-02AF-F869-8A76-C9C06E843CB2}"/>
                    </a:ext>
                  </a:extLst>
                </p:cNvPr>
                <p:cNvSpPr/>
                <p:nvPr/>
              </p:nvSpPr>
              <p:spPr>
                <a:xfrm>
                  <a:off x="4564525" y="2031675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1" y="189"/>
                        <a:pt x="1" y="378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cubicBezTo>
                        <a:pt x="536" y="725"/>
                        <a:pt x="694" y="567"/>
                        <a:pt x="694" y="378"/>
                      </a:cubicBezTo>
                      <a:cubicBezTo>
                        <a:pt x="694" y="189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9" name="Google Shape;9167;p73">
                  <a:extLst>
                    <a:ext uri="{FF2B5EF4-FFF2-40B4-BE49-F238E27FC236}">
                      <a16:creationId xmlns:a16="http://schemas.microsoft.com/office/drawing/2014/main" id="{8CC338D2-BD22-32F9-F96A-ACB9FCBA304D}"/>
                    </a:ext>
                  </a:extLst>
                </p:cNvPr>
                <p:cNvSpPr/>
                <p:nvPr/>
              </p:nvSpPr>
              <p:spPr>
                <a:xfrm>
                  <a:off x="4414100" y="2084450"/>
                  <a:ext cx="1063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4884" extrusionOk="0">
                      <a:moveTo>
                        <a:pt x="2174" y="693"/>
                      </a:moveTo>
                      <a:cubicBezTo>
                        <a:pt x="2584" y="693"/>
                        <a:pt x="2899" y="1008"/>
                        <a:pt x="2899" y="1418"/>
                      </a:cubicBezTo>
                      <a:cubicBezTo>
                        <a:pt x="2899" y="1796"/>
                        <a:pt x="2584" y="2111"/>
                        <a:pt x="2174" y="2111"/>
                      </a:cubicBezTo>
                      <a:cubicBezTo>
                        <a:pt x="1796" y="2111"/>
                        <a:pt x="1481" y="1796"/>
                        <a:pt x="1481" y="1418"/>
                      </a:cubicBezTo>
                      <a:cubicBezTo>
                        <a:pt x="1481" y="1008"/>
                        <a:pt x="1796" y="693"/>
                        <a:pt x="2174" y="693"/>
                      </a:cubicBezTo>
                      <a:close/>
                      <a:moveTo>
                        <a:pt x="2174" y="2804"/>
                      </a:moveTo>
                      <a:cubicBezTo>
                        <a:pt x="2930" y="2804"/>
                        <a:pt x="3592" y="3403"/>
                        <a:pt x="3592" y="4190"/>
                      </a:cubicBezTo>
                      <a:lnTo>
                        <a:pt x="756" y="4190"/>
                      </a:lnTo>
                      <a:cubicBezTo>
                        <a:pt x="756" y="3403"/>
                        <a:pt x="1387" y="2804"/>
                        <a:pt x="2174" y="2804"/>
                      </a:cubicBezTo>
                      <a:close/>
                      <a:moveTo>
                        <a:pt x="2143" y="0"/>
                      </a:moveTo>
                      <a:cubicBezTo>
                        <a:pt x="1387" y="0"/>
                        <a:pt x="725" y="630"/>
                        <a:pt x="725" y="1386"/>
                      </a:cubicBezTo>
                      <a:cubicBezTo>
                        <a:pt x="725" y="1733"/>
                        <a:pt x="882" y="2079"/>
                        <a:pt x="1103" y="2331"/>
                      </a:cubicBezTo>
                      <a:cubicBezTo>
                        <a:pt x="473" y="2678"/>
                        <a:pt x="0" y="3340"/>
                        <a:pt x="0" y="4159"/>
                      </a:cubicBezTo>
                      <a:lnTo>
                        <a:pt x="0" y="4537"/>
                      </a:lnTo>
                      <a:cubicBezTo>
                        <a:pt x="63" y="4726"/>
                        <a:pt x="221" y="4883"/>
                        <a:pt x="410" y="4883"/>
                      </a:cubicBezTo>
                      <a:lnTo>
                        <a:pt x="3907" y="4883"/>
                      </a:lnTo>
                      <a:cubicBezTo>
                        <a:pt x="4127" y="4883"/>
                        <a:pt x="4253" y="4726"/>
                        <a:pt x="4253" y="4537"/>
                      </a:cubicBezTo>
                      <a:lnTo>
                        <a:pt x="4253" y="4159"/>
                      </a:lnTo>
                      <a:cubicBezTo>
                        <a:pt x="4253" y="3371"/>
                        <a:pt x="3844" y="2709"/>
                        <a:pt x="3151" y="2331"/>
                      </a:cubicBezTo>
                      <a:cubicBezTo>
                        <a:pt x="3403" y="2048"/>
                        <a:pt x="3560" y="1733"/>
                        <a:pt x="3560" y="1386"/>
                      </a:cubicBezTo>
                      <a:cubicBezTo>
                        <a:pt x="3560" y="599"/>
                        <a:pt x="2930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3" name="Google Shape;9168;p73">
                <a:extLst>
                  <a:ext uri="{FF2B5EF4-FFF2-40B4-BE49-F238E27FC236}">
                    <a16:creationId xmlns:a16="http://schemas.microsoft.com/office/drawing/2014/main" id="{67B60FCF-EBE9-56F9-6F38-8864C083DDC5}"/>
                  </a:ext>
                </a:extLst>
              </p:cNvPr>
              <p:cNvSpPr/>
              <p:nvPr/>
            </p:nvSpPr>
            <p:spPr>
              <a:xfrm>
                <a:off x="7108806" y="2297591"/>
                <a:ext cx="507290" cy="467358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060" extrusionOk="0">
                    <a:moveTo>
                      <a:pt x="2049" y="2049"/>
                    </a:moveTo>
                    <a:cubicBezTo>
                      <a:pt x="2238" y="2049"/>
                      <a:pt x="2395" y="2206"/>
                      <a:pt x="2395" y="2395"/>
                    </a:cubicBezTo>
                    <a:cubicBezTo>
                      <a:pt x="2395" y="2584"/>
                      <a:pt x="2238" y="2742"/>
                      <a:pt x="2049" y="2742"/>
                    </a:cubicBezTo>
                    <a:cubicBezTo>
                      <a:pt x="1860" y="2742"/>
                      <a:pt x="1702" y="2584"/>
                      <a:pt x="1702" y="2395"/>
                    </a:cubicBezTo>
                    <a:cubicBezTo>
                      <a:pt x="1734" y="2206"/>
                      <a:pt x="1860" y="2049"/>
                      <a:pt x="2049" y="2049"/>
                    </a:cubicBezTo>
                    <a:close/>
                    <a:moveTo>
                      <a:pt x="9736" y="2049"/>
                    </a:moveTo>
                    <a:cubicBezTo>
                      <a:pt x="9925" y="2049"/>
                      <a:pt x="10082" y="2206"/>
                      <a:pt x="10082" y="2395"/>
                    </a:cubicBezTo>
                    <a:cubicBezTo>
                      <a:pt x="10082" y="2584"/>
                      <a:pt x="9925" y="2742"/>
                      <a:pt x="9736" y="2742"/>
                    </a:cubicBezTo>
                    <a:cubicBezTo>
                      <a:pt x="9515" y="2742"/>
                      <a:pt x="9358" y="2584"/>
                      <a:pt x="9358" y="2395"/>
                    </a:cubicBezTo>
                    <a:cubicBezTo>
                      <a:pt x="9358" y="2206"/>
                      <a:pt x="9515" y="2049"/>
                      <a:pt x="9736" y="2049"/>
                    </a:cubicBezTo>
                    <a:close/>
                    <a:moveTo>
                      <a:pt x="2049" y="3719"/>
                    </a:moveTo>
                    <a:lnTo>
                      <a:pt x="3151" y="5514"/>
                    </a:lnTo>
                    <a:lnTo>
                      <a:pt x="946" y="5514"/>
                    </a:lnTo>
                    <a:lnTo>
                      <a:pt x="2049" y="3719"/>
                    </a:lnTo>
                    <a:close/>
                    <a:moveTo>
                      <a:pt x="9736" y="3719"/>
                    </a:moveTo>
                    <a:lnTo>
                      <a:pt x="10838" y="5514"/>
                    </a:lnTo>
                    <a:lnTo>
                      <a:pt x="8633" y="5514"/>
                    </a:lnTo>
                    <a:lnTo>
                      <a:pt x="9736" y="3719"/>
                    </a:lnTo>
                    <a:close/>
                    <a:moveTo>
                      <a:pt x="3435" y="6207"/>
                    </a:moveTo>
                    <a:cubicBezTo>
                      <a:pt x="3466" y="6964"/>
                      <a:pt x="2836" y="7594"/>
                      <a:pt x="2049" y="7594"/>
                    </a:cubicBezTo>
                    <a:cubicBezTo>
                      <a:pt x="1292" y="7594"/>
                      <a:pt x="662" y="6964"/>
                      <a:pt x="662" y="6207"/>
                    </a:cubicBezTo>
                    <a:close/>
                    <a:moveTo>
                      <a:pt x="11090" y="6207"/>
                    </a:moveTo>
                    <a:cubicBezTo>
                      <a:pt x="11090" y="6964"/>
                      <a:pt x="10460" y="7594"/>
                      <a:pt x="9736" y="7594"/>
                    </a:cubicBezTo>
                    <a:cubicBezTo>
                      <a:pt x="8980" y="7594"/>
                      <a:pt x="8350" y="6964"/>
                      <a:pt x="8350" y="6207"/>
                    </a:cubicBezTo>
                    <a:close/>
                    <a:moveTo>
                      <a:pt x="5892" y="663"/>
                    </a:moveTo>
                    <a:cubicBezTo>
                      <a:pt x="6113" y="663"/>
                      <a:pt x="6270" y="820"/>
                      <a:pt x="6270" y="1009"/>
                    </a:cubicBezTo>
                    <a:lnTo>
                      <a:pt x="6270" y="8980"/>
                    </a:lnTo>
                    <a:lnTo>
                      <a:pt x="5546" y="8980"/>
                    </a:lnTo>
                    <a:lnTo>
                      <a:pt x="5546" y="1009"/>
                    </a:lnTo>
                    <a:cubicBezTo>
                      <a:pt x="5546" y="820"/>
                      <a:pt x="5703" y="663"/>
                      <a:pt x="5892" y="663"/>
                    </a:cubicBezTo>
                    <a:close/>
                    <a:moveTo>
                      <a:pt x="8003" y="9673"/>
                    </a:moveTo>
                    <a:cubicBezTo>
                      <a:pt x="8192" y="9673"/>
                      <a:pt x="8350" y="9830"/>
                      <a:pt x="8350" y="10020"/>
                    </a:cubicBezTo>
                    <a:lnTo>
                      <a:pt x="8350" y="10398"/>
                    </a:lnTo>
                    <a:lnTo>
                      <a:pt x="3466" y="10398"/>
                    </a:lnTo>
                    <a:lnTo>
                      <a:pt x="3466" y="10020"/>
                    </a:lnTo>
                    <a:cubicBezTo>
                      <a:pt x="3466" y="9830"/>
                      <a:pt x="3624" y="9673"/>
                      <a:pt x="3813" y="9673"/>
                    </a:cubicBezTo>
                    <a:close/>
                    <a:moveTo>
                      <a:pt x="5955" y="1"/>
                    </a:moveTo>
                    <a:cubicBezTo>
                      <a:pt x="5357" y="1"/>
                      <a:pt x="4916" y="474"/>
                      <a:pt x="4916" y="1009"/>
                    </a:cubicBezTo>
                    <a:lnTo>
                      <a:pt x="4916" y="1167"/>
                    </a:lnTo>
                    <a:cubicBezTo>
                      <a:pt x="3970" y="1671"/>
                      <a:pt x="3655" y="1891"/>
                      <a:pt x="3057" y="1954"/>
                    </a:cubicBezTo>
                    <a:cubicBezTo>
                      <a:pt x="2899" y="1608"/>
                      <a:pt x="2553" y="1324"/>
                      <a:pt x="2112" y="1324"/>
                    </a:cubicBezTo>
                    <a:cubicBezTo>
                      <a:pt x="1734" y="1324"/>
                      <a:pt x="1387" y="1576"/>
                      <a:pt x="1166" y="1923"/>
                    </a:cubicBezTo>
                    <a:cubicBezTo>
                      <a:pt x="946" y="1891"/>
                      <a:pt x="694" y="1797"/>
                      <a:pt x="505" y="1734"/>
                    </a:cubicBezTo>
                    <a:cubicBezTo>
                      <a:pt x="454" y="1708"/>
                      <a:pt x="404" y="1697"/>
                      <a:pt x="355" y="1697"/>
                    </a:cubicBezTo>
                    <a:cubicBezTo>
                      <a:pt x="224" y="1697"/>
                      <a:pt x="110" y="1784"/>
                      <a:pt x="64" y="1923"/>
                    </a:cubicBezTo>
                    <a:cubicBezTo>
                      <a:pt x="1" y="2112"/>
                      <a:pt x="64" y="2301"/>
                      <a:pt x="284" y="2364"/>
                    </a:cubicBezTo>
                    <a:cubicBezTo>
                      <a:pt x="536" y="2458"/>
                      <a:pt x="820" y="2553"/>
                      <a:pt x="1135" y="2616"/>
                    </a:cubicBezTo>
                    <a:cubicBezTo>
                      <a:pt x="1229" y="2899"/>
                      <a:pt x="1387" y="3151"/>
                      <a:pt x="1607" y="3277"/>
                    </a:cubicBezTo>
                    <a:lnTo>
                      <a:pt x="127" y="5703"/>
                    </a:lnTo>
                    <a:cubicBezTo>
                      <a:pt x="64" y="5735"/>
                      <a:pt x="64" y="5829"/>
                      <a:pt x="64" y="5892"/>
                    </a:cubicBezTo>
                    <a:lnTo>
                      <a:pt x="64" y="6239"/>
                    </a:lnTo>
                    <a:cubicBezTo>
                      <a:pt x="64" y="7405"/>
                      <a:pt x="1009" y="8350"/>
                      <a:pt x="2175" y="8350"/>
                    </a:cubicBezTo>
                    <a:cubicBezTo>
                      <a:pt x="3309" y="8350"/>
                      <a:pt x="4254" y="7405"/>
                      <a:pt x="4254" y="6239"/>
                    </a:cubicBezTo>
                    <a:lnTo>
                      <a:pt x="4254" y="5892"/>
                    </a:lnTo>
                    <a:cubicBezTo>
                      <a:pt x="4254" y="5829"/>
                      <a:pt x="4254" y="5766"/>
                      <a:pt x="4222" y="5703"/>
                    </a:cubicBezTo>
                    <a:lnTo>
                      <a:pt x="2710" y="3277"/>
                    </a:lnTo>
                    <a:cubicBezTo>
                      <a:pt x="2962" y="3183"/>
                      <a:pt x="3120" y="2931"/>
                      <a:pt x="3183" y="2647"/>
                    </a:cubicBezTo>
                    <a:cubicBezTo>
                      <a:pt x="3844" y="2553"/>
                      <a:pt x="4222" y="2332"/>
                      <a:pt x="4947" y="1954"/>
                    </a:cubicBezTo>
                    <a:lnTo>
                      <a:pt x="4947" y="8980"/>
                    </a:lnTo>
                    <a:lnTo>
                      <a:pt x="3939" y="8980"/>
                    </a:lnTo>
                    <a:cubicBezTo>
                      <a:pt x="3340" y="8980"/>
                      <a:pt x="2899" y="9421"/>
                      <a:pt x="2899" y="9988"/>
                    </a:cubicBezTo>
                    <a:lnTo>
                      <a:pt x="2899" y="10713"/>
                    </a:lnTo>
                    <a:cubicBezTo>
                      <a:pt x="2899" y="10902"/>
                      <a:pt x="3057" y="11059"/>
                      <a:pt x="3246" y="11059"/>
                    </a:cubicBezTo>
                    <a:lnTo>
                      <a:pt x="8822" y="11059"/>
                    </a:lnTo>
                    <a:cubicBezTo>
                      <a:pt x="9011" y="11059"/>
                      <a:pt x="9169" y="10902"/>
                      <a:pt x="9169" y="10713"/>
                    </a:cubicBezTo>
                    <a:lnTo>
                      <a:pt x="9169" y="9988"/>
                    </a:lnTo>
                    <a:cubicBezTo>
                      <a:pt x="9169" y="9389"/>
                      <a:pt x="8696" y="8980"/>
                      <a:pt x="8129" y="8980"/>
                    </a:cubicBezTo>
                    <a:lnTo>
                      <a:pt x="7089" y="8980"/>
                    </a:lnTo>
                    <a:lnTo>
                      <a:pt x="7089" y="1954"/>
                    </a:lnTo>
                    <a:cubicBezTo>
                      <a:pt x="7814" y="2332"/>
                      <a:pt x="8224" y="2553"/>
                      <a:pt x="8885" y="2647"/>
                    </a:cubicBezTo>
                    <a:cubicBezTo>
                      <a:pt x="8980" y="2931"/>
                      <a:pt x="9137" y="3120"/>
                      <a:pt x="9358" y="3277"/>
                    </a:cubicBezTo>
                    <a:lnTo>
                      <a:pt x="7877" y="5703"/>
                    </a:lnTo>
                    <a:cubicBezTo>
                      <a:pt x="7814" y="5735"/>
                      <a:pt x="7814" y="5829"/>
                      <a:pt x="7814" y="5892"/>
                    </a:cubicBezTo>
                    <a:lnTo>
                      <a:pt x="7814" y="6239"/>
                    </a:lnTo>
                    <a:cubicBezTo>
                      <a:pt x="7814" y="7405"/>
                      <a:pt x="8759" y="8350"/>
                      <a:pt x="9925" y="8350"/>
                    </a:cubicBezTo>
                    <a:cubicBezTo>
                      <a:pt x="11059" y="8350"/>
                      <a:pt x="12004" y="7405"/>
                      <a:pt x="12004" y="6239"/>
                    </a:cubicBezTo>
                    <a:lnTo>
                      <a:pt x="12004" y="5892"/>
                    </a:lnTo>
                    <a:cubicBezTo>
                      <a:pt x="12004" y="5829"/>
                      <a:pt x="12004" y="5766"/>
                      <a:pt x="11973" y="5703"/>
                    </a:cubicBezTo>
                    <a:lnTo>
                      <a:pt x="10460" y="3277"/>
                    </a:lnTo>
                    <a:cubicBezTo>
                      <a:pt x="10523" y="3151"/>
                      <a:pt x="10681" y="2899"/>
                      <a:pt x="10744" y="2616"/>
                    </a:cubicBezTo>
                    <a:cubicBezTo>
                      <a:pt x="11027" y="2553"/>
                      <a:pt x="11343" y="2458"/>
                      <a:pt x="11626" y="2364"/>
                    </a:cubicBezTo>
                    <a:cubicBezTo>
                      <a:pt x="11815" y="2269"/>
                      <a:pt x="11878" y="2080"/>
                      <a:pt x="11815" y="1923"/>
                    </a:cubicBezTo>
                    <a:cubicBezTo>
                      <a:pt x="11746" y="1784"/>
                      <a:pt x="11626" y="1697"/>
                      <a:pt x="11505" y="1697"/>
                    </a:cubicBezTo>
                    <a:cubicBezTo>
                      <a:pt x="11461" y="1697"/>
                      <a:pt x="11416" y="1708"/>
                      <a:pt x="11374" y="1734"/>
                    </a:cubicBezTo>
                    <a:cubicBezTo>
                      <a:pt x="11122" y="1797"/>
                      <a:pt x="10933" y="1891"/>
                      <a:pt x="10712" y="1923"/>
                    </a:cubicBezTo>
                    <a:cubicBezTo>
                      <a:pt x="10555" y="1576"/>
                      <a:pt x="10208" y="1324"/>
                      <a:pt x="9767" y="1324"/>
                    </a:cubicBezTo>
                    <a:cubicBezTo>
                      <a:pt x="9326" y="1324"/>
                      <a:pt x="8980" y="1576"/>
                      <a:pt x="8822" y="1954"/>
                    </a:cubicBezTo>
                    <a:cubicBezTo>
                      <a:pt x="8224" y="1828"/>
                      <a:pt x="7908" y="1639"/>
                      <a:pt x="6963" y="1167"/>
                    </a:cubicBezTo>
                    <a:lnTo>
                      <a:pt x="6963" y="1009"/>
                    </a:lnTo>
                    <a:cubicBezTo>
                      <a:pt x="6963" y="411"/>
                      <a:pt x="6491" y="1"/>
                      <a:pt x="59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14" name="Google Shape;9169;p73">
                <a:extLst>
                  <a:ext uri="{FF2B5EF4-FFF2-40B4-BE49-F238E27FC236}">
                    <a16:creationId xmlns:a16="http://schemas.microsoft.com/office/drawing/2014/main" id="{0AC41896-32E4-B55E-A694-B72143E184E8}"/>
                  </a:ext>
                </a:extLst>
              </p:cNvPr>
              <p:cNvSpPr/>
              <p:nvPr/>
            </p:nvSpPr>
            <p:spPr>
              <a:xfrm>
                <a:off x="7109482" y="2925310"/>
                <a:ext cx="505937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15" extrusionOk="0">
                    <a:moveTo>
                      <a:pt x="5986" y="631"/>
                    </a:moveTo>
                    <a:cubicBezTo>
                      <a:pt x="6396" y="631"/>
                      <a:pt x="6711" y="946"/>
                      <a:pt x="6711" y="1324"/>
                    </a:cubicBezTo>
                    <a:cubicBezTo>
                      <a:pt x="6711" y="1733"/>
                      <a:pt x="6396" y="2048"/>
                      <a:pt x="5986" y="2048"/>
                    </a:cubicBezTo>
                    <a:cubicBezTo>
                      <a:pt x="5608" y="2048"/>
                      <a:pt x="5293" y="1733"/>
                      <a:pt x="5293" y="1324"/>
                    </a:cubicBezTo>
                    <a:cubicBezTo>
                      <a:pt x="5293" y="946"/>
                      <a:pt x="5608" y="631"/>
                      <a:pt x="5986" y="631"/>
                    </a:cubicBezTo>
                    <a:close/>
                    <a:moveTo>
                      <a:pt x="5986" y="2710"/>
                    </a:moveTo>
                    <a:cubicBezTo>
                      <a:pt x="6931" y="2710"/>
                      <a:pt x="7719" y="3498"/>
                      <a:pt x="7719" y="4443"/>
                    </a:cubicBezTo>
                    <a:lnTo>
                      <a:pt x="7719" y="4789"/>
                    </a:lnTo>
                    <a:lnTo>
                      <a:pt x="4253" y="4789"/>
                    </a:lnTo>
                    <a:lnTo>
                      <a:pt x="4253" y="4443"/>
                    </a:lnTo>
                    <a:cubicBezTo>
                      <a:pt x="4253" y="3498"/>
                      <a:pt x="5041" y="2710"/>
                      <a:pt x="5986" y="2710"/>
                    </a:cubicBezTo>
                    <a:close/>
                    <a:moveTo>
                      <a:pt x="3245" y="6900"/>
                    </a:moveTo>
                    <a:cubicBezTo>
                      <a:pt x="3623" y="6900"/>
                      <a:pt x="3938" y="7215"/>
                      <a:pt x="3938" y="7593"/>
                    </a:cubicBezTo>
                    <a:cubicBezTo>
                      <a:pt x="3938" y="8003"/>
                      <a:pt x="3623" y="8318"/>
                      <a:pt x="3245" y="8318"/>
                    </a:cubicBezTo>
                    <a:cubicBezTo>
                      <a:pt x="2836" y="8255"/>
                      <a:pt x="2521" y="7940"/>
                      <a:pt x="2521" y="7593"/>
                    </a:cubicBezTo>
                    <a:cubicBezTo>
                      <a:pt x="2521" y="7215"/>
                      <a:pt x="2836" y="6900"/>
                      <a:pt x="3245" y="6900"/>
                    </a:cubicBezTo>
                    <a:close/>
                    <a:moveTo>
                      <a:pt x="8759" y="6900"/>
                    </a:moveTo>
                    <a:cubicBezTo>
                      <a:pt x="9137" y="6900"/>
                      <a:pt x="9452" y="7215"/>
                      <a:pt x="9452" y="7593"/>
                    </a:cubicBezTo>
                    <a:cubicBezTo>
                      <a:pt x="9452" y="8003"/>
                      <a:pt x="9137" y="8318"/>
                      <a:pt x="8759" y="8318"/>
                    </a:cubicBezTo>
                    <a:cubicBezTo>
                      <a:pt x="8349" y="8318"/>
                      <a:pt x="8034" y="7940"/>
                      <a:pt x="8034" y="7593"/>
                    </a:cubicBezTo>
                    <a:cubicBezTo>
                      <a:pt x="8034" y="7215"/>
                      <a:pt x="8349" y="6900"/>
                      <a:pt x="8759" y="6900"/>
                    </a:cubicBezTo>
                    <a:close/>
                    <a:moveTo>
                      <a:pt x="10365" y="5545"/>
                    </a:moveTo>
                    <a:cubicBezTo>
                      <a:pt x="10523" y="5545"/>
                      <a:pt x="10680" y="5672"/>
                      <a:pt x="10712" y="5829"/>
                    </a:cubicBezTo>
                    <a:lnTo>
                      <a:pt x="11216" y="8570"/>
                    </a:lnTo>
                    <a:cubicBezTo>
                      <a:pt x="11247" y="8790"/>
                      <a:pt x="11027" y="8980"/>
                      <a:pt x="10838" y="8980"/>
                    </a:cubicBezTo>
                    <a:lnTo>
                      <a:pt x="10460" y="8980"/>
                    </a:lnTo>
                    <a:cubicBezTo>
                      <a:pt x="10239" y="8790"/>
                      <a:pt x="10019" y="8633"/>
                      <a:pt x="9767" y="8507"/>
                    </a:cubicBezTo>
                    <a:cubicBezTo>
                      <a:pt x="10019" y="8255"/>
                      <a:pt x="10145" y="7940"/>
                      <a:pt x="10145" y="7562"/>
                    </a:cubicBezTo>
                    <a:cubicBezTo>
                      <a:pt x="10145" y="6806"/>
                      <a:pt x="9515" y="6176"/>
                      <a:pt x="8759" y="6176"/>
                    </a:cubicBezTo>
                    <a:cubicBezTo>
                      <a:pt x="8002" y="6176"/>
                      <a:pt x="7372" y="6806"/>
                      <a:pt x="7372" y="7562"/>
                    </a:cubicBezTo>
                    <a:cubicBezTo>
                      <a:pt x="7372" y="7908"/>
                      <a:pt x="7498" y="8223"/>
                      <a:pt x="7719" y="8507"/>
                    </a:cubicBezTo>
                    <a:cubicBezTo>
                      <a:pt x="7498" y="8633"/>
                      <a:pt x="7246" y="8790"/>
                      <a:pt x="7057" y="8980"/>
                    </a:cubicBezTo>
                    <a:lnTo>
                      <a:pt x="4883" y="8980"/>
                    </a:lnTo>
                    <a:cubicBezTo>
                      <a:pt x="4694" y="8790"/>
                      <a:pt x="4442" y="8633"/>
                      <a:pt x="4222" y="8507"/>
                    </a:cubicBezTo>
                    <a:cubicBezTo>
                      <a:pt x="4474" y="8255"/>
                      <a:pt x="4568" y="7940"/>
                      <a:pt x="4568" y="7562"/>
                    </a:cubicBezTo>
                    <a:cubicBezTo>
                      <a:pt x="4568" y="6806"/>
                      <a:pt x="3938" y="6176"/>
                      <a:pt x="3214" y="6176"/>
                    </a:cubicBezTo>
                    <a:cubicBezTo>
                      <a:pt x="2458" y="6176"/>
                      <a:pt x="1828" y="6806"/>
                      <a:pt x="1828" y="7562"/>
                    </a:cubicBezTo>
                    <a:cubicBezTo>
                      <a:pt x="1828" y="7908"/>
                      <a:pt x="1954" y="8223"/>
                      <a:pt x="2174" y="8507"/>
                    </a:cubicBezTo>
                    <a:cubicBezTo>
                      <a:pt x="1922" y="8633"/>
                      <a:pt x="1701" y="8790"/>
                      <a:pt x="1512" y="8980"/>
                    </a:cubicBezTo>
                    <a:lnTo>
                      <a:pt x="1103" y="8980"/>
                    </a:lnTo>
                    <a:cubicBezTo>
                      <a:pt x="882" y="8980"/>
                      <a:pt x="725" y="8790"/>
                      <a:pt x="756" y="8570"/>
                    </a:cubicBezTo>
                    <a:lnTo>
                      <a:pt x="1260" y="5829"/>
                    </a:lnTo>
                    <a:cubicBezTo>
                      <a:pt x="1323" y="5672"/>
                      <a:pt x="1418" y="5545"/>
                      <a:pt x="1638" y="5545"/>
                    </a:cubicBezTo>
                    <a:close/>
                    <a:moveTo>
                      <a:pt x="3214" y="8948"/>
                    </a:moveTo>
                    <a:cubicBezTo>
                      <a:pt x="4127" y="8948"/>
                      <a:pt x="4915" y="9736"/>
                      <a:pt x="4915" y="10712"/>
                    </a:cubicBezTo>
                    <a:lnTo>
                      <a:pt x="4915" y="11059"/>
                    </a:lnTo>
                    <a:lnTo>
                      <a:pt x="1481" y="11059"/>
                    </a:lnTo>
                    <a:lnTo>
                      <a:pt x="1481" y="10712"/>
                    </a:lnTo>
                    <a:cubicBezTo>
                      <a:pt x="1481" y="9736"/>
                      <a:pt x="2269" y="8948"/>
                      <a:pt x="3214" y="8948"/>
                    </a:cubicBezTo>
                    <a:close/>
                    <a:moveTo>
                      <a:pt x="8759" y="8948"/>
                    </a:moveTo>
                    <a:cubicBezTo>
                      <a:pt x="9704" y="8948"/>
                      <a:pt x="10491" y="9736"/>
                      <a:pt x="10491" y="10712"/>
                    </a:cubicBezTo>
                    <a:lnTo>
                      <a:pt x="10491" y="11059"/>
                    </a:lnTo>
                    <a:lnTo>
                      <a:pt x="7026" y="11059"/>
                    </a:lnTo>
                    <a:lnTo>
                      <a:pt x="7026" y="10712"/>
                    </a:lnTo>
                    <a:cubicBezTo>
                      <a:pt x="7026" y="9736"/>
                      <a:pt x="7813" y="8948"/>
                      <a:pt x="8759" y="8948"/>
                    </a:cubicBezTo>
                    <a:close/>
                    <a:moveTo>
                      <a:pt x="5986" y="1"/>
                    </a:moveTo>
                    <a:cubicBezTo>
                      <a:pt x="5262" y="1"/>
                      <a:pt x="4631" y="631"/>
                      <a:pt x="4631" y="1387"/>
                    </a:cubicBezTo>
                    <a:cubicBezTo>
                      <a:pt x="4631" y="1733"/>
                      <a:pt x="4726" y="2048"/>
                      <a:pt x="4978" y="2269"/>
                    </a:cubicBezTo>
                    <a:cubicBezTo>
                      <a:pt x="4127" y="2679"/>
                      <a:pt x="3592" y="3498"/>
                      <a:pt x="3592" y="4474"/>
                    </a:cubicBezTo>
                    <a:lnTo>
                      <a:pt x="3592" y="4852"/>
                    </a:lnTo>
                    <a:lnTo>
                      <a:pt x="1670" y="4852"/>
                    </a:lnTo>
                    <a:cubicBezTo>
                      <a:pt x="1166" y="4852"/>
                      <a:pt x="725" y="5199"/>
                      <a:pt x="630" y="5703"/>
                    </a:cubicBezTo>
                    <a:lnTo>
                      <a:pt x="126" y="8475"/>
                    </a:lnTo>
                    <a:cubicBezTo>
                      <a:pt x="0" y="9043"/>
                      <a:pt x="473" y="9610"/>
                      <a:pt x="1071" y="9673"/>
                    </a:cubicBezTo>
                    <a:cubicBezTo>
                      <a:pt x="914" y="9988"/>
                      <a:pt x="819" y="10366"/>
                      <a:pt x="819" y="10744"/>
                    </a:cubicBezTo>
                    <a:lnTo>
                      <a:pt x="819" y="11468"/>
                    </a:lnTo>
                    <a:cubicBezTo>
                      <a:pt x="819" y="11657"/>
                      <a:pt x="977" y="11815"/>
                      <a:pt x="1197" y="11815"/>
                    </a:cubicBezTo>
                    <a:lnTo>
                      <a:pt x="5356" y="11815"/>
                    </a:lnTo>
                    <a:cubicBezTo>
                      <a:pt x="5545" y="11815"/>
                      <a:pt x="5703" y="11657"/>
                      <a:pt x="5703" y="11468"/>
                    </a:cubicBezTo>
                    <a:lnTo>
                      <a:pt x="5703" y="10744"/>
                    </a:lnTo>
                    <a:cubicBezTo>
                      <a:pt x="5703" y="10366"/>
                      <a:pt x="5640" y="9988"/>
                      <a:pt x="5482" y="9673"/>
                    </a:cubicBezTo>
                    <a:lnTo>
                      <a:pt x="6648" y="9673"/>
                    </a:lnTo>
                    <a:cubicBezTo>
                      <a:pt x="6490" y="9988"/>
                      <a:pt x="6427" y="10366"/>
                      <a:pt x="6427" y="10744"/>
                    </a:cubicBezTo>
                    <a:lnTo>
                      <a:pt x="6427" y="11468"/>
                    </a:lnTo>
                    <a:cubicBezTo>
                      <a:pt x="6427" y="11657"/>
                      <a:pt x="6585" y="11815"/>
                      <a:pt x="6774" y="11815"/>
                    </a:cubicBezTo>
                    <a:lnTo>
                      <a:pt x="10838" y="11815"/>
                    </a:lnTo>
                    <a:cubicBezTo>
                      <a:pt x="11027" y="11815"/>
                      <a:pt x="11184" y="11657"/>
                      <a:pt x="11184" y="11468"/>
                    </a:cubicBezTo>
                    <a:lnTo>
                      <a:pt x="11184" y="10744"/>
                    </a:lnTo>
                    <a:cubicBezTo>
                      <a:pt x="11184" y="10366"/>
                      <a:pt x="11121" y="9988"/>
                      <a:pt x="10964" y="9673"/>
                    </a:cubicBezTo>
                    <a:cubicBezTo>
                      <a:pt x="11563" y="9610"/>
                      <a:pt x="11972" y="9043"/>
                      <a:pt x="11878" y="8475"/>
                    </a:cubicBezTo>
                    <a:lnTo>
                      <a:pt x="11342" y="5703"/>
                    </a:lnTo>
                    <a:cubicBezTo>
                      <a:pt x="11279" y="5199"/>
                      <a:pt x="10838" y="4852"/>
                      <a:pt x="10334" y="4852"/>
                    </a:cubicBezTo>
                    <a:lnTo>
                      <a:pt x="8412" y="4852"/>
                    </a:lnTo>
                    <a:lnTo>
                      <a:pt x="8412" y="4474"/>
                    </a:lnTo>
                    <a:cubicBezTo>
                      <a:pt x="8412" y="3498"/>
                      <a:pt x="7845" y="2679"/>
                      <a:pt x="7026" y="2269"/>
                    </a:cubicBezTo>
                    <a:cubicBezTo>
                      <a:pt x="7246" y="2048"/>
                      <a:pt x="7372" y="1733"/>
                      <a:pt x="7372" y="1387"/>
                    </a:cubicBezTo>
                    <a:cubicBezTo>
                      <a:pt x="7372" y="631"/>
                      <a:pt x="6742" y="1"/>
                      <a:pt x="5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15" name="Google Shape;9170;p73">
                <a:extLst>
                  <a:ext uri="{FF2B5EF4-FFF2-40B4-BE49-F238E27FC236}">
                    <a16:creationId xmlns:a16="http://schemas.microsoft.com/office/drawing/2014/main" id="{6D34020D-B3EA-9E18-F40A-BA50A5166FE0}"/>
                  </a:ext>
                </a:extLst>
              </p:cNvPr>
              <p:cNvSpPr/>
              <p:nvPr/>
            </p:nvSpPr>
            <p:spPr>
              <a:xfrm>
                <a:off x="10369466" y="1689879"/>
                <a:ext cx="320895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7594" h="11752" extrusionOk="0">
                    <a:moveTo>
                      <a:pt x="6585" y="662"/>
                    </a:moveTo>
                    <a:cubicBezTo>
                      <a:pt x="6774" y="662"/>
                      <a:pt x="6932" y="819"/>
                      <a:pt x="6932" y="1008"/>
                    </a:cubicBezTo>
                    <a:cubicBezTo>
                      <a:pt x="6932" y="1197"/>
                      <a:pt x="6774" y="1355"/>
                      <a:pt x="6585" y="1355"/>
                    </a:cubicBezTo>
                    <a:lnTo>
                      <a:pt x="1040" y="1355"/>
                    </a:lnTo>
                    <a:cubicBezTo>
                      <a:pt x="820" y="1355"/>
                      <a:pt x="662" y="1197"/>
                      <a:pt x="662" y="1008"/>
                    </a:cubicBezTo>
                    <a:cubicBezTo>
                      <a:pt x="662" y="819"/>
                      <a:pt x="820" y="662"/>
                      <a:pt x="1040" y="662"/>
                    </a:cubicBezTo>
                    <a:close/>
                    <a:moveTo>
                      <a:pt x="6175" y="2048"/>
                    </a:moveTo>
                    <a:lnTo>
                      <a:pt x="6175" y="2867"/>
                    </a:lnTo>
                    <a:cubicBezTo>
                      <a:pt x="5435" y="3277"/>
                      <a:pt x="4600" y="3481"/>
                      <a:pt x="3765" y="3481"/>
                    </a:cubicBezTo>
                    <a:cubicBezTo>
                      <a:pt x="2930" y="3481"/>
                      <a:pt x="2096" y="3277"/>
                      <a:pt x="1355" y="2867"/>
                    </a:cubicBezTo>
                    <a:lnTo>
                      <a:pt x="1355" y="2048"/>
                    </a:lnTo>
                    <a:close/>
                    <a:moveTo>
                      <a:pt x="1418" y="3686"/>
                    </a:moveTo>
                    <a:lnTo>
                      <a:pt x="1418" y="3686"/>
                    </a:lnTo>
                    <a:cubicBezTo>
                      <a:pt x="2174" y="4001"/>
                      <a:pt x="2962" y="4190"/>
                      <a:pt x="3781" y="4190"/>
                    </a:cubicBezTo>
                    <a:cubicBezTo>
                      <a:pt x="4600" y="4190"/>
                      <a:pt x="5388" y="4033"/>
                      <a:pt x="6144" y="3686"/>
                    </a:cubicBezTo>
                    <a:lnTo>
                      <a:pt x="6144" y="3686"/>
                    </a:lnTo>
                    <a:cubicBezTo>
                      <a:pt x="5860" y="4757"/>
                      <a:pt x="4915" y="5545"/>
                      <a:pt x="3781" y="5545"/>
                    </a:cubicBezTo>
                    <a:cubicBezTo>
                      <a:pt x="2647" y="5545"/>
                      <a:pt x="1702" y="4757"/>
                      <a:pt x="1418" y="3686"/>
                    </a:cubicBezTo>
                    <a:close/>
                    <a:moveTo>
                      <a:pt x="3435" y="6238"/>
                    </a:moveTo>
                    <a:lnTo>
                      <a:pt x="3435" y="7813"/>
                    </a:lnTo>
                    <a:lnTo>
                      <a:pt x="1544" y="9704"/>
                    </a:lnTo>
                    <a:lnTo>
                      <a:pt x="1355" y="9704"/>
                    </a:lnTo>
                    <a:lnTo>
                      <a:pt x="1355" y="8695"/>
                    </a:lnTo>
                    <a:cubicBezTo>
                      <a:pt x="1355" y="7467"/>
                      <a:pt x="2237" y="6427"/>
                      <a:pt x="3435" y="6238"/>
                    </a:cubicBezTo>
                    <a:close/>
                    <a:moveTo>
                      <a:pt x="3781" y="8443"/>
                    </a:moveTo>
                    <a:lnTo>
                      <a:pt x="5041" y="9704"/>
                    </a:lnTo>
                    <a:lnTo>
                      <a:pt x="2552" y="9704"/>
                    </a:lnTo>
                    <a:lnTo>
                      <a:pt x="3781" y="8443"/>
                    </a:lnTo>
                    <a:close/>
                    <a:moveTo>
                      <a:pt x="4128" y="6238"/>
                    </a:moveTo>
                    <a:cubicBezTo>
                      <a:pt x="5325" y="6396"/>
                      <a:pt x="6207" y="7435"/>
                      <a:pt x="6207" y="8695"/>
                    </a:cubicBezTo>
                    <a:lnTo>
                      <a:pt x="6207" y="9704"/>
                    </a:lnTo>
                    <a:lnTo>
                      <a:pt x="6018" y="9704"/>
                    </a:lnTo>
                    <a:lnTo>
                      <a:pt x="4128" y="7813"/>
                    </a:lnTo>
                    <a:lnTo>
                      <a:pt x="4128" y="6238"/>
                    </a:lnTo>
                    <a:close/>
                    <a:moveTo>
                      <a:pt x="6553" y="10397"/>
                    </a:moveTo>
                    <a:cubicBezTo>
                      <a:pt x="6743" y="10428"/>
                      <a:pt x="6900" y="10586"/>
                      <a:pt x="6900" y="10743"/>
                    </a:cubicBezTo>
                    <a:cubicBezTo>
                      <a:pt x="6900" y="10932"/>
                      <a:pt x="6743" y="11090"/>
                      <a:pt x="6553" y="11090"/>
                    </a:cubicBezTo>
                    <a:lnTo>
                      <a:pt x="977" y="11090"/>
                    </a:lnTo>
                    <a:cubicBezTo>
                      <a:pt x="788" y="11090"/>
                      <a:pt x="631" y="10932"/>
                      <a:pt x="631" y="10743"/>
                    </a:cubicBezTo>
                    <a:cubicBezTo>
                      <a:pt x="631" y="10554"/>
                      <a:pt x="788" y="10397"/>
                      <a:pt x="977" y="10397"/>
                    </a:cubicBezTo>
                    <a:close/>
                    <a:moveTo>
                      <a:pt x="1009" y="0"/>
                    </a:moveTo>
                    <a:cubicBezTo>
                      <a:pt x="442" y="0"/>
                      <a:pt x="0" y="473"/>
                      <a:pt x="0" y="1008"/>
                    </a:cubicBezTo>
                    <a:cubicBezTo>
                      <a:pt x="0" y="1449"/>
                      <a:pt x="284" y="1827"/>
                      <a:pt x="694" y="1985"/>
                    </a:cubicBezTo>
                    <a:lnTo>
                      <a:pt x="694" y="3088"/>
                    </a:lnTo>
                    <a:cubicBezTo>
                      <a:pt x="694" y="4316"/>
                      <a:pt x="1387" y="5356"/>
                      <a:pt x="2395" y="5860"/>
                    </a:cubicBezTo>
                    <a:cubicBezTo>
                      <a:pt x="1387" y="6364"/>
                      <a:pt x="694" y="7435"/>
                      <a:pt x="694" y="8664"/>
                    </a:cubicBezTo>
                    <a:lnTo>
                      <a:pt x="694" y="9767"/>
                    </a:lnTo>
                    <a:cubicBezTo>
                      <a:pt x="316" y="9924"/>
                      <a:pt x="0" y="10271"/>
                      <a:pt x="0" y="10743"/>
                    </a:cubicBezTo>
                    <a:cubicBezTo>
                      <a:pt x="0" y="11342"/>
                      <a:pt x="473" y="11751"/>
                      <a:pt x="1009" y="11751"/>
                    </a:cubicBezTo>
                    <a:lnTo>
                      <a:pt x="6585" y="11751"/>
                    </a:lnTo>
                    <a:cubicBezTo>
                      <a:pt x="7152" y="11751"/>
                      <a:pt x="7593" y="11279"/>
                      <a:pt x="7593" y="10743"/>
                    </a:cubicBezTo>
                    <a:cubicBezTo>
                      <a:pt x="7593" y="10302"/>
                      <a:pt x="7310" y="9924"/>
                      <a:pt x="6900" y="9767"/>
                    </a:cubicBezTo>
                    <a:lnTo>
                      <a:pt x="6900" y="8664"/>
                    </a:lnTo>
                    <a:cubicBezTo>
                      <a:pt x="6900" y="7435"/>
                      <a:pt x="6207" y="6364"/>
                      <a:pt x="5199" y="5860"/>
                    </a:cubicBezTo>
                    <a:cubicBezTo>
                      <a:pt x="6207" y="5387"/>
                      <a:pt x="6900" y="4316"/>
                      <a:pt x="6900" y="3088"/>
                    </a:cubicBezTo>
                    <a:lnTo>
                      <a:pt x="6900" y="1985"/>
                    </a:lnTo>
                    <a:cubicBezTo>
                      <a:pt x="7278" y="1827"/>
                      <a:pt x="7593" y="1481"/>
                      <a:pt x="7593" y="1008"/>
                    </a:cubicBezTo>
                    <a:cubicBezTo>
                      <a:pt x="7593" y="410"/>
                      <a:pt x="7121" y="0"/>
                      <a:pt x="6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16" name="Google Shape;9171;p73">
                <a:extLst>
                  <a:ext uri="{FF2B5EF4-FFF2-40B4-BE49-F238E27FC236}">
                    <a16:creationId xmlns:a16="http://schemas.microsoft.com/office/drawing/2014/main" id="{E751A327-E1AB-115C-A9B0-8C9EE1E379F0}"/>
                  </a:ext>
                </a:extLst>
              </p:cNvPr>
              <p:cNvSpPr/>
              <p:nvPr/>
            </p:nvSpPr>
            <p:spPr>
              <a:xfrm>
                <a:off x="1401076" y="1687873"/>
                <a:ext cx="503233" cy="500612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17" name="Google Shape;9172;p73">
                <a:extLst>
                  <a:ext uri="{FF2B5EF4-FFF2-40B4-BE49-F238E27FC236}">
                    <a16:creationId xmlns:a16="http://schemas.microsoft.com/office/drawing/2014/main" id="{09E8D2BE-EBA4-B4BA-D403-71BD19CE2174}"/>
                  </a:ext>
                </a:extLst>
              </p:cNvPr>
              <p:cNvGrpSpPr/>
              <p:nvPr/>
            </p:nvGrpSpPr>
            <p:grpSpPr>
              <a:xfrm>
                <a:off x="1400413" y="2281623"/>
                <a:ext cx="504585" cy="499303"/>
                <a:chOff x="1049375" y="2318350"/>
                <a:chExt cx="298525" cy="295400"/>
              </a:xfrm>
              <a:grpFill/>
            </p:grpSpPr>
            <p:sp>
              <p:nvSpPr>
                <p:cNvPr id="453" name="Google Shape;9173;p73">
                  <a:extLst>
                    <a:ext uri="{FF2B5EF4-FFF2-40B4-BE49-F238E27FC236}">
                      <a16:creationId xmlns:a16="http://schemas.microsoft.com/office/drawing/2014/main" id="{4CA825FB-ABC2-9ED5-C179-E8E647881A18}"/>
                    </a:ext>
                  </a:extLst>
                </p:cNvPr>
                <p:cNvSpPr/>
                <p:nvPr/>
              </p:nvSpPr>
              <p:spPr>
                <a:xfrm>
                  <a:off x="1101350" y="2492325"/>
                  <a:ext cx="7012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21" extrusionOk="0">
                      <a:moveTo>
                        <a:pt x="2473" y="0"/>
                      </a:moveTo>
                      <a:cubicBezTo>
                        <a:pt x="2377" y="0"/>
                        <a:pt x="2273" y="32"/>
                        <a:pt x="2206" y="99"/>
                      </a:cubicBezTo>
                      <a:lnTo>
                        <a:pt x="1072" y="1233"/>
                      </a:lnTo>
                      <a:lnTo>
                        <a:pt x="599" y="761"/>
                      </a:lnTo>
                      <a:cubicBezTo>
                        <a:pt x="536" y="713"/>
                        <a:pt x="449" y="690"/>
                        <a:pt x="363" y="690"/>
                      </a:cubicBezTo>
                      <a:cubicBezTo>
                        <a:pt x="276" y="690"/>
                        <a:pt x="189" y="713"/>
                        <a:pt x="126" y="761"/>
                      </a:cubicBezTo>
                      <a:cubicBezTo>
                        <a:pt x="0" y="887"/>
                        <a:pt x="0" y="1139"/>
                        <a:pt x="126" y="1233"/>
                      </a:cubicBezTo>
                      <a:lnTo>
                        <a:pt x="820" y="1958"/>
                      </a:lnTo>
                      <a:cubicBezTo>
                        <a:pt x="914" y="2021"/>
                        <a:pt x="977" y="2021"/>
                        <a:pt x="1072" y="2021"/>
                      </a:cubicBezTo>
                      <a:cubicBezTo>
                        <a:pt x="1135" y="2021"/>
                        <a:pt x="1261" y="1989"/>
                        <a:pt x="1292" y="1926"/>
                      </a:cubicBezTo>
                      <a:lnTo>
                        <a:pt x="2678" y="540"/>
                      </a:lnTo>
                      <a:cubicBezTo>
                        <a:pt x="2804" y="414"/>
                        <a:pt x="2804" y="162"/>
                        <a:pt x="2678" y="68"/>
                      </a:cubicBezTo>
                      <a:cubicBezTo>
                        <a:pt x="2634" y="24"/>
                        <a:pt x="2557" y="0"/>
                        <a:pt x="24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4" name="Google Shape;9174;p73">
                  <a:extLst>
                    <a:ext uri="{FF2B5EF4-FFF2-40B4-BE49-F238E27FC236}">
                      <a16:creationId xmlns:a16="http://schemas.microsoft.com/office/drawing/2014/main" id="{D6CCD0BC-C672-0BE1-FA24-8C4C2D2696A2}"/>
                    </a:ext>
                  </a:extLst>
                </p:cNvPr>
                <p:cNvSpPr/>
                <p:nvPr/>
              </p:nvSpPr>
              <p:spPr>
                <a:xfrm>
                  <a:off x="1101350" y="2440525"/>
                  <a:ext cx="70125" cy="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6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38"/>
                        <a:pt x="449" y="714"/>
                        <a:pt x="363" y="714"/>
                      </a:cubicBezTo>
                      <a:cubicBezTo>
                        <a:pt x="276" y="714"/>
                        <a:pt x="189" y="738"/>
                        <a:pt x="126" y="785"/>
                      </a:cubicBezTo>
                      <a:cubicBezTo>
                        <a:pt x="0" y="911"/>
                        <a:pt x="0" y="1163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4"/>
                        <a:pt x="1292" y="1951"/>
                      </a:cubicBezTo>
                      <a:lnTo>
                        <a:pt x="2678" y="564"/>
                      </a:lnTo>
                      <a:cubicBezTo>
                        <a:pt x="2804" y="438"/>
                        <a:pt x="2804" y="186"/>
                        <a:pt x="2678" y="92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5" name="Google Shape;9175;p73">
                  <a:extLst>
                    <a:ext uri="{FF2B5EF4-FFF2-40B4-BE49-F238E27FC236}">
                      <a16:creationId xmlns:a16="http://schemas.microsoft.com/office/drawing/2014/main" id="{2ADCCD83-1989-7BB6-47DE-308A0285FAED}"/>
                    </a:ext>
                  </a:extLst>
                </p:cNvPr>
                <p:cNvSpPr/>
                <p:nvPr/>
              </p:nvSpPr>
              <p:spPr>
                <a:xfrm>
                  <a:off x="1101350" y="2388550"/>
                  <a:ext cx="70125" cy="5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5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22"/>
                        <a:pt x="449" y="690"/>
                        <a:pt x="363" y="690"/>
                      </a:cubicBezTo>
                      <a:cubicBezTo>
                        <a:pt x="276" y="690"/>
                        <a:pt x="189" y="722"/>
                        <a:pt x="126" y="785"/>
                      </a:cubicBezTo>
                      <a:cubicBezTo>
                        <a:pt x="0" y="911"/>
                        <a:pt x="0" y="1131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3"/>
                        <a:pt x="1292" y="1919"/>
                      </a:cubicBezTo>
                      <a:lnTo>
                        <a:pt x="2678" y="532"/>
                      </a:lnTo>
                      <a:cubicBezTo>
                        <a:pt x="2804" y="438"/>
                        <a:pt x="2804" y="186"/>
                        <a:pt x="2678" y="91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6" name="Google Shape;9176;p73">
                  <a:extLst>
                    <a:ext uri="{FF2B5EF4-FFF2-40B4-BE49-F238E27FC236}">
                      <a16:creationId xmlns:a16="http://schemas.microsoft.com/office/drawing/2014/main" id="{5D6038E1-5DC3-9336-5F9A-B821D1D1FC8E}"/>
                    </a:ext>
                  </a:extLst>
                </p:cNvPr>
                <p:cNvSpPr/>
                <p:nvPr/>
              </p:nvSpPr>
              <p:spPr>
                <a:xfrm>
                  <a:off x="1049375" y="2318350"/>
                  <a:ext cx="29852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1" h="11816" extrusionOk="0">
                      <a:moveTo>
                        <a:pt x="6963" y="1198"/>
                      </a:moveTo>
                      <a:lnTo>
                        <a:pt x="7876" y="2143"/>
                      </a:lnTo>
                      <a:lnTo>
                        <a:pt x="6963" y="2143"/>
                      </a:lnTo>
                      <a:lnTo>
                        <a:pt x="6963" y="1198"/>
                      </a:lnTo>
                      <a:close/>
                      <a:moveTo>
                        <a:pt x="10286" y="3498"/>
                      </a:moveTo>
                      <a:cubicBezTo>
                        <a:pt x="10373" y="3498"/>
                        <a:pt x="10460" y="3530"/>
                        <a:pt x="10523" y="3593"/>
                      </a:cubicBezTo>
                      <a:lnTo>
                        <a:pt x="10995" y="4065"/>
                      </a:lnTo>
                      <a:cubicBezTo>
                        <a:pt x="11184" y="4223"/>
                        <a:pt x="11184" y="4475"/>
                        <a:pt x="11027" y="4569"/>
                      </a:cubicBezTo>
                      <a:lnTo>
                        <a:pt x="10806" y="4821"/>
                      </a:lnTo>
                      <a:lnTo>
                        <a:pt x="9798" y="3845"/>
                      </a:lnTo>
                      <a:lnTo>
                        <a:pt x="10050" y="3593"/>
                      </a:lnTo>
                      <a:cubicBezTo>
                        <a:pt x="10113" y="3530"/>
                        <a:pt x="10200" y="3498"/>
                        <a:pt x="10286" y="3498"/>
                      </a:cubicBezTo>
                      <a:close/>
                      <a:moveTo>
                        <a:pt x="9294" y="4349"/>
                      </a:moveTo>
                      <a:lnTo>
                        <a:pt x="10271" y="5325"/>
                      </a:lnTo>
                      <a:lnTo>
                        <a:pt x="7845" y="7783"/>
                      </a:lnTo>
                      <a:lnTo>
                        <a:pt x="6868" y="6774"/>
                      </a:lnTo>
                      <a:lnTo>
                        <a:pt x="9294" y="4349"/>
                      </a:lnTo>
                      <a:close/>
                      <a:moveTo>
                        <a:pt x="6585" y="7499"/>
                      </a:moveTo>
                      <a:lnTo>
                        <a:pt x="7183" y="8098"/>
                      </a:lnTo>
                      <a:lnTo>
                        <a:pt x="6427" y="8255"/>
                      </a:lnTo>
                      <a:lnTo>
                        <a:pt x="6585" y="7499"/>
                      </a:lnTo>
                      <a:close/>
                      <a:moveTo>
                        <a:pt x="6994" y="10398"/>
                      </a:moveTo>
                      <a:lnTo>
                        <a:pt x="6994" y="10776"/>
                      </a:lnTo>
                      <a:cubicBezTo>
                        <a:pt x="6994" y="10870"/>
                        <a:pt x="7057" y="10996"/>
                        <a:pt x="7089" y="11122"/>
                      </a:cubicBezTo>
                      <a:lnTo>
                        <a:pt x="1071" y="11122"/>
                      </a:lnTo>
                      <a:cubicBezTo>
                        <a:pt x="882" y="11122"/>
                        <a:pt x="693" y="10965"/>
                        <a:pt x="693" y="10776"/>
                      </a:cubicBezTo>
                      <a:lnTo>
                        <a:pt x="693" y="10398"/>
                      </a:lnTo>
                      <a:close/>
                      <a:moveTo>
                        <a:pt x="6270" y="663"/>
                      </a:moveTo>
                      <a:lnTo>
                        <a:pt x="6270" y="2458"/>
                      </a:lnTo>
                      <a:cubicBezTo>
                        <a:pt x="6270" y="2647"/>
                        <a:pt x="6427" y="2805"/>
                        <a:pt x="6616" y="2805"/>
                      </a:cubicBezTo>
                      <a:lnTo>
                        <a:pt x="8349" y="2805"/>
                      </a:lnTo>
                      <a:lnTo>
                        <a:pt x="8349" y="4286"/>
                      </a:lnTo>
                      <a:lnTo>
                        <a:pt x="6112" y="6554"/>
                      </a:lnTo>
                      <a:cubicBezTo>
                        <a:pt x="6081" y="6585"/>
                        <a:pt x="6018" y="6680"/>
                        <a:pt x="6018" y="6711"/>
                      </a:cubicBezTo>
                      <a:lnTo>
                        <a:pt x="5608" y="8633"/>
                      </a:lnTo>
                      <a:cubicBezTo>
                        <a:pt x="5545" y="8759"/>
                        <a:pt x="5608" y="8885"/>
                        <a:pt x="5671" y="8948"/>
                      </a:cubicBezTo>
                      <a:cubicBezTo>
                        <a:pt x="5742" y="9019"/>
                        <a:pt x="5813" y="9055"/>
                        <a:pt x="5897" y="9055"/>
                      </a:cubicBezTo>
                      <a:cubicBezTo>
                        <a:pt x="5925" y="9055"/>
                        <a:pt x="5955" y="9051"/>
                        <a:pt x="5986" y="9043"/>
                      </a:cubicBezTo>
                      <a:lnTo>
                        <a:pt x="7908" y="8602"/>
                      </a:lnTo>
                      <a:cubicBezTo>
                        <a:pt x="8002" y="8602"/>
                        <a:pt x="8034" y="8570"/>
                        <a:pt x="8065" y="8507"/>
                      </a:cubicBezTo>
                      <a:lnTo>
                        <a:pt x="8349" y="8255"/>
                      </a:lnTo>
                      <a:lnTo>
                        <a:pt x="8349" y="10807"/>
                      </a:lnTo>
                      <a:lnTo>
                        <a:pt x="8380" y="10807"/>
                      </a:lnTo>
                      <a:cubicBezTo>
                        <a:pt x="8380" y="10996"/>
                        <a:pt x="8223" y="11154"/>
                        <a:pt x="8034" y="11154"/>
                      </a:cubicBezTo>
                      <a:cubicBezTo>
                        <a:pt x="7845" y="11154"/>
                        <a:pt x="7687" y="10996"/>
                        <a:pt x="7687" y="10807"/>
                      </a:cubicBezTo>
                      <a:lnTo>
                        <a:pt x="7687" y="10083"/>
                      </a:lnTo>
                      <a:cubicBezTo>
                        <a:pt x="7687" y="9893"/>
                        <a:pt x="7530" y="9736"/>
                        <a:pt x="7309" y="9736"/>
                      </a:cubicBezTo>
                      <a:lnTo>
                        <a:pt x="1386" y="9736"/>
                      </a:lnTo>
                      <a:lnTo>
                        <a:pt x="1386" y="663"/>
                      </a:lnTo>
                      <a:close/>
                      <a:moveTo>
                        <a:pt x="1071" y="1"/>
                      </a:moveTo>
                      <a:cubicBezTo>
                        <a:pt x="882" y="1"/>
                        <a:pt x="693" y="158"/>
                        <a:pt x="693" y="379"/>
                      </a:cubicBezTo>
                      <a:lnTo>
                        <a:pt x="693" y="9736"/>
                      </a:lnTo>
                      <a:lnTo>
                        <a:pt x="347" y="9736"/>
                      </a:lnTo>
                      <a:cubicBezTo>
                        <a:pt x="158" y="9736"/>
                        <a:pt x="0" y="9893"/>
                        <a:pt x="0" y="10083"/>
                      </a:cubicBezTo>
                      <a:lnTo>
                        <a:pt x="0" y="10807"/>
                      </a:lnTo>
                      <a:cubicBezTo>
                        <a:pt x="0" y="11406"/>
                        <a:pt x="473" y="11815"/>
                        <a:pt x="1008" y="11815"/>
                      </a:cubicBezTo>
                      <a:lnTo>
                        <a:pt x="8002" y="11815"/>
                      </a:lnTo>
                      <a:cubicBezTo>
                        <a:pt x="8569" y="11815"/>
                        <a:pt x="9011" y="11343"/>
                        <a:pt x="9011" y="10807"/>
                      </a:cubicBezTo>
                      <a:lnTo>
                        <a:pt x="9011" y="7562"/>
                      </a:lnTo>
                      <a:lnTo>
                        <a:pt x="11499" y="5105"/>
                      </a:lnTo>
                      <a:cubicBezTo>
                        <a:pt x="11940" y="4664"/>
                        <a:pt x="11940" y="4034"/>
                        <a:pt x="11531" y="3593"/>
                      </a:cubicBezTo>
                      <a:lnTo>
                        <a:pt x="11058" y="3120"/>
                      </a:lnTo>
                      <a:cubicBezTo>
                        <a:pt x="10869" y="2931"/>
                        <a:pt x="10609" y="2836"/>
                        <a:pt x="10346" y="2836"/>
                      </a:cubicBezTo>
                      <a:cubicBezTo>
                        <a:pt x="10082" y="2836"/>
                        <a:pt x="9814" y="2931"/>
                        <a:pt x="9609" y="3120"/>
                      </a:cubicBezTo>
                      <a:lnTo>
                        <a:pt x="9105" y="3624"/>
                      </a:lnTo>
                      <a:lnTo>
                        <a:pt x="9105" y="2490"/>
                      </a:lnTo>
                      <a:cubicBezTo>
                        <a:pt x="9105" y="2427"/>
                        <a:pt x="9074" y="2332"/>
                        <a:pt x="8979" y="2269"/>
                      </a:cubicBezTo>
                      <a:lnTo>
                        <a:pt x="6900" y="127"/>
                      </a:lnTo>
                      <a:cubicBezTo>
                        <a:pt x="6805" y="64"/>
                        <a:pt x="6742" y="1"/>
                        <a:pt x="66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8" name="Google Shape;9177;p73">
                <a:extLst>
                  <a:ext uri="{FF2B5EF4-FFF2-40B4-BE49-F238E27FC236}">
                    <a16:creationId xmlns:a16="http://schemas.microsoft.com/office/drawing/2014/main" id="{D9C7EBB8-F721-DB1B-B3EA-64674B4F21DF}"/>
                  </a:ext>
                </a:extLst>
              </p:cNvPr>
              <p:cNvGrpSpPr/>
              <p:nvPr/>
            </p:nvGrpSpPr>
            <p:grpSpPr>
              <a:xfrm>
                <a:off x="1401090" y="2923331"/>
                <a:ext cx="503233" cy="503233"/>
                <a:chOff x="1049375" y="2680675"/>
                <a:chExt cx="297725" cy="297725"/>
              </a:xfrm>
              <a:grpFill/>
            </p:grpSpPr>
            <p:sp>
              <p:nvSpPr>
                <p:cNvPr id="451" name="Google Shape;9178;p73">
                  <a:extLst>
                    <a:ext uri="{FF2B5EF4-FFF2-40B4-BE49-F238E27FC236}">
                      <a16:creationId xmlns:a16="http://schemas.microsoft.com/office/drawing/2014/main" id="{20CE0975-3A89-FCC5-1449-78A861B52891}"/>
                    </a:ext>
                  </a:extLst>
                </p:cNvPr>
                <p:cNvSpPr/>
                <p:nvPr/>
              </p:nvSpPr>
              <p:spPr>
                <a:xfrm>
                  <a:off x="1113175" y="2752350"/>
                  <a:ext cx="1614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9" h="6239" extrusionOk="0">
                      <a:moveTo>
                        <a:pt x="3403" y="2079"/>
                      </a:moveTo>
                      <a:cubicBezTo>
                        <a:pt x="3781" y="2079"/>
                        <a:pt x="4096" y="2394"/>
                        <a:pt x="4096" y="2773"/>
                      </a:cubicBezTo>
                      <a:cubicBezTo>
                        <a:pt x="4096" y="3182"/>
                        <a:pt x="3781" y="3497"/>
                        <a:pt x="3403" y="3497"/>
                      </a:cubicBezTo>
                      <a:cubicBezTo>
                        <a:pt x="2993" y="3434"/>
                        <a:pt x="2678" y="3119"/>
                        <a:pt x="2678" y="2773"/>
                      </a:cubicBezTo>
                      <a:cubicBezTo>
                        <a:pt x="2678" y="2394"/>
                        <a:pt x="2993" y="2079"/>
                        <a:pt x="3403" y="2079"/>
                      </a:cubicBezTo>
                      <a:close/>
                      <a:moveTo>
                        <a:pt x="3371" y="693"/>
                      </a:moveTo>
                      <a:cubicBezTo>
                        <a:pt x="4694" y="693"/>
                        <a:pt x="5765" y="1796"/>
                        <a:pt x="5765" y="3119"/>
                      </a:cubicBezTo>
                      <a:cubicBezTo>
                        <a:pt x="5765" y="3686"/>
                        <a:pt x="5545" y="4222"/>
                        <a:pt x="5198" y="4663"/>
                      </a:cubicBezTo>
                      <a:cubicBezTo>
                        <a:pt x="5072" y="4442"/>
                        <a:pt x="4915" y="4190"/>
                        <a:pt x="4694" y="4001"/>
                      </a:cubicBezTo>
                      <a:cubicBezTo>
                        <a:pt x="4568" y="3907"/>
                        <a:pt x="4442" y="3812"/>
                        <a:pt x="4348" y="3749"/>
                      </a:cubicBezTo>
                      <a:cubicBezTo>
                        <a:pt x="4568" y="3529"/>
                        <a:pt x="4726" y="3182"/>
                        <a:pt x="4726" y="2804"/>
                      </a:cubicBezTo>
                      <a:cubicBezTo>
                        <a:pt x="4726" y="2079"/>
                        <a:pt x="4096" y="1449"/>
                        <a:pt x="3340" y="1449"/>
                      </a:cubicBezTo>
                      <a:cubicBezTo>
                        <a:pt x="2615" y="1449"/>
                        <a:pt x="1985" y="2079"/>
                        <a:pt x="1985" y="2804"/>
                      </a:cubicBezTo>
                      <a:cubicBezTo>
                        <a:pt x="1985" y="3182"/>
                        <a:pt x="2142" y="3529"/>
                        <a:pt x="2363" y="3749"/>
                      </a:cubicBezTo>
                      <a:lnTo>
                        <a:pt x="2016" y="4001"/>
                      </a:lnTo>
                      <a:cubicBezTo>
                        <a:pt x="1827" y="4190"/>
                        <a:pt x="1607" y="4442"/>
                        <a:pt x="1512" y="4663"/>
                      </a:cubicBezTo>
                      <a:cubicBezTo>
                        <a:pt x="1040" y="4064"/>
                        <a:pt x="882" y="3434"/>
                        <a:pt x="945" y="2773"/>
                      </a:cubicBezTo>
                      <a:cubicBezTo>
                        <a:pt x="1103" y="1670"/>
                        <a:pt x="2111" y="693"/>
                        <a:pt x="3371" y="693"/>
                      </a:cubicBezTo>
                      <a:close/>
                      <a:moveTo>
                        <a:pt x="3371" y="4159"/>
                      </a:moveTo>
                      <a:cubicBezTo>
                        <a:pt x="4001" y="4159"/>
                        <a:pt x="4505" y="4600"/>
                        <a:pt x="4694" y="5135"/>
                      </a:cubicBezTo>
                      <a:cubicBezTo>
                        <a:pt x="4316" y="5387"/>
                        <a:pt x="3875" y="5545"/>
                        <a:pt x="3371" y="5545"/>
                      </a:cubicBezTo>
                      <a:cubicBezTo>
                        <a:pt x="2898" y="5545"/>
                        <a:pt x="2426" y="5387"/>
                        <a:pt x="2016" y="5135"/>
                      </a:cubicBezTo>
                      <a:cubicBezTo>
                        <a:pt x="2174" y="4537"/>
                        <a:pt x="2741" y="4159"/>
                        <a:pt x="3371" y="4159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41" y="1229"/>
                        <a:pt x="252" y="2710"/>
                      </a:cubicBezTo>
                      <a:cubicBezTo>
                        <a:pt x="0" y="4600"/>
                        <a:pt x="1512" y="6238"/>
                        <a:pt x="3371" y="6238"/>
                      </a:cubicBezTo>
                      <a:cubicBezTo>
                        <a:pt x="5104" y="6238"/>
                        <a:pt x="6459" y="4820"/>
                        <a:pt x="6459" y="3119"/>
                      </a:cubicBezTo>
                      <a:cubicBezTo>
                        <a:pt x="6459" y="1386"/>
                        <a:pt x="5041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2" name="Google Shape;9179;p73">
                  <a:extLst>
                    <a:ext uri="{FF2B5EF4-FFF2-40B4-BE49-F238E27FC236}">
                      <a16:creationId xmlns:a16="http://schemas.microsoft.com/office/drawing/2014/main" id="{D075308F-A7E6-B479-0CE4-B6D91F7AEED7}"/>
                    </a:ext>
                  </a:extLst>
                </p:cNvPr>
                <p:cNvSpPr/>
                <p:nvPr/>
              </p:nvSpPr>
              <p:spPr>
                <a:xfrm>
                  <a:off x="1049375" y="2680675"/>
                  <a:ext cx="297725" cy="2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11909" extrusionOk="0">
                      <a:moveTo>
                        <a:pt x="6270" y="1512"/>
                      </a:moveTo>
                      <a:cubicBezTo>
                        <a:pt x="8475" y="1670"/>
                        <a:pt x="10239" y="3434"/>
                        <a:pt x="10397" y="5640"/>
                      </a:cubicBezTo>
                      <a:lnTo>
                        <a:pt x="10082" y="5640"/>
                      </a:lnTo>
                      <a:cubicBezTo>
                        <a:pt x="9893" y="5640"/>
                        <a:pt x="9735" y="5797"/>
                        <a:pt x="9735" y="5986"/>
                      </a:cubicBezTo>
                      <a:cubicBezTo>
                        <a:pt x="9735" y="6207"/>
                        <a:pt x="9893" y="6364"/>
                        <a:pt x="10082" y="6364"/>
                      </a:cubicBezTo>
                      <a:lnTo>
                        <a:pt x="10397" y="6364"/>
                      </a:lnTo>
                      <a:cubicBezTo>
                        <a:pt x="10239" y="8569"/>
                        <a:pt x="8475" y="10334"/>
                        <a:pt x="6270" y="10491"/>
                      </a:cubicBezTo>
                      <a:lnTo>
                        <a:pt x="6270" y="10176"/>
                      </a:lnTo>
                      <a:cubicBezTo>
                        <a:pt x="6270" y="9987"/>
                        <a:pt x="6112" y="9830"/>
                        <a:pt x="5923" y="9830"/>
                      </a:cubicBezTo>
                      <a:cubicBezTo>
                        <a:pt x="5703" y="9830"/>
                        <a:pt x="5545" y="9987"/>
                        <a:pt x="5545" y="10176"/>
                      </a:cubicBezTo>
                      <a:lnTo>
                        <a:pt x="5545" y="10491"/>
                      </a:lnTo>
                      <a:cubicBezTo>
                        <a:pt x="3340" y="10334"/>
                        <a:pt x="1575" y="8569"/>
                        <a:pt x="1418" y="6364"/>
                      </a:cubicBezTo>
                      <a:lnTo>
                        <a:pt x="1733" y="6364"/>
                      </a:lnTo>
                      <a:cubicBezTo>
                        <a:pt x="1922" y="6364"/>
                        <a:pt x="2079" y="6207"/>
                        <a:pt x="2079" y="5986"/>
                      </a:cubicBezTo>
                      <a:cubicBezTo>
                        <a:pt x="2142" y="5797"/>
                        <a:pt x="1985" y="5640"/>
                        <a:pt x="1764" y="5640"/>
                      </a:cubicBezTo>
                      <a:lnTo>
                        <a:pt x="1418" y="5640"/>
                      </a:lnTo>
                      <a:cubicBezTo>
                        <a:pt x="1575" y="3434"/>
                        <a:pt x="3340" y="1670"/>
                        <a:pt x="5545" y="1512"/>
                      </a:cubicBezTo>
                      <a:lnTo>
                        <a:pt x="5545" y="1827"/>
                      </a:lnTo>
                      <a:cubicBezTo>
                        <a:pt x="5545" y="2016"/>
                        <a:pt x="5703" y="2174"/>
                        <a:pt x="5923" y="2174"/>
                      </a:cubicBezTo>
                      <a:cubicBezTo>
                        <a:pt x="6112" y="2174"/>
                        <a:pt x="6270" y="2016"/>
                        <a:pt x="6270" y="1827"/>
                      </a:cubicBezTo>
                      <a:lnTo>
                        <a:pt x="6270" y="15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56"/>
                      </a:lnTo>
                      <a:cubicBezTo>
                        <a:pt x="2993" y="914"/>
                        <a:pt x="914" y="2993"/>
                        <a:pt x="756" y="5608"/>
                      </a:cubicBezTo>
                      <a:lnTo>
                        <a:pt x="347" y="5608"/>
                      </a:lnTo>
                      <a:cubicBezTo>
                        <a:pt x="158" y="5608"/>
                        <a:pt x="0" y="5766"/>
                        <a:pt x="0" y="5955"/>
                      </a:cubicBezTo>
                      <a:cubicBezTo>
                        <a:pt x="0" y="6144"/>
                        <a:pt x="158" y="6301"/>
                        <a:pt x="347" y="6301"/>
                      </a:cubicBezTo>
                      <a:lnTo>
                        <a:pt x="756" y="6301"/>
                      </a:lnTo>
                      <a:cubicBezTo>
                        <a:pt x="914" y="8916"/>
                        <a:pt x="2993" y="10995"/>
                        <a:pt x="5608" y="11153"/>
                      </a:cubicBezTo>
                      <a:lnTo>
                        <a:pt x="5608" y="11562"/>
                      </a:lnTo>
                      <a:cubicBezTo>
                        <a:pt x="5608" y="11751"/>
                        <a:pt x="5766" y="11909"/>
                        <a:pt x="5955" y="11909"/>
                      </a:cubicBezTo>
                      <a:cubicBezTo>
                        <a:pt x="6144" y="11909"/>
                        <a:pt x="6301" y="11751"/>
                        <a:pt x="6301" y="11562"/>
                      </a:cubicBezTo>
                      <a:lnTo>
                        <a:pt x="6301" y="11153"/>
                      </a:lnTo>
                      <a:cubicBezTo>
                        <a:pt x="8916" y="10995"/>
                        <a:pt x="10995" y="8916"/>
                        <a:pt x="11153" y="6301"/>
                      </a:cubicBezTo>
                      <a:lnTo>
                        <a:pt x="11531" y="6301"/>
                      </a:lnTo>
                      <a:cubicBezTo>
                        <a:pt x="11751" y="6301"/>
                        <a:pt x="11909" y="6144"/>
                        <a:pt x="11909" y="5955"/>
                      </a:cubicBezTo>
                      <a:cubicBezTo>
                        <a:pt x="11909" y="5766"/>
                        <a:pt x="11751" y="5608"/>
                        <a:pt x="11531" y="5608"/>
                      </a:cubicBezTo>
                      <a:lnTo>
                        <a:pt x="11153" y="5608"/>
                      </a:lnTo>
                      <a:cubicBezTo>
                        <a:pt x="10995" y="2993"/>
                        <a:pt x="8916" y="914"/>
                        <a:pt x="6301" y="756"/>
                      </a:cubicBez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9" name="Google Shape;9180;p73">
                <a:extLst>
                  <a:ext uri="{FF2B5EF4-FFF2-40B4-BE49-F238E27FC236}">
                    <a16:creationId xmlns:a16="http://schemas.microsoft.com/office/drawing/2014/main" id="{8515BACD-44D2-3DC4-1E16-42B33DABE382}"/>
                  </a:ext>
                </a:extLst>
              </p:cNvPr>
              <p:cNvGrpSpPr/>
              <p:nvPr/>
            </p:nvGrpSpPr>
            <p:grpSpPr>
              <a:xfrm>
                <a:off x="4571962" y="1688532"/>
                <a:ext cx="499261" cy="499303"/>
                <a:chOff x="2872725" y="1954475"/>
                <a:chExt cx="295375" cy="295400"/>
              </a:xfrm>
              <a:grpFill/>
            </p:grpSpPr>
            <p:sp>
              <p:nvSpPr>
                <p:cNvPr id="448" name="Google Shape;9181;p73">
                  <a:extLst>
                    <a:ext uri="{FF2B5EF4-FFF2-40B4-BE49-F238E27FC236}">
                      <a16:creationId xmlns:a16="http://schemas.microsoft.com/office/drawing/2014/main" id="{A2D8F82A-641D-B385-2E92-D5EFCCBDFCD5}"/>
                    </a:ext>
                  </a:extLst>
                </p:cNvPr>
                <p:cNvSpPr/>
                <p:nvPr/>
              </p:nvSpPr>
              <p:spPr>
                <a:xfrm>
                  <a:off x="2959350" y="1954475"/>
                  <a:ext cx="122100" cy="13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78" extrusionOk="0">
                      <a:moveTo>
                        <a:pt x="2395" y="694"/>
                      </a:moveTo>
                      <a:cubicBezTo>
                        <a:pt x="2805" y="694"/>
                        <a:pt x="3120" y="1009"/>
                        <a:pt x="3120" y="1418"/>
                      </a:cubicBezTo>
                      <a:cubicBezTo>
                        <a:pt x="3120" y="1797"/>
                        <a:pt x="2805" y="2112"/>
                        <a:pt x="2395" y="2112"/>
                      </a:cubicBezTo>
                      <a:cubicBezTo>
                        <a:pt x="2017" y="2112"/>
                        <a:pt x="1702" y="1797"/>
                        <a:pt x="1702" y="1418"/>
                      </a:cubicBezTo>
                      <a:cubicBezTo>
                        <a:pt x="1733" y="1009"/>
                        <a:pt x="2048" y="694"/>
                        <a:pt x="2395" y="694"/>
                      </a:cubicBezTo>
                      <a:close/>
                      <a:moveTo>
                        <a:pt x="2395" y="2742"/>
                      </a:moveTo>
                      <a:cubicBezTo>
                        <a:pt x="3340" y="2742"/>
                        <a:pt x="4128" y="3529"/>
                        <a:pt x="4128" y="4537"/>
                      </a:cubicBezTo>
                      <a:lnTo>
                        <a:pt x="4128" y="4884"/>
                      </a:lnTo>
                      <a:lnTo>
                        <a:pt x="662" y="4884"/>
                      </a:lnTo>
                      <a:lnTo>
                        <a:pt x="662" y="4537"/>
                      </a:lnTo>
                      <a:cubicBezTo>
                        <a:pt x="662" y="3529"/>
                        <a:pt x="1450" y="2742"/>
                        <a:pt x="2395" y="2742"/>
                      </a:cubicBezTo>
                      <a:close/>
                      <a:moveTo>
                        <a:pt x="2490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4"/>
                        <a:pt x="1229" y="2049"/>
                        <a:pt x="1450" y="2332"/>
                      </a:cubicBezTo>
                      <a:cubicBezTo>
                        <a:pt x="568" y="2710"/>
                        <a:pt x="1" y="3529"/>
                        <a:pt x="1" y="4537"/>
                      </a:cubicBezTo>
                      <a:lnTo>
                        <a:pt x="1" y="5231"/>
                      </a:lnTo>
                      <a:cubicBezTo>
                        <a:pt x="1" y="5420"/>
                        <a:pt x="158" y="5577"/>
                        <a:pt x="347" y="5577"/>
                      </a:cubicBezTo>
                      <a:lnTo>
                        <a:pt x="4537" y="5577"/>
                      </a:lnTo>
                      <a:cubicBezTo>
                        <a:pt x="4726" y="5577"/>
                        <a:pt x="4884" y="5420"/>
                        <a:pt x="4884" y="5231"/>
                      </a:cubicBezTo>
                      <a:lnTo>
                        <a:pt x="4884" y="4537"/>
                      </a:lnTo>
                      <a:cubicBezTo>
                        <a:pt x="4884" y="3529"/>
                        <a:pt x="4317" y="2710"/>
                        <a:pt x="3498" y="2332"/>
                      </a:cubicBezTo>
                      <a:cubicBezTo>
                        <a:pt x="3750" y="2080"/>
                        <a:pt x="3844" y="1765"/>
                        <a:pt x="3844" y="1387"/>
                      </a:cubicBezTo>
                      <a:cubicBezTo>
                        <a:pt x="3844" y="631"/>
                        <a:pt x="3214" y="1"/>
                        <a:pt x="24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9" name="Google Shape;9182;p73">
                  <a:extLst>
                    <a:ext uri="{FF2B5EF4-FFF2-40B4-BE49-F238E27FC236}">
                      <a16:creationId xmlns:a16="http://schemas.microsoft.com/office/drawing/2014/main" id="{B15488FD-8D9C-7169-6208-BA93B86BDF95}"/>
                    </a:ext>
                  </a:extLst>
                </p:cNvPr>
                <p:cNvSpPr/>
                <p:nvPr/>
              </p:nvSpPr>
              <p:spPr>
                <a:xfrm>
                  <a:off x="2906575" y="2146650"/>
                  <a:ext cx="19142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2774" extrusionOk="0">
                      <a:moveTo>
                        <a:pt x="1419" y="694"/>
                      </a:moveTo>
                      <a:lnTo>
                        <a:pt x="1419" y="2080"/>
                      </a:lnTo>
                      <a:lnTo>
                        <a:pt x="694" y="2080"/>
                      </a:lnTo>
                      <a:lnTo>
                        <a:pt x="694" y="694"/>
                      </a:lnTo>
                      <a:close/>
                      <a:moveTo>
                        <a:pt x="2773" y="694"/>
                      </a:moveTo>
                      <a:lnTo>
                        <a:pt x="2773" y="2080"/>
                      </a:lnTo>
                      <a:lnTo>
                        <a:pt x="2080" y="2080"/>
                      </a:lnTo>
                      <a:lnTo>
                        <a:pt x="2080" y="694"/>
                      </a:lnTo>
                      <a:close/>
                      <a:moveTo>
                        <a:pt x="4159" y="694"/>
                      </a:moveTo>
                      <a:lnTo>
                        <a:pt x="4159" y="2080"/>
                      </a:lnTo>
                      <a:lnTo>
                        <a:pt x="3466" y="2080"/>
                      </a:lnTo>
                      <a:lnTo>
                        <a:pt x="3466" y="694"/>
                      </a:lnTo>
                      <a:close/>
                      <a:moveTo>
                        <a:pt x="6995" y="694"/>
                      </a:moveTo>
                      <a:lnTo>
                        <a:pt x="6995" y="2080"/>
                      </a:lnTo>
                      <a:lnTo>
                        <a:pt x="4884" y="2080"/>
                      </a:lnTo>
                      <a:lnTo>
                        <a:pt x="4884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427"/>
                      </a:lnTo>
                      <a:cubicBezTo>
                        <a:pt x="1" y="2616"/>
                        <a:pt x="158" y="2773"/>
                        <a:pt x="347" y="2773"/>
                      </a:cubicBezTo>
                      <a:lnTo>
                        <a:pt x="7310" y="2773"/>
                      </a:lnTo>
                      <a:cubicBezTo>
                        <a:pt x="7499" y="2773"/>
                        <a:pt x="7657" y="2616"/>
                        <a:pt x="7657" y="2427"/>
                      </a:cubicBezTo>
                      <a:lnTo>
                        <a:pt x="7657" y="347"/>
                      </a:lnTo>
                      <a:cubicBezTo>
                        <a:pt x="7657" y="127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0" name="Google Shape;9183;p73">
                  <a:extLst>
                    <a:ext uri="{FF2B5EF4-FFF2-40B4-BE49-F238E27FC236}">
                      <a16:creationId xmlns:a16="http://schemas.microsoft.com/office/drawing/2014/main" id="{735F3DA8-AE40-2B21-817B-A8A0C79E888E}"/>
                    </a:ext>
                  </a:extLst>
                </p:cNvPr>
                <p:cNvSpPr/>
                <p:nvPr/>
              </p:nvSpPr>
              <p:spPr>
                <a:xfrm>
                  <a:off x="2872725" y="2112000"/>
                  <a:ext cx="2953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5515" extrusionOk="0">
                      <a:moveTo>
                        <a:pt x="11121" y="2080"/>
                      </a:moveTo>
                      <a:lnTo>
                        <a:pt x="11121" y="3466"/>
                      </a:lnTo>
                      <a:lnTo>
                        <a:pt x="10397" y="3466"/>
                      </a:lnTo>
                      <a:lnTo>
                        <a:pt x="10397" y="2080"/>
                      </a:lnTo>
                      <a:close/>
                      <a:moveTo>
                        <a:pt x="9389" y="662"/>
                      </a:moveTo>
                      <a:cubicBezTo>
                        <a:pt x="9578" y="662"/>
                        <a:pt x="9735" y="820"/>
                        <a:pt x="9735" y="1009"/>
                      </a:cubicBezTo>
                      <a:lnTo>
                        <a:pt x="9735" y="4474"/>
                      </a:lnTo>
                      <a:cubicBezTo>
                        <a:pt x="9735" y="4663"/>
                        <a:pt x="9578" y="4852"/>
                        <a:pt x="9389" y="4852"/>
                      </a:cubicBezTo>
                      <a:lnTo>
                        <a:pt x="1040" y="4852"/>
                      </a:lnTo>
                      <a:cubicBezTo>
                        <a:pt x="819" y="4852"/>
                        <a:pt x="662" y="4663"/>
                        <a:pt x="662" y="4474"/>
                      </a:cubicBez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4474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9357" y="5514"/>
                      </a:lnTo>
                      <a:cubicBezTo>
                        <a:pt x="9956" y="5514"/>
                        <a:pt x="10397" y="5041"/>
                        <a:pt x="10397" y="4474"/>
                      </a:cubicBezTo>
                      <a:lnTo>
                        <a:pt x="10397" y="4128"/>
                      </a:lnTo>
                      <a:lnTo>
                        <a:pt x="11436" y="4128"/>
                      </a:lnTo>
                      <a:cubicBezTo>
                        <a:pt x="11625" y="4128"/>
                        <a:pt x="11783" y="3970"/>
                        <a:pt x="11783" y="3781"/>
                      </a:cubicBezTo>
                      <a:lnTo>
                        <a:pt x="11783" y="1702"/>
                      </a:lnTo>
                      <a:cubicBezTo>
                        <a:pt x="11814" y="1513"/>
                        <a:pt x="11657" y="1387"/>
                        <a:pt x="11468" y="1387"/>
                      </a:cubicBezTo>
                      <a:lnTo>
                        <a:pt x="10397" y="1387"/>
                      </a:lnTo>
                      <a:lnTo>
                        <a:pt x="10397" y="1009"/>
                      </a:lnTo>
                      <a:cubicBezTo>
                        <a:pt x="10397" y="442"/>
                        <a:pt x="9924" y="1"/>
                        <a:pt x="93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20" name="Google Shape;9184;p73">
                <a:extLst>
                  <a:ext uri="{FF2B5EF4-FFF2-40B4-BE49-F238E27FC236}">
                    <a16:creationId xmlns:a16="http://schemas.microsoft.com/office/drawing/2014/main" id="{5D964FB5-C549-0B63-057D-24397D86C74E}"/>
                  </a:ext>
                </a:extLst>
              </p:cNvPr>
              <p:cNvGrpSpPr/>
              <p:nvPr/>
            </p:nvGrpSpPr>
            <p:grpSpPr>
              <a:xfrm>
                <a:off x="4602577" y="2280292"/>
                <a:ext cx="438032" cy="501965"/>
                <a:chOff x="2890050" y="2318350"/>
                <a:chExt cx="259150" cy="296975"/>
              </a:xfrm>
              <a:grpFill/>
            </p:grpSpPr>
            <p:sp>
              <p:nvSpPr>
                <p:cNvPr id="446" name="Google Shape;9185;p73">
                  <a:extLst>
                    <a:ext uri="{FF2B5EF4-FFF2-40B4-BE49-F238E27FC236}">
                      <a16:creationId xmlns:a16="http://schemas.microsoft.com/office/drawing/2014/main" id="{7EB56475-BB10-66EB-DFB4-B6B94CAED9EC}"/>
                    </a:ext>
                  </a:extLst>
                </p:cNvPr>
                <p:cNvSpPr/>
                <p:nvPr/>
              </p:nvSpPr>
              <p:spPr>
                <a:xfrm>
                  <a:off x="2936525" y="2353025"/>
                  <a:ext cx="16070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9" extrusionOk="0">
                      <a:moveTo>
                        <a:pt x="3371" y="2048"/>
                      </a:moveTo>
                      <a:cubicBezTo>
                        <a:pt x="3749" y="2048"/>
                        <a:pt x="4064" y="2363"/>
                        <a:pt x="4064" y="2773"/>
                      </a:cubicBezTo>
                      <a:cubicBezTo>
                        <a:pt x="4064" y="3151"/>
                        <a:pt x="3749" y="3466"/>
                        <a:pt x="3371" y="3466"/>
                      </a:cubicBezTo>
                      <a:cubicBezTo>
                        <a:pt x="2961" y="3466"/>
                        <a:pt x="2646" y="3151"/>
                        <a:pt x="2646" y="2773"/>
                      </a:cubicBezTo>
                      <a:cubicBezTo>
                        <a:pt x="2646" y="2363"/>
                        <a:pt x="2961" y="2048"/>
                        <a:pt x="3371" y="2048"/>
                      </a:cubicBezTo>
                      <a:close/>
                      <a:moveTo>
                        <a:pt x="3308" y="662"/>
                      </a:moveTo>
                      <a:cubicBezTo>
                        <a:pt x="4663" y="662"/>
                        <a:pt x="5734" y="1764"/>
                        <a:pt x="5734" y="3119"/>
                      </a:cubicBezTo>
                      <a:cubicBezTo>
                        <a:pt x="5734" y="3655"/>
                        <a:pt x="5513" y="4159"/>
                        <a:pt x="5167" y="4663"/>
                      </a:cubicBezTo>
                      <a:cubicBezTo>
                        <a:pt x="4978" y="4253"/>
                        <a:pt x="4694" y="3938"/>
                        <a:pt x="4316" y="3686"/>
                      </a:cubicBezTo>
                      <a:cubicBezTo>
                        <a:pt x="4537" y="3466"/>
                        <a:pt x="4694" y="3119"/>
                        <a:pt x="4694" y="2741"/>
                      </a:cubicBezTo>
                      <a:cubicBezTo>
                        <a:pt x="4694" y="2016"/>
                        <a:pt x="4064" y="1386"/>
                        <a:pt x="3308" y="1386"/>
                      </a:cubicBezTo>
                      <a:cubicBezTo>
                        <a:pt x="2583" y="1386"/>
                        <a:pt x="1953" y="2016"/>
                        <a:pt x="1953" y="2741"/>
                      </a:cubicBezTo>
                      <a:cubicBezTo>
                        <a:pt x="1953" y="3119"/>
                        <a:pt x="2111" y="3466"/>
                        <a:pt x="2331" y="3686"/>
                      </a:cubicBezTo>
                      <a:cubicBezTo>
                        <a:pt x="1953" y="3907"/>
                        <a:pt x="1670" y="4253"/>
                        <a:pt x="1481" y="4663"/>
                      </a:cubicBezTo>
                      <a:cubicBezTo>
                        <a:pt x="1008" y="4096"/>
                        <a:pt x="851" y="3434"/>
                        <a:pt x="914" y="2773"/>
                      </a:cubicBezTo>
                      <a:cubicBezTo>
                        <a:pt x="1071" y="1670"/>
                        <a:pt x="2048" y="662"/>
                        <a:pt x="3308" y="662"/>
                      </a:cubicBezTo>
                      <a:close/>
                      <a:moveTo>
                        <a:pt x="3308" y="4190"/>
                      </a:moveTo>
                      <a:cubicBezTo>
                        <a:pt x="3938" y="4190"/>
                        <a:pt x="4442" y="4600"/>
                        <a:pt x="4663" y="5167"/>
                      </a:cubicBezTo>
                      <a:cubicBezTo>
                        <a:pt x="4253" y="5387"/>
                        <a:pt x="3844" y="5545"/>
                        <a:pt x="3308" y="5545"/>
                      </a:cubicBezTo>
                      <a:cubicBezTo>
                        <a:pt x="2835" y="5545"/>
                        <a:pt x="2363" y="5387"/>
                        <a:pt x="1985" y="5167"/>
                      </a:cubicBezTo>
                      <a:cubicBezTo>
                        <a:pt x="2142" y="4568"/>
                        <a:pt x="2678" y="4190"/>
                        <a:pt x="3308" y="4190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10" y="1229"/>
                        <a:pt x="252" y="2678"/>
                      </a:cubicBezTo>
                      <a:cubicBezTo>
                        <a:pt x="0" y="4600"/>
                        <a:pt x="1481" y="6238"/>
                        <a:pt x="3308" y="6238"/>
                      </a:cubicBezTo>
                      <a:cubicBezTo>
                        <a:pt x="5041" y="6238"/>
                        <a:pt x="6427" y="4820"/>
                        <a:pt x="6427" y="3119"/>
                      </a:cubicBezTo>
                      <a:cubicBezTo>
                        <a:pt x="6427" y="1386"/>
                        <a:pt x="5009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7" name="Google Shape;9186;p73">
                  <a:extLst>
                    <a:ext uri="{FF2B5EF4-FFF2-40B4-BE49-F238E27FC236}">
                      <a16:creationId xmlns:a16="http://schemas.microsoft.com/office/drawing/2014/main" id="{4F83E3B0-1224-9F4C-B486-8F1A4522DE20}"/>
                    </a:ext>
                  </a:extLst>
                </p:cNvPr>
                <p:cNvSpPr/>
                <p:nvPr/>
              </p:nvSpPr>
              <p:spPr>
                <a:xfrm>
                  <a:off x="2890050" y="2318350"/>
                  <a:ext cx="259150" cy="29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1879" extrusionOk="0">
                      <a:moveTo>
                        <a:pt x="5167" y="694"/>
                      </a:moveTo>
                      <a:cubicBezTo>
                        <a:pt x="7309" y="694"/>
                        <a:pt x="9011" y="2427"/>
                        <a:pt x="9011" y="4506"/>
                      </a:cubicBezTo>
                      <a:cubicBezTo>
                        <a:pt x="9011" y="5640"/>
                        <a:pt x="8475" y="6711"/>
                        <a:pt x="7656" y="7405"/>
                      </a:cubicBezTo>
                      <a:lnTo>
                        <a:pt x="5167" y="9547"/>
                      </a:lnTo>
                      <a:lnTo>
                        <a:pt x="2710" y="7405"/>
                      </a:lnTo>
                      <a:cubicBezTo>
                        <a:pt x="1796" y="6585"/>
                        <a:pt x="1229" y="5420"/>
                        <a:pt x="1386" y="4034"/>
                      </a:cubicBezTo>
                      <a:cubicBezTo>
                        <a:pt x="1575" y="2206"/>
                        <a:pt x="3151" y="694"/>
                        <a:pt x="5167" y="694"/>
                      </a:cubicBezTo>
                      <a:close/>
                      <a:moveTo>
                        <a:pt x="8475" y="8980"/>
                      </a:moveTo>
                      <a:lnTo>
                        <a:pt x="9546" y="11122"/>
                      </a:lnTo>
                      <a:lnTo>
                        <a:pt x="977" y="11122"/>
                      </a:lnTo>
                      <a:lnTo>
                        <a:pt x="2017" y="8980"/>
                      </a:lnTo>
                      <a:lnTo>
                        <a:pt x="3529" y="8980"/>
                      </a:lnTo>
                      <a:lnTo>
                        <a:pt x="4978" y="10240"/>
                      </a:lnTo>
                      <a:cubicBezTo>
                        <a:pt x="5073" y="10272"/>
                        <a:pt x="5136" y="10335"/>
                        <a:pt x="5230" y="10335"/>
                      </a:cubicBezTo>
                      <a:cubicBezTo>
                        <a:pt x="5293" y="10335"/>
                        <a:pt x="5388" y="10272"/>
                        <a:pt x="5451" y="10240"/>
                      </a:cubicBezTo>
                      <a:lnTo>
                        <a:pt x="6900" y="8980"/>
                      </a:lnTo>
                      <a:close/>
                      <a:moveTo>
                        <a:pt x="5107" y="1"/>
                      </a:moveTo>
                      <a:cubicBezTo>
                        <a:pt x="2772" y="1"/>
                        <a:pt x="912" y="1815"/>
                        <a:pt x="662" y="3939"/>
                      </a:cubicBezTo>
                      <a:cubicBezTo>
                        <a:pt x="441" y="5483"/>
                        <a:pt x="1040" y="6932"/>
                        <a:pt x="2174" y="7940"/>
                      </a:cubicBezTo>
                      <a:lnTo>
                        <a:pt x="2615" y="8318"/>
                      </a:lnTo>
                      <a:lnTo>
                        <a:pt x="1638" y="8318"/>
                      </a:lnTo>
                      <a:cubicBezTo>
                        <a:pt x="1575" y="8318"/>
                        <a:pt x="1481" y="8413"/>
                        <a:pt x="1449" y="8507"/>
                      </a:cubicBezTo>
                      <a:lnTo>
                        <a:pt x="63" y="11343"/>
                      </a:lnTo>
                      <a:cubicBezTo>
                        <a:pt x="0" y="11469"/>
                        <a:pt x="0" y="11595"/>
                        <a:pt x="63" y="11721"/>
                      </a:cubicBezTo>
                      <a:cubicBezTo>
                        <a:pt x="126" y="11815"/>
                        <a:pt x="221" y="11878"/>
                        <a:pt x="347" y="11878"/>
                      </a:cubicBezTo>
                      <a:lnTo>
                        <a:pt x="10019" y="11878"/>
                      </a:lnTo>
                      <a:cubicBezTo>
                        <a:pt x="10145" y="11878"/>
                        <a:pt x="10271" y="11784"/>
                        <a:pt x="10302" y="11721"/>
                      </a:cubicBezTo>
                      <a:cubicBezTo>
                        <a:pt x="10365" y="11595"/>
                        <a:pt x="10365" y="11469"/>
                        <a:pt x="10302" y="11343"/>
                      </a:cubicBezTo>
                      <a:lnTo>
                        <a:pt x="8916" y="8507"/>
                      </a:lnTo>
                      <a:cubicBezTo>
                        <a:pt x="8885" y="8413"/>
                        <a:pt x="8727" y="8318"/>
                        <a:pt x="8601" y="8318"/>
                      </a:cubicBezTo>
                      <a:lnTo>
                        <a:pt x="7624" y="8318"/>
                      </a:lnTo>
                      <a:lnTo>
                        <a:pt x="8065" y="7940"/>
                      </a:lnTo>
                      <a:cubicBezTo>
                        <a:pt x="9042" y="7090"/>
                        <a:pt x="9641" y="5829"/>
                        <a:pt x="9641" y="4506"/>
                      </a:cubicBezTo>
                      <a:cubicBezTo>
                        <a:pt x="9641" y="2049"/>
                        <a:pt x="7656" y="1"/>
                        <a:pt x="5167" y="1"/>
                      </a:cubicBezTo>
                      <a:cubicBezTo>
                        <a:pt x="5147" y="1"/>
                        <a:pt x="5127" y="1"/>
                        <a:pt x="51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21" name="Google Shape;9187;p73">
                <a:extLst>
                  <a:ext uri="{FF2B5EF4-FFF2-40B4-BE49-F238E27FC236}">
                    <a16:creationId xmlns:a16="http://schemas.microsoft.com/office/drawing/2014/main" id="{C2AA7E7E-B9CC-A8CE-AFE1-F260572AB732}"/>
                  </a:ext>
                </a:extLst>
              </p:cNvPr>
              <p:cNvSpPr/>
              <p:nvPr/>
            </p:nvSpPr>
            <p:spPr>
              <a:xfrm>
                <a:off x="4659775" y="2923979"/>
                <a:ext cx="323559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7657" h="11878" extrusionOk="0">
                    <a:moveTo>
                      <a:pt x="3813" y="1387"/>
                    </a:moveTo>
                    <a:cubicBezTo>
                      <a:pt x="4254" y="1387"/>
                      <a:pt x="4664" y="1670"/>
                      <a:pt x="4821" y="2112"/>
                    </a:cubicBezTo>
                    <a:lnTo>
                      <a:pt x="2836" y="2112"/>
                    </a:lnTo>
                    <a:cubicBezTo>
                      <a:pt x="2994" y="1702"/>
                      <a:pt x="3372" y="1387"/>
                      <a:pt x="3813" y="1387"/>
                    </a:cubicBezTo>
                    <a:close/>
                    <a:moveTo>
                      <a:pt x="4947" y="2805"/>
                    </a:moveTo>
                    <a:cubicBezTo>
                      <a:pt x="5199" y="2805"/>
                      <a:pt x="5357" y="3057"/>
                      <a:pt x="5294" y="3277"/>
                    </a:cubicBezTo>
                    <a:lnTo>
                      <a:pt x="4947" y="4222"/>
                    </a:lnTo>
                    <a:lnTo>
                      <a:pt x="2679" y="4222"/>
                    </a:lnTo>
                    <a:lnTo>
                      <a:pt x="2364" y="3277"/>
                    </a:lnTo>
                    <a:cubicBezTo>
                      <a:pt x="2332" y="3025"/>
                      <a:pt x="2490" y="2805"/>
                      <a:pt x="2710" y="2805"/>
                    </a:cubicBezTo>
                    <a:close/>
                    <a:moveTo>
                      <a:pt x="4916" y="4852"/>
                    </a:moveTo>
                    <a:lnTo>
                      <a:pt x="5514" y="8381"/>
                    </a:lnTo>
                    <a:lnTo>
                      <a:pt x="2175" y="8381"/>
                    </a:lnTo>
                    <a:lnTo>
                      <a:pt x="2773" y="4852"/>
                    </a:lnTo>
                    <a:close/>
                    <a:moveTo>
                      <a:pt x="5955" y="9074"/>
                    </a:moveTo>
                    <a:cubicBezTo>
                      <a:pt x="6144" y="9074"/>
                      <a:pt x="6302" y="9232"/>
                      <a:pt x="6302" y="9421"/>
                    </a:cubicBezTo>
                    <a:lnTo>
                      <a:pt x="6302" y="9799"/>
                    </a:lnTo>
                    <a:lnTo>
                      <a:pt x="1450" y="9799"/>
                    </a:lnTo>
                    <a:lnTo>
                      <a:pt x="1450" y="9421"/>
                    </a:lnTo>
                    <a:cubicBezTo>
                      <a:pt x="1419" y="9232"/>
                      <a:pt x="1576" y="9074"/>
                      <a:pt x="1765" y="9074"/>
                    </a:cubicBezTo>
                    <a:close/>
                    <a:moveTo>
                      <a:pt x="6648" y="10460"/>
                    </a:moveTo>
                    <a:cubicBezTo>
                      <a:pt x="6806" y="10460"/>
                      <a:pt x="6964" y="10618"/>
                      <a:pt x="6964" y="10807"/>
                    </a:cubicBezTo>
                    <a:lnTo>
                      <a:pt x="6964" y="11153"/>
                    </a:lnTo>
                    <a:lnTo>
                      <a:pt x="757" y="11153"/>
                    </a:lnTo>
                    <a:lnTo>
                      <a:pt x="757" y="10807"/>
                    </a:lnTo>
                    <a:cubicBezTo>
                      <a:pt x="757" y="10618"/>
                      <a:pt x="915" y="10460"/>
                      <a:pt x="1104" y="10460"/>
                    </a:cubicBezTo>
                    <a:close/>
                    <a:moveTo>
                      <a:pt x="3782" y="1"/>
                    </a:moveTo>
                    <a:cubicBezTo>
                      <a:pt x="3592" y="1"/>
                      <a:pt x="3435" y="158"/>
                      <a:pt x="3435" y="379"/>
                    </a:cubicBezTo>
                    <a:lnTo>
                      <a:pt x="3435" y="757"/>
                    </a:lnTo>
                    <a:cubicBezTo>
                      <a:pt x="2679" y="914"/>
                      <a:pt x="2143" y="1544"/>
                      <a:pt x="2049" y="2301"/>
                    </a:cubicBezTo>
                    <a:cubicBezTo>
                      <a:pt x="1702" y="2521"/>
                      <a:pt x="1545" y="3025"/>
                      <a:pt x="1671" y="3466"/>
                    </a:cubicBezTo>
                    <a:lnTo>
                      <a:pt x="1891" y="4191"/>
                    </a:lnTo>
                    <a:lnTo>
                      <a:pt x="1702" y="4191"/>
                    </a:lnTo>
                    <a:cubicBezTo>
                      <a:pt x="1513" y="4191"/>
                      <a:pt x="1356" y="4348"/>
                      <a:pt x="1356" y="4537"/>
                    </a:cubicBezTo>
                    <a:cubicBezTo>
                      <a:pt x="1356" y="4758"/>
                      <a:pt x="1513" y="4915"/>
                      <a:pt x="1702" y="4915"/>
                    </a:cubicBezTo>
                    <a:lnTo>
                      <a:pt x="1986" y="4915"/>
                    </a:lnTo>
                    <a:lnTo>
                      <a:pt x="1387" y="8444"/>
                    </a:lnTo>
                    <a:cubicBezTo>
                      <a:pt x="1009" y="8570"/>
                      <a:pt x="726" y="8948"/>
                      <a:pt x="726" y="9421"/>
                    </a:cubicBezTo>
                    <a:lnTo>
                      <a:pt x="726" y="9830"/>
                    </a:lnTo>
                    <a:cubicBezTo>
                      <a:pt x="316" y="9988"/>
                      <a:pt x="1" y="10334"/>
                      <a:pt x="1" y="10807"/>
                    </a:cubicBezTo>
                    <a:lnTo>
                      <a:pt x="1" y="11531"/>
                    </a:lnTo>
                    <a:cubicBezTo>
                      <a:pt x="1" y="11720"/>
                      <a:pt x="158" y="11878"/>
                      <a:pt x="347" y="11878"/>
                    </a:cubicBezTo>
                    <a:lnTo>
                      <a:pt x="7279" y="11878"/>
                    </a:lnTo>
                    <a:cubicBezTo>
                      <a:pt x="7499" y="11878"/>
                      <a:pt x="7657" y="11720"/>
                      <a:pt x="7657" y="11531"/>
                    </a:cubicBezTo>
                    <a:lnTo>
                      <a:pt x="7657" y="10807"/>
                    </a:lnTo>
                    <a:cubicBezTo>
                      <a:pt x="7657" y="10366"/>
                      <a:pt x="7373" y="9988"/>
                      <a:pt x="6932" y="9830"/>
                    </a:cubicBezTo>
                    <a:lnTo>
                      <a:pt x="6932" y="9421"/>
                    </a:lnTo>
                    <a:cubicBezTo>
                      <a:pt x="6932" y="8948"/>
                      <a:pt x="6617" y="8570"/>
                      <a:pt x="6176" y="8444"/>
                    </a:cubicBezTo>
                    <a:lnTo>
                      <a:pt x="5609" y="4915"/>
                    </a:lnTo>
                    <a:lnTo>
                      <a:pt x="5861" y="4915"/>
                    </a:lnTo>
                    <a:cubicBezTo>
                      <a:pt x="6081" y="4915"/>
                      <a:pt x="6207" y="4758"/>
                      <a:pt x="6207" y="4537"/>
                    </a:cubicBezTo>
                    <a:cubicBezTo>
                      <a:pt x="6207" y="4348"/>
                      <a:pt x="6081" y="4191"/>
                      <a:pt x="5861" y="4191"/>
                    </a:cubicBezTo>
                    <a:lnTo>
                      <a:pt x="5672" y="4191"/>
                    </a:lnTo>
                    <a:lnTo>
                      <a:pt x="5924" y="3466"/>
                    </a:lnTo>
                    <a:cubicBezTo>
                      <a:pt x="6081" y="3025"/>
                      <a:pt x="5861" y="2584"/>
                      <a:pt x="5514" y="2301"/>
                    </a:cubicBezTo>
                    <a:cubicBezTo>
                      <a:pt x="5451" y="1513"/>
                      <a:pt x="4884" y="914"/>
                      <a:pt x="4128" y="757"/>
                    </a:cubicBezTo>
                    <a:lnTo>
                      <a:pt x="4128" y="379"/>
                    </a:lnTo>
                    <a:cubicBezTo>
                      <a:pt x="4128" y="158"/>
                      <a:pt x="3971" y="1"/>
                      <a:pt x="37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22" name="Google Shape;9188;p73">
                <a:extLst>
                  <a:ext uri="{FF2B5EF4-FFF2-40B4-BE49-F238E27FC236}">
                    <a16:creationId xmlns:a16="http://schemas.microsoft.com/office/drawing/2014/main" id="{0073F062-0F1F-2098-D13E-AF6EFB1E957A}"/>
                  </a:ext>
                </a:extLst>
              </p:cNvPr>
              <p:cNvGrpSpPr/>
              <p:nvPr/>
            </p:nvGrpSpPr>
            <p:grpSpPr>
              <a:xfrm>
                <a:off x="7744368" y="1689229"/>
                <a:ext cx="497908" cy="497908"/>
                <a:chOff x="4685050" y="1945825"/>
                <a:chExt cx="294575" cy="294575"/>
              </a:xfrm>
              <a:grpFill/>
            </p:grpSpPr>
            <p:sp>
              <p:nvSpPr>
                <p:cNvPr id="441" name="Google Shape;9189;p73">
                  <a:extLst>
                    <a:ext uri="{FF2B5EF4-FFF2-40B4-BE49-F238E27FC236}">
                      <a16:creationId xmlns:a16="http://schemas.microsoft.com/office/drawing/2014/main" id="{00907FFB-45BF-1DDC-FDF0-B98522287A34}"/>
                    </a:ext>
                  </a:extLst>
                </p:cNvPr>
                <p:cNvSpPr/>
                <p:nvPr/>
              </p:nvSpPr>
              <p:spPr>
                <a:xfrm>
                  <a:off x="4720475" y="2086025"/>
                  <a:ext cx="104775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4852" extrusionOk="0">
                      <a:moveTo>
                        <a:pt x="2017" y="693"/>
                      </a:moveTo>
                      <a:cubicBezTo>
                        <a:pt x="2427" y="693"/>
                        <a:pt x="2742" y="1008"/>
                        <a:pt x="2742" y="1386"/>
                      </a:cubicBezTo>
                      <a:cubicBezTo>
                        <a:pt x="2742" y="1796"/>
                        <a:pt x="2427" y="2111"/>
                        <a:pt x="2017" y="2111"/>
                      </a:cubicBezTo>
                      <a:cubicBezTo>
                        <a:pt x="1639" y="2111"/>
                        <a:pt x="1324" y="1796"/>
                        <a:pt x="1324" y="1386"/>
                      </a:cubicBezTo>
                      <a:cubicBezTo>
                        <a:pt x="1324" y="1008"/>
                        <a:pt x="1639" y="693"/>
                        <a:pt x="2017" y="693"/>
                      </a:cubicBezTo>
                      <a:close/>
                      <a:moveTo>
                        <a:pt x="2017" y="2772"/>
                      </a:moveTo>
                      <a:cubicBezTo>
                        <a:pt x="2773" y="2772"/>
                        <a:pt x="3403" y="3403"/>
                        <a:pt x="3403" y="4127"/>
                      </a:cubicBezTo>
                      <a:lnTo>
                        <a:pt x="631" y="4127"/>
                      </a:lnTo>
                      <a:cubicBezTo>
                        <a:pt x="631" y="3403"/>
                        <a:pt x="1261" y="2772"/>
                        <a:pt x="2017" y="2772"/>
                      </a:cubicBezTo>
                      <a:close/>
                      <a:moveTo>
                        <a:pt x="2049" y="0"/>
                      </a:moveTo>
                      <a:cubicBezTo>
                        <a:pt x="1324" y="0"/>
                        <a:pt x="694" y="630"/>
                        <a:pt x="694" y="1386"/>
                      </a:cubicBezTo>
                      <a:cubicBezTo>
                        <a:pt x="694" y="1733"/>
                        <a:pt x="851" y="2111"/>
                        <a:pt x="1072" y="2331"/>
                      </a:cubicBezTo>
                      <a:cubicBezTo>
                        <a:pt x="442" y="2678"/>
                        <a:pt x="1" y="3340"/>
                        <a:pt x="1" y="4127"/>
                      </a:cubicBezTo>
                      <a:lnTo>
                        <a:pt x="1" y="4505"/>
                      </a:lnTo>
                      <a:cubicBezTo>
                        <a:pt x="1" y="4694"/>
                        <a:pt x="158" y="4852"/>
                        <a:pt x="379" y="4852"/>
                      </a:cubicBezTo>
                      <a:lnTo>
                        <a:pt x="3844" y="4852"/>
                      </a:lnTo>
                      <a:cubicBezTo>
                        <a:pt x="4033" y="4852"/>
                        <a:pt x="4191" y="4694"/>
                        <a:pt x="4191" y="4505"/>
                      </a:cubicBezTo>
                      <a:lnTo>
                        <a:pt x="4191" y="4127"/>
                      </a:lnTo>
                      <a:cubicBezTo>
                        <a:pt x="4096" y="3340"/>
                        <a:pt x="3687" y="2678"/>
                        <a:pt x="3057" y="2331"/>
                      </a:cubicBezTo>
                      <a:cubicBezTo>
                        <a:pt x="3277" y="2111"/>
                        <a:pt x="3435" y="1733"/>
                        <a:pt x="3435" y="1386"/>
                      </a:cubicBezTo>
                      <a:cubicBezTo>
                        <a:pt x="3435" y="630"/>
                        <a:pt x="2805" y="0"/>
                        <a:pt x="204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2" name="Google Shape;9190;p73">
                  <a:extLst>
                    <a:ext uri="{FF2B5EF4-FFF2-40B4-BE49-F238E27FC236}">
                      <a16:creationId xmlns:a16="http://schemas.microsoft.com/office/drawing/2014/main" id="{DD0C1EAD-6C25-13F3-B15A-9B71EAB89E14}"/>
                    </a:ext>
                  </a:extLst>
                </p:cNvPr>
                <p:cNvSpPr/>
                <p:nvPr/>
              </p:nvSpPr>
              <p:spPr>
                <a:xfrm>
                  <a:off x="4685050" y="1945825"/>
                  <a:ext cx="294575" cy="29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3" h="11783" extrusionOk="0">
                      <a:moveTo>
                        <a:pt x="6900" y="693"/>
                      </a:moveTo>
                      <a:lnTo>
                        <a:pt x="6900" y="1418"/>
                      </a:lnTo>
                      <a:lnTo>
                        <a:pt x="4820" y="1418"/>
                      </a:lnTo>
                      <a:lnTo>
                        <a:pt x="4820" y="693"/>
                      </a:lnTo>
                      <a:close/>
                      <a:moveTo>
                        <a:pt x="7215" y="2111"/>
                      </a:moveTo>
                      <a:cubicBezTo>
                        <a:pt x="7404" y="2111"/>
                        <a:pt x="7561" y="2269"/>
                        <a:pt x="7561" y="2458"/>
                      </a:cubicBezTo>
                      <a:cubicBezTo>
                        <a:pt x="7561" y="2678"/>
                        <a:pt x="7404" y="2836"/>
                        <a:pt x="7215" y="2836"/>
                      </a:cubicBezTo>
                      <a:lnTo>
                        <a:pt x="4474" y="2836"/>
                      </a:lnTo>
                      <a:cubicBezTo>
                        <a:pt x="4253" y="2836"/>
                        <a:pt x="4096" y="2678"/>
                        <a:pt x="4096" y="2458"/>
                      </a:cubicBezTo>
                      <a:cubicBezTo>
                        <a:pt x="4096" y="2269"/>
                        <a:pt x="4316" y="2111"/>
                        <a:pt x="4474" y="2111"/>
                      </a:cubicBezTo>
                      <a:close/>
                      <a:moveTo>
                        <a:pt x="6900" y="3497"/>
                      </a:moveTo>
                      <a:lnTo>
                        <a:pt x="6900" y="4568"/>
                      </a:lnTo>
                      <a:cubicBezTo>
                        <a:pt x="6900" y="4757"/>
                        <a:pt x="6742" y="4915"/>
                        <a:pt x="6553" y="4915"/>
                      </a:cubicBezTo>
                      <a:lnTo>
                        <a:pt x="5167" y="4915"/>
                      </a:lnTo>
                      <a:cubicBezTo>
                        <a:pt x="4978" y="4915"/>
                        <a:pt x="4820" y="4757"/>
                        <a:pt x="4820" y="4568"/>
                      </a:cubicBezTo>
                      <a:lnTo>
                        <a:pt x="4820" y="3497"/>
                      </a:lnTo>
                      <a:close/>
                      <a:moveTo>
                        <a:pt x="10775" y="4883"/>
                      </a:moveTo>
                      <a:cubicBezTo>
                        <a:pt x="10964" y="4883"/>
                        <a:pt x="11121" y="5041"/>
                        <a:pt x="11121" y="5230"/>
                      </a:cubicBezTo>
                      <a:lnTo>
                        <a:pt x="11121" y="10775"/>
                      </a:lnTo>
                      <a:cubicBezTo>
                        <a:pt x="11121" y="10964"/>
                        <a:pt x="10964" y="11121"/>
                        <a:pt x="10775" y="11121"/>
                      </a:cubicBezTo>
                      <a:lnTo>
                        <a:pt x="1008" y="11121"/>
                      </a:lnTo>
                      <a:cubicBezTo>
                        <a:pt x="788" y="11121"/>
                        <a:pt x="630" y="10964"/>
                        <a:pt x="630" y="10775"/>
                      </a:cubicBezTo>
                      <a:lnTo>
                        <a:pt x="630" y="5230"/>
                      </a:lnTo>
                      <a:cubicBezTo>
                        <a:pt x="630" y="5041"/>
                        <a:pt x="788" y="4883"/>
                        <a:pt x="1008" y="4883"/>
                      </a:cubicBezTo>
                      <a:lnTo>
                        <a:pt x="4190" y="4883"/>
                      </a:lnTo>
                      <a:cubicBezTo>
                        <a:pt x="4348" y="5261"/>
                        <a:pt x="4694" y="5577"/>
                        <a:pt x="5167" y="5577"/>
                      </a:cubicBezTo>
                      <a:lnTo>
                        <a:pt x="6553" y="5577"/>
                      </a:lnTo>
                      <a:cubicBezTo>
                        <a:pt x="6994" y="5577"/>
                        <a:pt x="7372" y="5293"/>
                        <a:pt x="7530" y="4883"/>
                      </a:cubicBezTo>
                      <a:close/>
                      <a:moveTo>
                        <a:pt x="4505" y="0"/>
                      </a:moveTo>
                      <a:cubicBezTo>
                        <a:pt x="4316" y="0"/>
                        <a:pt x="4159" y="158"/>
                        <a:pt x="4159" y="347"/>
                      </a:cubicBezTo>
                      <a:lnTo>
                        <a:pt x="4159" y="1449"/>
                      </a:lnTo>
                      <a:cubicBezTo>
                        <a:pt x="3749" y="1607"/>
                        <a:pt x="3434" y="1953"/>
                        <a:pt x="3434" y="2426"/>
                      </a:cubicBezTo>
                      <a:cubicBezTo>
                        <a:pt x="3434" y="2867"/>
                        <a:pt x="3718" y="3245"/>
                        <a:pt x="4159" y="3403"/>
                      </a:cubicBezTo>
                      <a:lnTo>
                        <a:pt x="4159" y="4190"/>
                      </a:lnTo>
                      <a:lnTo>
                        <a:pt x="1040" y="4190"/>
                      </a:lnTo>
                      <a:cubicBezTo>
                        <a:pt x="441" y="4190"/>
                        <a:pt x="0" y="4663"/>
                        <a:pt x="0" y="5230"/>
                      </a:cubicBezTo>
                      <a:lnTo>
                        <a:pt x="0" y="10775"/>
                      </a:lnTo>
                      <a:cubicBezTo>
                        <a:pt x="0" y="11373"/>
                        <a:pt x="473" y="11783"/>
                        <a:pt x="1040" y="11783"/>
                      </a:cubicBezTo>
                      <a:lnTo>
                        <a:pt x="10775" y="11783"/>
                      </a:lnTo>
                      <a:cubicBezTo>
                        <a:pt x="11342" y="11783"/>
                        <a:pt x="11783" y="11310"/>
                        <a:pt x="11783" y="10775"/>
                      </a:cubicBezTo>
                      <a:lnTo>
                        <a:pt x="11783" y="5230"/>
                      </a:lnTo>
                      <a:cubicBezTo>
                        <a:pt x="11783" y="4663"/>
                        <a:pt x="11342" y="4190"/>
                        <a:pt x="10775" y="4190"/>
                      </a:cubicBezTo>
                      <a:lnTo>
                        <a:pt x="7624" y="4190"/>
                      </a:lnTo>
                      <a:lnTo>
                        <a:pt x="7624" y="3403"/>
                      </a:lnTo>
                      <a:cubicBezTo>
                        <a:pt x="8002" y="3245"/>
                        <a:pt x="8317" y="2899"/>
                        <a:pt x="8317" y="2426"/>
                      </a:cubicBezTo>
                      <a:cubicBezTo>
                        <a:pt x="8317" y="1985"/>
                        <a:pt x="8034" y="1607"/>
                        <a:pt x="7624" y="1449"/>
                      </a:cubicBezTo>
                      <a:lnTo>
                        <a:pt x="7624" y="347"/>
                      </a:lnTo>
                      <a:cubicBezTo>
                        <a:pt x="7624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3" name="Google Shape;9191;p73">
                  <a:extLst>
                    <a:ext uri="{FF2B5EF4-FFF2-40B4-BE49-F238E27FC236}">
                      <a16:creationId xmlns:a16="http://schemas.microsoft.com/office/drawing/2014/main" id="{C92533F4-3104-F35C-F788-AB58A571CE2E}"/>
                    </a:ext>
                  </a:extLst>
                </p:cNvPr>
                <p:cNvSpPr/>
                <p:nvPr/>
              </p:nvSpPr>
              <p:spPr>
                <a:xfrm>
                  <a:off x="4840200" y="2103350"/>
                  <a:ext cx="1047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844" y="693"/>
                      </a:lnTo>
                      <a:cubicBezTo>
                        <a:pt x="4033" y="693"/>
                        <a:pt x="4191" y="536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4" name="Google Shape;9192;p73">
                  <a:extLst>
                    <a:ext uri="{FF2B5EF4-FFF2-40B4-BE49-F238E27FC236}">
                      <a16:creationId xmlns:a16="http://schemas.microsoft.com/office/drawing/2014/main" id="{3191B86F-BF9D-C53F-B040-1478B7A221A9}"/>
                    </a:ext>
                  </a:extLst>
                </p:cNvPr>
                <p:cNvSpPr/>
                <p:nvPr/>
              </p:nvSpPr>
              <p:spPr>
                <a:xfrm>
                  <a:off x="4840200" y="2137200"/>
                  <a:ext cx="1047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8"/>
                        <a:pt x="4191" y="379"/>
                      </a:cubicBezTo>
                      <a:cubicBezTo>
                        <a:pt x="4191" y="158"/>
                        <a:pt x="4033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5" name="Google Shape;9193;p73">
                  <a:extLst>
                    <a:ext uri="{FF2B5EF4-FFF2-40B4-BE49-F238E27FC236}">
                      <a16:creationId xmlns:a16="http://schemas.microsoft.com/office/drawing/2014/main" id="{6A26F9D0-2591-2082-F509-C4E86D1F1943}"/>
                    </a:ext>
                  </a:extLst>
                </p:cNvPr>
                <p:cNvSpPr/>
                <p:nvPr/>
              </p:nvSpPr>
              <p:spPr>
                <a:xfrm>
                  <a:off x="4840200" y="2171875"/>
                  <a:ext cx="1047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7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23" name="Google Shape;9194;p73">
                <a:extLst>
                  <a:ext uri="{FF2B5EF4-FFF2-40B4-BE49-F238E27FC236}">
                    <a16:creationId xmlns:a16="http://schemas.microsoft.com/office/drawing/2014/main" id="{0C1E1983-1CA6-EB40-A404-F8883E664F3C}"/>
                  </a:ext>
                </a:extLst>
              </p:cNvPr>
              <p:cNvSpPr/>
              <p:nvPr/>
            </p:nvSpPr>
            <p:spPr>
              <a:xfrm>
                <a:off x="7743630" y="2282294"/>
                <a:ext cx="499261" cy="49795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784" extrusionOk="0">
                    <a:moveTo>
                      <a:pt x="5923" y="2080"/>
                    </a:moveTo>
                    <a:cubicBezTo>
                      <a:pt x="6459" y="2080"/>
                      <a:pt x="6932" y="2552"/>
                      <a:pt x="6932" y="3119"/>
                    </a:cubicBezTo>
                    <a:lnTo>
                      <a:pt x="6932" y="3466"/>
                    </a:lnTo>
                    <a:lnTo>
                      <a:pt x="4884" y="3466"/>
                    </a:lnTo>
                    <a:lnTo>
                      <a:pt x="4884" y="3119"/>
                    </a:lnTo>
                    <a:cubicBezTo>
                      <a:pt x="4884" y="2521"/>
                      <a:pt x="5356" y="2080"/>
                      <a:pt x="5923" y="2080"/>
                    </a:cubicBezTo>
                    <a:close/>
                    <a:moveTo>
                      <a:pt x="5923" y="662"/>
                    </a:moveTo>
                    <a:cubicBezTo>
                      <a:pt x="7247" y="662"/>
                      <a:pt x="8349" y="1765"/>
                      <a:pt x="8349" y="3119"/>
                    </a:cubicBezTo>
                    <a:lnTo>
                      <a:pt x="8349" y="3466"/>
                    </a:lnTo>
                    <a:lnTo>
                      <a:pt x="7656" y="3466"/>
                    </a:lnTo>
                    <a:lnTo>
                      <a:pt x="7656" y="3119"/>
                    </a:lnTo>
                    <a:cubicBezTo>
                      <a:pt x="7656" y="2174"/>
                      <a:pt x="6869" y="1387"/>
                      <a:pt x="5923" y="1387"/>
                    </a:cubicBezTo>
                    <a:cubicBezTo>
                      <a:pt x="4978" y="1387"/>
                      <a:pt x="4191" y="2174"/>
                      <a:pt x="4191" y="3119"/>
                    </a:cubicBezTo>
                    <a:lnTo>
                      <a:pt x="4191" y="3466"/>
                    </a:lnTo>
                    <a:lnTo>
                      <a:pt x="3466" y="3466"/>
                    </a:lnTo>
                    <a:lnTo>
                      <a:pt x="3466" y="3119"/>
                    </a:lnTo>
                    <a:cubicBezTo>
                      <a:pt x="3466" y="1765"/>
                      <a:pt x="4569" y="662"/>
                      <a:pt x="5923" y="662"/>
                    </a:cubicBezTo>
                    <a:close/>
                    <a:moveTo>
                      <a:pt x="1387" y="4191"/>
                    </a:moveTo>
                    <a:lnTo>
                      <a:pt x="1387" y="6742"/>
                    </a:lnTo>
                    <a:cubicBezTo>
                      <a:pt x="946" y="6490"/>
                      <a:pt x="662" y="6018"/>
                      <a:pt x="662" y="5545"/>
                    </a:cubicBezTo>
                    <a:lnTo>
                      <a:pt x="662" y="4537"/>
                    </a:lnTo>
                    <a:cubicBezTo>
                      <a:pt x="662" y="4348"/>
                      <a:pt x="820" y="4191"/>
                      <a:pt x="1040" y="4191"/>
                    </a:cubicBezTo>
                    <a:close/>
                    <a:moveTo>
                      <a:pt x="10775" y="4128"/>
                    </a:moveTo>
                    <a:cubicBezTo>
                      <a:pt x="10996" y="4128"/>
                      <a:pt x="11153" y="4285"/>
                      <a:pt x="11153" y="4506"/>
                    </a:cubicBezTo>
                    <a:lnTo>
                      <a:pt x="11153" y="5545"/>
                    </a:lnTo>
                    <a:cubicBezTo>
                      <a:pt x="11153" y="6081"/>
                      <a:pt x="10870" y="6490"/>
                      <a:pt x="10429" y="6742"/>
                    </a:cubicBezTo>
                    <a:lnTo>
                      <a:pt x="10429" y="4128"/>
                    </a:lnTo>
                    <a:close/>
                    <a:moveTo>
                      <a:pt x="8349" y="4191"/>
                    </a:moveTo>
                    <a:lnTo>
                      <a:pt x="8349" y="6931"/>
                    </a:lnTo>
                    <a:lnTo>
                      <a:pt x="3498" y="6931"/>
                    </a:lnTo>
                    <a:lnTo>
                      <a:pt x="3498" y="4191"/>
                    </a:lnTo>
                    <a:close/>
                    <a:moveTo>
                      <a:pt x="6270" y="7593"/>
                    </a:moveTo>
                    <a:lnTo>
                      <a:pt x="6270" y="7971"/>
                    </a:lnTo>
                    <a:cubicBezTo>
                      <a:pt x="6270" y="8160"/>
                      <a:pt x="6112" y="8318"/>
                      <a:pt x="5923" y="8318"/>
                    </a:cubicBezTo>
                    <a:cubicBezTo>
                      <a:pt x="5703" y="8318"/>
                      <a:pt x="5545" y="8160"/>
                      <a:pt x="5545" y="7971"/>
                    </a:cubicBezTo>
                    <a:lnTo>
                      <a:pt x="5545" y="7593"/>
                    </a:lnTo>
                    <a:close/>
                    <a:moveTo>
                      <a:pt x="662" y="7089"/>
                    </a:moveTo>
                    <a:cubicBezTo>
                      <a:pt x="883" y="7278"/>
                      <a:pt x="1103" y="7404"/>
                      <a:pt x="1387" y="7467"/>
                    </a:cubicBezTo>
                    <a:lnTo>
                      <a:pt x="1387" y="11153"/>
                    </a:lnTo>
                    <a:lnTo>
                      <a:pt x="1040" y="11153"/>
                    </a:lnTo>
                    <a:cubicBezTo>
                      <a:pt x="820" y="11153"/>
                      <a:pt x="662" y="10996"/>
                      <a:pt x="662" y="10807"/>
                    </a:cubicBezTo>
                    <a:lnTo>
                      <a:pt x="662" y="7089"/>
                    </a:lnTo>
                    <a:close/>
                    <a:moveTo>
                      <a:pt x="2804" y="4191"/>
                    </a:moveTo>
                    <a:lnTo>
                      <a:pt x="2804" y="11153"/>
                    </a:lnTo>
                    <a:lnTo>
                      <a:pt x="2080" y="11153"/>
                    </a:lnTo>
                    <a:lnTo>
                      <a:pt x="2080" y="4191"/>
                    </a:lnTo>
                    <a:close/>
                    <a:moveTo>
                      <a:pt x="8318" y="7656"/>
                    </a:moveTo>
                    <a:lnTo>
                      <a:pt x="8318" y="11153"/>
                    </a:lnTo>
                    <a:lnTo>
                      <a:pt x="3498" y="11153"/>
                    </a:lnTo>
                    <a:lnTo>
                      <a:pt x="3498" y="7656"/>
                    </a:lnTo>
                    <a:lnTo>
                      <a:pt x="4884" y="7656"/>
                    </a:lnTo>
                    <a:lnTo>
                      <a:pt x="4884" y="8003"/>
                    </a:lnTo>
                    <a:cubicBezTo>
                      <a:pt x="4884" y="8601"/>
                      <a:pt x="5356" y="9011"/>
                      <a:pt x="5923" y="9011"/>
                    </a:cubicBezTo>
                    <a:cubicBezTo>
                      <a:pt x="6459" y="9011"/>
                      <a:pt x="6932" y="8538"/>
                      <a:pt x="6932" y="8003"/>
                    </a:cubicBezTo>
                    <a:lnTo>
                      <a:pt x="6932" y="7656"/>
                    </a:lnTo>
                    <a:close/>
                    <a:moveTo>
                      <a:pt x="9767" y="4191"/>
                    </a:moveTo>
                    <a:lnTo>
                      <a:pt x="9767" y="11153"/>
                    </a:lnTo>
                    <a:lnTo>
                      <a:pt x="9074" y="11153"/>
                    </a:lnTo>
                    <a:lnTo>
                      <a:pt x="9074" y="4191"/>
                    </a:lnTo>
                    <a:close/>
                    <a:moveTo>
                      <a:pt x="11153" y="7120"/>
                    </a:moveTo>
                    <a:lnTo>
                      <a:pt x="11153" y="10807"/>
                    </a:lnTo>
                    <a:cubicBezTo>
                      <a:pt x="11153" y="10996"/>
                      <a:pt x="10996" y="11153"/>
                      <a:pt x="10807" y="11153"/>
                    </a:cubicBezTo>
                    <a:lnTo>
                      <a:pt x="10429" y="11153"/>
                    </a:lnTo>
                    <a:lnTo>
                      <a:pt x="10429" y="7530"/>
                    </a:lnTo>
                    <a:cubicBezTo>
                      <a:pt x="10712" y="7436"/>
                      <a:pt x="10964" y="7278"/>
                      <a:pt x="11153" y="7120"/>
                    </a:cubicBezTo>
                    <a:close/>
                    <a:moveTo>
                      <a:pt x="5923" y="0"/>
                    </a:moveTo>
                    <a:cubicBezTo>
                      <a:pt x="4191" y="0"/>
                      <a:pt x="2804" y="1418"/>
                      <a:pt x="2804" y="3119"/>
                    </a:cubicBezTo>
                    <a:lnTo>
                      <a:pt x="2804" y="3466"/>
                    </a:lnTo>
                    <a:lnTo>
                      <a:pt x="1040" y="3466"/>
                    </a:lnTo>
                    <a:cubicBezTo>
                      <a:pt x="442" y="3466"/>
                      <a:pt x="1" y="3939"/>
                      <a:pt x="1" y="4474"/>
                    </a:cubicBezTo>
                    <a:lnTo>
                      <a:pt x="1" y="5514"/>
                    </a:lnTo>
                    <a:lnTo>
                      <a:pt x="1" y="10744"/>
                    </a:lnTo>
                    <a:cubicBezTo>
                      <a:pt x="1" y="11342"/>
                      <a:pt x="473" y="11783"/>
                      <a:pt x="1040" y="11783"/>
                    </a:cubicBezTo>
                    <a:lnTo>
                      <a:pt x="10807" y="11783"/>
                    </a:lnTo>
                    <a:cubicBezTo>
                      <a:pt x="11374" y="11783"/>
                      <a:pt x="11815" y="11311"/>
                      <a:pt x="11815" y="10744"/>
                    </a:cubicBezTo>
                    <a:lnTo>
                      <a:pt x="11815" y="5514"/>
                    </a:lnTo>
                    <a:lnTo>
                      <a:pt x="11815" y="4474"/>
                    </a:lnTo>
                    <a:cubicBezTo>
                      <a:pt x="11815" y="3939"/>
                      <a:pt x="11374" y="3466"/>
                      <a:pt x="10807" y="3466"/>
                    </a:cubicBezTo>
                    <a:lnTo>
                      <a:pt x="9011" y="3466"/>
                    </a:lnTo>
                    <a:lnTo>
                      <a:pt x="9011" y="3119"/>
                    </a:lnTo>
                    <a:cubicBezTo>
                      <a:pt x="9011" y="1387"/>
                      <a:pt x="7593" y="0"/>
                      <a:pt x="592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24" name="Google Shape;9195;p73">
                <a:extLst>
                  <a:ext uri="{FF2B5EF4-FFF2-40B4-BE49-F238E27FC236}">
                    <a16:creationId xmlns:a16="http://schemas.microsoft.com/office/drawing/2014/main" id="{160B3C01-9F16-7FEE-2E88-331EC2759F92}"/>
                  </a:ext>
                </a:extLst>
              </p:cNvPr>
              <p:cNvSpPr/>
              <p:nvPr/>
            </p:nvSpPr>
            <p:spPr>
              <a:xfrm>
                <a:off x="7773590" y="2923979"/>
                <a:ext cx="439341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0397" h="11878" extrusionOk="0">
                    <a:moveTo>
                      <a:pt x="5135" y="725"/>
                    </a:moveTo>
                    <a:cubicBezTo>
                      <a:pt x="6868" y="725"/>
                      <a:pt x="8254" y="2142"/>
                      <a:pt x="8254" y="3844"/>
                    </a:cubicBezTo>
                    <a:lnTo>
                      <a:pt x="8254" y="5923"/>
                    </a:lnTo>
                    <a:cubicBezTo>
                      <a:pt x="8254" y="6112"/>
                      <a:pt x="8097" y="6270"/>
                      <a:pt x="7908" y="6270"/>
                    </a:cubicBezTo>
                    <a:lnTo>
                      <a:pt x="7498" y="6270"/>
                    </a:lnTo>
                    <a:cubicBezTo>
                      <a:pt x="7561" y="6144"/>
                      <a:pt x="7561" y="6049"/>
                      <a:pt x="7561" y="5923"/>
                    </a:cubicBezTo>
                    <a:lnTo>
                      <a:pt x="7561" y="3844"/>
                    </a:lnTo>
                    <a:cubicBezTo>
                      <a:pt x="7561" y="3623"/>
                      <a:pt x="7404" y="3466"/>
                      <a:pt x="7183" y="3466"/>
                    </a:cubicBezTo>
                    <a:lnTo>
                      <a:pt x="6490" y="3466"/>
                    </a:lnTo>
                    <a:cubicBezTo>
                      <a:pt x="5892" y="3466"/>
                      <a:pt x="5450" y="2993"/>
                      <a:pt x="5450" y="2458"/>
                    </a:cubicBezTo>
                    <a:lnTo>
                      <a:pt x="5450" y="1733"/>
                    </a:lnTo>
                    <a:cubicBezTo>
                      <a:pt x="5450" y="1544"/>
                      <a:pt x="5293" y="1386"/>
                      <a:pt x="5104" y="1386"/>
                    </a:cubicBezTo>
                    <a:cubicBezTo>
                      <a:pt x="4915" y="1386"/>
                      <a:pt x="4757" y="1544"/>
                      <a:pt x="4757" y="1733"/>
                    </a:cubicBezTo>
                    <a:lnTo>
                      <a:pt x="4757" y="2458"/>
                    </a:lnTo>
                    <a:cubicBezTo>
                      <a:pt x="4757" y="3056"/>
                      <a:pt x="4285" y="3466"/>
                      <a:pt x="3718" y="3466"/>
                    </a:cubicBezTo>
                    <a:lnTo>
                      <a:pt x="3088" y="3466"/>
                    </a:lnTo>
                    <a:cubicBezTo>
                      <a:pt x="2899" y="3466"/>
                      <a:pt x="2741" y="3623"/>
                      <a:pt x="2741" y="3844"/>
                    </a:cubicBezTo>
                    <a:lnTo>
                      <a:pt x="2741" y="5923"/>
                    </a:lnTo>
                    <a:cubicBezTo>
                      <a:pt x="2741" y="6049"/>
                      <a:pt x="2741" y="6144"/>
                      <a:pt x="2773" y="6270"/>
                    </a:cubicBezTo>
                    <a:lnTo>
                      <a:pt x="2395" y="6270"/>
                    </a:lnTo>
                    <a:cubicBezTo>
                      <a:pt x="2205" y="6270"/>
                      <a:pt x="2048" y="6112"/>
                      <a:pt x="2048" y="5923"/>
                    </a:cubicBezTo>
                    <a:lnTo>
                      <a:pt x="2048" y="3844"/>
                    </a:lnTo>
                    <a:cubicBezTo>
                      <a:pt x="2048" y="2111"/>
                      <a:pt x="3466" y="725"/>
                      <a:pt x="5135" y="725"/>
                    </a:cubicBezTo>
                    <a:close/>
                    <a:moveTo>
                      <a:pt x="5230" y="3466"/>
                    </a:moveTo>
                    <a:cubicBezTo>
                      <a:pt x="5545" y="3907"/>
                      <a:pt x="6049" y="4190"/>
                      <a:pt x="6585" y="4190"/>
                    </a:cubicBezTo>
                    <a:lnTo>
                      <a:pt x="6963" y="4190"/>
                    </a:lnTo>
                    <a:lnTo>
                      <a:pt x="6963" y="5955"/>
                    </a:lnTo>
                    <a:lnTo>
                      <a:pt x="6931" y="5955"/>
                    </a:lnTo>
                    <a:cubicBezTo>
                      <a:pt x="6931" y="6553"/>
                      <a:pt x="6459" y="6994"/>
                      <a:pt x="5892" y="6994"/>
                    </a:cubicBezTo>
                    <a:lnTo>
                      <a:pt x="4505" y="6994"/>
                    </a:lnTo>
                    <a:cubicBezTo>
                      <a:pt x="3938" y="6994"/>
                      <a:pt x="3497" y="6522"/>
                      <a:pt x="3497" y="5955"/>
                    </a:cubicBezTo>
                    <a:lnTo>
                      <a:pt x="3497" y="4190"/>
                    </a:lnTo>
                    <a:lnTo>
                      <a:pt x="3844" y="4190"/>
                    </a:lnTo>
                    <a:cubicBezTo>
                      <a:pt x="4379" y="4190"/>
                      <a:pt x="4915" y="3907"/>
                      <a:pt x="5230" y="3466"/>
                    </a:cubicBezTo>
                    <a:close/>
                    <a:moveTo>
                      <a:pt x="6301" y="7624"/>
                    </a:moveTo>
                    <a:cubicBezTo>
                      <a:pt x="6396" y="8034"/>
                      <a:pt x="6805" y="8349"/>
                      <a:pt x="7278" y="8349"/>
                    </a:cubicBezTo>
                    <a:lnTo>
                      <a:pt x="7624" y="8349"/>
                    </a:lnTo>
                    <a:lnTo>
                      <a:pt x="7624" y="9200"/>
                    </a:lnTo>
                    <a:cubicBezTo>
                      <a:pt x="6852" y="9546"/>
                      <a:pt x="6025" y="9719"/>
                      <a:pt x="5198" y="9719"/>
                    </a:cubicBezTo>
                    <a:cubicBezTo>
                      <a:pt x="4371" y="9719"/>
                      <a:pt x="3544" y="9546"/>
                      <a:pt x="2773" y="9200"/>
                    </a:cubicBezTo>
                    <a:lnTo>
                      <a:pt x="2773" y="8349"/>
                    </a:lnTo>
                    <a:lnTo>
                      <a:pt x="3119" y="8349"/>
                    </a:lnTo>
                    <a:cubicBezTo>
                      <a:pt x="3560" y="8349"/>
                      <a:pt x="3970" y="8034"/>
                      <a:pt x="4127" y="7624"/>
                    </a:cubicBezTo>
                    <a:cubicBezTo>
                      <a:pt x="4253" y="7656"/>
                      <a:pt x="4411" y="7656"/>
                      <a:pt x="4505" y="7656"/>
                    </a:cubicBezTo>
                    <a:lnTo>
                      <a:pt x="5892" y="7656"/>
                    </a:lnTo>
                    <a:cubicBezTo>
                      <a:pt x="6018" y="7656"/>
                      <a:pt x="6175" y="7656"/>
                      <a:pt x="6301" y="7624"/>
                    </a:cubicBezTo>
                    <a:close/>
                    <a:moveTo>
                      <a:pt x="2079" y="8349"/>
                    </a:moveTo>
                    <a:lnTo>
                      <a:pt x="2079" y="11153"/>
                    </a:lnTo>
                    <a:lnTo>
                      <a:pt x="693" y="11153"/>
                    </a:lnTo>
                    <a:lnTo>
                      <a:pt x="693" y="9389"/>
                    </a:lnTo>
                    <a:cubicBezTo>
                      <a:pt x="693" y="8790"/>
                      <a:pt x="1166" y="8349"/>
                      <a:pt x="1733" y="8349"/>
                    </a:cubicBezTo>
                    <a:close/>
                    <a:moveTo>
                      <a:pt x="7656" y="9924"/>
                    </a:moveTo>
                    <a:lnTo>
                      <a:pt x="7656" y="11153"/>
                    </a:lnTo>
                    <a:lnTo>
                      <a:pt x="2773" y="11153"/>
                    </a:lnTo>
                    <a:lnTo>
                      <a:pt x="2773" y="9924"/>
                    </a:lnTo>
                    <a:cubicBezTo>
                      <a:pt x="3560" y="10239"/>
                      <a:pt x="4411" y="10397"/>
                      <a:pt x="5230" y="10397"/>
                    </a:cubicBezTo>
                    <a:cubicBezTo>
                      <a:pt x="6049" y="10397"/>
                      <a:pt x="6868" y="10239"/>
                      <a:pt x="7656" y="9924"/>
                    </a:cubicBezTo>
                    <a:close/>
                    <a:moveTo>
                      <a:pt x="8664" y="8349"/>
                    </a:moveTo>
                    <a:cubicBezTo>
                      <a:pt x="9231" y="8349"/>
                      <a:pt x="9672" y="8821"/>
                      <a:pt x="9672" y="9389"/>
                    </a:cubicBezTo>
                    <a:lnTo>
                      <a:pt x="9672" y="11153"/>
                    </a:lnTo>
                    <a:lnTo>
                      <a:pt x="8286" y="11153"/>
                    </a:lnTo>
                    <a:lnTo>
                      <a:pt x="8286" y="8349"/>
                    </a:lnTo>
                    <a:close/>
                    <a:moveTo>
                      <a:pt x="5198" y="0"/>
                    </a:moveTo>
                    <a:cubicBezTo>
                      <a:pt x="3088" y="0"/>
                      <a:pt x="1355" y="1701"/>
                      <a:pt x="1355" y="3844"/>
                    </a:cubicBezTo>
                    <a:lnTo>
                      <a:pt x="1355" y="5923"/>
                    </a:lnTo>
                    <a:cubicBezTo>
                      <a:pt x="1355" y="6522"/>
                      <a:pt x="1827" y="6931"/>
                      <a:pt x="2395" y="6931"/>
                    </a:cubicBezTo>
                    <a:lnTo>
                      <a:pt x="3088" y="6931"/>
                    </a:lnTo>
                    <a:cubicBezTo>
                      <a:pt x="3182" y="7057"/>
                      <a:pt x="3308" y="7183"/>
                      <a:pt x="3466" y="7309"/>
                    </a:cubicBezTo>
                    <a:cubicBezTo>
                      <a:pt x="3466" y="7530"/>
                      <a:pt x="3308" y="7687"/>
                      <a:pt x="3088" y="7687"/>
                    </a:cubicBezTo>
                    <a:lnTo>
                      <a:pt x="1733" y="7687"/>
                    </a:lnTo>
                    <a:cubicBezTo>
                      <a:pt x="788" y="7687"/>
                      <a:pt x="0" y="8475"/>
                      <a:pt x="0" y="9420"/>
                    </a:cubicBezTo>
                    <a:lnTo>
                      <a:pt x="0" y="11499"/>
                    </a:lnTo>
                    <a:cubicBezTo>
                      <a:pt x="0" y="11720"/>
                      <a:pt x="158" y="11877"/>
                      <a:pt x="347" y="11877"/>
                    </a:cubicBezTo>
                    <a:lnTo>
                      <a:pt x="10019" y="11877"/>
                    </a:lnTo>
                    <a:cubicBezTo>
                      <a:pt x="10239" y="11877"/>
                      <a:pt x="10397" y="11720"/>
                      <a:pt x="10397" y="11499"/>
                    </a:cubicBezTo>
                    <a:lnTo>
                      <a:pt x="10397" y="9420"/>
                    </a:lnTo>
                    <a:cubicBezTo>
                      <a:pt x="10397" y="8475"/>
                      <a:pt x="9609" y="7687"/>
                      <a:pt x="8664" y="7687"/>
                    </a:cubicBezTo>
                    <a:lnTo>
                      <a:pt x="7278" y="7687"/>
                    </a:lnTo>
                    <a:cubicBezTo>
                      <a:pt x="7089" y="7687"/>
                      <a:pt x="6931" y="7530"/>
                      <a:pt x="6931" y="7341"/>
                    </a:cubicBezTo>
                    <a:cubicBezTo>
                      <a:pt x="7026" y="7246"/>
                      <a:pt x="7152" y="7152"/>
                      <a:pt x="7278" y="6994"/>
                    </a:cubicBezTo>
                    <a:lnTo>
                      <a:pt x="7971" y="6994"/>
                    </a:lnTo>
                    <a:cubicBezTo>
                      <a:pt x="8569" y="6994"/>
                      <a:pt x="9011" y="6522"/>
                      <a:pt x="9011" y="5955"/>
                    </a:cubicBezTo>
                    <a:lnTo>
                      <a:pt x="9011" y="3844"/>
                    </a:lnTo>
                    <a:cubicBezTo>
                      <a:pt x="9011" y="1733"/>
                      <a:pt x="7309" y="0"/>
                      <a:pt x="51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25" name="Google Shape;9196;p73">
                <a:extLst>
                  <a:ext uri="{FF2B5EF4-FFF2-40B4-BE49-F238E27FC236}">
                    <a16:creationId xmlns:a16="http://schemas.microsoft.com/office/drawing/2014/main" id="{1F581E13-27C7-A4C5-1522-AC8455E11B10}"/>
                  </a:ext>
                </a:extLst>
              </p:cNvPr>
              <p:cNvGrpSpPr/>
              <p:nvPr/>
            </p:nvGrpSpPr>
            <p:grpSpPr>
              <a:xfrm>
                <a:off x="10280367" y="2282300"/>
                <a:ext cx="499261" cy="497951"/>
                <a:chOff x="6131900" y="2301825"/>
                <a:chExt cx="295375" cy="294600"/>
              </a:xfrm>
              <a:grpFill/>
            </p:grpSpPr>
            <p:sp>
              <p:nvSpPr>
                <p:cNvPr id="437" name="Google Shape;9197;p73">
                  <a:extLst>
                    <a:ext uri="{FF2B5EF4-FFF2-40B4-BE49-F238E27FC236}">
                      <a16:creationId xmlns:a16="http://schemas.microsoft.com/office/drawing/2014/main" id="{E9D47BAC-DBDD-3364-484D-38321E5AF3E0}"/>
                    </a:ext>
                  </a:extLst>
                </p:cNvPr>
                <p:cNvSpPr/>
                <p:nvPr/>
              </p:nvSpPr>
              <p:spPr>
                <a:xfrm>
                  <a:off x="6131900" y="2301825"/>
                  <a:ext cx="295375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784" extrusionOk="0">
                      <a:moveTo>
                        <a:pt x="3813" y="630"/>
                      </a:moveTo>
                      <a:cubicBezTo>
                        <a:pt x="4002" y="630"/>
                        <a:pt x="4159" y="788"/>
                        <a:pt x="4159" y="977"/>
                      </a:cubicBezTo>
                      <a:lnTo>
                        <a:pt x="4159" y="1355"/>
                      </a:lnTo>
                      <a:lnTo>
                        <a:pt x="1387" y="1355"/>
                      </a:lnTo>
                      <a:lnTo>
                        <a:pt x="1387" y="977"/>
                      </a:lnTo>
                      <a:lnTo>
                        <a:pt x="1355" y="977"/>
                      </a:lnTo>
                      <a:cubicBezTo>
                        <a:pt x="1355" y="788"/>
                        <a:pt x="1513" y="630"/>
                        <a:pt x="1733" y="630"/>
                      </a:cubicBezTo>
                      <a:close/>
                      <a:moveTo>
                        <a:pt x="10114" y="1355"/>
                      </a:moveTo>
                      <a:cubicBezTo>
                        <a:pt x="10303" y="1355"/>
                        <a:pt x="10460" y="1513"/>
                        <a:pt x="10460" y="1702"/>
                      </a:cubicBezTo>
                      <a:lnTo>
                        <a:pt x="10460" y="3434"/>
                      </a:lnTo>
                      <a:lnTo>
                        <a:pt x="7688" y="3434"/>
                      </a:lnTo>
                      <a:cubicBezTo>
                        <a:pt x="7656" y="3277"/>
                        <a:pt x="7656" y="1859"/>
                        <a:pt x="7656" y="1702"/>
                      </a:cubicBezTo>
                      <a:cubicBezTo>
                        <a:pt x="7656" y="1513"/>
                        <a:pt x="7814" y="1355"/>
                        <a:pt x="8034" y="1355"/>
                      </a:cubicBezTo>
                      <a:close/>
                      <a:moveTo>
                        <a:pt x="4128" y="2048"/>
                      </a:moveTo>
                      <a:lnTo>
                        <a:pt x="4128" y="4821"/>
                      </a:lnTo>
                      <a:lnTo>
                        <a:pt x="1355" y="4821"/>
                      </a:lnTo>
                      <a:lnTo>
                        <a:pt x="1355" y="2048"/>
                      </a:lnTo>
                      <a:close/>
                      <a:moveTo>
                        <a:pt x="6617" y="2048"/>
                      </a:moveTo>
                      <a:cubicBezTo>
                        <a:pt x="6806" y="2048"/>
                        <a:pt x="6963" y="2206"/>
                        <a:pt x="6963" y="2395"/>
                      </a:cubicBezTo>
                      <a:lnTo>
                        <a:pt x="6963" y="4852"/>
                      </a:lnTo>
                      <a:lnTo>
                        <a:pt x="4821" y="4852"/>
                      </a:lnTo>
                      <a:lnTo>
                        <a:pt x="4821" y="2395"/>
                      </a:lnTo>
                      <a:cubicBezTo>
                        <a:pt x="4821" y="2206"/>
                        <a:pt x="4978" y="2048"/>
                        <a:pt x="5167" y="2048"/>
                      </a:cubicBezTo>
                      <a:close/>
                      <a:moveTo>
                        <a:pt x="10429" y="4127"/>
                      </a:moveTo>
                      <a:lnTo>
                        <a:pt x="10429" y="4852"/>
                      </a:lnTo>
                      <a:lnTo>
                        <a:pt x="7656" y="4852"/>
                      </a:lnTo>
                      <a:lnTo>
                        <a:pt x="7656" y="4127"/>
                      </a:lnTo>
                      <a:close/>
                      <a:moveTo>
                        <a:pt x="10775" y="5514"/>
                      </a:moveTo>
                      <a:cubicBezTo>
                        <a:pt x="10964" y="5514"/>
                        <a:pt x="11122" y="5671"/>
                        <a:pt x="11122" y="5860"/>
                      </a:cubicBezTo>
                      <a:lnTo>
                        <a:pt x="11122" y="10744"/>
                      </a:lnTo>
                      <a:cubicBezTo>
                        <a:pt x="11122" y="10964"/>
                        <a:pt x="10964" y="11122"/>
                        <a:pt x="10775" y="11122"/>
                      </a:cubicBezTo>
                      <a:lnTo>
                        <a:pt x="1009" y="11122"/>
                      </a:lnTo>
                      <a:cubicBezTo>
                        <a:pt x="820" y="11122"/>
                        <a:pt x="662" y="10964"/>
                        <a:pt x="662" y="10744"/>
                      </a:cubicBezTo>
                      <a:lnTo>
                        <a:pt x="662" y="5860"/>
                      </a:lnTo>
                      <a:cubicBezTo>
                        <a:pt x="662" y="5671"/>
                        <a:pt x="820" y="5514"/>
                        <a:pt x="1009" y="5514"/>
                      </a:cubicBezTo>
                      <a:close/>
                      <a:moveTo>
                        <a:pt x="1733" y="0"/>
                      </a:moveTo>
                      <a:cubicBezTo>
                        <a:pt x="1135" y="0"/>
                        <a:pt x="694" y="473"/>
                        <a:pt x="694" y="1040"/>
                      </a:cubicBezTo>
                      <a:lnTo>
                        <a:pt x="694" y="4884"/>
                      </a:lnTo>
                      <a:cubicBezTo>
                        <a:pt x="316" y="5041"/>
                        <a:pt x="1" y="5388"/>
                        <a:pt x="1" y="5860"/>
                      </a:cubicBezTo>
                      <a:lnTo>
                        <a:pt x="1" y="10744"/>
                      </a:lnTo>
                      <a:cubicBezTo>
                        <a:pt x="1" y="11342"/>
                        <a:pt x="473" y="11783"/>
                        <a:pt x="1009" y="11783"/>
                      </a:cubicBezTo>
                      <a:lnTo>
                        <a:pt x="10775" y="11783"/>
                      </a:lnTo>
                      <a:cubicBezTo>
                        <a:pt x="11374" y="11783"/>
                        <a:pt x="11815" y="11311"/>
                        <a:pt x="11815" y="10744"/>
                      </a:cubicBezTo>
                      <a:lnTo>
                        <a:pt x="11815" y="5860"/>
                      </a:lnTo>
                      <a:cubicBezTo>
                        <a:pt x="11815" y="5388"/>
                        <a:pt x="11531" y="5010"/>
                        <a:pt x="11122" y="4884"/>
                      </a:cubicBezTo>
                      <a:lnTo>
                        <a:pt x="11122" y="1702"/>
                      </a:lnTo>
                      <a:cubicBezTo>
                        <a:pt x="11122" y="1103"/>
                        <a:pt x="10649" y="662"/>
                        <a:pt x="10114" y="662"/>
                      </a:cubicBezTo>
                      <a:lnTo>
                        <a:pt x="8034" y="662"/>
                      </a:lnTo>
                      <a:cubicBezTo>
                        <a:pt x="7530" y="662"/>
                        <a:pt x="7152" y="977"/>
                        <a:pt x="7026" y="1418"/>
                      </a:cubicBezTo>
                      <a:cubicBezTo>
                        <a:pt x="6932" y="1387"/>
                        <a:pt x="6806" y="1355"/>
                        <a:pt x="6648" y="1355"/>
                      </a:cubicBezTo>
                      <a:lnTo>
                        <a:pt x="5230" y="1355"/>
                      </a:lnTo>
                      <a:cubicBezTo>
                        <a:pt x="5104" y="1355"/>
                        <a:pt x="4978" y="1387"/>
                        <a:pt x="4884" y="1418"/>
                      </a:cubicBezTo>
                      <a:lnTo>
                        <a:pt x="4884" y="1040"/>
                      </a:lnTo>
                      <a:cubicBezTo>
                        <a:pt x="4884" y="441"/>
                        <a:pt x="4380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8" name="Google Shape;9198;p73">
                  <a:extLst>
                    <a:ext uri="{FF2B5EF4-FFF2-40B4-BE49-F238E27FC236}">
                      <a16:creationId xmlns:a16="http://schemas.microsoft.com/office/drawing/2014/main" id="{DDBECD21-D0B8-EC6B-1CF5-28D9244C6871}"/>
                    </a:ext>
                  </a:extLst>
                </p:cNvPr>
                <p:cNvSpPr/>
                <p:nvPr/>
              </p:nvSpPr>
              <p:spPr>
                <a:xfrm>
                  <a:off x="6218550" y="2456200"/>
                  <a:ext cx="1221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049" extrusionOk="0">
                      <a:moveTo>
                        <a:pt x="3844" y="725"/>
                      </a:moveTo>
                      <a:cubicBezTo>
                        <a:pt x="4033" y="725"/>
                        <a:pt x="4190" y="882"/>
                        <a:pt x="4190" y="1071"/>
                      </a:cubicBezTo>
                      <a:cubicBezTo>
                        <a:pt x="4190" y="1260"/>
                        <a:pt x="4033" y="1418"/>
                        <a:pt x="3844" y="1418"/>
                      </a:cubicBezTo>
                      <a:lnTo>
                        <a:pt x="1008" y="1418"/>
                      </a:lnTo>
                      <a:cubicBezTo>
                        <a:pt x="819" y="1418"/>
                        <a:pt x="662" y="1260"/>
                        <a:pt x="662" y="1071"/>
                      </a:cubicBezTo>
                      <a:cubicBezTo>
                        <a:pt x="662" y="882"/>
                        <a:pt x="819" y="725"/>
                        <a:pt x="1008" y="725"/>
                      </a:cubicBezTo>
                      <a:close/>
                      <a:moveTo>
                        <a:pt x="1008" y="0"/>
                      </a:moveTo>
                      <a:cubicBezTo>
                        <a:pt x="410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8" y="2048"/>
                      </a:cubicBezTo>
                      <a:lnTo>
                        <a:pt x="3844" y="2048"/>
                      </a:lnTo>
                      <a:cubicBezTo>
                        <a:pt x="4442" y="2048"/>
                        <a:pt x="4883" y="1576"/>
                        <a:pt x="4883" y="1040"/>
                      </a:cubicBezTo>
                      <a:cubicBezTo>
                        <a:pt x="4852" y="473"/>
                        <a:pt x="4411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9" name="Google Shape;9199;p73">
                  <a:extLst>
                    <a:ext uri="{FF2B5EF4-FFF2-40B4-BE49-F238E27FC236}">
                      <a16:creationId xmlns:a16="http://schemas.microsoft.com/office/drawing/2014/main" id="{9D57C9A4-1892-1932-E705-98E236C26C4A}"/>
                    </a:ext>
                  </a:extLst>
                </p:cNvPr>
                <p:cNvSpPr/>
                <p:nvPr/>
              </p:nvSpPr>
              <p:spPr>
                <a:xfrm>
                  <a:off x="6340625" y="2353025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355" y="158"/>
                        <a:pt x="1198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0" name="Google Shape;9200;p73">
                  <a:extLst>
                    <a:ext uri="{FF2B5EF4-FFF2-40B4-BE49-F238E27FC236}">
                      <a16:creationId xmlns:a16="http://schemas.microsoft.com/office/drawing/2014/main" id="{C3F88A70-2A78-5FCE-88BF-176E13CEFE2F}"/>
                    </a:ext>
                  </a:extLst>
                </p:cNvPr>
                <p:cNvSpPr/>
                <p:nvPr/>
              </p:nvSpPr>
              <p:spPr>
                <a:xfrm>
                  <a:off x="6183100" y="2369550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26" name="Google Shape;9201;p73">
                <a:extLst>
                  <a:ext uri="{FF2B5EF4-FFF2-40B4-BE49-F238E27FC236}">
                    <a16:creationId xmlns:a16="http://schemas.microsoft.com/office/drawing/2014/main" id="{4B39E0DE-724D-1CB9-1714-E12CBEF0D8A1}"/>
                  </a:ext>
                </a:extLst>
              </p:cNvPr>
              <p:cNvGrpSpPr/>
              <p:nvPr/>
            </p:nvGrpSpPr>
            <p:grpSpPr>
              <a:xfrm>
                <a:off x="2036574" y="1687877"/>
                <a:ext cx="503276" cy="500612"/>
                <a:chOff x="1412450" y="1954475"/>
                <a:chExt cx="297750" cy="296175"/>
              </a:xfrm>
              <a:grpFill/>
            </p:grpSpPr>
            <p:sp>
              <p:nvSpPr>
                <p:cNvPr id="435" name="Google Shape;9202;p73">
                  <a:extLst>
                    <a:ext uri="{FF2B5EF4-FFF2-40B4-BE49-F238E27FC236}">
                      <a16:creationId xmlns:a16="http://schemas.microsoft.com/office/drawing/2014/main" id="{6C39B7F2-2D3B-F039-0107-F7010B3D3724}"/>
                    </a:ext>
                  </a:extLst>
                </p:cNvPr>
                <p:cNvSpPr/>
                <p:nvPr/>
              </p:nvSpPr>
              <p:spPr>
                <a:xfrm>
                  <a:off x="1483350" y="2023800"/>
                  <a:ext cx="1559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39" extrusionOk="0">
                      <a:moveTo>
                        <a:pt x="3119" y="2079"/>
                      </a:moveTo>
                      <a:cubicBezTo>
                        <a:pt x="3529" y="2079"/>
                        <a:pt x="3844" y="2395"/>
                        <a:pt x="3844" y="2773"/>
                      </a:cubicBezTo>
                      <a:cubicBezTo>
                        <a:pt x="3844" y="3182"/>
                        <a:pt x="3529" y="3497"/>
                        <a:pt x="3119" y="3497"/>
                      </a:cubicBezTo>
                      <a:cubicBezTo>
                        <a:pt x="2741" y="3497"/>
                        <a:pt x="2426" y="3182"/>
                        <a:pt x="2426" y="2773"/>
                      </a:cubicBezTo>
                      <a:cubicBezTo>
                        <a:pt x="2426" y="2395"/>
                        <a:pt x="2741" y="2079"/>
                        <a:pt x="3119" y="2079"/>
                      </a:cubicBezTo>
                      <a:close/>
                      <a:moveTo>
                        <a:pt x="3119" y="725"/>
                      </a:moveTo>
                      <a:cubicBezTo>
                        <a:pt x="4474" y="725"/>
                        <a:pt x="5577" y="1827"/>
                        <a:pt x="5577" y="3182"/>
                      </a:cubicBezTo>
                      <a:cubicBezTo>
                        <a:pt x="5577" y="3686"/>
                        <a:pt x="5388" y="4159"/>
                        <a:pt x="5136" y="4537"/>
                      </a:cubicBezTo>
                      <a:cubicBezTo>
                        <a:pt x="4884" y="4190"/>
                        <a:pt x="4537" y="3907"/>
                        <a:pt x="4191" y="3718"/>
                      </a:cubicBezTo>
                      <a:cubicBezTo>
                        <a:pt x="4411" y="3497"/>
                        <a:pt x="4537" y="3182"/>
                        <a:pt x="4537" y="2804"/>
                      </a:cubicBezTo>
                      <a:cubicBezTo>
                        <a:pt x="4537" y="2079"/>
                        <a:pt x="3907" y="1449"/>
                        <a:pt x="3151" y="1449"/>
                      </a:cubicBezTo>
                      <a:cubicBezTo>
                        <a:pt x="2426" y="1449"/>
                        <a:pt x="1796" y="2079"/>
                        <a:pt x="1796" y="2804"/>
                      </a:cubicBezTo>
                      <a:cubicBezTo>
                        <a:pt x="1796" y="3182"/>
                        <a:pt x="1891" y="3497"/>
                        <a:pt x="2143" y="3718"/>
                      </a:cubicBezTo>
                      <a:cubicBezTo>
                        <a:pt x="1733" y="3907"/>
                        <a:pt x="1418" y="4190"/>
                        <a:pt x="1198" y="4537"/>
                      </a:cubicBezTo>
                      <a:cubicBezTo>
                        <a:pt x="914" y="4159"/>
                        <a:pt x="756" y="3686"/>
                        <a:pt x="756" y="3182"/>
                      </a:cubicBezTo>
                      <a:cubicBezTo>
                        <a:pt x="662" y="1796"/>
                        <a:pt x="1796" y="725"/>
                        <a:pt x="3119" y="725"/>
                      </a:cubicBezTo>
                      <a:close/>
                      <a:moveTo>
                        <a:pt x="3119" y="4190"/>
                      </a:moveTo>
                      <a:cubicBezTo>
                        <a:pt x="3749" y="4190"/>
                        <a:pt x="4317" y="4505"/>
                        <a:pt x="4632" y="5041"/>
                      </a:cubicBezTo>
                      <a:cubicBezTo>
                        <a:pt x="4222" y="5387"/>
                        <a:pt x="3686" y="5577"/>
                        <a:pt x="3119" y="5577"/>
                      </a:cubicBezTo>
                      <a:cubicBezTo>
                        <a:pt x="2584" y="5577"/>
                        <a:pt x="2017" y="5387"/>
                        <a:pt x="1639" y="5041"/>
                      </a:cubicBezTo>
                      <a:cubicBezTo>
                        <a:pt x="1954" y="4505"/>
                        <a:pt x="2489" y="4190"/>
                        <a:pt x="3119" y="4190"/>
                      </a:cubicBezTo>
                      <a:close/>
                      <a:moveTo>
                        <a:pt x="3119" y="0"/>
                      </a:moveTo>
                      <a:cubicBezTo>
                        <a:pt x="1387" y="0"/>
                        <a:pt x="0" y="1418"/>
                        <a:pt x="0" y="3119"/>
                      </a:cubicBezTo>
                      <a:cubicBezTo>
                        <a:pt x="0" y="4852"/>
                        <a:pt x="1387" y="6238"/>
                        <a:pt x="3119" y="6238"/>
                      </a:cubicBezTo>
                      <a:cubicBezTo>
                        <a:pt x="4852" y="6238"/>
                        <a:pt x="6238" y="4820"/>
                        <a:pt x="6238" y="3119"/>
                      </a:cubicBezTo>
                      <a:cubicBezTo>
                        <a:pt x="6238" y="1386"/>
                        <a:pt x="4821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6" name="Google Shape;9203;p73">
                  <a:extLst>
                    <a:ext uri="{FF2B5EF4-FFF2-40B4-BE49-F238E27FC236}">
                      <a16:creationId xmlns:a16="http://schemas.microsoft.com/office/drawing/2014/main" id="{D0ED36D6-D76E-8216-7E23-5B9912C20814}"/>
                    </a:ext>
                  </a:extLst>
                </p:cNvPr>
                <p:cNvSpPr/>
                <p:nvPr/>
              </p:nvSpPr>
              <p:spPr>
                <a:xfrm>
                  <a:off x="1412450" y="1954475"/>
                  <a:ext cx="297750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47" extrusionOk="0">
                      <a:moveTo>
                        <a:pt x="6365" y="662"/>
                      </a:moveTo>
                      <a:lnTo>
                        <a:pt x="6522" y="1513"/>
                      </a:lnTo>
                      <a:cubicBezTo>
                        <a:pt x="6554" y="1702"/>
                        <a:pt x="6617" y="1765"/>
                        <a:pt x="6774" y="1797"/>
                      </a:cubicBezTo>
                      <a:cubicBezTo>
                        <a:pt x="7342" y="1923"/>
                        <a:pt x="7814" y="2112"/>
                        <a:pt x="8287" y="2427"/>
                      </a:cubicBezTo>
                      <a:cubicBezTo>
                        <a:pt x="8350" y="2474"/>
                        <a:pt x="8421" y="2498"/>
                        <a:pt x="8488" y="2498"/>
                      </a:cubicBezTo>
                      <a:cubicBezTo>
                        <a:pt x="8554" y="2498"/>
                        <a:pt x="8618" y="2474"/>
                        <a:pt x="8665" y="2427"/>
                      </a:cubicBezTo>
                      <a:lnTo>
                        <a:pt x="9389" y="1923"/>
                      </a:lnTo>
                      <a:lnTo>
                        <a:pt x="9925" y="2490"/>
                      </a:lnTo>
                      <a:lnTo>
                        <a:pt x="9421" y="3183"/>
                      </a:lnTo>
                      <a:cubicBezTo>
                        <a:pt x="9358" y="3309"/>
                        <a:pt x="9358" y="3466"/>
                        <a:pt x="9421" y="3592"/>
                      </a:cubicBezTo>
                      <a:cubicBezTo>
                        <a:pt x="9736" y="4065"/>
                        <a:pt x="9925" y="4537"/>
                        <a:pt x="10051" y="5073"/>
                      </a:cubicBezTo>
                      <a:cubicBezTo>
                        <a:pt x="10082" y="5231"/>
                        <a:pt x="10209" y="5294"/>
                        <a:pt x="10335" y="5357"/>
                      </a:cubicBezTo>
                      <a:lnTo>
                        <a:pt x="11185" y="5514"/>
                      </a:lnTo>
                      <a:lnTo>
                        <a:pt x="11185" y="6302"/>
                      </a:lnTo>
                      <a:lnTo>
                        <a:pt x="10335" y="6459"/>
                      </a:lnTo>
                      <a:cubicBezTo>
                        <a:pt x="10177" y="6491"/>
                        <a:pt x="10082" y="6585"/>
                        <a:pt x="10051" y="6743"/>
                      </a:cubicBezTo>
                      <a:cubicBezTo>
                        <a:pt x="9925" y="7278"/>
                        <a:pt x="9736" y="7751"/>
                        <a:pt x="9421" y="8224"/>
                      </a:cubicBezTo>
                      <a:cubicBezTo>
                        <a:pt x="9358" y="8350"/>
                        <a:pt x="9358" y="8507"/>
                        <a:pt x="9421" y="8633"/>
                      </a:cubicBezTo>
                      <a:lnTo>
                        <a:pt x="9925" y="9326"/>
                      </a:lnTo>
                      <a:lnTo>
                        <a:pt x="9389" y="9893"/>
                      </a:lnTo>
                      <a:lnTo>
                        <a:pt x="8665" y="9358"/>
                      </a:lnTo>
                      <a:cubicBezTo>
                        <a:pt x="8618" y="9326"/>
                        <a:pt x="8554" y="9310"/>
                        <a:pt x="8488" y="9310"/>
                      </a:cubicBezTo>
                      <a:cubicBezTo>
                        <a:pt x="8421" y="9310"/>
                        <a:pt x="8350" y="9326"/>
                        <a:pt x="8287" y="9358"/>
                      </a:cubicBezTo>
                      <a:cubicBezTo>
                        <a:pt x="7814" y="9673"/>
                        <a:pt x="7342" y="9893"/>
                        <a:pt x="6774" y="9988"/>
                      </a:cubicBezTo>
                      <a:cubicBezTo>
                        <a:pt x="6617" y="10051"/>
                        <a:pt x="6554" y="10145"/>
                        <a:pt x="6522" y="10271"/>
                      </a:cubicBezTo>
                      <a:lnTo>
                        <a:pt x="6365" y="11153"/>
                      </a:lnTo>
                      <a:lnTo>
                        <a:pt x="5577" y="11153"/>
                      </a:lnTo>
                      <a:lnTo>
                        <a:pt x="5420" y="10271"/>
                      </a:lnTo>
                      <a:cubicBezTo>
                        <a:pt x="5357" y="10114"/>
                        <a:pt x="5294" y="10051"/>
                        <a:pt x="5136" y="9988"/>
                      </a:cubicBezTo>
                      <a:cubicBezTo>
                        <a:pt x="4569" y="9893"/>
                        <a:pt x="4097" y="9673"/>
                        <a:pt x="3624" y="9358"/>
                      </a:cubicBezTo>
                      <a:cubicBezTo>
                        <a:pt x="3561" y="9326"/>
                        <a:pt x="3498" y="9310"/>
                        <a:pt x="3435" y="9310"/>
                      </a:cubicBezTo>
                      <a:cubicBezTo>
                        <a:pt x="3372" y="9310"/>
                        <a:pt x="3309" y="9326"/>
                        <a:pt x="3246" y="9358"/>
                      </a:cubicBezTo>
                      <a:lnTo>
                        <a:pt x="2521" y="9893"/>
                      </a:lnTo>
                      <a:lnTo>
                        <a:pt x="1986" y="9326"/>
                      </a:lnTo>
                      <a:lnTo>
                        <a:pt x="2490" y="8633"/>
                      </a:lnTo>
                      <a:cubicBezTo>
                        <a:pt x="2584" y="8507"/>
                        <a:pt x="2584" y="8350"/>
                        <a:pt x="2490" y="8224"/>
                      </a:cubicBezTo>
                      <a:cubicBezTo>
                        <a:pt x="2175" y="7751"/>
                        <a:pt x="1986" y="7278"/>
                        <a:pt x="1860" y="6743"/>
                      </a:cubicBezTo>
                      <a:cubicBezTo>
                        <a:pt x="1828" y="6585"/>
                        <a:pt x="1702" y="6491"/>
                        <a:pt x="1576" y="6459"/>
                      </a:cubicBezTo>
                      <a:lnTo>
                        <a:pt x="726" y="6302"/>
                      </a:lnTo>
                      <a:lnTo>
                        <a:pt x="726" y="5514"/>
                      </a:lnTo>
                      <a:lnTo>
                        <a:pt x="1576" y="5357"/>
                      </a:lnTo>
                      <a:cubicBezTo>
                        <a:pt x="1734" y="5325"/>
                        <a:pt x="1828" y="5231"/>
                        <a:pt x="1860" y="5073"/>
                      </a:cubicBezTo>
                      <a:cubicBezTo>
                        <a:pt x="1986" y="4506"/>
                        <a:pt x="2175" y="4065"/>
                        <a:pt x="2490" y="3592"/>
                      </a:cubicBezTo>
                      <a:cubicBezTo>
                        <a:pt x="2584" y="3466"/>
                        <a:pt x="2584" y="3309"/>
                        <a:pt x="2490" y="3183"/>
                      </a:cubicBezTo>
                      <a:lnTo>
                        <a:pt x="1986" y="2490"/>
                      </a:lnTo>
                      <a:lnTo>
                        <a:pt x="2521" y="1923"/>
                      </a:lnTo>
                      <a:lnTo>
                        <a:pt x="3246" y="2427"/>
                      </a:lnTo>
                      <a:cubicBezTo>
                        <a:pt x="3309" y="2474"/>
                        <a:pt x="3372" y="2498"/>
                        <a:pt x="3435" y="2498"/>
                      </a:cubicBezTo>
                      <a:cubicBezTo>
                        <a:pt x="3498" y="2498"/>
                        <a:pt x="3561" y="2474"/>
                        <a:pt x="3624" y="2427"/>
                      </a:cubicBezTo>
                      <a:cubicBezTo>
                        <a:pt x="4097" y="2112"/>
                        <a:pt x="4569" y="1923"/>
                        <a:pt x="5136" y="1797"/>
                      </a:cubicBezTo>
                      <a:cubicBezTo>
                        <a:pt x="5294" y="1765"/>
                        <a:pt x="5357" y="1639"/>
                        <a:pt x="5420" y="1513"/>
                      </a:cubicBezTo>
                      <a:lnTo>
                        <a:pt x="5577" y="662"/>
                      </a:lnTo>
                      <a:close/>
                      <a:moveTo>
                        <a:pt x="5262" y="1"/>
                      </a:moveTo>
                      <a:cubicBezTo>
                        <a:pt x="5073" y="1"/>
                        <a:pt x="4916" y="127"/>
                        <a:pt x="4884" y="284"/>
                      </a:cubicBezTo>
                      <a:lnTo>
                        <a:pt x="4727" y="1166"/>
                      </a:lnTo>
                      <a:cubicBezTo>
                        <a:pt x="4254" y="1292"/>
                        <a:pt x="3813" y="1481"/>
                        <a:pt x="3435" y="1734"/>
                      </a:cubicBezTo>
                      <a:lnTo>
                        <a:pt x="2679" y="1229"/>
                      </a:lnTo>
                      <a:cubicBezTo>
                        <a:pt x="2610" y="1174"/>
                        <a:pt x="2541" y="1149"/>
                        <a:pt x="2474" y="1149"/>
                      </a:cubicBezTo>
                      <a:cubicBezTo>
                        <a:pt x="2389" y="1149"/>
                        <a:pt x="2309" y="1190"/>
                        <a:pt x="2238" y="1261"/>
                      </a:cubicBezTo>
                      <a:lnTo>
                        <a:pt x="1261" y="2238"/>
                      </a:lnTo>
                      <a:cubicBezTo>
                        <a:pt x="1135" y="2364"/>
                        <a:pt x="1135" y="2553"/>
                        <a:pt x="1230" y="2679"/>
                      </a:cubicBezTo>
                      <a:lnTo>
                        <a:pt x="1734" y="3435"/>
                      </a:lnTo>
                      <a:cubicBezTo>
                        <a:pt x="1513" y="3813"/>
                        <a:pt x="1324" y="4254"/>
                        <a:pt x="1198" y="4726"/>
                      </a:cubicBezTo>
                      <a:lnTo>
                        <a:pt x="284" y="4884"/>
                      </a:lnTo>
                      <a:cubicBezTo>
                        <a:pt x="127" y="4915"/>
                        <a:pt x="1" y="5042"/>
                        <a:pt x="1" y="5231"/>
                      </a:cubicBezTo>
                      <a:lnTo>
                        <a:pt x="1" y="6617"/>
                      </a:lnTo>
                      <a:cubicBezTo>
                        <a:pt x="64" y="6774"/>
                        <a:pt x="158" y="6932"/>
                        <a:pt x="316" y="6963"/>
                      </a:cubicBezTo>
                      <a:lnTo>
                        <a:pt x="1230" y="7121"/>
                      </a:lnTo>
                      <a:cubicBezTo>
                        <a:pt x="1356" y="7593"/>
                        <a:pt x="1545" y="8034"/>
                        <a:pt x="1797" y="8413"/>
                      </a:cubicBezTo>
                      <a:lnTo>
                        <a:pt x="1261" y="9169"/>
                      </a:lnTo>
                      <a:cubicBezTo>
                        <a:pt x="1167" y="9295"/>
                        <a:pt x="1198" y="9484"/>
                        <a:pt x="1324" y="9610"/>
                      </a:cubicBezTo>
                      <a:lnTo>
                        <a:pt x="2301" y="10586"/>
                      </a:lnTo>
                      <a:cubicBezTo>
                        <a:pt x="2368" y="10654"/>
                        <a:pt x="2454" y="10685"/>
                        <a:pt x="2533" y="10685"/>
                      </a:cubicBezTo>
                      <a:cubicBezTo>
                        <a:pt x="2602" y="10685"/>
                        <a:pt x="2666" y="10662"/>
                        <a:pt x="2710" y="10618"/>
                      </a:cubicBezTo>
                      <a:lnTo>
                        <a:pt x="3466" y="10114"/>
                      </a:lnTo>
                      <a:cubicBezTo>
                        <a:pt x="3876" y="10366"/>
                        <a:pt x="4286" y="10555"/>
                        <a:pt x="4790" y="10681"/>
                      </a:cubicBezTo>
                      <a:lnTo>
                        <a:pt x="4947" y="11563"/>
                      </a:lnTo>
                      <a:cubicBezTo>
                        <a:pt x="4979" y="11721"/>
                        <a:pt x="5105" y="11847"/>
                        <a:pt x="5294" y="11847"/>
                      </a:cubicBezTo>
                      <a:lnTo>
                        <a:pt x="6680" y="11847"/>
                      </a:lnTo>
                      <a:cubicBezTo>
                        <a:pt x="6837" y="11847"/>
                        <a:pt x="6995" y="11721"/>
                        <a:pt x="7027" y="11563"/>
                      </a:cubicBezTo>
                      <a:lnTo>
                        <a:pt x="7184" y="10681"/>
                      </a:lnTo>
                      <a:cubicBezTo>
                        <a:pt x="7657" y="10555"/>
                        <a:pt x="8098" y="10366"/>
                        <a:pt x="8476" y="10114"/>
                      </a:cubicBezTo>
                      <a:lnTo>
                        <a:pt x="9232" y="10618"/>
                      </a:lnTo>
                      <a:cubicBezTo>
                        <a:pt x="9301" y="10673"/>
                        <a:pt x="9370" y="10698"/>
                        <a:pt x="9436" y="10698"/>
                      </a:cubicBezTo>
                      <a:cubicBezTo>
                        <a:pt x="9521" y="10698"/>
                        <a:pt x="9602" y="10657"/>
                        <a:pt x="9673" y="10586"/>
                      </a:cubicBezTo>
                      <a:lnTo>
                        <a:pt x="10650" y="9610"/>
                      </a:lnTo>
                      <a:cubicBezTo>
                        <a:pt x="10776" y="9484"/>
                        <a:pt x="10776" y="9295"/>
                        <a:pt x="10681" y="9169"/>
                      </a:cubicBezTo>
                      <a:lnTo>
                        <a:pt x="10177" y="8413"/>
                      </a:lnTo>
                      <a:cubicBezTo>
                        <a:pt x="10398" y="8034"/>
                        <a:pt x="10618" y="7593"/>
                        <a:pt x="10713" y="7121"/>
                      </a:cubicBezTo>
                      <a:lnTo>
                        <a:pt x="11626" y="6963"/>
                      </a:lnTo>
                      <a:cubicBezTo>
                        <a:pt x="11784" y="6932"/>
                        <a:pt x="11910" y="6806"/>
                        <a:pt x="11910" y="6617"/>
                      </a:cubicBezTo>
                      <a:lnTo>
                        <a:pt x="11910" y="5231"/>
                      </a:lnTo>
                      <a:cubicBezTo>
                        <a:pt x="11910" y="5073"/>
                        <a:pt x="11784" y="4915"/>
                        <a:pt x="11626" y="4884"/>
                      </a:cubicBezTo>
                      <a:lnTo>
                        <a:pt x="10713" y="4726"/>
                      </a:lnTo>
                      <a:cubicBezTo>
                        <a:pt x="10618" y="4254"/>
                        <a:pt x="10398" y="3813"/>
                        <a:pt x="10177" y="3403"/>
                      </a:cubicBezTo>
                      <a:lnTo>
                        <a:pt x="10681" y="2679"/>
                      </a:lnTo>
                      <a:cubicBezTo>
                        <a:pt x="10807" y="2553"/>
                        <a:pt x="10776" y="2364"/>
                        <a:pt x="10650" y="2238"/>
                      </a:cubicBezTo>
                      <a:lnTo>
                        <a:pt x="9673" y="1261"/>
                      </a:lnTo>
                      <a:cubicBezTo>
                        <a:pt x="9605" y="1193"/>
                        <a:pt x="9520" y="1162"/>
                        <a:pt x="9435" y="1162"/>
                      </a:cubicBezTo>
                      <a:cubicBezTo>
                        <a:pt x="9362" y="1162"/>
                        <a:pt x="9290" y="1186"/>
                        <a:pt x="9232" y="1229"/>
                      </a:cubicBezTo>
                      <a:lnTo>
                        <a:pt x="8476" y="1734"/>
                      </a:lnTo>
                      <a:cubicBezTo>
                        <a:pt x="8098" y="1481"/>
                        <a:pt x="7657" y="1292"/>
                        <a:pt x="7184" y="1166"/>
                      </a:cubicBezTo>
                      <a:lnTo>
                        <a:pt x="6995" y="284"/>
                      </a:lnTo>
                      <a:cubicBezTo>
                        <a:pt x="6932" y="127"/>
                        <a:pt x="6837" y="1"/>
                        <a:pt x="6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27" name="Google Shape;9204;p73">
                <a:extLst>
                  <a:ext uri="{FF2B5EF4-FFF2-40B4-BE49-F238E27FC236}">
                    <a16:creationId xmlns:a16="http://schemas.microsoft.com/office/drawing/2014/main" id="{E6B8E813-95B6-A375-FEA6-C70344AF3398}"/>
                  </a:ext>
                </a:extLst>
              </p:cNvPr>
              <p:cNvSpPr/>
              <p:nvPr/>
            </p:nvSpPr>
            <p:spPr>
              <a:xfrm>
                <a:off x="2038541" y="2283625"/>
                <a:ext cx="499303" cy="495289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721" extrusionOk="0">
                    <a:moveTo>
                      <a:pt x="2395" y="631"/>
                    </a:moveTo>
                    <a:cubicBezTo>
                      <a:pt x="2584" y="631"/>
                      <a:pt x="2742" y="789"/>
                      <a:pt x="2742" y="978"/>
                    </a:cubicBezTo>
                    <a:cubicBezTo>
                      <a:pt x="2742" y="1167"/>
                      <a:pt x="2584" y="1324"/>
                      <a:pt x="2395" y="1324"/>
                    </a:cubicBezTo>
                    <a:lnTo>
                      <a:pt x="1009" y="1324"/>
                    </a:lnTo>
                    <a:cubicBezTo>
                      <a:pt x="820" y="1324"/>
                      <a:pt x="663" y="1167"/>
                      <a:pt x="663" y="978"/>
                    </a:cubicBezTo>
                    <a:cubicBezTo>
                      <a:pt x="663" y="789"/>
                      <a:pt x="820" y="631"/>
                      <a:pt x="1009" y="631"/>
                    </a:cubicBezTo>
                    <a:close/>
                    <a:moveTo>
                      <a:pt x="6554" y="631"/>
                    </a:moveTo>
                    <a:cubicBezTo>
                      <a:pt x="6774" y="631"/>
                      <a:pt x="6932" y="789"/>
                      <a:pt x="6932" y="978"/>
                    </a:cubicBezTo>
                    <a:cubicBezTo>
                      <a:pt x="6932" y="1167"/>
                      <a:pt x="6774" y="1324"/>
                      <a:pt x="6554" y="1324"/>
                    </a:cubicBezTo>
                    <a:lnTo>
                      <a:pt x="5199" y="1324"/>
                    </a:lnTo>
                    <a:cubicBezTo>
                      <a:pt x="4979" y="1324"/>
                      <a:pt x="4821" y="1167"/>
                      <a:pt x="4821" y="978"/>
                    </a:cubicBezTo>
                    <a:cubicBezTo>
                      <a:pt x="4821" y="789"/>
                      <a:pt x="4979" y="631"/>
                      <a:pt x="5199" y="631"/>
                    </a:cubicBezTo>
                    <a:close/>
                    <a:moveTo>
                      <a:pt x="10776" y="631"/>
                    </a:moveTo>
                    <a:cubicBezTo>
                      <a:pt x="10965" y="631"/>
                      <a:pt x="11122" y="789"/>
                      <a:pt x="11122" y="978"/>
                    </a:cubicBezTo>
                    <a:cubicBezTo>
                      <a:pt x="11122" y="1167"/>
                      <a:pt x="10965" y="1324"/>
                      <a:pt x="10776" y="1324"/>
                    </a:cubicBezTo>
                    <a:lnTo>
                      <a:pt x="9389" y="1324"/>
                    </a:lnTo>
                    <a:cubicBezTo>
                      <a:pt x="9200" y="1324"/>
                      <a:pt x="9043" y="1167"/>
                      <a:pt x="9043" y="978"/>
                    </a:cubicBezTo>
                    <a:cubicBezTo>
                      <a:pt x="9043" y="789"/>
                      <a:pt x="9200" y="631"/>
                      <a:pt x="9389" y="631"/>
                    </a:cubicBezTo>
                    <a:close/>
                    <a:moveTo>
                      <a:pt x="7279" y="4790"/>
                    </a:moveTo>
                    <a:cubicBezTo>
                      <a:pt x="7468" y="4790"/>
                      <a:pt x="7625" y="4947"/>
                      <a:pt x="7625" y="5136"/>
                    </a:cubicBezTo>
                    <a:lnTo>
                      <a:pt x="7625" y="6554"/>
                    </a:lnTo>
                    <a:cubicBezTo>
                      <a:pt x="7625" y="6775"/>
                      <a:pt x="7468" y="6932"/>
                      <a:pt x="7279" y="6932"/>
                    </a:cubicBezTo>
                    <a:lnTo>
                      <a:pt x="4506" y="6932"/>
                    </a:lnTo>
                    <a:cubicBezTo>
                      <a:pt x="4317" y="6932"/>
                      <a:pt x="4160" y="6775"/>
                      <a:pt x="4160" y="6554"/>
                    </a:cubicBezTo>
                    <a:lnTo>
                      <a:pt x="4160" y="5136"/>
                    </a:lnTo>
                    <a:cubicBezTo>
                      <a:pt x="4160" y="4947"/>
                      <a:pt x="4317" y="4790"/>
                      <a:pt x="4506" y="4790"/>
                    </a:cubicBezTo>
                    <a:close/>
                    <a:moveTo>
                      <a:pt x="2395" y="10398"/>
                    </a:moveTo>
                    <a:cubicBezTo>
                      <a:pt x="2584" y="10398"/>
                      <a:pt x="2742" y="10555"/>
                      <a:pt x="2742" y="10744"/>
                    </a:cubicBezTo>
                    <a:cubicBezTo>
                      <a:pt x="2742" y="10933"/>
                      <a:pt x="2584" y="11091"/>
                      <a:pt x="2395" y="11091"/>
                    </a:cubicBezTo>
                    <a:lnTo>
                      <a:pt x="1009" y="11091"/>
                    </a:lnTo>
                    <a:cubicBezTo>
                      <a:pt x="820" y="11091"/>
                      <a:pt x="663" y="10933"/>
                      <a:pt x="663" y="10744"/>
                    </a:cubicBezTo>
                    <a:cubicBezTo>
                      <a:pt x="663" y="10555"/>
                      <a:pt x="820" y="10398"/>
                      <a:pt x="1009" y="10398"/>
                    </a:cubicBezTo>
                    <a:close/>
                    <a:moveTo>
                      <a:pt x="6585" y="10398"/>
                    </a:moveTo>
                    <a:cubicBezTo>
                      <a:pt x="6806" y="10398"/>
                      <a:pt x="6964" y="10555"/>
                      <a:pt x="6964" y="10744"/>
                    </a:cubicBezTo>
                    <a:cubicBezTo>
                      <a:pt x="6964" y="10933"/>
                      <a:pt x="6806" y="11091"/>
                      <a:pt x="6585" y="11091"/>
                    </a:cubicBezTo>
                    <a:lnTo>
                      <a:pt x="5231" y="11091"/>
                    </a:lnTo>
                    <a:cubicBezTo>
                      <a:pt x="5010" y="11091"/>
                      <a:pt x="4853" y="10933"/>
                      <a:pt x="4853" y="10744"/>
                    </a:cubicBezTo>
                    <a:cubicBezTo>
                      <a:pt x="4853" y="10555"/>
                      <a:pt x="5010" y="10398"/>
                      <a:pt x="5231" y="10398"/>
                    </a:cubicBezTo>
                    <a:close/>
                    <a:moveTo>
                      <a:pt x="10776" y="10398"/>
                    </a:moveTo>
                    <a:cubicBezTo>
                      <a:pt x="10965" y="10398"/>
                      <a:pt x="11122" y="10555"/>
                      <a:pt x="11122" y="10744"/>
                    </a:cubicBezTo>
                    <a:cubicBezTo>
                      <a:pt x="11122" y="10933"/>
                      <a:pt x="10965" y="11091"/>
                      <a:pt x="10776" y="11091"/>
                    </a:cubicBezTo>
                    <a:lnTo>
                      <a:pt x="9389" y="11091"/>
                    </a:lnTo>
                    <a:cubicBezTo>
                      <a:pt x="9200" y="11091"/>
                      <a:pt x="9043" y="10933"/>
                      <a:pt x="9043" y="10744"/>
                    </a:cubicBezTo>
                    <a:cubicBezTo>
                      <a:pt x="9043" y="10555"/>
                      <a:pt x="9200" y="10398"/>
                      <a:pt x="9389" y="10398"/>
                    </a:cubicBezTo>
                    <a:close/>
                    <a:moveTo>
                      <a:pt x="1009" y="1"/>
                    </a:moveTo>
                    <a:cubicBezTo>
                      <a:pt x="410" y="1"/>
                      <a:pt x="1" y="474"/>
                      <a:pt x="1" y="1009"/>
                    </a:cubicBezTo>
                    <a:cubicBezTo>
                      <a:pt x="1" y="1608"/>
                      <a:pt x="473" y="2049"/>
                      <a:pt x="1009" y="2049"/>
                    </a:cubicBezTo>
                    <a:lnTo>
                      <a:pt x="1356" y="2049"/>
                    </a:lnTo>
                    <a:lnTo>
                      <a:pt x="1356" y="2395"/>
                    </a:lnTo>
                    <a:cubicBezTo>
                      <a:pt x="1356" y="2994"/>
                      <a:pt x="1828" y="3403"/>
                      <a:pt x="2395" y="3403"/>
                    </a:cubicBezTo>
                    <a:lnTo>
                      <a:pt x="5546" y="3403"/>
                    </a:lnTo>
                    <a:lnTo>
                      <a:pt x="5546" y="4128"/>
                    </a:lnTo>
                    <a:lnTo>
                      <a:pt x="4506" y="4128"/>
                    </a:lnTo>
                    <a:cubicBezTo>
                      <a:pt x="3939" y="4128"/>
                      <a:pt x="3466" y="4601"/>
                      <a:pt x="3466" y="5136"/>
                    </a:cubicBezTo>
                    <a:lnTo>
                      <a:pt x="3466" y="6554"/>
                    </a:lnTo>
                    <a:cubicBezTo>
                      <a:pt x="3466" y="7153"/>
                      <a:pt x="3939" y="7594"/>
                      <a:pt x="4506" y="7594"/>
                    </a:cubicBezTo>
                    <a:lnTo>
                      <a:pt x="5546" y="7594"/>
                    </a:lnTo>
                    <a:lnTo>
                      <a:pt x="5546" y="8287"/>
                    </a:lnTo>
                    <a:lnTo>
                      <a:pt x="2395" y="8287"/>
                    </a:lnTo>
                    <a:cubicBezTo>
                      <a:pt x="1797" y="8287"/>
                      <a:pt x="1356" y="8759"/>
                      <a:pt x="1356" y="9326"/>
                    </a:cubicBezTo>
                    <a:lnTo>
                      <a:pt x="1356" y="9673"/>
                    </a:lnTo>
                    <a:lnTo>
                      <a:pt x="1009" y="9673"/>
                    </a:lnTo>
                    <a:cubicBezTo>
                      <a:pt x="410" y="9673"/>
                      <a:pt x="1" y="10146"/>
                      <a:pt x="1" y="10713"/>
                    </a:cubicBezTo>
                    <a:cubicBezTo>
                      <a:pt x="1" y="11280"/>
                      <a:pt x="473" y="11721"/>
                      <a:pt x="1009" y="11721"/>
                    </a:cubicBezTo>
                    <a:lnTo>
                      <a:pt x="2395" y="11721"/>
                    </a:lnTo>
                    <a:cubicBezTo>
                      <a:pt x="2994" y="11721"/>
                      <a:pt x="3403" y="11248"/>
                      <a:pt x="3403" y="10713"/>
                    </a:cubicBezTo>
                    <a:cubicBezTo>
                      <a:pt x="3403" y="10114"/>
                      <a:pt x="2931" y="9673"/>
                      <a:pt x="2395" y="9673"/>
                    </a:cubicBezTo>
                    <a:lnTo>
                      <a:pt x="2049" y="9673"/>
                    </a:lnTo>
                    <a:lnTo>
                      <a:pt x="2049" y="9326"/>
                    </a:lnTo>
                    <a:cubicBezTo>
                      <a:pt x="2049" y="9137"/>
                      <a:pt x="2206" y="8980"/>
                      <a:pt x="2395" y="8980"/>
                    </a:cubicBezTo>
                    <a:lnTo>
                      <a:pt x="5546" y="8980"/>
                    </a:lnTo>
                    <a:lnTo>
                      <a:pt x="5546" y="9673"/>
                    </a:lnTo>
                    <a:lnTo>
                      <a:pt x="5199" y="9673"/>
                    </a:lnTo>
                    <a:cubicBezTo>
                      <a:pt x="4601" y="9673"/>
                      <a:pt x="4160" y="10146"/>
                      <a:pt x="4160" y="10713"/>
                    </a:cubicBezTo>
                    <a:cubicBezTo>
                      <a:pt x="4160" y="11280"/>
                      <a:pt x="4632" y="11721"/>
                      <a:pt x="5199" y="11721"/>
                    </a:cubicBezTo>
                    <a:lnTo>
                      <a:pt x="6554" y="11721"/>
                    </a:lnTo>
                    <a:cubicBezTo>
                      <a:pt x="7153" y="11721"/>
                      <a:pt x="7594" y="11248"/>
                      <a:pt x="7594" y="10713"/>
                    </a:cubicBezTo>
                    <a:cubicBezTo>
                      <a:pt x="7594" y="10114"/>
                      <a:pt x="7121" y="9673"/>
                      <a:pt x="6554" y="9673"/>
                    </a:cubicBezTo>
                    <a:lnTo>
                      <a:pt x="6207" y="9673"/>
                    </a:lnTo>
                    <a:lnTo>
                      <a:pt x="6207" y="8980"/>
                    </a:lnTo>
                    <a:lnTo>
                      <a:pt x="9358" y="8980"/>
                    </a:lnTo>
                    <a:cubicBezTo>
                      <a:pt x="9547" y="8980"/>
                      <a:pt x="9704" y="9137"/>
                      <a:pt x="9704" y="9326"/>
                    </a:cubicBezTo>
                    <a:lnTo>
                      <a:pt x="9704" y="9673"/>
                    </a:lnTo>
                    <a:lnTo>
                      <a:pt x="9358" y="9673"/>
                    </a:lnTo>
                    <a:cubicBezTo>
                      <a:pt x="8759" y="9673"/>
                      <a:pt x="8350" y="10146"/>
                      <a:pt x="8350" y="10713"/>
                    </a:cubicBezTo>
                    <a:cubicBezTo>
                      <a:pt x="8350" y="11280"/>
                      <a:pt x="8791" y="11721"/>
                      <a:pt x="9358" y="11721"/>
                    </a:cubicBezTo>
                    <a:lnTo>
                      <a:pt x="10744" y="11721"/>
                    </a:lnTo>
                    <a:cubicBezTo>
                      <a:pt x="11311" y="11721"/>
                      <a:pt x="11752" y="11248"/>
                      <a:pt x="11752" y="10713"/>
                    </a:cubicBezTo>
                    <a:cubicBezTo>
                      <a:pt x="11752" y="10114"/>
                      <a:pt x="11280" y="9673"/>
                      <a:pt x="10744" y="9673"/>
                    </a:cubicBezTo>
                    <a:lnTo>
                      <a:pt x="10366" y="9673"/>
                    </a:lnTo>
                    <a:lnTo>
                      <a:pt x="10366" y="9326"/>
                    </a:lnTo>
                    <a:cubicBezTo>
                      <a:pt x="10366" y="8728"/>
                      <a:pt x="9925" y="8287"/>
                      <a:pt x="9358" y="8287"/>
                    </a:cubicBezTo>
                    <a:lnTo>
                      <a:pt x="6207" y="8287"/>
                    </a:lnTo>
                    <a:lnTo>
                      <a:pt x="6207" y="7594"/>
                    </a:lnTo>
                    <a:lnTo>
                      <a:pt x="7216" y="7594"/>
                    </a:lnTo>
                    <a:cubicBezTo>
                      <a:pt x="7814" y="7594"/>
                      <a:pt x="8287" y="7121"/>
                      <a:pt x="8287" y="6554"/>
                    </a:cubicBezTo>
                    <a:lnTo>
                      <a:pt x="8287" y="5136"/>
                    </a:lnTo>
                    <a:cubicBezTo>
                      <a:pt x="8287" y="4569"/>
                      <a:pt x="7814" y="4128"/>
                      <a:pt x="7216" y="4128"/>
                    </a:cubicBezTo>
                    <a:lnTo>
                      <a:pt x="6207" y="4128"/>
                    </a:lnTo>
                    <a:lnTo>
                      <a:pt x="6207" y="3403"/>
                    </a:lnTo>
                    <a:lnTo>
                      <a:pt x="9389" y="3403"/>
                    </a:lnTo>
                    <a:cubicBezTo>
                      <a:pt x="9988" y="3403"/>
                      <a:pt x="10429" y="2931"/>
                      <a:pt x="10429" y="2395"/>
                    </a:cubicBezTo>
                    <a:lnTo>
                      <a:pt x="10429" y="2049"/>
                    </a:lnTo>
                    <a:lnTo>
                      <a:pt x="10776" y="2049"/>
                    </a:lnTo>
                    <a:cubicBezTo>
                      <a:pt x="11374" y="2049"/>
                      <a:pt x="11815" y="1576"/>
                      <a:pt x="11815" y="1009"/>
                    </a:cubicBezTo>
                    <a:cubicBezTo>
                      <a:pt x="11815" y="411"/>
                      <a:pt x="11343" y="1"/>
                      <a:pt x="10776" y="1"/>
                    </a:cubicBezTo>
                    <a:lnTo>
                      <a:pt x="9389" y="1"/>
                    </a:lnTo>
                    <a:cubicBezTo>
                      <a:pt x="8822" y="1"/>
                      <a:pt x="8381" y="474"/>
                      <a:pt x="8381" y="1009"/>
                    </a:cubicBezTo>
                    <a:cubicBezTo>
                      <a:pt x="8381" y="1608"/>
                      <a:pt x="8854" y="2049"/>
                      <a:pt x="9389" y="2049"/>
                    </a:cubicBezTo>
                    <a:lnTo>
                      <a:pt x="9767" y="2049"/>
                    </a:lnTo>
                    <a:lnTo>
                      <a:pt x="9767" y="2395"/>
                    </a:lnTo>
                    <a:cubicBezTo>
                      <a:pt x="9767" y="2584"/>
                      <a:pt x="9610" y="2742"/>
                      <a:pt x="9389" y="2742"/>
                    </a:cubicBezTo>
                    <a:lnTo>
                      <a:pt x="6239" y="2742"/>
                    </a:lnTo>
                    <a:lnTo>
                      <a:pt x="6239" y="2049"/>
                    </a:lnTo>
                    <a:lnTo>
                      <a:pt x="6617" y="2049"/>
                    </a:lnTo>
                    <a:cubicBezTo>
                      <a:pt x="7184" y="2049"/>
                      <a:pt x="7625" y="1576"/>
                      <a:pt x="7625" y="1009"/>
                    </a:cubicBezTo>
                    <a:cubicBezTo>
                      <a:pt x="7625" y="411"/>
                      <a:pt x="7153" y="1"/>
                      <a:pt x="6617" y="1"/>
                    </a:cubicBezTo>
                    <a:lnTo>
                      <a:pt x="5231" y="1"/>
                    </a:lnTo>
                    <a:cubicBezTo>
                      <a:pt x="4632" y="1"/>
                      <a:pt x="4191" y="474"/>
                      <a:pt x="4191" y="1009"/>
                    </a:cubicBezTo>
                    <a:cubicBezTo>
                      <a:pt x="4191" y="1608"/>
                      <a:pt x="4664" y="2049"/>
                      <a:pt x="5231" y="2049"/>
                    </a:cubicBezTo>
                    <a:lnTo>
                      <a:pt x="5577" y="2049"/>
                    </a:lnTo>
                    <a:lnTo>
                      <a:pt x="5577" y="2742"/>
                    </a:lnTo>
                    <a:lnTo>
                      <a:pt x="2427" y="2742"/>
                    </a:lnTo>
                    <a:cubicBezTo>
                      <a:pt x="2238" y="2742"/>
                      <a:pt x="2080" y="2584"/>
                      <a:pt x="2080" y="2395"/>
                    </a:cubicBezTo>
                    <a:lnTo>
                      <a:pt x="2080" y="2049"/>
                    </a:lnTo>
                    <a:lnTo>
                      <a:pt x="2427" y="2049"/>
                    </a:lnTo>
                    <a:cubicBezTo>
                      <a:pt x="3025" y="2049"/>
                      <a:pt x="3466" y="1576"/>
                      <a:pt x="3466" y="1009"/>
                    </a:cubicBezTo>
                    <a:cubicBezTo>
                      <a:pt x="3466" y="411"/>
                      <a:pt x="2994" y="1"/>
                      <a:pt x="242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28" name="Google Shape;9205;p73">
                <a:extLst>
                  <a:ext uri="{FF2B5EF4-FFF2-40B4-BE49-F238E27FC236}">
                    <a16:creationId xmlns:a16="http://schemas.microsoft.com/office/drawing/2014/main" id="{8D5442B4-49C1-8B4F-0DF1-A011466C1BA5}"/>
                  </a:ext>
                </a:extLst>
              </p:cNvPr>
              <p:cNvGrpSpPr/>
              <p:nvPr/>
            </p:nvGrpSpPr>
            <p:grpSpPr>
              <a:xfrm>
                <a:off x="2036574" y="2923500"/>
                <a:ext cx="503276" cy="502894"/>
                <a:chOff x="1413250" y="2680675"/>
                <a:chExt cx="297750" cy="297525"/>
              </a:xfrm>
              <a:grpFill/>
            </p:grpSpPr>
            <p:sp>
              <p:nvSpPr>
                <p:cNvPr id="431" name="Google Shape;9206;p73">
                  <a:extLst>
                    <a:ext uri="{FF2B5EF4-FFF2-40B4-BE49-F238E27FC236}">
                      <a16:creationId xmlns:a16="http://schemas.microsoft.com/office/drawing/2014/main" id="{17AAE3D1-E300-D676-88A1-11D4CB038183}"/>
                    </a:ext>
                  </a:extLst>
                </p:cNvPr>
                <p:cNvSpPr/>
                <p:nvPr/>
              </p:nvSpPr>
              <p:spPr>
                <a:xfrm>
                  <a:off x="1413250" y="2680675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10460" y="1418"/>
                      </a:moveTo>
                      <a:lnTo>
                        <a:pt x="10460" y="7719"/>
                      </a:lnTo>
                      <a:lnTo>
                        <a:pt x="1387" y="7719"/>
                      </a:lnTo>
                      <a:lnTo>
                        <a:pt x="1387" y="1418"/>
                      </a:lnTo>
                      <a:close/>
                      <a:moveTo>
                        <a:pt x="5577" y="8380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380"/>
                      </a:lnTo>
                      <a:close/>
                      <a:moveTo>
                        <a:pt x="6396" y="8380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380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25"/>
                      </a:lnTo>
                      <a:lnTo>
                        <a:pt x="378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89" y="7719"/>
                        <a:pt x="32" y="7876"/>
                        <a:pt x="32" y="8097"/>
                      </a:cubicBezTo>
                      <a:cubicBezTo>
                        <a:pt x="32" y="8286"/>
                        <a:pt x="189" y="8443"/>
                        <a:pt x="378" y="8443"/>
                      </a:cubicBezTo>
                      <a:lnTo>
                        <a:pt x="4758" y="8443"/>
                      </a:lnTo>
                      <a:lnTo>
                        <a:pt x="3560" y="11436"/>
                      </a:lnTo>
                      <a:cubicBezTo>
                        <a:pt x="3497" y="11625"/>
                        <a:pt x="3560" y="11814"/>
                        <a:pt x="3749" y="11877"/>
                      </a:cubicBezTo>
                      <a:cubicBezTo>
                        <a:pt x="3803" y="11893"/>
                        <a:pt x="3855" y="11901"/>
                        <a:pt x="3903" y="11901"/>
                      </a:cubicBezTo>
                      <a:cubicBezTo>
                        <a:pt x="4052" y="11901"/>
                        <a:pt x="4167" y="11824"/>
                        <a:pt x="4191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75" y="11184"/>
                        <a:pt x="6333" y="11027"/>
                        <a:pt x="6333" y="10838"/>
                      </a:cubicBezTo>
                      <a:lnTo>
                        <a:pt x="6333" y="9830"/>
                      </a:lnTo>
                      <a:lnTo>
                        <a:pt x="6995" y="9830"/>
                      </a:lnTo>
                      <a:lnTo>
                        <a:pt x="7751" y="11657"/>
                      </a:lnTo>
                      <a:cubicBezTo>
                        <a:pt x="7798" y="11824"/>
                        <a:pt x="7918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81" y="11783"/>
                        <a:pt x="8444" y="11594"/>
                        <a:pt x="8381" y="11436"/>
                      </a:cubicBezTo>
                      <a:lnTo>
                        <a:pt x="7184" y="8443"/>
                      </a:lnTo>
                      <a:lnTo>
                        <a:pt x="11563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63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63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63" y="725"/>
                      </a:cubicBezTo>
                      <a:lnTo>
                        <a:pt x="6301" y="725"/>
                      </a:ln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2" name="Google Shape;9207;p73">
                  <a:extLst>
                    <a:ext uri="{FF2B5EF4-FFF2-40B4-BE49-F238E27FC236}">
                      <a16:creationId xmlns:a16="http://schemas.microsoft.com/office/drawing/2014/main" id="{7494A1FC-8084-7CF9-67F7-C2C059FEB90F}"/>
                    </a:ext>
                  </a:extLst>
                </p:cNvPr>
                <p:cNvSpPr/>
                <p:nvPr/>
              </p:nvSpPr>
              <p:spPr>
                <a:xfrm>
                  <a:off x="1465225" y="280510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87" y="663"/>
                      </a:moveTo>
                      <a:lnTo>
                        <a:pt x="1387" y="1387"/>
                      </a:lnTo>
                      <a:lnTo>
                        <a:pt x="694" y="1387"/>
                      </a:lnTo>
                      <a:lnTo>
                        <a:pt x="694" y="663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734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1765" y="2080"/>
                      </a:lnTo>
                      <a:cubicBezTo>
                        <a:pt x="1954" y="2080"/>
                        <a:pt x="2112" y="1923"/>
                        <a:pt x="2112" y="1734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3" name="Google Shape;9208;p73">
                  <a:extLst>
                    <a:ext uri="{FF2B5EF4-FFF2-40B4-BE49-F238E27FC236}">
                      <a16:creationId xmlns:a16="http://schemas.microsoft.com/office/drawing/2014/main" id="{36F14F76-A2F8-C193-AC47-B9E9CF9CE774}"/>
                    </a:ext>
                  </a:extLst>
                </p:cNvPr>
                <p:cNvSpPr/>
                <p:nvPr/>
              </p:nvSpPr>
              <p:spPr>
                <a:xfrm>
                  <a:off x="1535325" y="2769675"/>
                  <a:ext cx="528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3498" extrusionOk="0">
                      <a:moveTo>
                        <a:pt x="1387" y="662"/>
                      </a:moveTo>
                      <a:lnTo>
                        <a:pt x="1387" y="2741"/>
                      </a:lnTo>
                      <a:lnTo>
                        <a:pt x="694" y="2741"/>
                      </a:lnTo>
                      <a:lnTo>
                        <a:pt x="694" y="662"/>
                      </a:lnTo>
                      <a:close/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3151"/>
                      </a:lnTo>
                      <a:cubicBezTo>
                        <a:pt x="1" y="3340"/>
                        <a:pt x="158" y="3497"/>
                        <a:pt x="379" y="3497"/>
                      </a:cubicBezTo>
                      <a:lnTo>
                        <a:pt x="1733" y="3497"/>
                      </a:lnTo>
                      <a:lnTo>
                        <a:pt x="1733" y="3466"/>
                      </a:lnTo>
                      <a:cubicBezTo>
                        <a:pt x="1954" y="3466"/>
                        <a:pt x="2112" y="3308"/>
                        <a:pt x="2112" y="3119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4" name="Google Shape;9209;p73">
                  <a:extLst>
                    <a:ext uri="{FF2B5EF4-FFF2-40B4-BE49-F238E27FC236}">
                      <a16:creationId xmlns:a16="http://schemas.microsoft.com/office/drawing/2014/main" id="{746AD06E-253C-12C8-CAE1-8BE002705142}"/>
                    </a:ext>
                  </a:extLst>
                </p:cNvPr>
                <p:cNvSpPr/>
                <p:nvPr/>
              </p:nvSpPr>
              <p:spPr>
                <a:xfrm>
                  <a:off x="1604650" y="2733425"/>
                  <a:ext cx="527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4916" extrusionOk="0">
                      <a:moveTo>
                        <a:pt x="1418" y="726"/>
                      </a:moveTo>
                      <a:lnTo>
                        <a:pt x="1418" y="4254"/>
                      </a:lnTo>
                      <a:lnTo>
                        <a:pt x="725" y="4254"/>
                      </a:lnTo>
                      <a:lnTo>
                        <a:pt x="725" y="72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4569"/>
                      </a:lnTo>
                      <a:cubicBezTo>
                        <a:pt x="0" y="4758"/>
                        <a:pt x="158" y="4916"/>
                        <a:pt x="347" y="4916"/>
                      </a:cubicBezTo>
                      <a:lnTo>
                        <a:pt x="1764" y="4916"/>
                      </a:lnTo>
                      <a:cubicBezTo>
                        <a:pt x="1953" y="4916"/>
                        <a:pt x="2111" y="4758"/>
                        <a:pt x="2111" y="4569"/>
                      </a:cubicBezTo>
                      <a:lnTo>
                        <a:pt x="2111" y="348"/>
                      </a:lnTo>
                      <a:cubicBezTo>
                        <a:pt x="2111" y="159"/>
                        <a:pt x="1953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29" name="Google Shape;9210;p73">
                <a:extLst>
                  <a:ext uri="{FF2B5EF4-FFF2-40B4-BE49-F238E27FC236}">
                    <a16:creationId xmlns:a16="http://schemas.microsoft.com/office/drawing/2014/main" id="{CAE7CC4E-6360-0645-37D8-D71207816AB4}"/>
                  </a:ext>
                </a:extLst>
              </p:cNvPr>
              <p:cNvSpPr/>
              <p:nvPr/>
            </p:nvSpPr>
            <p:spPr>
              <a:xfrm>
                <a:off x="5271859" y="1687892"/>
                <a:ext cx="387450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11846" extrusionOk="0">
                    <a:moveTo>
                      <a:pt x="4695" y="2079"/>
                    </a:moveTo>
                    <a:cubicBezTo>
                      <a:pt x="5073" y="2079"/>
                      <a:pt x="5388" y="2394"/>
                      <a:pt x="5388" y="2772"/>
                    </a:cubicBezTo>
                    <a:cubicBezTo>
                      <a:pt x="5388" y="3181"/>
                      <a:pt x="5073" y="3496"/>
                      <a:pt x="4695" y="3496"/>
                    </a:cubicBezTo>
                    <a:cubicBezTo>
                      <a:pt x="4285" y="3496"/>
                      <a:pt x="3970" y="3181"/>
                      <a:pt x="3970" y="2772"/>
                    </a:cubicBezTo>
                    <a:cubicBezTo>
                      <a:pt x="3970" y="2394"/>
                      <a:pt x="4285" y="2079"/>
                      <a:pt x="4695" y="2079"/>
                    </a:cubicBezTo>
                    <a:close/>
                    <a:moveTo>
                      <a:pt x="4695" y="4189"/>
                    </a:moveTo>
                    <a:cubicBezTo>
                      <a:pt x="5640" y="4189"/>
                      <a:pt x="6428" y="4977"/>
                      <a:pt x="6428" y="5922"/>
                    </a:cubicBezTo>
                    <a:lnTo>
                      <a:pt x="6428" y="6300"/>
                    </a:lnTo>
                    <a:lnTo>
                      <a:pt x="2962" y="6300"/>
                    </a:lnTo>
                    <a:lnTo>
                      <a:pt x="2962" y="5922"/>
                    </a:lnTo>
                    <a:cubicBezTo>
                      <a:pt x="2962" y="4945"/>
                      <a:pt x="3750" y="4189"/>
                      <a:pt x="4695" y="4189"/>
                    </a:cubicBezTo>
                    <a:close/>
                    <a:moveTo>
                      <a:pt x="4730" y="664"/>
                    </a:moveTo>
                    <a:cubicBezTo>
                      <a:pt x="6870" y="664"/>
                      <a:pt x="8538" y="2418"/>
                      <a:pt x="8538" y="4473"/>
                    </a:cubicBezTo>
                    <a:cubicBezTo>
                      <a:pt x="8538" y="5544"/>
                      <a:pt x="8097" y="6552"/>
                      <a:pt x="7310" y="7277"/>
                    </a:cubicBezTo>
                    <a:cubicBezTo>
                      <a:pt x="7215" y="7403"/>
                      <a:pt x="7121" y="7466"/>
                      <a:pt x="6995" y="7497"/>
                    </a:cubicBezTo>
                    <a:cubicBezTo>
                      <a:pt x="6774" y="7718"/>
                      <a:pt x="6522" y="7907"/>
                      <a:pt x="6459" y="8285"/>
                    </a:cubicBezTo>
                    <a:lnTo>
                      <a:pt x="5041" y="8285"/>
                    </a:lnTo>
                    <a:lnTo>
                      <a:pt x="5041" y="6993"/>
                    </a:lnTo>
                    <a:lnTo>
                      <a:pt x="6774" y="6993"/>
                    </a:lnTo>
                    <a:cubicBezTo>
                      <a:pt x="6963" y="6993"/>
                      <a:pt x="7121" y="6836"/>
                      <a:pt x="7121" y="6647"/>
                    </a:cubicBezTo>
                    <a:lnTo>
                      <a:pt x="7121" y="5922"/>
                    </a:lnTo>
                    <a:cubicBezTo>
                      <a:pt x="7121" y="4945"/>
                      <a:pt x="6585" y="4126"/>
                      <a:pt x="5734" y="3717"/>
                    </a:cubicBezTo>
                    <a:cubicBezTo>
                      <a:pt x="5987" y="3496"/>
                      <a:pt x="6113" y="3181"/>
                      <a:pt x="6113" y="2835"/>
                    </a:cubicBezTo>
                    <a:cubicBezTo>
                      <a:pt x="6113" y="2079"/>
                      <a:pt x="5482" y="1448"/>
                      <a:pt x="4726" y="1448"/>
                    </a:cubicBezTo>
                    <a:cubicBezTo>
                      <a:pt x="3970" y="1448"/>
                      <a:pt x="3340" y="2079"/>
                      <a:pt x="3340" y="2835"/>
                    </a:cubicBezTo>
                    <a:cubicBezTo>
                      <a:pt x="3340" y="3181"/>
                      <a:pt x="3466" y="3496"/>
                      <a:pt x="3687" y="3717"/>
                    </a:cubicBezTo>
                    <a:cubicBezTo>
                      <a:pt x="2868" y="4126"/>
                      <a:pt x="2332" y="4945"/>
                      <a:pt x="2332" y="5922"/>
                    </a:cubicBezTo>
                    <a:lnTo>
                      <a:pt x="2332" y="6647"/>
                    </a:lnTo>
                    <a:cubicBezTo>
                      <a:pt x="2332" y="6836"/>
                      <a:pt x="2489" y="6993"/>
                      <a:pt x="2679" y="6993"/>
                    </a:cubicBezTo>
                    <a:lnTo>
                      <a:pt x="4411" y="6993"/>
                    </a:lnTo>
                    <a:lnTo>
                      <a:pt x="4411" y="8411"/>
                    </a:lnTo>
                    <a:lnTo>
                      <a:pt x="2931" y="8411"/>
                    </a:lnTo>
                    <a:lnTo>
                      <a:pt x="2931" y="8380"/>
                    </a:lnTo>
                    <a:cubicBezTo>
                      <a:pt x="2836" y="7938"/>
                      <a:pt x="2615" y="7749"/>
                      <a:pt x="2363" y="7560"/>
                    </a:cubicBezTo>
                    <a:cubicBezTo>
                      <a:pt x="2300" y="7466"/>
                      <a:pt x="2174" y="7403"/>
                      <a:pt x="2048" y="7277"/>
                    </a:cubicBezTo>
                    <a:cubicBezTo>
                      <a:pt x="1135" y="6395"/>
                      <a:pt x="757" y="5135"/>
                      <a:pt x="946" y="3874"/>
                    </a:cubicBezTo>
                    <a:cubicBezTo>
                      <a:pt x="1198" y="2236"/>
                      <a:pt x="2615" y="881"/>
                      <a:pt x="4254" y="692"/>
                    </a:cubicBezTo>
                    <a:cubicBezTo>
                      <a:pt x="4415" y="673"/>
                      <a:pt x="4574" y="664"/>
                      <a:pt x="4730" y="664"/>
                    </a:cubicBezTo>
                    <a:close/>
                    <a:moveTo>
                      <a:pt x="6428" y="9073"/>
                    </a:moveTo>
                    <a:lnTo>
                      <a:pt x="6428" y="9419"/>
                    </a:lnTo>
                    <a:cubicBezTo>
                      <a:pt x="6428" y="9640"/>
                      <a:pt x="6270" y="9797"/>
                      <a:pt x="6081" y="9797"/>
                    </a:cubicBezTo>
                    <a:lnTo>
                      <a:pt x="3309" y="9797"/>
                    </a:lnTo>
                    <a:cubicBezTo>
                      <a:pt x="3120" y="9797"/>
                      <a:pt x="2962" y="9640"/>
                      <a:pt x="2962" y="9419"/>
                    </a:cubicBezTo>
                    <a:lnTo>
                      <a:pt x="2962" y="9073"/>
                    </a:lnTo>
                    <a:close/>
                    <a:moveTo>
                      <a:pt x="5703" y="10459"/>
                    </a:moveTo>
                    <a:lnTo>
                      <a:pt x="5703" y="10805"/>
                    </a:lnTo>
                    <a:cubicBezTo>
                      <a:pt x="5703" y="10994"/>
                      <a:pt x="5545" y="11183"/>
                      <a:pt x="5356" y="11183"/>
                    </a:cubicBezTo>
                    <a:lnTo>
                      <a:pt x="3970" y="11183"/>
                    </a:lnTo>
                    <a:cubicBezTo>
                      <a:pt x="3781" y="11183"/>
                      <a:pt x="3624" y="10994"/>
                      <a:pt x="3624" y="10805"/>
                    </a:cubicBezTo>
                    <a:lnTo>
                      <a:pt x="3624" y="10459"/>
                    </a:lnTo>
                    <a:close/>
                    <a:moveTo>
                      <a:pt x="4662" y="0"/>
                    </a:moveTo>
                    <a:cubicBezTo>
                      <a:pt x="4486" y="0"/>
                      <a:pt x="4308" y="10"/>
                      <a:pt x="4128" y="31"/>
                    </a:cubicBezTo>
                    <a:cubicBezTo>
                      <a:pt x="2174" y="251"/>
                      <a:pt x="568" y="1827"/>
                      <a:pt x="253" y="3780"/>
                    </a:cubicBezTo>
                    <a:cubicBezTo>
                      <a:pt x="1" y="5229"/>
                      <a:pt x="505" y="6710"/>
                      <a:pt x="1576" y="7749"/>
                    </a:cubicBezTo>
                    <a:cubicBezTo>
                      <a:pt x="1733" y="7875"/>
                      <a:pt x="1859" y="7970"/>
                      <a:pt x="1922" y="8064"/>
                    </a:cubicBezTo>
                    <a:cubicBezTo>
                      <a:pt x="2206" y="8285"/>
                      <a:pt x="2237" y="8348"/>
                      <a:pt x="2237" y="8695"/>
                    </a:cubicBezTo>
                    <a:lnTo>
                      <a:pt x="2237" y="9388"/>
                    </a:lnTo>
                    <a:cubicBezTo>
                      <a:pt x="2237" y="9829"/>
                      <a:pt x="2521" y="10238"/>
                      <a:pt x="2962" y="10396"/>
                    </a:cubicBezTo>
                    <a:lnTo>
                      <a:pt x="2962" y="10774"/>
                    </a:lnTo>
                    <a:cubicBezTo>
                      <a:pt x="2962" y="11404"/>
                      <a:pt x="3435" y="11845"/>
                      <a:pt x="3970" y="11845"/>
                    </a:cubicBezTo>
                    <a:lnTo>
                      <a:pt x="5356" y="11845"/>
                    </a:lnTo>
                    <a:cubicBezTo>
                      <a:pt x="5955" y="11845"/>
                      <a:pt x="6396" y="11372"/>
                      <a:pt x="6396" y="10805"/>
                    </a:cubicBezTo>
                    <a:lnTo>
                      <a:pt x="6396" y="10427"/>
                    </a:lnTo>
                    <a:cubicBezTo>
                      <a:pt x="6774" y="10270"/>
                      <a:pt x="7089" y="9923"/>
                      <a:pt x="7089" y="9451"/>
                    </a:cubicBezTo>
                    <a:lnTo>
                      <a:pt x="7089" y="8726"/>
                    </a:lnTo>
                    <a:cubicBezTo>
                      <a:pt x="7089" y="8380"/>
                      <a:pt x="7121" y="8348"/>
                      <a:pt x="7404" y="8096"/>
                    </a:cubicBezTo>
                    <a:cubicBezTo>
                      <a:pt x="7499" y="8033"/>
                      <a:pt x="7593" y="7938"/>
                      <a:pt x="7751" y="7812"/>
                    </a:cubicBezTo>
                    <a:cubicBezTo>
                      <a:pt x="8664" y="6962"/>
                      <a:pt x="9169" y="5765"/>
                      <a:pt x="9169" y="4504"/>
                    </a:cubicBezTo>
                    <a:cubicBezTo>
                      <a:pt x="9169" y="2060"/>
                      <a:pt x="7186" y="0"/>
                      <a:pt x="4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30" name="Google Shape;9211;p73">
                <a:extLst>
                  <a:ext uri="{FF2B5EF4-FFF2-40B4-BE49-F238E27FC236}">
                    <a16:creationId xmlns:a16="http://schemas.microsoft.com/office/drawing/2014/main" id="{6BB5FCFE-DCFA-D75E-8F66-EFAC0C25A2B9}"/>
                  </a:ext>
                </a:extLst>
              </p:cNvPr>
              <p:cNvSpPr/>
              <p:nvPr/>
            </p:nvSpPr>
            <p:spPr>
              <a:xfrm>
                <a:off x="5203298" y="2281976"/>
                <a:ext cx="524573" cy="498585"/>
              </a:xfrm>
              <a:custGeom>
                <a:avLst/>
                <a:gdLst/>
                <a:ahLst/>
                <a:cxnLst/>
                <a:rect l="l" t="t" r="r" b="b"/>
                <a:pathLst>
                  <a:path w="12414" h="11799" extrusionOk="0">
                    <a:moveTo>
                      <a:pt x="8979" y="2127"/>
                    </a:moveTo>
                    <a:cubicBezTo>
                      <a:pt x="9247" y="2127"/>
                      <a:pt x="9515" y="2229"/>
                      <a:pt x="9704" y="2434"/>
                    </a:cubicBezTo>
                    <a:cubicBezTo>
                      <a:pt x="10113" y="2812"/>
                      <a:pt x="10113" y="3473"/>
                      <a:pt x="9704" y="3883"/>
                    </a:cubicBezTo>
                    <a:lnTo>
                      <a:pt x="8885" y="4702"/>
                    </a:lnTo>
                    <a:cubicBezTo>
                      <a:pt x="8790" y="4765"/>
                      <a:pt x="8696" y="4860"/>
                      <a:pt x="8601" y="4891"/>
                    </a:cubicBezTo>
                    <a:cubicBezTo>
                      <a:pt x="8790" y="4513"/>
                      <a:pt x="8727" y="4041"/>
                      <a:pt x="8412" y="3726"/>
                    </a:cubicBezTo>
                    <a:cubicBezTo>
                      <a:pt x="8206" y="3520"/>
                      <a:pt x="7933" y="3408"/>
                      <a:pt x="7654" y="3408"/>
                    </a:cubicBezTo>
                    <a:cubicBezTo>
                      <a:pt x="7507" y="3408"/>
                      <a:pt x="7357" y="3439"/>
                      <a:pt x="7215" y="3505"/>
                    </a:cubicBezTo>
                    <a:cubicBezTo>
                      <a:pt x="7278" y="3410"/>
                      <a:pt x="7341" y="3316"/>
                      <a:pt x="7436" y="3253"/>
                    </a:cubicBezTo>
                    <a:lnTo>
                      <a:pt x="8255" y="2434"/>
                    </a:lnTo>
                    <a:cubicBezTo>
                      <a:pt x="8444" y="2229"/>
                      <a:pt x="8711" y="2127"/>
                      <a:pt x="8979" y="2127"/>
                    </a:cubicBezTo>
                    <a:close/>
                    <a:moveTo>
                      <a:pt x="9027" y="685"/>
                    </a:moveTo>
                    <a:cubicBezTo>
                      <a:pt x="9649" y="685"/>
                      <a:pt x="10271" y="922"/>
                      <a:pt x="10744" y="1394"/>
                    </a:cubicBezTo>
                    <a:cubicBezTo>
                      <a:pt x="11689" y="2339"/>
                      <a:pt x="11689" y="3883"/>
                      <a:pt x="10744" y="4828"/>
                    </a:cubicBezTo>
                    <a:lnTo>
                      <a:pt x="9893" y="5647"/>
                    </a:lnTo>
                    <a:cubicBezTo>
                      <a:pt x="9431" y="6109"/>
                      <a:pt x="8816" y="6356"/>
                      <a:pt x="8187" y="6356"/>
                    </a:cubicBezTo>
                    <a:cubicBezTo>
                      <a:pt x="7914" y="6356"/>
                      <a:pt x="7639" y="6310"/>
                      <a:pt x="7373" y="6214"/>
                    </a:cubicBezTo>
                    <a:lnTo>
                      <a:pt x="7940" y="5647"/>
                    </a:lnTo>
                    <a:cubicBezTo>
                      <a:pt x="8008" y="5655"/>
                      <a:pt x="8077" y="5659"/>
                      <a:pt x="8146" y="5659"/>
                    </a:cubicBezTo>
                    <a:cubicBezTo>
                      <a:pt x="8617" y="5659"/>
                      <a:pt x="9087" y="5477"/>
                      <a:pt x="9389" y="5175"/>
                    </a:cubicBezTo>
                    <a:lnTo>
                      <a:pt x="10208" y="4356"/>
                    </a:lnTo>
                    <a:cubicBezTo>
                      <a:pt x="10901" y="3694"/>
                      <a:pt x="10901" y="2591"/>
                      <a:pt x="10208" y="1898"/>
                    </a:cubicBezTo>
                    <a:cubicBezTo>
                      <a:pt x="9877" y="1567"/>
                      <a:pt x="9436" y="1402"/>
                      <a:pt x="8995" y="1402"/>
                    </a:cubicBezTo>
                    <a:cubicBezTo>
                      <a:pt x="8554" y="1402"/>
                      <a:pt x="8113" y="1567"/>
                      <a:pt x="7782" y="1898"/>
                    </a:cubicBezTo>
                    <a:lnTo>
                      <a:pt x="6931" y="2749"/>
                    </a:lnTo>
                    <a:cubicBezTo>
                      <a:pt x="6553" y="3127"/>
                      <a:pt x="6396" y="3694"/>
                      <a:pt x="6490" y="4198"/>
                    </a:cubicBezTo>
                    <a:lnTo>
                      <a:pt x="5923" y="4734"/>
                    </a:lnTo>
                    <a:cubicBezTo>
                      <a:pt x="5608" y="3883"/>
                      <a:pt x="5797" y="2906"/>
                      <a:pt x="6490" y="2213"/>
                    </a:cubicBezTo>
                    <a:lnTo>
                      <a:pt x="7309" y="1394"/>
                    </a:lnTo>
                    <a:cubicBezTo>
                      <a:pt x="7782" y="922"/>
                      <a:pt x="8404" y="685"/>
                      <a:pt x="9027" y="685"/>
                    </a:cubicBezTo>
                    <a:close/>
                    <a:moveTo>
                      <a:pt x="7703" y="4104"/>
                    </a:moveTo>
                    <a:cubicBezTo>
                      <a:pt x="7790" y="4104"/>
                      <a:pt x="7877" y="4135"/>
                      <a:pt x="7940" y="4198"/>
                    </a:cubicBezTo>
                    <a:cubicBezTo>
                      <a:pt x="8066" y="4324"/>
                      <a:pt x="8066" y="4545"/>
                      <a:pt x="7940" y="4671"/>
                    </a:cubicBezTo>
                    <a:lnTo>
                      <a:pt x="4978" y="7632"/>
                    </a:lnTo>
                    <a:cubicBezTo>
                      <a:pt x="4915" y="7679"/>
                      <a:pt x="4828" y="7703"/>
                      <a:pt x="4742" y="7703"/>
                    </a:cubicBezTo>
                    <a:cubicBezTo>
                      <a:pt x="4655" y="7703"/>
                      <a:pt x="4569" y="7679"/>
                      <a:pt x="4506" y="7632"/>
                    </a:cubicBezTo>
                    <a:cubicBezTo>
                      <a:pt x="4380" y="7506"/>
                      <a:pt x="4380" y="7254"/>
                      <a:pt x="4506" y="7160"/>
                    </a:cubicBezTo>
                    <a:lnTo>
                      <a:pt x="7467" y="4198"/>
                    </a:lnTo>
                    <a:cubicBezTo>
                      <a:pt x="7530" y="4135"/>
                      <a:pt x="7617" y="4104"/>
                      <a:pt x="7703" y="4104"/>
                    </a:cubicBezTo>
                    <a:close/>
                    <a:moveTo>
                      <a:pt x="3781" y="6939"/>
                    </a:moveTo>
                    <a:lnTo>
                      <a:pt x="3781" y="6939"/>
                    </a:lnTo>
                    <a:cubicBezTo>
                      <a:pt x="3592" y="7349"/>
                      <a:pt x="3686" y="7821"/>
                      <a:pt x="4001" y="8136"/>
                    </a:cubicBezTo>
                    <a:cubicBezTo>
                      <a:pt x="4198" y="8333"/>
                      <a:pt x="4457" y="8432"/>
                      <a:pt x="4715" y="8432"/>
                    </a:cubicBezTo>
                    <a:cubicBezTo>
                      <a:pt x="4870" y="8432"/>
                      <a:pt x="5025" y="8396"/>
                      <a:pt x="5167" y="8325"/>
                    </a:cubicBezTo>
                    <a:lnTo>
                      <a:pt x="5167" y="8325"/>
                    </a:lnTo>
                    <a:cubicBezTo>
                      <a:pt x="5136" y="8451"/>
                      <a:pt x="5041" y="8514"/>
                      <a:pt x="4978" y="8609"/>
                    </a:cubicBezTo>
                    <a:lnTo>
                      <a:pt x="4159" y="9428"/>
                    </a:lnTo>
                    <a:cubicBezTo>
                      <a:pt x="3954" y="9633"/>
                      <a:pt x="3686" y="9735"/>
                      <a:pt x="3419" y="9735"/>
                    </a:cubicBezTo>
                    <a:cubicBezTo>
                      <a:pt x="3151" y="9735"/>
                      <a:pt x="2883" y="9633"/>
                      <a:pt x="2678" y="9428"/>
                    </a:cubicBezTo>
                    <a:cubicBezTo>
                      <a:pt x="2300" y="9050"/>
                      <a:pt x="2300" y="8357"/>
                      <a:pt x="2678" y="7979"/>
                    </a:cubicBezTo>
                    <a:lnTo>
                      <a:pt x="3529" y="7160"/>
                    </a:lnTo>
                    <a:cubicBezTo>
                      <a:pt x="3592" y="7065"/>
                      <a:pt x="3718" y="7002"/>
                      <a:pt x="3781" y="6939"/>
                    </a:cubicBezTo>
                    <a:close/>
                    <a:moveTo>
                      <a:pt x="4212" y="5467"/>
                    </a:moveTo>
                    <a:cubicBezTo>
                      <a:pt x="4492" y="5467"/>
                      <a:pt x="4773" y="5516"/>
                      <a:pt x="5041" y="5616"/>
                    </a:cubicBezTo>
                    <a:lnTo>
                      <a:pt x="4506" y="6151"/>
                    </a:lnTo>
                    <a:cubicBezTo>
                      <a:pt x="4437" y="6143"/>
                      <a:pt x="4368" y="6139"/>
                      <a:pt x="4299" y="6139"/>
                    </a:cubicBezTo>
                    <a:cubicBezTo>
                      <a:pt x="3828" y="6139"/>
                      <a:pt x="3358" y="6322"/>
                      <a:pt x="3056" y="6624"/>
                    </a:cubicBezTo>
                    <a:lnTo>
                      <a:pt x="2206" y="7475"/>
                    </a:lnTo>
                    <a:cubicBezTo>
                      <a:pt x="1544" y="8136"/>
                      <a:pt x="1544" y="9239"/>
                      <a:pt x="2206" y="9900"/>
                    </a:cubicBezTo>
                    <a:cubicBezTo>
                      <a:pt x="2552" y="10231"/>
                      <a:pt x="3001" y="10397"/>
                      <a:pt x="3446" y="10397"/>
                    </a:cubicBezTo>
                    <a:cubicBezTo>
                      <a:pt x="3891" y="10397"/>
                      <a:pt x="4332" y="10231"/>
                      <a:pt x="4663" y="9900"/>
                    </a:cubicBezTo>
                    <a:lnTo>
                      <a:pt x="5482" y="9081"/>
                    </a:lnTo>
                    <a:cubicBezTo>
                      <a:pt x="5892" y="8672"/>
                      <a:pt x="6049" y="8136"/>
                      <a:pt x="5955" y="7632"/>
                    </a:cubicBezTo>
                    <a:lnTo>
                      <a:pt x="6522" y="7065"/>
                    </a:lnTo>
                    <a:lnTo>
                      <a:pt x="6522" y="7065"/>
                    </a:lnTo>
                    <a:cubicBezTo>
                      <a:pt x="6837" y="7947"/>
                      <a:pt x="6648" y="8924"/>
                      <a:pt x="5955" y="9585"/>
                    </a:cubicBezTo>
                    <a:lnTo>
                      <a:pt x="5136" y="10405"/>
                    </a:lnTo>
                    <a:cubicBezTo>
                      <a:pt x="4663" y="10877"/>
                      <a:pt x="4041" y="11113"/>
                      <a:pt x="3419" y="11113"/>
                    </a:cubicBezTo>
                    <a:cubicBezTo>
                      <a:pt x="2796" y="11113"/>
                      <a:pt x="2174" y="10877"/>
                      <a:pt x="1702" y="10405"/>
                    </a:cubicBezTo>
                    <a:cubicBezTo>
                      <a:pt x="756" y="9459"/>
                      <a:pt x="756" y="7916"/>
                      <a:pt x="1702" y="7002"/>
                    </a:cubicBezTo>
                    <a:lnTo>
                      <a:pt x="2552" y="6151"/>
                    </a:lnTo>
                    <a:cubicBezTo>
                      <a:pt x="3005" y="5699"/>
                      <a:pt x="3605" y="5467"/>
                      <a:pt x="4212" y="5467"/>
                    </a:cubicBezTo>
                    <a:close/>
                    <a:moveTo>
                      <a:pt x="8999" y="0"/>
                    </a:moveTo>
                    <a:cubicBezTo>
                      <a:pt x="8200" y="0"/>
                      <a:pt x="7404" y="307"/>
                      <a:pt x="6805" y="922"/>
                    </a:cubicBezTo>
                    <a:lnTo>
                      <a:pt x="5955" y="1741"/>
                    </a:lnTo>
                    <a:cubicBezTo>
                      <a:pt x="5136" y="2560"/>
                      <a:pt x="4852" y="3789"/>
                      <a:pt x="5230" y="4891"/>
                    </a:cubicBezTo>
                    <a:cubicBezTo>
                      <a:pt x="4920" y="4794"/>
                      <a:pt x="4601" y="4746"/>
                      <a:pt x="4283" y="4746"/>
                    </a:cubicBezTo>
                    <a:cubicBezTo>
                      <a:pt x="3469" y="4746"/>
                      <a:pt x="2669" y="5058"/>
                      <a:pt x="2080" y="5647"/>
                    </a:cubicBezTo>
                    <a:lnTo>
                      <a:pt x="1229" y="6466"/>
                    </a:lnTo>
                    <a:cubicBezTo>
                      <a:pt x="0" y="7695"/>
                      <a:pt x="0" y="9680"/>
                      <a:pt x="1229" y="10877"/>
                    </a:cubicBezTo>
                    <a:cubicBezTo>
                      <a:pt x="1843" y="11491"/>
                      <a:pt x="2647" y="11799"/>
                      <a:pt x="3446" y="11799"/>
                    </a:cubicBezTo>
                    <a:cubicBezTo>
                      <a:pt x="4246" y="11799"/>
                      <a:pt x="5041" y="11491"/>
                      <a:pt x="5640" y="10877"/>
                    </a:cubicBezTo>
                    <a:lnTo>
                      <a:pt x="6490" y="10058"/>
                    </a:lnTo>
                    <a:cubicBezTo>
                      <a:pt x="7309" y="9239"/>
                      <a:pt x="7593" y="8010"/>
                      <a:pt x="7215" y="6908"/>
                    </a:cubicBezTo>
                    <a:lnTo>
                      <a:pt x="7215" y="6908"/>
                    </a:lnTo>
                    <a:cubicBezTo>
                      <a:pt x="7525" y="7005"/>
                      <a:pt x="7844" y="7053"/>
                      <a:pt x="8162" y="7053"/>
                    </a:cubicBezTo>
                    <a:cubicBezTo>
                      <a:pt x="8976" y="7053"/>
                      <a:pt x="9776" y="6740"/>
                      <a:pt x="10365" y="6151"/>
                    </a:cubicBezTo>
                    <a:lnTo>
                      <a:pt x="11216" y="5332"/>
                    </a:lnTo>
                    <a:cubicBezTo>
                      <a:pt x="12413" y="4104"/>
                      <a:pt x="12413" y="2150"/>
                      <a:pt x="11216" y="922"/>
                    </a:cubicBezTo>
                    <a:cubicBezTo>
                      <a:pt x="10602" y="307"/>
                      <a:pt x="9798" y="0"/>
                      <a:pt x="8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31" name="Google Shape;9212;p73">
                <a:extLst>
                  <a:ext uri="{FF2B5EF4-FFF2-40B4-BE49-F238E27FC236}">
                    <a16:creationId xmlns:a16="http://schemas.microsoft.com/office/drawing/2014/main" id="{45123707-09EF-9690-AE50-37B62B42BE2F}"/>
                  </a:ext>
                </a:extLst>
              </p:cNvPr>
              <p:cNvSpPr/>
              <p:nvPr/>
            </p:nvSpPr>
            <p:spPr>
              <a:xfrm>
                <a:off x="5213946" y="2924655"/>
                <a:ext cx="503276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46" extrusionOk="0">
                    <a:moveTo>
                      <a:pt x="5924" y="2080"/>
                    </a:moveTo>
                    <a:cubicBezTo>
                      <a:pt x="6302" y="2080"/>
                      <a:pt x="6617" y="2395"/>
                      <a:pt x="6617" y="2773"/>
                    </a:cubicBezTo>
                    <a:cubicBezTo>
                      <a:pt x="6617" y="3182"/>
                      <a:pt x="6302" y="3497"/>
                      <a:pt x="5924" y="3497"/>
                    </a:cubicBezTo>
                    <a:cubicBezTo>
                      <a:pt x="5514" y="3497"/>
                      <a:pt x="5199" y="3182"/>
                      <a:pt x="5199" y="2773"/>
                    </a:cubicBezTo>
                    <a:cubicBezTo>
                      <a:pt x="5199" y="2395"/>
                      <a:pt x="5514" y="2080"/>
                      <a:pt x="5924" y="2080"/>
                    </a:cubicBezTo>
                    <a:close/>
                    <a:moveTo>
                      <a:pt x="5924" y="662"/>
                    </a:moveTo>
                    <a:cubicBezTo>
                      <a:pt x="7247" y="662"/>
                      <a:pt x="8318" y="1764"/>
                      <a:pt x="8318" y="3088"/>
                    </a:cubicBezTo>
                    <a:cubicBezTo>
                      <a:pt x="8318" y="3655"/>
                      <a:pt x="8129" y="4190"/>
                      <a:pt x="7783" y="4631"/>
                    </a:cubicBezTo>
                    <a:cubicBezTo>
                      <a:pt x="7562" y="4222"/>
                      <a:pt x="7310" y="3907"/>
                      <a:pt x="6900" y="3686"/>
                    </a:cubicBezTo>
                    <a:cubicBezTo>
                      <a:pt x="7153" y="3434"/>
                      <a:pt x="7310" y="3088"/>
                      <a:pt x="7310" y="2741"/>
                    </a:cubicBezTo>
                    <a:cubicBezTo>
                      <a:pt x="7310" y="1985"/>
                      <a:pt x="6680" y="1355"/>
                      <a:pt x="5924" y="1355"/>
                    </a:cubicBezTo>
                    <a:cubicBezTo>
                      <a:pt x="5168" y="1355"/>
                      <a:pt x="4538" y="1985"/>
                      <a:pt x="4538" y="2741"/>
                    </a:cubicBezTo>
                    <a:cubicBezTo>
                      <a:pt x="4538" y="3088"/>
                      <a:pt x="4695" y="3434"/>
                      <a:pt x="4947" y="3686"/>
                    </a:cubicBezTo>
                    <a:cubicBezTo>
                      <a:pt x="4538" y="3938"/>
                      <a:pt x="4223" y="4285"/>
                      <a:pt x="4034" y="4631"/>
                    </a:cubicBezTo>
                    <a:cubicBezTo>
                      <a:pt x="3592" y="4096"/>
                      <a:pt x="3403" y="3403"/>
                      <a:pt x="3498" y="2741"/>
                    </a:cubicBezTo>
                    <a:cubicBezTo>
                      <a:pt x="3655" y="1638"/>
                      <a:pt x="4664" y="662"/>
                      <a:pt x="5924" y="662"/>
                    </a:cubicBezTo>
                    <a:close/>
                    <a:moveTo>
                      <a:pt x="5924" y="4159"/>
                    </a:moveTo>
                    <a:cubicBezTo>
                      <a:pt x="6554" y="4159"/>
                      <a:pt x="7058" y="4600"/>
                      <a:pt x="7247" y="5135"/>
                    </a:cubicBezTo>
                    <a:cubicBezTo>
                      <a:pt x="6869" y="5388"/>
                      <a:pt x="6428" y="5545"/>
                      <a:pt x="5924" y="5545"/>
                    </a:cubicBezTo>
                    <a:cubicBezTo>
                      <a:pt x="5451" y="5545"/>
                      <a:pt x="4979" y="5388"/>
                      <a:pt x="4569" y="5135"/>
                    </a:cubicBezTo>
                    <a:cubicBezTo>
                      <a:pt x="4727" y="4568"/>
                      <a:pt x="5294" y="4159"/>
                      <a:pt x="5924" y="4159"/>
                    </a:cubicBezTo>
                    <a:close/>
                    <a:moveTo>
                      <a:pt x="1734" y="9042"/>
                    </a:moveTo>
                    <a:cubicBezTo>
                      <a:pt x="2301" y="9042"/>
                      <a:pt x="2773" y="9483"/>
                      <a:pt x="2773" y="10082"/>
                    </a:cubicBezTo>
                    <a:cubicBezTo>
                      <a:pt x="2773" y="10649"/>
                      <a:pt x="2301" y="11121"/>
                      <a:pt x="1734" y="11121"/>
                    </a:cubicBezTo>
                    <a:cubicBezTo>
                      <a:pt x="1198" y="11121"/>
                      <a:pt x="726" y="10649"/>
                      <a:pt x="726" y="10082"/>
                    </a:cubicBezTo>
                    <a:cubicBezTo>
                      <a:pt x="726" y="9483"/>
                      <a:pt x="1198" y="9042"/>
                      <a:pt x="1734" y="9042"/>
                    </a:cubicBezTo>
                    <a:close/>
                    <a:moveTo>
                      <a:pt x="5924" y="9042"/>
                    </a:moveTo>
                    <a:cubicBezTo>
                      <a:pt x="6522" y="9042"/>
                      <a:pt x="6932" y="9515"/>
                      <a:pt x="6932" y="10082"/>
                    </a:cubicBezTo>
                    <a:cubicBezTo>
                      <a:pt x="6932" y="10649"/>
                      <a:pt x="6459" y="11121"/>
                      <a:pt x="5924" y="11121"/>
                    </a:cubicBezTo>
                    <a:cubicBezTo>
                      <a:pt x="5357" y="11121"/>
                      <a:pt x="4884" y="10649"/>
                      <a:pt x="4884" y="10082"/>
                    </a:cubicBezTo>
                    <a:cubicBezTo>
                      <a:pt x="4884" y="9483"/>
                      <a:pt x="5325" y="9042"/>
                      <a:pt x="5924" y="9042"/>
                    </a:cubicBezTo>
                    <a:close/>
                    <a:moveTo>
                      <a:pt x="10145" y="9042"/>
                    </a:moveTo>
                    <a:cubicBezTo>
                      <a:pt x="10681" y="9042"/>
                      <a:pt x="11154" y="9483"/>
                      <a:pt x="11154" y="10082"/>
                    </a:cubicBezTo>
                    <a:cubicBezTo>
                      <a:pt x="11154" y="10649"/>
                      <a:pt x="10681" y="11121"/>
                      <a:pt x="10145" y="11121"/>
                    </a:cubicBezTo>
                    <a:cubicBezTo>
                      <a:pt x="9578" y="11121"/>
                      <a:pt x="9106" y="10649"/>
                      <a:pt x="9106" y="10082"/>
                    </a:cubicBezTo>
                    <a:cubicBezTo>
                      <a:pt x="9106" y="9483"/>
                      <a:pt x="9578" y="9042"/>
                      <a:pt x="10145" y="9042"/>
                    </a:cubicBezTo>
                    <a:close/>
                    <a:moveTo>
                      <a:pt x="5955" y="0"/>
                    </a:moveTo>
                    <a:cubicBezTo>
                      <a:pt x="4349" y="0"/>
                      <a:pt x="3088" y="1197"/>
                      <a:pt x="2868" y="2678"/>
                    </a:cubicBezTo>
                    <a:cubicBezTo>
                      <a:pt x="2647" y="4442"/>
                      <a:pt x="3908" y="6018"/>
                      <a:pt x="5640" y="6207"/>
                    </a:cubicBezTo>
                    <a:lnTo>
                      <a:pt x="5640" y="6963"/>
                    </a:lnTo>
                    <a:lnTo>
                      <a:pt x="2427" y="6963"/>
                    </a:lnTo>
                    <a:cubicBezTo>
                      <a:pt x="1828" y="6963"/>
                      <a:pt x="1387" y="7435"/>
                      <a:pt x="1387" y="7971"/>
                    </a:cubicBezTo>
                    <a:lnTo>
                      <a:pt x="1387" y="8380"/>
                    </a:lnTo>
                    <a:cubicBezTo>
                      <a:pt x="599" y="8538"/>
                      <a:pt x="1" y="9231"/>
                      <a:pt x="1" y="10082"/>
                    </a:cubicBezTo>
                    <a:cubicBezTo>
                      <a:pt x="1" y="11027"/>
                      <a:pt x="789" y="11846"/>
                      <a:pt x="1734" y="11846"/>
                    </a:cubicBezTo>
                    <a:cubicBezTo>
                      <a:pt x="2679" y="11846"/>
                      <a:pt x="3466" y="11058"/>
                      <a:pt x="3466" y="10082"/>
                    </a:cubicBezTo>
                    <a:cubicBezTo>
                      <a:pt x="3466" y="9231"/>
                      <a:pt x="2868" y="8538"/>
                      <a:pt x="2080" y="8380"/>
                    </a:cubicBezTo>
                    <a:lnTo>
                      <a:pt x="2080" y="7971"/>
                    </a:lnTo>
                    <a:cubicBezTo>
                      <a:pt x="2080" y="7782"/>
                      <a:pt x="2238" y="7624"/>
                      <a:pt x="2458" y="7624"/>
                    </a:cubicBezTo>
                    <a:lnTo>
                      <a:pt x="5609" y="7624"/>
                    </a:lnTo>
                    <a:lnTo>
                      <a:pt x="5609" y="8349"/>
                    </a:lnTo>
                    <a:cubicBezTo>
                      <a:pt x="4821" y="8506"/>
                      <a:pt x="4223" y="9200"/>
                      <a:pt x="4223" y="10019"/>
                    </a:cubicBezTo>
                    <a:cubicBezTo>
                      <a:pt x="4223" y="10964"/>
                      <a:pt x="5010" y="11814"/>
                      <a:pt x="5955" y="11814"/>
                    </a:cubicBezTo>
                    <a:cubicBezTo>
                      <a:pt x="6900" y="11814"/>
                      <a:pt x="7688" y="11027"/>
                      <a:pt x="7688" y="10019"/>
                    </a:cubicBezTo>
                    <a:cubicBezTo>
                      <a:pt x="7688" y="9200"/>
                      <a:pt x="7090" y="8506"/>
                      <a:pt x="6302" y="8349"/>
                    </a:cubicBezTo>
                    <a:lnTo>
                      <a:pt x="6302" y="7624"/>
                    </a:lnTo>
                    <a:lnTo>
                      <a:pt x="9452" y="7624"/>
                    </a:lnTo>
                    <a:cubicBezTo>
                      <a:pt x="9641" y="7624"/>
                      <a:pt x="9799" y="7782"/>
                      <a:pt x="9799" y="7971"/>
                    </a:cubicBezTo>
                    <a:lnTo>
                      <a:pt x="9799" y="8380"/>
                    </a:lnTo>
                    <a:cubicBezTo>
                      <a:pt x="9011" y="8538"/>
                      <a:pt x="8444" y="9231"/>
                      <a:pt x="8444" y="10082"/>
                    </a:cubicBezTo>
                    <a:cubicBezTo>
                      <a:pt x="8444" y="11027"/>
                      <a:pt x="9232" y="11846"/>
                      <a:pt x="10177" y="11846"/>
                    </a:cubicBezTo>
                    <a:cubicBezTo>
                      <a:pt x="11122" y="11846"/>
                      <a:pt x="11910" y="11058"/>
                      <a:pt x="11910" y="10082"/>
                    </a:cubicBezTo>
                    <a:cubicBezTo>
                      <a:pt x="11910" y="9231"/>
                      <a:pt x="11311" y="8538"/>
                      <a:pt x="10524" y="8380"/>
                    </a:cubicBezTo>
                    <a:lnTo>
                      <a:pt x="10524" y="7971"/>
                    </a:lnTo>
                    <a:cubicBezTo>
                      <a:pt x="10524" y="7404"/>
                      <a:pt x="10051" y="6963"/>
                      <a:pt x="9484" y="6963"/>
                    </a:cubicBezTo>
                    <a:lnTo>
                      <a:pt x="6333" y="6963"/>
                    </a:lnTo>
                    <a:lnTo>
                      <a:pt x="6333" y="6207"/>
                    </a:lnTo>
                    <a:cubicBezTo>
                      <a:pt x="7909" y="6049"/>
                      <a:pt x="9106" y="4726"/>
                      <a:pt x="9106" y="3088"/>
                    </a:cubicBezTo>
                    <a:cubicBezTo>
                      <a:pt x="9106" y="1355"/>
                      <a:pt x="768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32" name="Google Shape;9213;p73">
                <a:extLst>
                  <a:ext uri="{FF2B5EF4-FFF2-40B4-BE49-F238E27FC236}">
                    <a16:creationId xmlns:a16="http://schemas.microsoft.com/office/drawing/2014/main" id="{01A240E7-D24D-1C17-890B-5BA11B64CB11}"/>
                  </a:ext>
                </a:extLst>
              </p:cNvPr>
              <p:cNvGrpSpPr/>
              <p:nvPr/>
            </p:nvGrpSpPr>
            <p:grpSpPr>
              <a:xfrm>
                <a:off x="8378520" y="1688743"/>
                <a:ext cx="501923" cy="498881"/>
                <a:chOff x="5045775" y="1946400"/>
                <a:chExt cx="296950" cy="295150"/>
              </a:xfrm>
              <a:grpFill/>
            </p:grpSpPr>
            <p:sp>
              <p:nvSpPr>
                <p:cNvPr id="429" name="Google Shape;9214;p73">
                  <a:extLst>
                    <a:ext uri="{FF2B5EF4-FFF2-40B4-BE49-F238E27FC236}">
                      <a16:creationId xmlns:a16="http://schemas.microsoft.com/office/drawing/2014/main" id="{B14D291B-4B89-C78B-FA26-9C3CE0A70272}"/>
                    </a:ext>
                  </a:extLst>
                </p:cNvPr>
                <p:cNvSpPr/>
                <p:nvPr/>
              </p:nvSpPr>
              <p:spPr>
                <a:xfrm>
                  <a:off x="5113500" y="1998600"/>
                  <a:ext cx="160700" cy="1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8" extrusionOk="0">
                      <a:moveTo>
                        <a:pt x="3309" y="2079"/>
                      </a:moveTo>
                      <a:cubicBezTo>
                        <a:pt x="3718" y="2079"/>
                        <a:pt x="4033" y="2394"/>
                        <a:pt x="4033" y="2804"/>
                      </a:cubicBezTo>
                      <a:cubicBezTo>
                        <a:pt x="4033" y="3182"/>
                        <a:pt x="3718" y="3497"/>
                        <a:pt x="3309" y="3497"/>
                      </a:cubicBezTo>
                      <a:cubicBezTo>
                        <a:pt x="2931" y="3497"/>
                        <a:pt x="2616" y="3150"/>
                        <a:pt x="2616" y="2804"/>
                      </a:cubicBezTo>
                      <a:cubicBezTo>
                        <a:pt x="2616" y="2394"/>
                        <a:pt x="2931" y="2079"/>
                        <a:pt x="3309" y="2079"/>
                      </a:cubicBezTo>
                      <a:close/>
                      <a:moveTo>
                        <a:pt x="3403" y="662"/>
                      </a:moveTo>
                      <a:cubicBezTo>
                        <a:pt x="4726" y="662"/>
                        <a:pt x="5798" y="1764"/>
                        <a:pt x="5798" y="3119"/>
                      </a:cubicBezTo>
                      <a:cubicBezTo>
                        <a:pt x="5703" y="3655"/>
                        <a:pt x="5546" y="4222"/>
                        <a:pt x="5199" y="4663"/>
                      </a:cubicBezTo>
                      <a:cubicBezTo>
                        <a:pt x="5010" y="4253"/>
                        <a:pt x="4726" y="3938"/>
                        <a:pt x="4348" y="3686"/>
                      </a:cubicBezTo>
                      <a:cubicBezTo>
                        <a:pt x="4569" y="3466"/>
                        <a:pt x="4726" y="3119"/>
                        <a:pt x="4726" y="2741"/>
                      </a:cubicBezTo>
                      <a:cubicBezTo>
                        <a:pt x="4726" y="2016"/>
                        <a:pt x="4096" y="1386"/>
                        <a:pt x="3340" y="1386"/>
                      </a:cubicBezTo>
                      <a:cubicBezTo>
                        <a:pt x="2616" y="1386"/>
                        <a:pt x="1986" y="2016"/>
                        <a:pt x="1986" y="2741"/>
                      </a:cubicBezTo>
                      <a:cubicBezTo>
                        <a:pt x="1986" y="3119"/>
                        <a:pt x="2143" y="3466"/>
                        <a:pt x="2364" y="3686"/>
                      </a:cubicBezTo>
                      <a:cubicBezTo>
                        <a:pt x="1986" y="3907"/>
                        <a:pt x="1702" y="4253"/>
                        <a:pt x="1513" y="4663"/>
                      </a:cubicBezTo>
                      <a:cubicBezTo>
                        <a:pt x="1072" y="4096"/>
                        <a:pt x="883" y="3434"/>
                        <a:pt x="977" y="2772"/>
                      </a:cubicBezTo>
                      <a:cubicBezTo>
                        <a:pt x="1135" y="1670"/>
                        <a:pt x="2143" y="662"/>
                        <a:pt x="3403" y="662"/>
                      </a:cubicBezTo>
                      <a:close/>
                      <a:moveTo>
                        <a:pt x="3309" y="4190"/>
                      </a:moveTo>
                      <a:cubicBezTo>
                        <a:pt x="3939" y="4190"/>
                        <a:pt x="4443" y="4600"/>
                        <a:pt x="4663" y="5167"/>
                      </a:cubicBezTo>
                      <a:cubicBezTo>
                        <a:pt x="4254" y="5450"/>
                        <a:pt x="3781" y="5545"/>
                        <a:pt x="3309" y="5545"/>
                      </a:cubicBezTo>
                      <a:cubicBezTo>
                        <a:pt x="2836" y="5545"/>
                        <a:pt x="2364" y="5387"/>
                        <a:pt x="1986" y="5167"/>
                      </a:cubicBezTo>
                      <a:cubicBezTo>
                        <a:pt x="2143" y="4568"/>
                        <a:pt x="2679" y="4190"/>
                        <a:pt x="3309" y="4190"/>
                      </a:cubicBezTo>
                      <a:close/>
                      <a:moveTo>
                        <a:pt x="3309" y="0"/>
                      </a:moveTo>
                      <a:cubicBezTo>
                        <a:pt x="1733" y="0"/>
                        <a:pt x="410" y="1229"/>
                        <a:pt x="253" y="2678"/>
                      </a:cubicBezTo>
                      <a:cubicBezTo>
                        <a:pt x="1" y="4600"/>
                        <a:pt x="1450" y="6238"/>
                        <a:pt x="3309" y="6238"/>
                      </a:cubicBezTo>
                      <a:cubicBezTo>
                        <a:pt x="5042" y="6238"/>
                        <a:pt x="6428" y="4820"/>
                        <a:pt x="6428" y="3119"/>
                      </a:cubicBezTo>
                      <a:cubicBezTo>
                        <a:pt x="6428" y="1418"/>
                        <a:pt x="5042" y="0"/>
                        <a:pt x="33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0" name="Google Shape;9215;p73">
                  <a:extLst>
                    <a:ext uri="{FF2B5EF4-FFF2-40B4-BE49-F238E27FC236}">
                      <a16:creationId xmlns:a16="http://schemas.microsoft.com/office/drawing/2014/main" id="{C5EBFFB3-6928-1FBB-BE6B-434F872627BC}"/>
                    </a:ext>
                  </a:extLst>
                </p:cNvPr>
                <p:cNvSpPr/>
                <p:nvPr/>
              </p:nvSpPr>
              <p:spPr>
                <a:xfrm>
                  <a:off x="5045775" y="1946400"/>
                  <a:ext cx="296950" cy="2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06" extrusionOk="0">
                      <a:moveTo>
                        <a:pt x="6018" y="765"/>
                      </a:moveTo>
                      <a:lnTo>
                        <a:pt x="6868" y="1426"/>
                      </a:lnTo>
                      <a:cubicBezTo>
                        <a:pt x="6963" y="1458"/>
                        <a:pt x="7026" y="1489"/>
                        <a:pt x="7152" y="1489"/>
                      </a:cubicBezTo>
                      <a:lnTo>
                        <a:pt x="8223" y="1332"/>
                      </a:lnTo>
                      <a:lnTo>
                        <a:pt x="8664" y="2372"/>
                      </a:lnTo>
                      <a:cubicBezTo>
                        <a:pt x="8696" y="2435"/>
                        <a:pt x="8790" y="2529"/>
                        <a:pt x="8853" y="2561"/>
                      </a:cubicBezTo>
                      <a:lnTo>
                        <a:pt x="9893" y="2970"/>
                      </a:lnTo>
                      <a:lnTo>
                        <a:pt x="9735" y="4073"/>
                      </a:lnTo>
                      <a:cubicBezTo>
                        <a:pt x="9735" y="4136"/>
                        <a:pt x="9735" y="4262"/>
                        <a:pt x="9798" y="4325"/>
                      </a:cubicBezTo>
                      <a:lnTo>
                        <a:pt x="10460" y="5207"/>
                      </a:lnTo>
                      <a:lnTo>
                        <a:pt x="9798" y="6058"/>
                      </a:lnTo>
                      <a:cubicBezTo>
                        <a:pt x="9767" y="6152"/>
                        <a:pt x="9735" y="6215"/>
                        <a:pt x="9735" y="6341"/>
                      </a:cubicBezTo>
                      <a:lnTo>
                        <a:pt x="9893" y="7444"/>
                      </a:lnTo>
                      <a:lnTo>
                        <a:pt x="8853" y="7853"/>
                      </a:lnTo>
                      <a:cubicBezTo>
                        <a:pt x="8790" y="7885"/>
                        <a:pt x="8696" y="7948"/>
                        <a:pt x="8664" y="8042"/>
                      </a:cubicBezTo>
                      <a:lnTo>
                        <a:pt x="8255" y="9051"/>
                      </a:lnTo>
                      <a:lnTo>
                        <a:pt x="7120" y="8893"/>
                      </a:lnTo>
                      <a:cubicBezTo>
                        <a:pt x="7057" y="8893"/>
                        <a:pt x="6931" y="8893"/>
                        <a:pt x="6837" y="8988"/>
                      </a:cubicBezTo>
                      <a:lnTo>
                        <a:pt x="5986" y="9649"/>
                      </a:lnTo>
                      <a:lnTo>
                        <a:pt x="5104" y="8988"/>
                      </a:lnTo>
                      <a:cubicBezTo>
                        <a:pt x="5041" y="8925"/>
                        <a:pt x="5010" y="8893"/>
                        <a:pt x="4915" y="8893"/>
                      </a:cubicBezTo>
                      <a:lnTo>
                        <a:pt x="4884" y="8893"/>
                      </a:lnTo>
                      <a:lnTo>
                        <a:pt x="3781" y="9051"/>
                      </a:lnTo>
                      <a:lnTo>
                        <a:pt x="3371" y="8042"/>
                      </a:lnTo>
                      <a:cubicBezTo>
                        <a:pt x="3340" y="7948"/>
                        <a:pt x="3277" y="7885"/>
                        <a:pt x="3182" y="7853"/>
                      </a:cubicBezTo>
                      <a:lnTo>
                        <a:pt x="2143" y="7444"/>
                      </a:lnTo>
                      <a:lnTo>
                        <a:pt x="2300" y="6341"/>
                      </a:lnTo>
                      <a:cubicBezTo>
                        <a:pt x="2300" y="6278"/>
                        <a:pt x="2300" y="6152"/>
                        <a:pt x="2237" y="6058"/>
                      </a:cubicBezTo>
                      <a:lnTo>
                        <a:pt x="1576" y="5207"/>
                      </a:lnTo>
                      <a:lnTo>
                        <a:pt x="2237" y="4325"/>
                      </a:lnTo>
                      <a:cubicBezTo>
                        <a:pt x="2269" y="4262"/>
                        <a:pt x="2300" y="4167"/>
                        <a:pt x="2300" y="4073"/>
                      </a:cubicBezTo>
                      <a:lnTo>
                        <a:pt x="2143" y="2970"/>
                      </a:lnTo>
                      <a:lnTo>
                        <a:pt x="3182" y="2561"/>
                      </a:lnTo>
                      <a:cubicBezTo>
                        <a:pt x="3277" y="2529"/>
                        <a:pt x="3340" y="2435"/>
                        <a:pt x="3371" y="2372"/>
                      </a:cubicBezTo>
                      <a:lnTo>
                        <a:pt x="3812" y="1332"/>
                      </a:lnTo>
                      <a:lnTo>
                        <a:pt x="4884" y="1489"/>
                      </a:lnTo>
                      <a:cubicBezTo>
                        <a:pt x="4947" y="1489"/>
                        <a:pt x="5073" y="1489"/>
                        <a:pt x="5167" y="1426"/>
                      </a:cubicBezTo>
                      <a:lnTo>
                        <a:pt x="6018" y="765"/>
                      </a:lnTo>
                      <a:close/>
                      <a:moveTo>
                        <a:pt x="2174" y="8168"/>
                      </a:moveTo>
                      <a:lnTo>
                        <a:pt x="2804" y="8420"/>
                      </a:lnTo>
                      <a:lnTo>
                        <a:pt x="3277" y="9586"/>
                      </a:lnTo>
                      <a:cubicBezTo>
                        <a:pt x="3308" y="9681"/>
                        <a:pt x="3434" y="9775"/>
                        <a:pt x="3529" y="9775"/>
                      </a:cubicBezTo>
                      <a:lnTo>
                        <a:pt x="2647" y="10720"/>
                      </a:lnTo>
                      <a:lnTo>
                        <a:pt x="2426" y="9649"/>
                      </a:lnTo>
                      <a:cubicBezTo>
                        <a:pt x="2395" y="9523"/>
                        <a:pt x="2332" y="9429"/>
                        <a:pt x="2174" y="9366"/>
                      </a:cubicBezTo>
                      <a:lnTo>
                        <a:pt x="1134" y="9177"/>
                      </a:lnTo>
                      <a:lnTo>
                        <a:pt x="2174" y="8168"/>
                      </a:lnTo>
                      <a:close/>
                      <a:moveTo>
                        <a:pt x="9861" y="8105"/>
                      </a:moveTo>
                      <a:lnTo>
                        <a:pt x="10901" y="9145"/>
                      </a:lnTo>
                      <a:lnTo>
                        <a:pt x="9893" y="9366"/>
                      </a:lnTo>
                      <a:cubicBezTo>
                        <a:pt x="9767" y="9429"/>
                        <a:pt x="9641" y="9492"/>
                        <a:pt x="9609" y="9649"/>
                      </a:cubicBezTo>
                      <a:lnTo>
                        <a:pt x="9389" y="10720"/>
                      </a:lnTo>
                      <a:lnTo>
                        <a:pt x="8507" y="9712"/>
                      </a:lnTo>
                      <a:cubicBezTo>
                        <a:pt x="8601" y="9712"/>
                        <a:pt x="8727" y="9649"/>
                        <a:pt x="8759" y="9523"/>
                      </a:cubicBezTo>
                      <a:lnTo>
                        <a:pt x="9231" y="8389"/>
                      </a:lnTo>
                      <a:lnTo>
                        <a:pt x="9861" y="8105"/>
                      </a:lnTo>
                      <a:close/>
                      <a:moveTo>
                        <a:pt x="6002" y="1"/>
                      </a:moveTo>
                      <a:cubicBezTo>
                        <a:pt x="5923" y="1"/>
                        <a:pt x="5844" y="24"/>
                        <a:pt x="5797" y="72"/>
                      </a:cubicBezTo>
                      <a:lnTo>
                        <a:pt x="4852" y="828"/>
                      </a:lnTo>
                      <a:lnTo>
                        <a:pt x="3623" y="670"/>
                      </a:lnTo>
                      <a:cubicBezTo>
                        <a:pt x="3607" y="667"/>
                        <a:pt x="3590" y="665"/>
                        <a:pt x="3573" y="665"/>
                      </a:cubicBezTo>
                      <a:cubicBezTo>
                        <a:pt x="3434" y="665"/>
                        <a:pt x="3305" y="775"/>
                        <a:pt x="3277" y="859"/>
                      </a:cubicBezTo>
                      <a:lnTo>
                        <a:pt x="2804" y="2025"/>
                      </a:lnTo>
                      <a:lnTo>
                        <a:pt x="1639" y="2498"/>
                      </a:lnTo>
                      <a:cubicBezTo>
                        <a:pt x="1481" y="2561"/>
                        <a:pt x="1418" y="2687"/>
                        <a:pt x="1450" y="2844"/>
                      </a:cubicBezTo>
                      <a:lnTo>
                        <a:pt x="1607" y="4073"/>
                      </a:lnTo>
                      <a:lnTo>
                        <a:pt x="851" y="5018"/>
                      </a:lnTo>
                      <a:cubicBezTo>
                        <a:pt x="788" y="5112"/>
                        <a:pt x="788" y="5333"/>
                        <a:pt x="851" y="5428"/>
                      </a:cubicBezTo>
                      <a:lnTo>
                        <a:pt x="1607" y="6373"/>
                      </a:lnTo>
                      <a:lnTo>
                        <a:pt x="1450" y="7601"/>
                      </a:lnTo>
                      <a:cubicBezTo>
                        <a:pt x="1450" y="7696"/>
                        <a:pt x="1450" y="7759"/>
                        <a:pt x="1481" y="7853"/>
                      </a:cubicBezTo>
                      <a:lnTo>
                        <a:pt x="189" y="9145"/>
                      </a:lnTo>
                      <a:cubicBezTo>
                        <a:pt x="0" y="9334"/>
                        <a:pt x="126" y="9649"/>
                        <a:pt x="347" y="9744"/>
                      </a:cubicBezTo>
                      <a:lnTo>
                        <a:pt x="1765" y="10059"/>
                      </a:lnTo>
                      <a:lnTo>
                        <a:pt x="2080" y="11539"/>
                      </a:lnTo>
                      <a:cubicBezTo>
                        <a:pt x="2099" y="11714"/>
                        <a:pt x="2250" y="11805"/>
                        <a:pt x="2407" y="11805"/>
                      </a:cubicBezTo>
                      <a:cubicBezTo>
                        <a:pt x="2505" y="11805"/>
                        <a:pt x="2606" y="11770"/>
                        <a:pt x="2678" y="11697"/>
                      </a:cubicBezTo>
                      <a:cubicBezTo>
                        <a:pt x="4410" y="9858"/>
                        <a:pt x="4587" y="9665"/>
                        <a:pt x="4601" y="9649"/>
                      </a:cubicBezTo>
                      <a:lnTo>
                        <a:pt x="4601" y="9649"/>
                      </a:lnTo>
                      <a:lnTo>
                        <a:pt x="4789" y="9618"/>
                      </a:lnTo>
                      <a:lnTo>
                        <a:pt x="5734" y="10374"/>
                      </a:lnTo>
                      <a:cubicBezTo>
                        <a:pt x="5829" y="10405"/>
                        <a:pt x="5860" y="10437"/>
                        <a:pt x="5955" y="10437"/>
                      </a:cubicBezTo>
                      <a:cubicBezTo>
                        <a:pt x="6018" y="10437"/>
                        <a:pt x="6112" y="10405"/>
                        <a:pt x="6144" y="10374"/>
                      </a:cubicBezTo>
                      <a:lnTo>
                        <a:pt x="7089" y="9618"/>
                      </a:lnTo>
                      <a:lnTo>
                        <a:pt x="7278" y="9649"/>
                      </a:lnTo>
                      <a:lnTo>
                        <a:pt x="9200" y="11697"/>
                      </a:lnTo>
                      <a:cubicBezTo>
                        <a:pt x="9284" y="11770"/>
                        <a:pt x="9388" y="11805"/>
                        <a:pt x="9485" y="11805"/>
                      </a:cubicBezTo>
                      <a:cubicBezTo>
                        <a:pt x="9640" y="11805"/>
                        <a:pt x="9779" y="11714"/>
                        <a:pt x="9798" y="11539"/>
                      </a:cubicBezTo>
                      <a:lnTo>
                        <a:pt x="10113" y="10059"/>
                      </a:lnTo>
                      <a:lnTo>
                        <a:pt x="11531" y="9744"/>
                      </a:lnTo>
                      <a:cubicBezTo>
                        <a:pt x="11815" y="9681"/>
                        <a:pt x="11878" y="9334"/>
                        <a:pt x="11689" y="9145"/>
                      </a:cubicBezTo>
                      <a:lnTo>
                        <a:pt x="10523" y="7853"/>
                      </a:lnTo>
                      <a:cubicBezTo>
                        <a:pt x="10554" y="7759"/>
                        <a:pt x="10586" y="7696"/>
                        <a:pt x="10554" y="7601"/>
                      </a:cubicBezTo>
                      <a:lnTo>
                        <a:pt x="10397" y="6373"/>
                      </a:lnTo>
                      <a:lnTo>
                        <a:pt x="11153" y="5428"/>
                      </a:lnTo>
                      <a:cubicBezTo>
                        <a:pt x="11216" y="5333"/>
                        <a:pt x="11216" y="5112"/>
                        <a:pt x="11153" y="5018"/>
                      </a:cubicBezTo>
                      <a:lnTo>
                        <a:pt x="10397" y="4073"/>
                      </a:lnTo>
                      <a:lnTo>
                        <a:pt x="10554" y="2844"/>
                      </a:lnTo>
                      <a:cubicBezTo>
                        <a:pt x="10586" y="2687"/>
                        <a:pt x="10460" y="2529"/>
                        <a:pt x="10365" y="2498"/>
                      </a:cubicBezTo>
                      <a:lnTo>
                        <a:pt x="9200" y="2025"/>
                      </a:lnTo>
                      <a:lnTo>
                        <a:pt x="8727" y="859"/>
                      </a:lnTo>
                      <a:cubicBezTo>
                        <a:pt x="8675" y="728"/>
                        <a:pt x="8578" y="662"/>
                        <a:pt x="8457" y="662"/>
                      </a:cubicBezTo>
                      <a:cubicBezTo>
                        <a:pt x="8432" y="662"/>
                        <a:pt x="8407" y="665"/>
                        <a:pt x="8381" y="670"/>
                      </a:cubicBezTo>
                      <a:lnTo>
                        <a:pt x="7152" y="828"/>
                      </a:lnTo>
                      <a:lnTo>
                        <a:pt x="6207" y="72"/>
                      </a:lnTo>
                      <a:cubicBezTo>
                        <a:pt x="6160" y="24"/>
                        <a:pt x="6081" y="1"/>
                        <a:pt x="60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3" name="Google Shape;9216;p73">
                <a:extLst>
                  <a:ext uri="{FF2B5EF4-FFF2-40B4-BE49-F238E27FC236}">
                    <a16:creationId xmlns:a16="http://schemas.microsoft.com/office/drawing/2014/main" id="{CBD1ABEC-E966-3158-76BD-D3726AC9A9B1}"/>
                  </a:ext>
                </a:extLst>
              </p:cNvPr>
              <p:cNvGrpSpPr/>
              <p:nvPr/>
            </p:nvGrpSpPr>
            <p:grpSpPr>
              <a:xfrm>
                <a:off x="8376514" y="2310252"/>
                <a:ext cx="505937" cy="442045"/>
                <a:chOff x="5046550" y="2327025"/>
                <a:chExt cx="299325" cy="261525"/>
              </a:xfrm>
              <a:grpFill/>
            </p:grpSpPr>
            <p:sp>
              <p:nvSpPr>
                <p:cNvPr id="426" name="Google Shape;9217;p73">
                  <a:extLst>
                    <a:ext uri="{FF2B5EF4-FFF2-40B4-BE49-F238E27FC236}">
                      <a16:creationId xmlns:a16="http://schemas.microsoft.com/office/drawing/2014/main" id="{11DF2F8C-DA1D-0829-57AD-E49F2E691BA1}"/>
                    </a:ext>
                  </a:extLst>
                </p:cNvPr>
                <p:cNvSpPr/>
                <p:nvPr/>
              </p:nvSpPr>
              <p:spPr>
                <a:xfrm>
                  <a:off x="5046550" y="2448325"/>
                  <a:ext cx="2977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5609" extrusionOk="0">
                      <a:moveTo>
                        <a:pt x="4569" y="1386"/>
                      </a:moveTo>
                      <a:cubicBezTo>
                        <a:pt x="4538" y="1575"/>
                        <a:pt x="4506" y="1828"/>
                        <a:pt x="4443" y="2111"/>
                      </a:cubicBezTo>
                      <a:lnTo>
                        <a:pt x="757" y="2111"/>
                      </a:lnTo>
                      <a:lnTo>
                        <a:pt x="757" y="1386"/>
                      </a:lnTo>
                      <a:close/>
                      <a:moveTo>
                        <a:pt x="11185" y="1386"/>
                      </a:moveTo>
                      <a:lnTo>
                        <a:pt x="11185" y="2111"/>
                      </a:lnTo>
                      <a:lnTo>
                        <a:pt x="7530" y="2111"/>
                      </a:lnTo>
                      <a:cubicBezTo>
                        <a:pt x="7467" y="1828"/>
                        <a:pt x="7436" y="1575"/>
                        <a:pt x="7373" y="1386"/>
                      </a:cubicBezTo>
                      <a:close/>
                      <a:moveTo>
                        <a:pt x="5955" y="725"/>
                      </a:moveTo>
                      <a:cubicBezTo>
                        <a:pt x="6270" y="725"/>
                        <a:pt x="6396" y="788"/>
                        <a:pt x="6491" y="1071"/>
                      </a:cubicBezTo>
                      <a:cubicBezTo>
                        <a:pt x="6743" y="1639"/>
                        <a:pt x="6900" y="2804"/>
                        <a:pt x="7247" y="4852"/>
                      </a:cubicBezTo>
                      <a:lnTo>
                        <a:pt x="4664" y="4852"/>
                      </a:lnTo>
                      <a:cubicBezTo>
                        <a:pt x="5010" y="2804"/>
                        <a:pt x="5168" y="1639"/>
                        <a:pt x="5388" y="1071"/>
                      </a:cubicBezTo>
                      <a:cubicBezTo>
                        <a:pt x="5514" y="788"/>
                        <a:pt x="5640" y="725"/>
                        <a:pt x="5955" y="725"/>
                      </a:cubicBezTo>
                      <a:close/>
                      <a:moveTo>
                        <a:pt x="5955" y="0"/>
                      </a:moveTo>
                      <a:cubicBezTo>
                        <a:pt x="5357" y="0"/>
                        <a:pt x="5010" y="221"/>
                        <a:pt x="4758" y="725"/>
                      </a:cubicBezTo>
                      <a:lnTo>
                        <a:pt x="347" y="725"/>
                      </a:lnTo>
                      <a:cubicBezTo>
                        <a:pt x="158" y="725"/>
                        <a:pt x="1" y="882"/>
                        <a:pt x="1" y="1071"/>
                      </a:cubicBezTo>
                      <a:lnTo>
                        <a:pt x="1" y="2458"/>
                      </a:lnTo>
                      <a:cubicBezTo>
                        <a:pt x="1" y="2647"/>
                        <a:pt x="158" y="2804"/>
                        <a:pt x="347" y="2804"/>
                      </a:cubicBezTo>
                      <a:lnTo>
                        <a:pt x="4254" y="2804"/>
                      </a:lnTo>
                      <a:cubicBezTo>
                        <a:pt x="4191" y="3371"/>
                        <a:pt x="4065" y="4064"/>
                        <a:pt x="3907" y="4884"/>
                      </a:cubicBezTo>
                      <a:lnTo>
                        <a:pt x="3498" y="4884"/>
                      </a:lnTo>
                      <a:cubicBezTo>
                        <a:pt x="3309" y="4884"/>
                        <a:pt x="3151" y="5041"/>
                        <a:pt x="3151" y="5262"/>
                      </a:cubicBezTo>
                      <a:cubicBezTo>
                        <a:pt x="3151" y="5451"/>
                        <a:pt x="3309" y="5608"/>
                        <a:pt x="3498" y="5608"/>
                      </a:cubicBezTo>
                      <a:lnTo>
                        <a:pt x="8350" y="5608"/>
                      </a:lnTo>
                      <a:cubicBezTo>
                        <a:pt x="8539" y="5608"/>
                        <a:pt x="8696" y="5451"/>
                        <a:pt x="8696" y="5262"/>
                      </a:cubicBezTo>
                      <a:cubicBezTo>
                        <a:pt x="8696" y="5041"/>
                        <a:pt x="8539" y="4884"/>
                        <a:pt x="8350" y="4884"/>
                      </a:cubicBezTo>
                      <a:lnTo>
                        <a:pt x="7972" y="4884"/>
                      </a:lnTo>
                      <a:cubicBezTo>
                        <a:pt x="7814" y="4064"/>
                        <a:pt x="7688" y="3403"/>
                        <a:pt x="7593" y="2804"/>
                      </a:cubicBezTo>
                      <a:lnTo>
                        <a:pt x="11500" y="2804"/>
                      </a:lnTo>
                      <a:cubicBezTo>
                        <a:pt x="11689" y="2804"/>
                        <a:pt x="11847" y="2647"/>
                        <a:pt x="11847" y="2458"/>
                      </a:cubicBezTo>
                      <a:lnTo>
                        <a:pt x="11847" y="1071"/>
                      </a:lnTo>
                      <a:cubicBezTo>
                        <a:pt x="11910" y="882"/>
                        <a:pt x="11752" y="725"/>
                        <a:pt x="11532" y="725"/>
                      </a:cubicBezTo>
                      <a:lnTo>
                        <a:pt x="7121" y="725"/>
                      </a:lnTo>
                      <a:cubicBezTo>
                        <a:pt x="6900" y="252"/>
                        <a:pt x="655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7" name="Google Shape;9218;p73">
                  <a:extLst>
                    <a:ext uri="{FF2B5EF4-FFF2-40B4-BE49-F238E27FC236}">
                      <a16:creationId xmlns:a16="http://schemas.microsoft.com/office/drawing/2014/main" id="{EED4D9A0-1918-3CC3-E1D5-ACEF28964FF0}"/>
                    </a:ext>
                  </a:extLst>
                </p:cNvPr>
                <p:cNvSpPr/>
                <p:nvPr/>
              </p:nvSpPr>
              <p:spPr>
                <a:xfrm>
                  <a:off x="5241900" y="2327025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1985" y="725"/>
                      </a:moveTo>
                      <a:cubicBezTo>
                        <a:pt x="2394" y="725"/>
                        <a:pt x="2709" y="1040"/>
                        <a:pt x="2709" y="1450"/>
                      </a:cubicBezTo>
                      <a:cubicBezTo>
                        <a:pt x="2709" y="1828"/>
                        <a:pt x="2394" y="2143"/>
                        <a:pt x="1985" y="2143"/>
                      </a:cubicBezTo>
                      <a:cubicBezTo>
                        <a:pt x="1607" y="2143"/>
                        <a:pt x="1292" y="1828"/>
                        <a:pt x="1292" y="1450"/>
                      </a:cubicBezTo>
                      <a:cubicBezTo>
                        <a:pt x="1292" y="1040"/>
                        <a:pt x="1638" y="725"/>
                        <a:pt x="1985" y="725"/>
                      </a:cubicBezTo>
                      <a:close/>
                      <a:moveTo>
                        <a:pt x="1985" y="2804"/>
                      </a:moveTo>
                      <a:cubicBezTo>
                        <a:pt x="2741" y="2804"/>
                        <a:pt x="3371" y="3435"/>
                        <a:pt x="3371" y="4191"/>
                      </a:cubicBezTo>
                      <a:lnTo>
                        <a:pt x="630" y="4191"/>
                      </a:lnTo>
                      <a:cubicBezTo>
                        <a:pt x="630" y="3435"/>
                        <a:pt x="1260" y="2804"/>
                        <a:pt x="1985" y="2804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65"/>
                        <a:pt x="819" y="2111"/>
                        <a:pt x="1040" y="2332"/>
                      </a:cubicBezTo>
                      <a:cubicBezTo>
                        <a:pt x="410" y="2710"/>
                        <a:pt x="0" y="3372"/>
                        <a:pt x="0" y="4159"/>
                      </a:cubicBezTo>
                      <a:lnTo>
                        <a:pt x="0" y="4506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506"/>
                      </a:cubicBezTo>
                      <a:lnTo>
                        <a:pt x="4159" y="4159"/>
                      </a:lnTo>
                      <a:cubicBezTo>
                        <a:pt x="4096" y="3403"/>
                        <a:pt x="3655" y="2710"/>
                        <a:pt x="3025" y="2332"/>
                      </a:cubicBezTo>
                      <a:cubicBezTo>
                        <a:pt x="3245" y="2111"/>
                        <a:pt x="3403" y="1765"/>
                        <a:pt x="3403" y="1387"/>
                      </a:cubicBezTo>
                      <a:cubicBezTo>
                        <a:pt x="3403" y="631"/>
                        <a:pt x="2772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8" name="Google Shape;9219;p73">
                  <a:extLst>
                    <a:ext uri="{FF2B5EF4-FFF2-40B4-BE49-F238E27FC236}">
                      <a16:creationId xmlns:a16="http://schemas.microsoft.com/office/drawing/2014/main" id="{17509E23-F843-D838-363E-DDB597B8852F}"/>
                    </a:ext>
                  </a:extLst>
                </p:cNvPr>
                <p:cNvSpPr/>
                <p:nvPr/>
              </p:nvSpPr>
              <p:spPr>
                <a:xfrm>
                  <a:off x="5048925" y="2328600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2048" y="662"/>
                      </a:moveTo>
                      <a:cubicBezTo>
                        <a:pt x="2426" y="662"/>
                        <a:pt x="2741" y="977"/>
                        <a:pt x="2741" y="1387"/>
                      </a:cubicBezTo>
                      <a:cubicBezTo>
                        <a:pt x="2741" y="1765"/>
                        <a:pt x="2426" y="2080"/>
                        <a:pt x="2048" y="2080"/>
                      </a:cubicBezTo>
                      <a:cubicBezTo>
                        <a:pt x="1639" y="2080"/>
                        <a:pt x="1324" y="1765"/>
                        <a:pt x="1324" y="1387"/>
                      </a:cubicBezTo>
                      <a:cubicBezTo>
                        <a:pt x="1324" y="977"/>
                        <a:pt x="1670" y="662"/>
                        <a:pt x="2048" y="662"/>
                      </a:cubicBezTo>
                      <a:close/>
                      <a:moveTo>
                        <a:pt x="2048" y="2710"/>
                      </a:moveTo>
                      <a:cubicBezTo>
                        <a:pt x="2773" y="2710"/>
                        <a:pt x="3403" y="3340"/>
                        <a:pt x="3403" y="4096"/>
                      </a:cubicBezTo>
                      <a:lnTo>
                        <a:pt x="662" y="4096"/>
                      </a:lnTo>
                      <a:cubicBezTo>
                        <a:pt x="662" y="3340"/>
                        <a:pt x="1292" y="2710"/>
                        <a:pt x="2048" y="2710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33"/>
                        <a:pt x="882" y="2080"/>
                        <a:pt x="1134" y="2332"/>
                      </a:cubicBezTo>
                      <a:cubicBezTo>
                        <a:pt x="410" y="2647"/>
                        <a:pt x="0" y="3340"/>
                        <a:pt x="0" y="4128"/>
                      </a:cubicBezTo>
                      <a:lnTo>
                        <a:pt x="0" y="4474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474"/>
                      </a:cubicBezTo>
                      <a:lnTo>
                        <a:pt x="4159" y="4128"/>
                      </a:lnTo>
                      <a:cubicBezTo>
                        <a:pt x="4159" y="3340"/>
                        <a:pt x="3718" y="2678"/>
                        <a:pt x="3088" y="2332"/>
                      </a:cubicBezTo>
                      <a:cubicBezTo>
                        <a:pt x="3340" y="2080"/>
                        <a:pt x="3497" y="1733"/>
                        <a:pt x="3497" y="1387"/>
                      </a:cubicBezTo>
                      <a:cubicBezTo>
                        <a:pt x="3497" y="631"/>
                        <a:pt x="2867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34" name="Google Shape;9220;p73">
                <a:extLst>
                  <a:ext uri="{FF2B5EF4-FFF2-40B4-BE49-F238E27FC236}">
                    <a16:creationId xmlns:a16="http://schemas.microsoft.com/office/drawing/2014/main" id="{4110D1E9-EA43-8272-5636-92BC7C6C6C01}"/>
                  </a:ext>
                </a:extLst>
              </p:cNvPr>
              <p:cNvSpPr/>
              <p:nvPr/>
            </p:nvSpPr>
            <p:spPr>
              <a:xfrm>
                <a:off x="8489608" y="2923979"/>
                <a:ext cx="279612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6617" h="11878" extrusionOk="0">
                    <a:moveTo>
                      <a:pt x="2962" y="725"/>
                    </a:moveTo>
                    <a:lnTo>
                      <a:pt x="2489" y="2111"/>
                    </a:lnTo>
                    <a:lnTo>
                      <a:pt x="1575" y="2111"/>
                    </a:lnTo>
                    <a:lnTo>
                      <a:pt x="1103" y="725"/>
                    </a:lnTo>
                    <a:close/>
                    <a:moveTo>
                      <a:pt x="3277" y="3529"/>
                    </a:moveTo>
                    <a:lnTo>
                      <a:pt x="5892" y="6144"/>
                    </a:lnTo>
                    <a:lnTo>
                      <a:pt x="5892" y="6616"/>
                    </a:lnTo>
                    <a:lnTo>
                      <a:pt x="5419" y="6616"/>
                    </a:lnTo>
                    <a:lnTo>
                      <a:pt x="3434" y="4663"/>
                    </a:lnTo>
                    <a:lnTo>
                      <a:pt x="3277" y="3529"/>
                    </a:lnTo>
                    <a:close/>
                    <a:moveTo>
                      <a:pt x="2458" y="2804"/>
                    </a:moveTo>
                    <a:lnTo>
                      <a:pt x="3434" y="9357"/>
                    </a:lnTo>
                    <a:lnTo>
                      <a:pt x="2048" y="10964"/>
                    </a:lnTo>
                    <a:lnTo>
                      <a:pt x="693" y="9357"/>
                    </a:lnTo>
                    <a:lnTo>
                      <a:pt x="1670" y="2804"/>
                    </a:lnTo>
                    <a:close/>
                    <a:moveTo>
                      <a:pt x="693" y="0"/>
                    </a:moveTo>
                    <a:cubicBezTo>
                      <a:pt x="567" y="0"/>
                      <a:pt x="473" y="32"/>
                      <a:pt x="410" y="158"/>
                    </a:cubicBezTo>
                    <a:cubicBezTo>
                      <a:pt x="315" y="252"/>
                      <a:pt x="315" y="378"/>
                      <a:pt x="378" y="473"/>
                    </a:cubicBezTo>
                    <a:lnTo>
                      <a:pt x="1040" y="2489"/>
                    </a:lnTo>
                    <a:lnTo>
                      <a:pt x="0" y="9389"/>
                    </a:lnTo>
                    <a:cubicBezTo>
                      <a:pt x="0" y="9452"/>
                      <a:pt x="0" y="9578"/>
                      <a:pt x="95" y="9672"/>
                    </a:cubicBezTo>
                    <a:lnTo>
                      <a:pt x="1828" y="11751"/>
                    </a:lnTo>
                    <a:cubicBezTo>
                      <a:pt x="1891" y="11814"/>
                      <a:pt x="1985" y="11877"/>
                      <a:pt x="2080" y="11877"/>
                    </a:cubicBezTo>
                    <a:cubicBezTo>
                      <a:pt x="2206" y="11877"/>
                      <a:pt x="2300" y="11814"/>
                      <a:pt x="2363" y="11751"/>
                    </a:cubicBezTo>
                    <a:lnTo>
                      <a:pt x="4096" y="9672"/>
                    </a:lnTo>
                    <a:cubicBezTo>
                      <a:pt x="4190" y="9578"/>
                      <a:pt x="4190" y="9483"/>
                      <a:pt x="4190" y="9389"/>
                    </a:cubicBezTo>
                    <a:lnTo>
                      <a:pt x="3623" y="5797"/>
                    </a:lnTo>
                    <a:lnTo>
                      <a:pt x="5041" y="7183"/>
                    </a:lnTo>
                    <a:cubicBezTo>
                      <a:pt x="5136" y="7246"/>
                      <a:pt x="5199" y="7309"/>
                      <a:pt x="5293" y="7309"/>
                    </a:cubicBezTo>
                    <a:lnTo>
                      <a:pt x="6270" y="7309"/>
                    </a:lnTo>
                    <a:cubicBezTo>
                      <a:pt x="6459" y="7309"/>
                      <a:pt x="6616" y="7152"/>
                      <a:pt x="6616" y="6931"/>
                    </a:cubicBezTo>
                    <a:lnTo>
                      <a:pt x="6616" y="5955"/>
                    </a:lnTo>
                    <a:cubicBezTo>
                      <a:pt x="6616" y="5892"/>
                      <a:pt x="6585" y="5766"/>
                      <a:pt x="6490" y="5734"/>
                    </a:cubicBezTo>
                    <a:lnTo>
                      <a:pt x="3119" y="2426"/>
                    </a:lnTo>
                    <a:lnTo>
                      <a:pt x="3749" y="473"/>
                    </a:lnTo>
                    <a:cubicBezTo>
                      <a:pt x="3781" y="378"/>
                      <a:pt x="3749" y="252"/>
                      <a:pt x="3718" y="158"/>
                    </a:cubicBezTo>
                    <a:cubicBezTo>
                      <a:pt x="3623" y="95"/>
                      <a:pt x="3560" y="0"/>
                      <a:pt x="34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35" name="Google Shape;9221;p73">
                <a:extLst>
                  <a:ext uri="{FF2B5EF4-FFF2-40B4-BE49-F238E27FC236}">
                    <a16:creationId xmlns:a16="http://schemas.microsoft.com/office/drawing/2014/main" id="{E1F27C2D-E7EA-7687-6F93-6422F071DDFD}"/>
                  </a:ext>
                </a:extLst>
              </p:cNvPr>
              <p:cNvGrpSpPr/>
              <p:nvPr/>
            </p:nvGrpSpPr>
            <p:grpSpPr>
              <a:xfrm>
                <a:off x="10278360" y="2925316"/>
                <a:ext cx="503276" cy="499261"/>
                <a:chOff x="6167350" y="2672800"/>
                <a:chExt cx="297750" cy="295375"/>
              </a:xfrm>
              <a:grpFill/>
            </p:grpSpPr>
            <p:sp>
              <p:nvSpPr>
                <p:cNvPr id="421" name="Google Shape;9222;p73">
                  <a:extLst>
                    <a:ext uri="{FF2B5EF4-FFF2-40B4-BE49-F238E27FC236}">
                      <a16:creationId xmlns:a16="http://schemas.microsoft.com/office/drawing/2014/main" id="{3BDA6B0E-1F7A-8A9E-F3F4-75223CCDCCCF}"/>
                    </a:ext>
                  </a:extLst>
                </p:cNvPr>
                <p:cNvSpPr/>
                <p:nvPr/>
              </p:nvSpPr>
              <p:spPr>
                <a:xfrm>
                  <a:off x="6167350" y="2672800"/>
                  <a:ext cx="22685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4" h="11815" extrusionOk="0">
                      <a:moveTo>
                        <a:pt x="4537" y="725"/>
                      </a:moveTo>
                      <a:cubicBezTo>
                        <a:pt x="4758" y="725"/>
                        <a:pt x="4915" y="882"/>
                        <a:pt x="4915" y="1071"/>
                      </a:cubicBezTo>
                      <a:cubicBezTo>
                        <a:pt x="4915" y="1260"/>
                        <a:pt x="5073" y="1418"/>
                        <a:pt x="5262" y="1418"/>
                      </a:cubicBezTo>
                      <a:lnTo>
                        <a:pt x="5955" y="1418"/>
                      </a:lnTo>
                      <a:cubicBezTo>
                        <a:pt x="6175" y="1418"/>
                        <a:pt x="6333" y="1575"/>
                        <a:pt x="6333" y="1796"/>
                      </a:cubicBezTo>
                      <a:cubicBezTo>
                        <a:pt x="6333" y="1985"/>
                        <a:pt x="6175" y="2142"/>
                        <a:pt x="5955" y="2142"/>
                      </a:cubicBezTo>
                      <a:lnTo>
                        <a:pt x="3119" y="2142"/>
                      </a:lnTo>
                      <a:cubicBezTo>
                        <a:pt x="2930" y="2142"/>
                        <a:pt x="2773" y="1985"/>
                        <a:pt x="2773" y="1796"/>
                      </a:cubicBezTo>
                      <a:cubicBezTo>
                        <a:pt x="2773" y="1575"/>
                        <a:pt x="2930" y="1418"/>
                        <a:pt x="3151" y="1418"/>
                      </a:cubicBezTo>
                      <a:lnTo>
                        <a:pt x="3844" y="1418"/>
                      </a:lnTo>
                      <a:cubicBezTo>
                        <a:pt x="4033" y="1418"/>
                        <a:pt x="4191" y="1260"/>
                        <a:pt x="4191" y="1071"/>
                      </a:cubicBezTo>
                      <a:cubicBezTo>
                        <a:pt x="4191" y="882"/>
                        <a:pt x="4348" y="725"/>
                        <a:pt x="4537" y="725"/>
                      </a:cubicBezTo>
                      <a:close/>
                      <a:moveTo>
                        <a:pt x="8066" y="2111"/>
                      </a:moveTo>
                      <a:cubicBezTo>
                        <a:pt x="8255" y="2111"/>
                        <a:pt x="8412" y="2268"/>
                        <a:pt x="8412" y="2458"/>
                      </a:cubicBezTo>
                      <a:lnTo>
                        <a:pt x="8412" y="10806"/>
                      </a:lnTo>
                      <a:lnTo>
                        <a:pt x="8381" y="10806"/>
                      </a:lnTo>
                      <a:cubicBezTo>
                        <a:pt x="8381" y="10995"/>
                        <a:pt x="8223" y="11153"/>
                        <a:pt x="8034" y="11153"/>
                      </a:cubicBezTo>
                      <a:lnTo>
                        <a:pt x="1040" y="11153"/>
                      </a:lnTo>
                      <a:cubicBezTo>
                        <a:pt x="851" y="11153"/>
                        <a:pt x="693" y="10995"/>
                        <a:pt x="693" y="10806"/>
                      </a:cubicBezTo>
                      <a:lnTo>
                        <a:pt x="693" y="2458"/>
                      </a:lnTo>
                      <a:cubicBezTo>
                        <a:pt x="693" y="2268"/>
                        <a:pt x="851" y="2111"/>
                        <a:pt x="1040" y="2111"/>
                      </a:cubicBezTo>
                      <a:lnTo>
                        <a:pt x="2143" y="2111"/>
                      </a:lnTo>
                      <a:cubicBezTo>
                        <a:pt x="2300" y="2489"/>
                        <a:pt x="2647" y="2804"/>
                        <a:pt x="3119" y="2804"/>
                      </a:cubicBezTo>
                      <a:lnTo>
                        <a:pt x="5986" y="2804"/>
                      </a:lnTo>
                      <a:cubicBezTo>
                        <a:pt x="6396" y="2804"/>
                        <a:pt x="6805" y="2521"/>
                        <a:pt x="6963" y="2111"/>
                      </a:cubicBezTo>
                      <a:close/>
                      <a:moveTo>
                        <a:pt x="4506" y="0"/>
                      </a:moveTo>
                      <a:cubicBezTo>
                        <a:pt x="4096" y="0"/>
                        <a:pt x="3686" y="284"/>
                        <a:pt x="3529" y="725"/>
                      </a:cubicBezTo>
                      <a:lnTo>
                        <a:pt x="3088" y="725"/>
                      </a:lnTo>
                      <a:cubicBezTo>
                        <a:pt x="2678" y="725"/>
                        <a:pt x="2269" y="1008"/>
                        <a:pt x="2111" y="1418"/>
                      </a:cubicBezTo>
                      <a:lnTo>
                        <a:pt x="1009" y="1418"/>
                      </a:lnTo>
                      <a:cubicBezTo>
                        <a:pt x="410" y="1418"/>
                        <a:pt x="0" y="1890"/>
                        <a:pt x="0" y="2458"/>
                      </a:cubicBezTo>
                      <a:lnTo>
                        <a:pt x="0" y="10806"/>
                      </a:lnTo>
                      <a:cubicBezTo>
                        <a:pt x="0" y="11405"/>
                        <a:pt x="473" y="11814"/>
                        <a:pt x="1009" y="11814"/>
                      </a:cubicBezTo>
                      <a:lnTo>
                        <a:pt x="7971" y="11814"/>
                      </a:lnTo>
                      <a:cubicBezTo>
                        <a:pt x="8570" y="11814"/>
                        <a:pt x="9011" y="11342"/>
                        <a:pt x="9011" y="10806"/>
                      </a:cubicBezTo>
                      <a:lnTo>
                        <a:pt x="9011" y="2458"/>
                      </a:lnTo>
                      <a:cubicBezTo>
                        <a:pt x="9074" y="1859"/>
                        <a:pt x="8601" y="1418"/>
                        <a:pt x="8034" y="1418"/>
                      </a:cubicBezTo>
                      <a:lnTo>
                        <a:pt x="6931" y="1418"/>
                      </a:lnTo>
                      <a:cubicBezTo>
                        <a:pt x="6774" y="1040"/>
                        <a:pt x="6396" y="725"/>
                        <a:pt x="5923" y="725"/>
                      </a:cubicBezTo>
                      <a:lnTo>
                        <a:pt x="5545" y="725"/>
                      </a:lnTo>
                      <a:cubicBezTo>
                        <a:pt x="5514" y="567"/>
                        <a:pt x="5388" y="441"/>
                        <a:pt x="5262" y="315"/>
                      </a:cubicBezTo>
                      <a:cubicBezTo>
                        <a:pt x="5073" y="126"/>
                        <a:pt x="4789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2" name="Google Shape;9223;p73">
                  <a:extLst>
                    <a:ext uri="{FF2B5EF4-FFF2-40B4-BE49-F238E27FC236}">
                      <a16:creationId xmlns:a16="http://schemas.microsoft.com/office/drawing/2014/main" id="{0BA06E0F-762D-7550-9CDE-9A9731FFA3F6}"/>
                    </a:ext>
                  </a:extLst>
                </p:cNvPr>
                <p:cNvSpPr/>
                <p:nvPr/>
              </p:nvSpPr>
              <p:spPr>
                <a:xfrm>
                  <a:off x="6201225" y="2762575"/>
                  <a:ext cx="5277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1986" extrusionOk="0">
                      <a:moveTo>
                        <a:pt x="406" y="1"/>
                      </a:moveTo>
                      <a:cubicBezTo>
                        <a:pt x="315" y="1"/>
                        <a:pt x="221" y="32"/>
                        <a:pt x="158" y="95"/>
                      </a:cubicBezTo>
                      <a:cubicBezTo>
                        <a:pt x="63" y="190"/>
                        <a:pt x="63" y="442"/>
                        <a:pt x="158" y="568"/>
                      </a:cubicBezTo>
                      <a:lnTo>
                        <a:pt x="599" y="977"/>
                      </a:lnTo>
                      <a:lnTo>
                        <a:pt x="158" y="1418"/>
                      </a:lnTo>
                      <a:cubicBezTo>
                        <a:pt x="0" y="1544"/>
                        <a:pt x="0" y="1733"/>
                        <a:pt x="158" y="1891"/>
                      </a:cubicBezTo>
                      <a:cubicBezTo>
                        <a:pt x="221" y="1954"/>
                        <a:pt x="315" y="1985"/>
                        <a:pt x="406" y="1985"/>
                      </a:cubicBezTo>
                      <a:cubicBezTo>
                        <a:pt x="496" y="1985"/>
                        <a:pt x="583" y="1954"/>
                        <a:pt x="630" y="1891"/>
                      </a:cubicBezTo>
                      <a:lnTo>
                        <a:pt x="1071" y="1450"/>
                      </a:lnTo>
                      <a:lnTo>
                        <a:pt x="1512" y="1891"/>
                      </a:lnTo>
                      <a:cubicBezTo>
                        <a:pt x="1575" y="1954"/>
                        <a:pt x="1662" y="1985"/>
                        <a:pt x="1749" y="1985"/>
                      </a:cubicBezTo>
                      <a:cubicBezTo>
                        <a:pt x="1835" y="1985"/>
                        <a:pt x="1922" y="1954"/>
                        <a:pt x="1985" y="1891"/>
                      </a:cubicBezTo>
                      <a:cubicBezTo>
                        <a:pt x="2111" y="1765"/>
                        <a:pt x="2111" y="1544"/>
                        <a:pt x="1985" y="1418"/>
                      </a:cubicBezTo>
                      <a:lnTo>
                        <a:pt x="1544" y="977"/>
                      </a:lnTo>
                      <a:lnTo>
                        <a:pt x="1985" y="568"/>
                      </a:lnTo>
                      <a:cubicBezTo>
                        <a:pt x="2111" y="442"/>
                        <a:pt x="2111" y="190"/>
                        <a:pt x="1985" y="95"/>
                      </a:cubicBezTo>
                      <a:cubicBezTo>
                        <a:pt x="1922" y="32"/>
                        <a:pt x="1835" y="1"/>
                        <a:pt x="1749" y="1"/>
                      </a:cubicBezTo>
                      <a:cubicBezTo>
                        <a:pt x="1662" y="1"/>
                        <a:pt x="1575" y="32"/>
                        <a:pt x="1512" y="95"/>
                      </a:cubicBezTo>
                      <a:lnTo>
                        <a:pt x="1071" y="505"/>
                      </a:lnTo>
                      <a:lnTo>
                        <a:pt x="630" y="95"/>
                      </a:lnTo>
                      <a:cubicBezTo>
                        <a:pt x="583" y="32"/>
                        <a:pt x="496" y="1"/>
                        <a:pt x="4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3" name="Google Shape;9224;p73">
                  <a:extLst>
                    <a:ext uri="{FF2B5EF4-FFF2-40B4-BE49-F238E27FC236}">
                      <a16:creationId xmlns:a16="http://schemas.microsoft.com/office/drawing/2014/main" id="{F5D21949-6C3D-5B9C-151C-513E0DB7439D}"/>
                    </a:ext>
                  </a:extLst>
                </p:cNvPr>
                <p:cNvSpPr/>
                <p:nvPr/>
              </p:nvSpPr>
              <p:spPr>
                <a:xfrm>
                  <a:off x="6308325" y="288230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63" y="0"/>
                      </a:moveTo>
                      <a:cubicBezTo>
                        <a:pt x="276" y="0"/>
                        <a:pt x="190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lnTo>
                        <a:pt x="568" y="1009"/>
                      </a:lnTo>
                      <a:lnTo>
                        <a:pt x="127" y="1450"/>
                      </a:lnTo>
                      <a:cubicBezTo>
                        <a:pt x="1" y="1544"/>
                        <a:pt x="1" y="1796"/>
                        <a:pt x="127" y="1891"/>
                      </a:cubicBezTo>
                      <a:cubicBezTo>
                        <a:pt x="190" y="1954"/>
                        <a:pt x="276" y="1985"/>
                        <a:pt x="363" y="1985"/>
                      </a:cubicBezTo>
                      <a:cubicBezTo>
                        <a:pt x="450" y="1985"/>
                        <a:pt x="536" y="1954"/>
                        <a:pt x="599" y="1891"/>
                      </a:cubicBezTo>
                      <a:lnTo>
                        <a:pt x="1040" y="1481"/>
                      </a:lnTo>
                      <a:lnTo>
                        <a:pt x="1481" y="1891"/>
                      </a:lnTo>
                      <a:cubicBezTo>
                        <a:pt x="1529" y="1954"/>
                        <a:pt x="1615" y="1985"/>
                        <a:pt x="1706" y="1985"/>
                      </a:cubicBezTo>
                      <a:cubicBezTo>
                        <a:pt x="1797" y="1985"/>
                        <a:pt x="1891" y="1954"/>
                        <a:pt x="1954" y="1891"/>
                      </a:cubicBezTo>
                      <a:cubicBezTo>
                        <a:pt x="2049" y="1796"/>
                        <a:pt x="2049" y="1544"/>
                        <a:pt x="1954" y="1450"/>
                      </a:cubicBezTo>
                      <a:lnTo>
                        <a:pt x="1513" y="1009"/>
                      </a:lnTo>
                      <a:lnTo>
                        <a:pt x="1954" y="567"/>
                      </a:lnTo>
                      <a:cubicBezTo>
                        <a:pt x="2049" y="441"/>
                        <a:pt x="2049" y="252"/>
                        <a:pt x="1954" y="95"/>
                      </a:cubicBezTo>
                      <a:cubicBezTo>
                        <a:pt x="1891" y="32"/>
                        <a:pt x="1804" y="0"/>
                        <a:pt x="1718" y="0"/>
                      </a:cubicBezTo>
                      <a:cubicBezTo>
                        <a:pt x="1631" y="0"/>
                        <a:pt x="1544" y="32"/>
                        <a:pt x="1481" y="95"/>
                      </a:cubicBezTo>
                      <a:lnTo>
                        <a:pt x="1040" y="536"/>
                      </a:lnTo>
                      <a:lnTo>
                        <a:pt x="599" y="95"/>
                      </a:lnTo>
                      <a:cubicBezTo>
                        <a:pt x="536" y="32"/>
                        <a:pt x="450" y="0"/>
                        <a:pt x="3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4" name="Google Shape;9225;p73">
                  <a:extLst>
                    <a:ext uri="{FF2B5EF4-FFF2-40B4-BE49-F238E27FC236}">
                      <a16:creationId xmlns:a16="http://schemas.microsoft.com/office/drawing/2014/main" id="{E72FF122-980A-12C3-6630-D343A55F103E}"/>
                    </a:ext>
                  </a:extLst>
                </p:cNvPr>
                <p:cNvSpPr/>
                <p:nvPr/>
              </p:nvSpPr>
              <p:spPr>
                <a:xfrm>
                  <a:off x="6200425" y="2759425"/>
                  <a:ext cx="1567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95" extrusionOk="0">
                      <a:moveTo>
                        <a:pt x="1103" y="5609"/>
                      </a:moveTo>
                      <a:cubicBezTo>
                        <a:pt x="1292" y="5609"/>
                        <a:pt x="1450" y="5766"/>
                        <a:pt x="1450" y="5955"/>
                      </a:cubicBezTo>
                      <a:cubicBezTo>
                        <a:pt x="1450" y="6144"/>
                        <a:pt x="1292" y="6302"/>
                        <a:pt x="1103" y="6302"/>
                      </a:cubicBezTo>
                      <a:cubicBezTo>
                        <a:pt x="914" y="6302"/>
                        <a:pt x="757" y="6144"/>
                        <a:pt x="757" y="5955"/>
                      </a:cubicBezTo>
                      <a:cubicBezTo>
                        <a:pt x="757" y="5766"/>
                        <a:pt x="914" y="5609"/>
                        <a:pt x="1103" y="5609"/>
                      </a:cubicBezTo>
                      <a:close/>
                      <a:moveTo>
                        <a:pt x="5325" y="1"/>
                      </a:moveTo>
                      <a:cubicBezTo>
                        <a:pt x="5230" y="1"/>
                        <a:pt x="5136" y="64"/>
                        <a:pt x="5073" y="127"/>
                      </a:cubicBezTo>
                      <a:lnTo>
                        <a:pt x="4380" y="851"/>
                      </a:lnTo>
                      <a:cubicBezTo>
                        <a:pt x="4254" y="946"/>
                        <a:pt x="4254" y="1198"/>
                        <a:pt x="4380" y="1324"/>
                      </a:cubicBezTo>
                      <a:cubicBezTo>
                        <a:pt x="4443" y="1371"/>
                        <a:pt x="4529" y="1395"/>
                        <a:pt x="4616" y="1395"/>
                      </a:cubicBezTo>
                      <a:cubicBezTo>
                        <a:pt x="4703" y="1395"/>
                        <a:pt x="4789" y="1371"/>
                        <a:pt x="4852" y="1324"/>
                      </a:cubicBezTo>
                      <a:lnTo>
                        <a:pt x="4978" y="1198"/>
                      </a:lnTo>
                      <a:lnTo>
                        <a:pt x="4978" y="2458"/>
                      </a:lnTo>
                      <a:cubicBezTo>
                        <a:pt x="4978" y="2647"/>
                        <a:pt x="4821" y="2805"/>
                        <a:pt x="4600" y="2805"/>
                      </a:cubicBezTo>
                      <a:lnTo>
                        <a:pt x="1765" y="2805"/>
                      </a:lnTo>
                      <a:cubicBezTo>
                        <a:pt x="1513" y="2805"/>
                        <a:pt x="1229" y="2931"/>
                        <a:pt x="1040" y="3120"/>
                      </a:cubicBezTo>
                      <a:cubicBezTo>
                        <a:pt x="820" y="3309"/>
                        <a:pt x="725" y="3592"/>
                        <a:pt x="725" y="3876"/>
                      </a:cubicBezTo>
                      <a:lnTo>
                        <a:pt x="725" y="4978"/>
                      </a:lnTo>
                      <a:cubicBezTo>
                        <a:pt x="316" y="5136"/>
                        <a:pt x="1" y="5482"/>
                        <a:pt x="1" y="5955"/>
                      </a:cubicBezTo>
                      <a:cubicBezTo>
                        <a:pt x="1" y="6554"/>
                        <a:pt x="473" y="6995"/>
                        <a:pt x="1040" y="6995"/>
                      </a:cubicBezTo>
                      <a:cubicBezTo>
                        <a:pt x="1607" y="6995"/>
                        <a:pt x="2048" y="6522"/>
                        <a:pt x="2048" y="5955"/>
                      </a:cubicBezTo>
                      <a:cubicBezTo>
                        <a:pt x="2048" y="5514"/>
                        <a:pt x="1765" y="5136"/>
                        <a:pt x="1355" y="4978"/>
                      </a:cubicBezTo>
                      <a:lnTo>
                        <a:pt x="1355" y="3876"/>
                      </a:lnTo>
                      <a:cubicBezTo>
                        <a:pt x="1355" y="3687"/>
                        <a:pt x="1513" y="3529"/>
                        <a:pt x="1702" y="3529"/>
                      </a:cubicBezTo>
                      <a:lnTo>
                        <a:pt x="4537" y="3529"/>
                      </a:lnTo>
                      <a:cubicBezTo>
                        <a:pt x="5136" y="3529"/>
                        <a:pt x="5545" y="3057"/>
                        <a:pt x="5545" y="2490"/>
                      </a:cubicBezTo>
                      <a:lnTo>
                        <a:pt x="5545" y="1229"/>
                      </a:lnTo>
                      <a:lnTo>
                        <a:pt x="5671" y="1355"/>
                      </a:lnTo>
                      <a:cubicBezTo>
                        <a:pt x="5734" y="1418"/>
                        <a:pt x="5821" y="1450"/>
                        <a:pt x="5908" y="1450"/>
                      </a:cubicBezTo>
                      <a:cubicBezTo>
                        <a:pt x="5994" y="1450"/>
                        <a:pt x="6081" y="1418"/>
                        <a:pt x="6144" y="1355"/>
                      </a:cubicBezTo>
                      <a:cubicBezTo>
                        <a:pt x="6270" y="1229"/>
                        <a:pt x="6270" y="1009"/>
                        <a:pt x="6144" y="883"/>
                      </a:cubicBezTo>
                      <a:lnTo>
                        <a:pt x="5545" y="127"/>
                      </a:lnTo>
                      <a:cubicBezTo>
                        <a:pt x="5482" y="64"/>
                        <a:pt x="5388" y="1"/>
                        <a:pt x="53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5" name="Google Shape;9226;p73">
                  <a:extLst>
                    <a:ext uri="{FF2B5EF4-FFF2-40B4-BE49-F238E27FC236}">
                      <a16:creationId xmlns:a16="http://schemas.microsoft.com/office/drawing/2014/main" id="{697E65C9-5F69-1237-112E-DA20B338B4BD}"/>
                    </a:ext>
                  </a:extLst>
                </p:cNvPr>
                <p:cNvSpPr/>
                <p:nvPr/>
              </p:nvSpPr>
              <p:spPr>
                <a:xfrm>
                  <a:off x="6412300" y="2742900"/>
                  <a:ext cx="52800" cy="2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8349" extrusionOk="0">
                      <a:moveTo>
                        <a:pt x="1009" y="662"/>
                      </a:moveTo>
                      <a:cubicBezTo>
                        <a:pt x="1229" y="662"/>
                        <a:pt x="1387" y="819"/>
                        <a:pt x="1387" y="1040"/>
                      </a:cubicBezTo>
                      <a:lnTo>
                        <a:pt x="1387" y="1386"/>
                      </a:lnTo>
                      <a:lnTo>
                        <a:pt x="662" y="1386"/>
                      </a:lnTo>
                      <a:lnTo>
                        <a:pt x="662" y="1040"/>
                      </a:ln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387" y="2048"/>
                      </a:moveTo>
                      <a:lnTo>
                        <a:pt x="1387" y="6017"/>
                      </a:lnTo>
                      <a:cubicBezTo>
                        <a:pt x="1261" y="5986"/>
                        <a:pt x="1142" y="5970"/>
                        <a:pt x="1024" y="5970"/>
                      </a:cubicBezTo>
                      <a:cubicBezTo>
                        <a:pt x="906" y="5970"/>
                        <a:pt x="788" y="5986"/>
                        <a:pt x="662" y="6017"/>
                      </a:cubicBezTo>
                      <a:lnTo>
                        <a:pt x="662" y="2048"/>
                      </a:lnTo>
                      <a:close/>
                      <a:moveTo>
                        <a:pt x="1009" y="6711"/>
                      </a:moveTo>
                      <a:cubicBezTo>
                        <a:pt x="1103" y="6711"/>
                        <a:pt x="1166" y="6711"/>
                        <a:pt x="1261" y="6742"/>
                      </a:cubicBezTo>
                      <a:lnTo>
                        <a:pt x="1009" y="7246"/>
                      </a:lnTo>
                      <a:lnTo>
                        <a:pt x="788" y="6742"/>
                      </a:lnTo>
                      <a:cubicBezTo>
                        <a:pt x="851" y="6711"/>
                        <a:pt x="946" y="6711"/>
                        <a:pt x="1009" y="6711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6616"/>
                      </a:lnTo>
                      <a:cubicBezTo>
                        <a:pt x="0" y="6648"/>
                        <a:pt x="0" y="6742"/>
                        <a:pt x="32" y="6774"/>
                      </a:cubicBezTo>
                      <a:lnTo>
                        <a:pt x="757" y="8160"/>
                      </a:lnTo>
                      <a:cubicBezTo>
                        <a:pt x="788" y="8286"/>
                        <a:pt x="946" y="8349"/>
                        <a:pt x="1040" y="8349"/>
                      </a:cubicBezTo>
                      <a:cubicBezTo>
                        <a:pt x="1166" y="8349"/>
                        <a:pt x="1292" y="8286"/>
                        <a:pt x="1355" y="8160"/>
                      </a:cubicBezTo>
                      <a:lnTo>
                        <a:pt x="2080" y="6774"/>
                      </a:lnTo>
                      <a:cubicBezTo>
                        <a:pt x="2111" y="6742"/>
                        <a:pt x="2111" y="6648"/>
                        <a:pt x="2111" y="6616"/>
                      </a:cubicBezTo>
                      <a:lnTo>
                        <a:pt x="2111" y="1040"/>
                      </a:ln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6" name="Google Shape;9227;p73">
                <a:extLst>
                  <a:ext uri="{FF2B5EF4-FFF2-40B4-BE49-F238E27FC236}">
                    <a16:creationId xmlns:a16="http://schemas.microsoft.com/office/drawing/2014/main" id="{21B21E8B-4A0D-6FAA-28D4-1229938169FC}"/>
                  </a:ext>
                </a:extLst>
              </p:cNvPr>
              <p:cNvGrpSpPr/>
              <p:nvPr/>
            </p:nvGrpSpPr>
            <p:grpSpPr>
              <a:xfrm>
                <a:off x="2672056" y="1687222"/>
                <a:ext cx="497951" cy="501923"/>
                <a:chOff x="1777925" y="1953700"/>
                <a:chExt cx="294600" cy="296950"/>
              </a:xfrm>
              <a:grpFill/>
            </p:grpSpPr>
            <p:sp>
              <p:nvSpPr>
                <p:cNvPr id="417" name="Google Shape;9228;p73">
                  <a:extLst>
                    <a:ext uri="{FF2B5EF4-FFF2-40B4-BE49-F238E27FC236}">
                      <a16:creationId xmlns:a16="http://schemas.microsoft.com/office/drawing/2014/main" id="{AC74B3A4-1077-80D1-1985-58F28A9F22D8}"/>
                    </a:ext>
                  </a:extLst>
                </p:cNvPr>
                <p:cNvSpPr/>
                <p:nvPr/>
              </p:nvSpPr>
              <p:spPr>
                <a:xfrm>
                  <a:off x="1794450" y="2052125"/>
                  <a:ext cx="278075" cy="19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3" h="7941" extrusionOk="0">
                      <a:moveTo>
                        <a:pt x="10545" y="1"/>
                      </a:moveTo>
                      <a:cubicBezTo>
                        <a:pt x="10499" y="1"/>
                        <a:pt x="10449" y="11"/>
                        <a:pt x="10397" y="33"/>
                      </a:cubicBezTo>
                      <a:cubicBezTo>
                        <a:pt x="10208" y="64"/>
                        <a:pt x="10145" y="253"/>
                        <a:pt x="10177" y="474"/>
                      </a:cubicBezTo>
                      <a:cubicBezTo>
                        <a:pt x="10334" y="1009"/>
                        <a:pt x="10460" y="1514"/>
                        <a:pt x="10460" y="1986"/>
                      </a:cubicBezTo>
                      <a:cubicBezTo>
                        <a:pt x="10460" y="4885"/>
                        <a:pt x="8129" y="7247"/>
                        <a:pt x="5199" y="7247"/>
                      </a:cubicBezTo>
                      <a:cubicBezTo>
                        <a:pt x="3561" y="7247"/>
                        <a:pt x="2017" y="6460"/>
                        <a:pt x="1040" y="5137"/>
                      </a:cubicBezTo>
                      <a:lnTo>
                        <a:pt x="1734" y="5137"/>
                      </a:lnTo>
                      <a:cubicBezTo>
                        <a:pt x="1954" y="5137"/>
                        <a:pt x="2112" y="4979"/>
                        <a:pt x="2112" y="4790"/>
                      </a:cubicBezTo>
                      <a:cubicBezTo>
                        <a:pt x="2112" y="4601"/>
                        <a:pt x="1954" y="4444"/>
                        <a:pt x="1734" y="4444"/>
                      </a:cubicBezTo>
                      <a:lnTo>
                        <a:pt x="379" y="4444"/>
                      </a:lnTo>
                      <a:cubicBezTo>
                        <a:pt x="158" y="4444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79" y="6523"/>
                      </a:cubicBezTo>
                      <a:cubicBezTo>
                        <a:pt x="568" y="6523"/>
                        <a:pt x="725" y="6365"/>
                        <a:pt x="725" y="6176"/>
                      </a:cubicBezTo>
                      <a:lnTo>
                        <a:pt x="725" y="5830"/>
                      </a:lnTo>
                      <a:cubicBezTo>
                        <a:pt x="1860" y="7184"/>
                        <a:pt x="3529" y="7941"/>
                        <a:pt x="5199" y="7941"/>
                      </a:cubicBezTo>
                      <a:cubicBezTo>
                        <a:pt x="8476" y="7941"/>
                        <a:pt x="11122" y="5294"/>
                        <a:pt x="11122" y="2049"/>
                      </a:cubicBezTo>
                      <a:cubicBezTo>
                        <a:pt x="11122" y="1482"/>
                        <a:pt x="11028" y="883"/>
                        <a:pt x="10839" y="253"/>
                      </a:cubicBezTo>
                      <a:cubicBezTo>
                        <a:pt x="10814" y="109"/>
                        <a:pt x="10698" y="1"/>
                        <a:pt x="105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8" name="Google Shape;9229;p73">
                  <a:extLst>
                    <a:ext uri="{FF2B5EF4-FFF2-40B4-BE49-F238E27FC236}">
                      <a16:creationId xmlns:a16="http://schemas.microsoft.com/office/drawing/2014/main" id="{49883313-9FDE-50B5-BE63-036D7C5FF1F1}"/>
                    </a:ext>
                  </a:extLst>
                </p:cNvPr>
                <p:cNvSpPr/>
                <p:nvPr/>
              </p:nvSpPr>
              <p:spPr>
                <a:xfrm>
                  <a:off x="1777925" y="1953700"/>
                  <a:ext cx="278050" cy="19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47" extrusionOk="0">
                      <a:moveTo>
                        <a:pt x="5892" y="0"/>
                      </a:moveTo>
                      <a:cubicBezTo>
                        <a:pt x="2647" y="0"/>
                        <a:pt x="0" y="2615"/>
                        <a:pt x="0" y="5892"/>
                      </a:cubicBezTo>
                      <a:cubicBezTo>
                        <a:pt x="0" y="6459"/>
                        <a:pt x="63" y="7026"/>
                        <a:pt x="284" y="7656"/>
                      </a:cubicBezTo>
                      <a:cubicBezTo>
                        <a:pt x="310" y="7869"/>
                        <a:pt x="450" y="7947"/>
                        <a:pt x="606" y="7947"/>
                      </a:cubicBezTo>
                      <a:cubicBezTo>
                        <a:pt x="635" y="7947"/>
                        <a:pt x="664" y="7944"/>
                        <a:pt x="693" y="7939"/>
                      </a:cubicBezTo>
                      <a:cubicBezTo>
                        <a:pt x="914" y="7908"/>
                        <a:pt x="977" y="7719"/>
                        <a:pt x="945" y="7498"/>
                      </a:cubicBezTo>
                      <a:cubicBezTo>
                        <a:pt x="788" y="6963"/>
                        <a:pt x="662" y="6459"/>
                        <a:pt x="662" y="5923"/>
                      </a:cubicBezTo>
                      <a:cubicBezTo>
                        <a:pt x="662" y="3056"/>
                        <a:pt x="2993" y="693"/>
                        <a:pt x="5923" y="693"/>
                      </a:cubicBezTo>
                      <a:cubicBezTo>
                        <a:pt x="7561" y="693"/>
                        <a:pt x="9105" y="1481"/>
                        <a:pt x="10082" y="2773"/>
                      </a:cubicBezTo>
                      <a:lnTo>
                        <a:pt x="9389" y="2773"/>
                      </a:lnTo>
                      <a:cubicBezTo>
                        <a:pt x="9168" y="2773"/>
                        <a:pt x="9011" y="2930"/>
                        <a:pt x="9011" y="3151"/>
                      </a:cubicBezTo>
                      <a:cubicBezTo>
                        <a:pt x="9011" y="3340"/>
                        <a:pt x="9168" y="3497"/>
                        <a:pt x="9389" y="3497"/>
                      </a:cubicBezTo>
                      <a:lnTo>
                        <a:pt x="10743" y="3497"/>
                      </a:lnTo>
                      <a:cubicBezTo>
                        <a:pt x="10964" y="3497"/>
                        <a:pt x="11121" y="3340"/>
                        <a:pt x="11121" y="3151"/>
                      </a:cubicBezTo>
                      <a:lnTo>
                        <a:pt x="11121" y="1765"/>
                      </a:lnTo>
                      <a:cubicBezTo>
                        <a:pt x="11121" y="1575"/>
                        <a:pt x="10964" y="1418"/>
                        <a:pt x="10743" y="1418"/>
                      </a:cubicBezTo>
                      <a:cubicBezTo>
                        <a:pt x="10554" y="1418"/>
                        <a:pt x="10397" y="1575"/>
                        <a:pt x="10397" y="1765"/>
                      </a:cubicBezTo>
                      <a:lnTo>
                        <a:pt x="10397" y="2111"/>
                      </a:lnTo>
                      <a:cubicBezTo>
                        <a:pt x="9263" y="725"/>
                        <a:pt x="7593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9" name="Google Shape;9230;p73">
                  <a:extLst>
                    <a:ext uri="{FF2B5EF4-FFF2-40B4-BE49-F238E27FC236}">
                      <a16:creationId xmlns:a16="http://schemas.microsoft.com/office/drawing/2014/main" id="{07209133-9D90-8BF9-7802-EAF6CC5A0431}"/>
                    </a:ext>
                  </a:extLst>
                </p:cNvPr>
                <p:cNvSpPr/>
                <p:nvPr/>
              </p:nvSpPr>
              <p:spPr>
                <a:xfrm>
                  <a:off x="1829125" y="2006475"/>
                  <a:ext cx="191400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7656" extrusionOk="0">
                      <a:moveTo>
                        <a:pt x="4190" y="693"/>
                      </a:moveTo>
                      <a:cubicBezTo>
                        <a:pt x="4757" y="788"/>
                        <a:pt x="5324" y="1008"/>
                        <a:pt x="5797" y="1386"/>
                      </a:cubicBezTo>
                      <a:lnTo>
                        <a:pt x="5545" y="1607"/>
                      </a:lnTo>
                      <a:cubicBezTo>
                        <a:pt x="5450" y="1733"/>
                        <a:pt x="5450" y="1953"/>
                        <a:pt x="5545" y="2079"/>
                      </a:cubicBezTo>
                      <a:cubicBezTo>
                        <a:pt x="5608" y="2142"/>
                        <a:pt x="5702" y="2174"/>
                        <a:pt x="5793" y="2174"/>
                      </a:cubicBezTo>
                      <a:cubicBezTo>
                        <a:pt x="5884" y="2174"/>
                        <a:pt x="5970" y="2142"/>
                        <a:pt x="6017" y="2079"/>
                      </a:cubicBezTo>
                      <a:lnTo>
                        <a:pt x="6270" y="1859"/>
                      </a:lnTo>
                      <a:cubicBezTo>
                        <a:pt x="6616" y="2268"/>
                        <a:pt x="6868" y="2835"/>
                        <a:pt x="6931" y="3466"/>
                      </a:cubicBezTo>
                      <a:lnTo>
                        <a:pt x="6616" y="3466"/>
                      </a:lnTo>
                      <a:cubicBezTo>
                        <a:pt x="6427" y="3466"/>
                        <a:pt x="6270" y="3623"/>
                        <a:pt x="6270" y="3812"/>
                      </a:cubicBezTo>
                      <a:cubicBezTo>
                        <a:pt x="6270" y="4001"/>
                        <a:pt x="6427" y="4159"/>
                        <a:pt x="6616" y="4159"/>
                      </a:cubicBezTo>
                      <a:lnTo>
                        <a:pt x="6931" y="4159"/>
                      </a:lnTo>
                      <a:cubicBezTo>
                        <a:pt x="6868" y="4757"/>
                        <a:pt x="6616" y="5324"/>
                        <a:pt x="6270" y="5797"/>
                      </a:cubicBezTo>
                      <a:lnTo>
                        <a:pt x="6017" y="5545"/>
                      </a:lnTo>
                      <a:cubicBezTo>
                        <a:pt x="5970" y="5482"/>
                        <a:pt x="5884" y="5450"/>
                        <a:pt x="5793" y="5450"/>
                      </a:cubicBezTo>
                      <a:cubicBezTo>
                        <a:pt x="5702" y="5450"/>
                        <a:pt x="5608" y="5482"/>
                        <a:pt x="5545" y="5545"/>
                      </a:cubicBezTo>
                      <a:cubicBezTo>
                        <a:pt x="5450" y="5671"/>
                        <a:pt x="5450" y="5923"/>
                        <a:pt x="5545" y="6017"/>
                      </a:cubicBezTo>
                      <a:lnTo>
                        <a:pt x="5797" y="6270"/>
                      </a:lnTo>
                      <a:cubicBezTo>
                        <a:pt x="5356" y="6616"/>
                        <a:pt x="4820" y="6837"/>
                        <a:pt x="4190" y="6931"/>
                      </a:cubicBezTo>
                      <a:lnTo>
                        <a:pt x="4190" y="6616"/>
                      </a:lnTo>
                      <a:cubicBezTo>
                        <a:pt x="4190" y="6427"/>
                        <a:pt x="4033" y="6270"/>
                        <a:pt x="3812" y="6270"/>
                      </a:cubicBezTo>
                      <a:cubicBezTo>
                        <a:pt x="3623" y="6270"/>
                        <a:pt x="3466" y="6427"/>
                        <a:pt x="3466" y="6616"/>
                      </a:cubicBezTo>
                      <a:lnTo>
                        <a:pt x="3466" y="6931"/>
                      </a:lnTo>
                      <a:cubicBezTo>
                        <a:pt x="2867" y="6837"/>
                        <a:pt x="2331" y="6616"/>
                        <a:pt x="1859" y="6270"/>
                      </a:cubicBezTo>
                      <a:lnTo>
                        <a:pt x="2079" y="6017"/>
                      </a:lnTo>
                      <a:cubicBezTo>
                        <a:pt x="2205" y="5891"/>
                        <a:pt x="2205" y="5671"/>
                        <a:pt x="2079" y="5545"/>
                      </a:cubicBezTo>
                      <a:cubicBezTo>
                        <a:pt x="2032" y="5482"/>
                        <a:pt x="1945" y="5450"/>
                        <a:pt x="1855" y="5450"/>
                      </a:cubicBezTo>
                      <a:cubicBezTo>
                        <a:pt x="1764" y="5450"/>
                        <a:pt x="1670" y="5482"/>
                        <a:pt x="1607" y="5545"/>
                      </a:cubicBezTo>
                      <a:lnTo>
                        <a:pt x="1386" y="5797"/>
                      </a:lnTo>
                      <a:cubicBezTo>
                        <a:pt x="1040" y="5356"/>
                        <a:pt x="788" y="4789"/>
                        <a:pt x="725" y="4159"/>
                      </a:cubicBezTo>
                      <a:lnTo>
                        <a:pt x="1040" y="4159"/>
                      </a:lnTo>
                      <a:cubicBezTo>
                        <a:pt x="1229" y="4159"/>
                        <a:pt x="1386" y="4001"/>
                        <a:pt x="1386" y="3812"/>
                      </a:cubicBezTo>
                      <a:cubicBezTo>
                        <a:pt x="1386" y="3623"/>
                        <a:pt x="1229" y="3466"/>
                        <a:pt x="1040" y="3466"/>
                      </a:cubicBezTo>
                      <a:lnTo>
                        <a:pt x="725" y="3466"/>
                      </a:lnTo>
                      <a:cubicBezTo>
                        <a:pt x="788" y="2867"/>
                        <a:pt x="1040" y="2331"/>
                        <a:pt x="1386" y="1859"/>
                      </a:cubicBezTo>
                      <a:lnTo>
                        <a:pt x="1607" y="2079"/>
                      </a:lnTo>
                      <a:cubicBezTo>
                        <a:pt x="1701" y="2174"/>
                        <a:pt x="1764" y="2205"/>
                        <a:pt x="1859" y="2205"/>
                      </a:cubicBezTo>
                      <a:cubicBezTo>
                        <a:pt x="1922" y="2205"/>
                        <a:pt x="2048" y="2174"/>
                        <a:pt x="2079" y="2079"/>
                      </a:cubicBezTo>
                      <a:cubicBezTo>
                        <a:pt x="2205" y="1953"/>
                        <a:pt x="2205" y="1733"/>
                        <a:pt x="2079" y="1607"/>
                      </a:cubicBezTo>
                      <a:lnTo>
                        <a:pt x="1859" y="1386"/>
                      </a:lnTo>
                      <a:cubicBezTo>
                        <a:pt x="2300" y="1008"/>
                        <a:pt x="2835" y="788"/>
                        <a:pt x="3466" y="693"/>
                      </a:cubicBezTo>
                      <a:lnTo>
                        <a:pt x="3466" y="1008"/>
                      </a:lnTo>
                      <a:cubicBezTo>
                        <a:pt x="3466" y="1229"/>
                        <a:pt x="3623" y="1386"/>
                        <a:pt x="3812" y="1386"/>
                      </a:cubicBezTo>
                      <a:cubicBezTo>
                        <a:pt x="4033" y="1386"/>
                        <a:pt x="4190" y="1229"/>
                        <a:pt x="4190" y="1008"/>
                      </a:cubicBezTo>
                      <a:lnTo>
                        <a:pt x="4190" y="693"/>
                      </a:lnTo>
                      <a:close/>
                      <a:moveTo>
                        <a:pt x="3812" y="0"/>
                      </a:moveTo>
                      <a:cubicBezTo>
                        <a:pt x="1733" y="0"/>
                        <a:pt x="0" y="1701"/>
                        <a:pt x="0" y="3812"/>
                      </a:cubicBezTo>
                      <a:cubicBezTo>
                        <a:pt x="0" y="5923"/>
                        <a:pt x="1701" y="7656"/>
                        <a:pt x="3812" y="7656"/>
                      </a:cubicBezTo>
                      <a:cubicBezTo>
                        <a:pt x="5923" y="7656"/>
                        <a:pt x="7656" y="5954"/>
                        <a:pt x="7656" y="3812"/>
                      </a:cubicBezTo>
                      <a:cubicBezTo>
                        <a:pt x="7656" y="1733"/>
                        <a:pt x="5954" y="0"/>
                        <a:pt x="38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0" name="Google Shape;9231;p73">
                  <a:extLst>
                    <a:ext uri="{FF2B5EF4-FFF2-40B4-BE49-F238E27FC236}">
                      <a16:creationId xmlns:a16="http://schemas.microsoft.com/office/drawing/2014/main" id="{226B3458-8F99-50E2-991E-949467CE9983}"/>
                    </a:ext>
                  </a:extLst>
                </p:cNvPr>
                <p:cNvSpPr/>
                <p:nvPr/>
              </p:nvSpPr>
              <p:spPr>
                <a:xfrm>
                  <a:off x="1915750" y="2058450"/>
                  <a:ext cx="354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2112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47" y="2111"/>
                      </a:cubicBezTo>
                      <a:lnTo>
                        <a:pt x="1072" y="2111"/>
                      </a:lnTo>
                      <a:cubicBezTo>
                        <a:pt x="1261" y="2111"/>
                        <a:pt x="1418" y="1954"/>
                        <a:pt x="1418" y="1733"/>
                      </a:cubicBezTo>
                      <a:cubicBezTo>
                        <a:pt x="1418" y="1544"/>
                        <a:pt x="1261" y="1387"/>
                        <a:pt x="1072" y="1387"/>
                      </a:cubicBezTo>
                      <a:lnTo>
                        <a:pt x="725" y="1387"/>
                      </a:lnTo>
                      <a:lnTo>
                        <a:pt x="725" y="378"/>
                      </a:lnTo>
                      <a:cubicBezTo>
                        <a:pt x="725" y="158"/>
                        <a:pt x="568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7" name="Google Shape;9232;p73">
                <a:extLst>
                  <a:ext uri="{FF2B5EF4-FFF2-40B4-BE49-F238E27FC236}">
                    <a16:creationId xmlns:a16="http://schemas.microsoft.com/office/drawing/2014/main" id="{115B02D6-41BA-A960-82AC-D4035E816FFB}"/>
                  </a:ext>
                </a:extLst>
              </p:cNvPr>
              <p:cNvGrpSpPr/>
              <p:nvPr/>
            </p:nvGrpSpPr>
            <p:grpSpPr>
              <a:xfrm>
                <a:off x="2694705" y="2282300"/>
                <a:ext cx="452652" cy="497951"/>
                <a:chOff x="1790525" y="2319150"/>
                <a:chExt cx="267800" cy="294600"/>
              </a:xfrm>
              <a:grpFill/>
            </p:grpSpPr>
            <p:sp>
              <p:nvSpPr>
                <p:cNvPr id="415" name="Google Shape;9233;p73">
                  <a:extLst>
                    <a:ext uri="{FF2B5EF4-FFF2-40B4-BE49-F238E27FC236}">
                      <a16:creationId xmlns:a16="http://schemas.microsoft.com/office/drawing/2014/main" id="{00F926A4-2318-DEBB-C965-6C91CED57694}"/>
                    </a:ext>
                  </a:extLst>
                </p:cNvPr>
                <p:cNvSpPr/>
                <p:nvPr/>
              </p:nvSpPr>
              <p:spPr>
                <a:xfrm>
                  <a:off x="1881100" y="2423125"/>
                  <a:ext cx="882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207" extrusionOk="0">
                      <a:moveTo>
                        <a:pt x="1418" y="1323"/>
                      </a:moveTo>
                      <a:lnTo>
                        <a:pt x="1418" y="2741"/>
                      </a:lnTo>
                      <a:lnTo>
                        <a:pt x="1072" y="2741"/>
                      </a:lnTo>
                      <a:cubicBezTo>
                        <a:pt x="882" y="2741"/>
                        <a:pt x="725" y="2583"/>
                        <a:pt x="725" y="2394"/>
                      </a:cubicBezTo>
                      <a:lnTo>
                        <a:pt x="725" y="1701"/>
                      </a:lnTo>
                      <a:cubicBezTo>
                        <a:pt x="725" y="1481"/>
                        <a:pt x="882" y="1323"/>
                        <a:pt x="1072" y="1323"/>
                      </a:cubicBezTo>
                      <a:close/>
                      <a:moveTo>
                        <a:pt x="2458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lnTo>
                        <a:pt x="2804" y="4537"/>
                      </a:lnTo>
                      <a:cubicBezTo>
                        <a:pt x="2804" y="4726"/>
                        <a:pt x="2647" y="4883"/>
                        <a:pt x="2458" y="4883"/>
                      </a:cubicBezTo>
                      <a:lnTo>
                        <a:pt x="2111" y="4883"/>
                      </a:lnTo>
                      <a:lnTo>
                        <a:pt x="2111" y="3466"/>
                      </a:lnTo>
                      <a:close/>
                      <a:moveTo>
                        <a:pt x="1796" y="0"/>
                      </a:moveTo>
                      <a:cubicBezTo>
                        <a:pt x="1576" y="0"/>
                        <a:pt x="1418" y="158"/>
                        <a:pt x="1418" y="347"/>
                      </a:cubicBezTo>
                      <a:lnTo>
                        <a:pt x="1418" y="693"/>
                      </a:lnTo>
                      <a:lnTo>
                        <a:pt x="1072" y="693"/>
                      </a:lnTo>
                      <a:cubicBezTo>
                        <a:pt x="473" y="693"/>
                        <a:pt x="63" y="1166"/>
                        <a:pt x="63" y="1733"/>
                      </a:cubicBezTo>
                      <a:lnTo>
                        <a:pt x="63" y="2426"/>
                      </a:lnTo>
                      <a:cubicBezTo>
                        <a:pt x="63" y="3025"/>
                        <a:pt x="536" y="3466"/>
                        <a:pt x="1072" y="3466"/>
                      </a:cubicBezTo>
                      <a:lnTo>
                        <a:pt x="1418" y="3466"/>
                      </a:lnTo>
                      <a:lnTo>
                        <a:pt x="1418" y="4852"/>
                      </a:lnTo>
                      <a:lnTo>
                        <a:pt x="1072" y="4852"/>
                      </a:lnTo>
                      <a:cubicBezTo>
                        <a:pt x="882" y="4852"/>
                        <a:pt x="725" y="4694"/>
                        <a:pt x="725" y="4474"/>
                      </a:cubicBezTo>
                      <a:cubicBezTo>
                        <a:pt x="725" y="4285"/>
                        <a:pt x="567" y="4127"/>
                        <a:pt x="378" y="4127"/>
                      </a:cubicBezTo>
                      <a:cubicBezTo>
                        <a:pt x="158" y="4127"/>
                        <a:pt x="0" y="4285"/>
                        <a:pt x="0" y="4474"/>
                      </a:cubicBezTo>
                      <a:cubicBezTo>
                        <a:pt x="0" y="5072"/>
                        <a:pt x="473" y="5513"/>
                        <a:pt x="1040" y="5513"/>
                      </a:cubicBezTo>
                      <a:lnTo>
                        <a:pt x="1387" y="5513"/>
                      </a:lnTo>
                      <a:lnTo>
                        <a:pt x="1387" y="5860"/>
                      </a:lnTo>
                      <a:cubicBezTo>
                        <a:pt x="1387" y="6049"/>
                        <a:pt x="1544" y="6207"/>
                        <a:pt x="1733" y="6207"/>
                      </a:cubicBezTo>
                      <a:cubicBezTo>
                        <a:pt x="1954" y="6207"/>
                        <a:pt x="2111" y="6049"/>
                        <a:pt x="2111" y="5860"/>
                      </a:cubicBezTo>
                      <a:lnTo>
                        <a:pt x="2111" y="5545"/>
                      </a:lnTo>
                      <a:lnTo>
                        <a:pt x="2458" y="5545"/>
                      </a:lnTo>
                      <a:cubicBezTo>
                        <a:pt x="3056" y="5545"/>
                        <a:pt x="3466" y="5072"/>
                        <a:pt x="3466" y="4537"/>
                      </a:cubicBezTo>
                      <a:lnTo>
                        <a:pt x="3466" y="3812"/>
                      </a:lnTo>
                      <a:cubicBezTo>
                        <a:pt x="3466" y="3214"/>
                        <a:pt x="2993" y="2804"/>
                        <a:pt x="2458" y="2804"/>
                      </a:cubicBezTo>
                      <a:lnTo>
                        <a:pt x="2111" y="2804"/>
                      </a:lnTo>
                      <a:lnTo>
                        <a:pt x="2111" y="1386"/>
                      </a:lnTo>
                      <a:lnTo>
                        <a:pt x="2458" y="1386"/>
                      </a:lnTo>
                      <a:cubicBezTo>
                        <a:pt x="2647" y="1386"/>
                        <a:pt x="2804" y="1544"/>
                        <a:pt x="2804" y="1733"/>
                      </a:cubicBezTo>
                      <a:cubicBezTo>
                        <a:pt x="2804" y="1922"/>
                        <a:pt x="2962" y="2079"/>
                        <a:pt x="3151" y="2079"/>
                      </a:cubicBezTo>
                      <a:cubicBezTo>
                        <a:pt x="3371" y="2079"/>
                        <a:pt x="3529" y="1922"/>
                        <a:pt x="3529" y="1733"/>
                      </a:cubicBezTo>
                      <a:cubicBezTo>
                        <a:pt x="3529" y="1134"/>
                        <a:pt x="3056" y="693"/>
                        <a:pt x="2489" y="693"/>
                      </a:cubicBezTo>
                      <a:lnTo>
                        <a:pt x="2143" y="693"/>
                      </a:lnTo>
                      <a:lnTo>
                        <a:pt x="2143" y="347"/>
                      </a:lnTo>
                      <a:cubicBezTo>
                        <a:pt x="2143" y="158"/>
                        <a:pt x="1985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6" name="Google Shape;9234;p73">
                  <a:extLst>
                    <a:ext uri="{FF2B5EF4-FFF2-40B4-BE49-F238E27FC236}">
                      <a16:creationId xmlns:a16="http://schemas.microsoft.com/office/drawing/2014/main" id="{F6978BD2-2A76-7D7D-0886-51702FA148E5}"/>
                    </a:ext>
                  </a:extLst>
                </p:cNvPr>
                <p:cNvSpPr/>
                <p:nvPr/>
              </p:nvSpPr>
              <p:spPr>
                <a:xfrm>
                  <a:off x="1790525" y="2319150"/>
                  <a:ext cx="2678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" h="11784" extrusionOk="0">
                      <a:moveTo>
                        <a:pt x="6427" y="662"/>
                      </a:moveTo>
                      <a:cubicBezTo>
                        <a:pt x="6837" y="662"/>
                        <a:pt x="7152" y="977"/>
                        <a:pt x="7152" y="1355"/>
                      </a:cubicBezTo>
                      <a:cubicBezTo>
                        <a:pt x="7152" y="1765"/>
                        <a:pt x="6837" y="2080"/>
                        <a:pt x="6427" y="2080"/>
                      </a:cubicBezTo>
                      <a:lnTo>
                        <a:pt x="6427" y="1702"/>
                      </a:lnTo>
                      <a:cubicBezTo>
                        <a:pt x="6427" y="1513"/>
                        <a:pt x="6270" y="1355"/>
                        <a:pt x="6081" y="1355"/>
                      </a:cubicBezTo>
                      <a:lnTo>
                        <a:pt x="4695" y="1355"/>
                      </a:lnTo>
                      <a:cubicBezTo>
                        <a:pt x="4505" y="1355"/>
                        <a:pt x="4348" y="1513"/>
                        <a:pt x="4348" y="1702"/>
                      </a:cubicBezTo>
                      <a:lnTo>
                        <a:pt x="4348" y="2080"/>
                      </a:lnTo>
                      <a:cubicBezTo>
                        <a:pt x="3938" y="2017"/>
                        <a:pt x="3623" y="1765"/>
                        <a:pt x="3623" y="1355"/>
                      </a:cubicBezTo>
                      <a:cubicBezTo>
                        <a:pt x="3623" y="977"/>
                        <a:pt x="3938" y="662"/>
                        <a:pt x="4348" y="662"/>
                      </a:cubicBezTo>
                      <a:close/>
                      <a:moveTo>
                        <a:pt x="5734" y="2017"/>
                      </a:moveTo>
                      <a:lnTo>
                        <a:pt x="5734" y="2741"/>
                      </a:lnTo>
                      <a:lnTo>
                        <a:pt x="5010" y="2741"/>
                      </a:lnTo>
                      <a:lnTo>
                        <a:pt x="5010" y="2017"/>
                      </a:lnTo>
                      <a:close/>
                      <a:moveTo>
                        <a:pt x="1418" y="1985"/>
                      </a:moveTo>
                      <a:lnTo>
                        <a:pt x="1859" y="2489"/>
                      </a:lnTo>
                      <a:lnTo>
                        <a:pt x="1355" y="2930"/>
                      </a:lnTo>
                      <a:lnTo>
                        <a:pt x="914" y="2426"/>
                      </a:lnTo>
                      <a:lnTo>
                        <a:pt x="1418" y="1985"/>
                      </a:lnTo>
                      <a:close/>
                      <a:moveTo>
                        <a:pt x="9357" y="1985"/>
                      </a:moveTo>
                      <a:lnTo>
                        <a:pt x="9861" y="2426"/>
                      </a:lnTo>
                      <a:lnTo>
                        <a:pt x="9420" y="2930"/>
                      </a:lnTo>
                      <a:lnTo>
                        <a:pt x="8916" y="2489"/>
                      </a:lnTo>
                      <a:lnTo>
                        <a:pt x="9357" y="1985"/>
                      </a:lnTo>
                      <a:close/>
                      <a:moveTo>
                        <a:pt x="5356" y="3434"/>
                      </a:moveTo>
                      <a:cubicBezTo>
                        <a:pt x="7467" y="3434"/>
                        <a:pt x="9200" y="5167"/>
                        <a:pt x="9200" y="7278"/>
                      </a:cubicBezTo>
                      <a:cubicBezTo>
                        <a:pt x="9200" y="9389"/>
                        <a:pt x="7498" y="11090"/>
                        <a:pt x="5356" y="11090"/>
                      </a:cubicBezTo>
                      <a:cubicBezTo>
                        <a:pt x="3277" y="11090"/>
                        <a:pt x="1544" y="9357"/>
                        <a:pt x="1544" y="7278"/>
                      </a:cubicBezTo>
                      <a:cubicBezTo>
                        <a:pt x="1576" y="5136"/>
                        <a:pt x="3277" y="3434"/>
                        <a:pt x="5356" y="3434"/>
                      </a:cubicBezTo>
                      <a:close/>
                      <a:moveTo>
                        <a:pt x="4316" y="0"/>
                      </a:moveTo>
                      <a:cubicBezTo>
                        <a:pt x="3560" y="0"/>
                        <a:pt x="2930" y="631"/>
                        <a:pt x="2930" y="1387"/>
                      </a:cubicBezTo>
                      <a:cubicBezTo>
                        <a:pt x="2930" y="2143"/>
                        <a:pt x="3560" y="2773"/>
                        <a:pt x="4316" y="2773"/>
                      </a:cubicBezTo>
                      <a:lnTo>
                        <a:pt x="4316" y="2899"/>
                      </a:lnTo>
                      <a:cubicBezTo>
                        <a:pt x="3749" y="3025"/>
                        <a:pt x="3214" y="3277"/>
                        <a:pt x="2741" y="3592"/>
                      </a:cubicBezTo>
                      <a:lnTo>
                        <a:pt x="2269" y="3056"/>
                      </a:lnTo>
                      <a:lnTo>
                        <a:pt x="2521" y="2804"/>
                      </a:lnTo>
                      <a:cubicBezTo>
                        <a:pt x="2741" y="2678"/>
                        <a:pt x="2741" y="2458"/>
                        <a:pt x="2615" y="2332"/>
                      </a:cubicBezTo>
                      <a:lnTo>
                        <a:pt x="1702" y="1292"/>
                      </a:lnTo>
                      <a:cubicBezTo>
                        <a:pt x="1631" y="1203"/>
                        <a:pt x="1530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7"/>
                      </a:lnTo>
                      <a:cubicBezTo>
                        <a:pt x="1106" y="3770"/>
                        <a:pt x="1199" y="3809"/>
                        <a:pt x="1291" y="3809"/>
                      </a:cubicBezTo>
                      <a:cubicBezTo>
                        <a:pt x="1372" y="3809"/>
                        <a:pt x="1453" y="3778"/>
                        <a:pt x="1513" y="3718"/>
                      </a:cubicBezTo>
                      <a:lnTo>
                        <a:pt x="1796" y="3498"/>
                      </a:lnTo>
                      <a:lnTo>
                        <a:pt x="2269" y="4033"/>
                      </a:lnTo>
                      <a:cubicBezTo>
                        <a:pt x="1387" y="4852"/>
                        <a:pt x="882" y="6018"/>
                        <a:pt x="882" y="7278"/>
                      </a:cubicBezTo>
                      <a:cubicBezTo>
                        <a:pt x="882" y="9735"/>
                        <a:pt x="2899" y="11783"/>
                        <a:pt x="5356" y="11783"/>
                      </a:cubicBezTo>
                      <a:cubicBezTo>
                        <a:pt x="7845" y="11783"/>
                        <a:pt x="9861" y="9735"/>
                        <a:pt x="9861" y="7278"/>
                      </a:cubicBezTo>
                      <a:cubicBezTo>
                        <a:pt x="9861" y="6081"/>
                        <a:pt x="9389" y="4915"/>
                        <a:pt x="8475" y="4033"/>
                      </a:cubicBezTo>
                      <a:lnTo>
                        <a:pt x="8948" y="3498"/>
                      </a:lnTo>
                      <a:lnTo>
                        <a:pt x="9231" y="3718"/>
                      </a:lnTo>
                      <a:cubicBezTo>
                        <a:pt x="9306" y="3778"/>
                        <a:pt x="9387" y="3809"/>
                        <a:pt x="9465" y="3809"/>
                      </a:cubicBezTo>
                      <a:cubicBezTo>
                        <a:pt x="9553" y="3809"/>
                        <a:pt x="9637" y="3770"/>
                        <a:pt x="9704" y="3687"/>
                      </a:cubicBezTo>
                      <a:lnTo>
                        <a:pt x="10617" y="2615"/>
                      </a:lnTo>
                      <a:cubicBezTo>
                        <a:pt x="10712" y="2458"/>
                        <a:pt x="10712" y="2269"/>
                        <a:pt x="10554" y="2143"/>
                      </a:cubicBezTo>
                      <a:lnTo>
                        <a:pt x="9515" y="1229"/>
                      </a:lnTo>
                      <a:cubicBezTo>
                        <a:pt x="9446" y="1188"/>
                        <a:pt x="9365" y="1165"/>
                        <a:pt x="9288" y="1165"/>
                      </a:cubicBezTo>
                      <a:cubicBezTo>
                        <a:pt x="9189" y="1165"/>
                        <a:pt x="9095" y="1203"/>
                        <a:pt x="9042" y="1292"/>
                      </a:cubicBezTo>
                      <a:lnTo>
                        <a:pt x="8129" y="2332"/>
                      </a:lnTo>
                      <a:cubicBezTo>
                        <a:pt x="8003" y="2489"/>
                        <a:pt x="8003" y="2710"/>
                        <a:pt x="8160" y="2804"/>
                      </a:cubicBezTo>
                      <a:lnTo>
                        <a:pt x="8444" y="3056"/>
                      </a:lnTo>
                      <a:lnTo>
                        <a:pt x="7971" y="3592"/>
                      </a:lnTo>
                      <a:cubicBezTo>
                        <a:pt x="7498" y="3245"/>
                        <a:pt x="6931" y="3025"/>
                        <a:pt x="6396" y="2899"/>
                      </a:cubicBezTo>
                      <a:lnTo>
                        <a:pt x="6396" y="2773"/>
                      </a:lnTo>
                      <a:cubicBezTo>
                        <a:pt x="7152" y="2773"/>
                        <a:pt x="7782" y="2143"/>
                        <a:pt x="7782" y="1387"/>
                      </a:cubicBezTo>
                      <a:cubicBezTo>
                        <a:pt x="7782" y="631"/>
                        <a:pt x="7152" y="0"/>
                        <a:pt x="6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38" name="Google Shape;9235;p73">
                <a:extLst>
                  <a:ext uri="{FF2B5EF4-FFF2-40B4-BE49-F238E27FC236}">
                    <a16:creationId xmlns:a16="http://schemas.microsoft.com/office/drawing/2014/main" id="{5B055716-160A-9833-6E59-6D6719DA701D}"/>
                  </a:ext>
                </a:extLst>
              </p:cNvPr>
              <p:cNvSpPr/>
              <p:nvPr/>
            </p:nvSpPr>
            <p:spPr>
              <a:xfrm>
                <a:off x="2670025" y="2923979"/>
                <a:ext cx="501965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1879" h="11878" extrusionOk="0">
                    <a:moveTo>
                      <a:pt x="5892" y="693"/>
                    </a:moveTo>
                    <a:cubicBezTo>
                      <a:pt x="6302" y="693"/>
                      <a:pt x="6617" y="1008"/>
                      <a:pt x="6617" y="1418"/>
                    </a:cubicBezTo>
                    <a:cubicBezTo>
                      <a:pt x="6617" y="1796"/>
                      <a:pt x="6302" y="2111"/>
                      <a:pt x="5892" y="2111"/>
                    </a:cubicBezTo>
                    <a:cubicBezTo>
                      <a:pt x="5514" y="2111"/>
                      <a:pt x="5199" y="1796"/>
                      <a:pt x="5199" y="1418"/>
                    </a:cubicBezTo>
                    <a:cubicBezTo>
                      <a:pt x="5231" y="1008"/>
                      <a:pt x="5546" y="693"/>
                      <a:pt x="5892" y="693"/>
                    </a:cubicBezTo>
                    <a:close/>
                    <a:moveTo>
                      <a:pt x="5892" y="2741"/>
                    </a:moveTo>
                    <a:cubicBezTo>
                      <a:pt x="6837" y="2741"/>
                      <a:pt x="7625" y="3529"/>
                      <a:pt x="7625" y="4505"/>
                    </a:cubicBezTo>
                    <a:lnTo>
                      <a:pt x="7625" y="5545"/>
                    </a:lnTo>
                    <a:lnTo>
                      <a:pt x="4159" y="5545"/>
                    </a:lnTo>
                    <a:lnTo>
                      <a:pt x="4159" y="4505"/>
                    </a:lnTo>
                    <a:cubicBezTo>
                      <a:pt x="4159" y="3529"/>
                      <a:pt x="4947" y="2741"/>
                      <a:pt x="5892" y="2741"/>
                    </a:cubicBezTo>
                    <a:close/>
                    <a:moveTo>
                      <a:pt x="8381" y="5104"/>
                    </a:moveTo>
                    <a:cubicBezTo>
                      <a:pt x="9326" y="5356"/>
                      <a:pt x="9767" y="5703"/>
                      <a:pt x="9767" y="5892"/>
                    </a:cubicBezTo>
                    <a:cubicBezTo>
                      <a:pt x="9767" y="6238"/>
                      <a:pt x="8381" y="6931"/>
                      <a:pt x="5955" y="6931"/>
                    </a:cubicBezTo>
                    <a:cubicBezTo>
                      <a:pt x="5898" y="6932"/>
                      <a:pt x="5842" y="6932"/>
                      <a:pt x="5787" y="6932"/>
                    </a:cubicBezTo>
                    <a:cubicBezTo>
                      <a:pt x="3434" y="6932"/>
                      <a:pt x="2112" y="6292"/>
                      <a:pt x="2112" y="5892"/>
                    </a:cubicBezTo>
                    <a:cubicBezTo>
                      <a:pt x="2112" y="5703"/>
                      <a:pt x="2553" y="5388"/>
                      <a:pt x="3498" y="5104"/>
                    </a:cubicBezTo>
                    <a:lnTo>
                      <a:pt x="3498" y="5892"/>
                    </a:lnTo>
                    <a:cubicBezTo>
                      <a:pt x="3498" y="6081"/>
                      <a:pt x="3655" y="6238"/>
                      <a:pt x="3844" y="6238"/>
                    </a:cubicBezTo>
                    <a:lnTo>
                      <a:pt x="8034" y="6238"/>
                    </a:lnTo>
                    <a:cubicBezTo>
                      <a:pt x="8223" y="6238"/>
                      <a:pt x="8381" y="6081"/>
                      <a:pt x="8381" y="5892"/>
                    </a:cubicBezTo>
                    <a:lnTo>
                      <a:pt x="8381" y="5104"/>
                    </a:lnTo>
                    <a:close/>
                    <a:moveTo>
                      <a:pt x="1765" y="10428"/>
                    </a:moveTo>
                    <a:cubicBezTo>
                      <a:pt x="2427" y="10428"/>
                      <a:pt x="2805" y="10680"/>
                      <a:pt x="2805" y="10775"/>
                    </a:cubicBezTo>
                    <a:cubicBezTo>
                      <a:pt x="2805" y="10869"/>
                      <a:pt x="2427" y="11121"/>
                      <a:pt x="1765" y="11121"/>
                    </a:cubicBezTo>
                    <a:cubicBezTo>
                      <a:pt x="1072" y="11121"/>
                      <a:pt x="694" y="10869"/>
                      <a:pt x="694" y="10775"/>
                    </a:cubicBezTo>
                    <a:cubicBezTo>
                      <a:pt x="694" y="10712"/>
                      <a:pt x="1072" y="10428"/>
                      <a:pt x="1765" y="10428"/>
                    </a:cubicBezTo>
                    <a:close/>
                    <a:moveTo>
                      <a:pt x="5955" y="10428"/>
                    </a:moveTo>
                    <a:cubicBezTo>
                      <a:pt x="6617" y="10428"/>
                      <a:pt x="6963" y="10712"/>
                      <a:pt x="6963" y="10775"/>
                    </a:cubicBezTo>
                    <a:cubicBezTo>
                      <a:pt x="6963" y="10869"/>
                      <a:pt x="6617" y="11121"/>
                      <a:pt x="5955" y="11121"/>
                    </a:cubicBezTo>
                    <a:cubicBezTo>
                      <a:pt x="5262" y="11121"/>
                      <a:pt x="4915" y="10869"/>
                      <a:pt x="4915" y="10775"/>
                    </a:cubicBezTo>
                    <a:cubicBezTo>
                      <a:pt x="4915" y="10712"/>
                      <a:pt x="5262" y="10428"/>
                      <a:pt x="5955" y="10428"/>
                    </a:cubicBezTo>
                    <a:close/>
                    <a:moveTo>
                      <a:pt x="10082" y="10428"/>
                    </a:moveTo>
                    <a:cubicBezTo>
                      <a:pt x="10775" y="10428"/>
                      <a:pt x="11153" y="10680"/>
                      <a:pt x="11153" y="10775"/>
                    </a:cubicBezTo>
                    <a:cubicBezTo>
                      <a:pt x="11153" y="10869"/>
                      <a:pt x="10775" y="11121"/>
                      <a:pt x="10082" y="11121"/>
                    </a:cubicBezTo>
                    <a:cubicBezTo>
                      <a:pt x="9421" y="11121"/>
                      <a:pt x="9043" y="10869"/>
                      <a:pt x="9043" y="10775"/>
                    </a:cubicBezTo>
                    <a:cubicBezTo>
                      <a:pt x="9043" y="10712"/>
                      <a:pt x="9421" y="10428"/>
                      <a:pt x="10082" y="10428"/>
                    </a:cubicBezTo>
                    <a:close/>
                    <a:moveTo>
                      <a:pt x="5987" y="0"/>
                    </a:moveTo>
                    <a:cubicBezTo>
                      <a:pt x="5231" y="0"/>
                      <a:pt x="4600" y="630"/>
                      <a:pt x="4600" y="1355"/>
                    </a:cubicBezTo>
                    <a:cubicBezTo>
                      <a:pt x="4600" y="1733"/>
                      <a:pt x="4726" y="2016"/>
                      <a:pt x="4947" y="2300"/>
                    </a:cubicBezTo>
                    <a:cubicBezTo>
                      <a:pt x="4159" y="2710"/>
                      <a:pt x="3624" y="3497"/>
                      <a:pt x="3561" y="4442"/>
                    </a:cubicBezTo>
                    <a:cubicBezTo>
                      <a:pt x="2742" y="4631"/>
                      <a:pt x="1481" y="5072"/>
                      <a:pt x="1481" y="5923"/>
                    </a:cubicBezTo>
                    <a:cubicBezTo>
                      <a:pt x="1481" y="6679"/>
                      <a:pt x="2427" y="7120"/>
                      <a:pt x="3151" y="7309"/>
                    </a:cubicBezTo>
                    <a:lnTo>
                      <a:pt x="1954" y="9798"/>
                    </a:lnTo>
                    <a:lnTo>
                      <a:pt x="1828" y="9798"/>
                    </a:lnTo>
                    <a:cubicBezTo>
                      <a:pt x="851" y="9798"/>
                      <a:pt x="64" y="10239"/>
                      <a:pt x="64" y="10806"/>
                    </a:cubicBezTo>
                    <a:cubicBezTo>
                      <a:pt x="1" y="11373"/>
                      <a:pt x="725" y="11846"/>
                      <a:pt x="1765" y="11846"/>
                    </a:cubicBezTo>
                    <a:cubicBezTo>
                      <a:pt x="2679" y="11846"/>
                      <a:pt x="3498" y="11436"/>
                      <a:pt x="3498" y="10806"/>
                    </a:cubicBezTo>
                    <a:cubicBezTo>
                      <a:pt x="3498" y="10334"/>
                      <a:pt x="3057" y="10019"/>
                      <a:pt x="2584" y="9924"/>
                    </a:cubicBezTo>
                    <a:lnTo>
                      <a:pt x="3781" y="7498"/>
                    </a:lnTo>
                    <a:cubicBezTo>
                      <a:pt x="4317" y="7624"/>
                      <a:pt x="4947" y="7656"/>
                      <a:pt x="5577" y="7719"/>
                    </a:cubicBezTo>
                    <a:lnTo>
                      <a:pt x="5577" y="9830"/>
                    </a:lnTo>
                    <a:cubicBezTo>
                      <a:pt x="4947" y="9924"/>
                      <a:pt x="4222" y="10239"/>
                      <a:pt x="4222" y="10869"/>
                    </a:cubicBezTo>
                    <a:cubicBezTo>
                      <a:pt x="4222" y="11499"/>
                      <a:pt x="5041" y="11877"/>
                      <a:pt x="5955" y="11877"/>
                    </a:cubicBezTo>
                    <a:cubicBezTo>
                      <a:pt x="6837" y="11877"/>
                      <a:pt x="7688" y="11499"/>
                      <a:pt x="7688" y="10869"/>
                    </a:cubicBezTo>
                    <a:cubicBezTo>
                      <a:pt x="7688" y="10239"/>
                      <a:pt x="6932" y="9924"/>
                      <a:pt x="6302" y="9830"/>
                    </a:cubicBezTo>
                    <a:lnTo>
                      <a:pt x="6302" y="7719"/>
                    </a:lnTo>
                    <a:cubicBezTo>
                      <a:pt x="6932" y="7719"/>
                      <a:pt x="7562" y="7624"/>
                      <a:pt x="8097" y="7498"/>
                    </a:cubicBezTo>
                    <a:lnTo>
                      <a:pt x="9295" y="9924"/>
                    </a:lnTo>
                    <a:cubicBezTo>
                      <a:pt x="8822" y="10082"/>
                      <a:pt x="8381" y="10334"/>
                      <a:pt x="8381" y="10806"/>
                    </a:cubicBezTo>
                    <a:cubicBezTo>
                      <a:pt x="8381" y="11436"/>
                      <a:pt x="9200" y="11846"/>
                      <a:pt x="10114" y="11846"/>
                    </a:cubicBezTo>
                    <a:cubicBezTo>
                      <a:pt x="11090" y="11846"/>
                      <a:pt x="11878" y="11405"/>
                      <a:pt x="11878" y="10806"/>
                    </a:cubicBezTo>
                    <a:cubicBezTo>
                      <a:pt x="11878" y="10239"/>
                      <a:pt x="11153" y="9798"/>
                      <a:pt x="10114" y="9798"/>
                    </a:cubicBezTo>
                    <a:lnTo>
                      <a:pt x="9988" y="9798"/>
                    </a:lnTo>
                    <a:lnTo>
                      <a:pt x="8822" y="7309"/>
                    </a:lnTo>
                    <a:cubicBezTo>
                      <a:pt x="9515" y="7120"/>
                      <a:pt x="10460" y="6679"/>
                      <a:pt x="10460" y="5923"/>
                    </a:cubicBezTo>
                    <a:cubicBezTo>
                      <a:pt x="10460" y="5072"/>
                      <a:pt x="9200" y="4631"/>
                      <a:pt x="8381" y="4442"/>
                    </a:cubicBezTo>
                    <a:cubicBezTo>
                      <a:pt x="8350" y="3497"/>
                      <a:pt x="7782" y="2710"/>
                      <a:pt x="6995" y="2300"/>
                    </a:cubicBezTo>
                    <a:cubicBezTo>
                      <a:pt x="7247" y="2080"/>
                      <a:pt x="7341" y="1764"/>
                      <a:pt x="7341" y="1355"/>
                    </a:cubicBezTo>
                    <a:cubicBezTo>
                      <a:pt x="7341" y="630"/>
                      <a:pt x="6711" y="0"/>
                      <a:pt x="59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39" name="Google Shape;9236;p73">
                <a:extLst>
                  <a:ext uri="{FF2B5EF4-FFF2-40B4-BE49-F238E27FC236}">
                    <a16:creationId xmlns:a16="http://schemas.microsoft.com/office/drawing/2014/main" id="{B3ED77C1-0660-8997-9A0C-DD796332D2AC}"/>
                  </a:ext>
                </a:extLst>
              </p:cNvPr>
              <p:cNvGrpSpPr/>
              <p:nvPr/>
            </p:nvGrpSpPr>
            <p:grpSpPr>
              <a:xfrm>
                <a:off x="5851480" y="1688532"/>
                <a:ext cx="500612" cy="499303"/>
                <a:chOff x="3599700" y="1954475"/>
                <a:chExt cx="296175" cy="295400"/>
              </a:xfrm>
              <a:grpFill/>
            </p:grpSpPr>
            <p:sp>
              <p:nvSpPr>
                <p:cNvPr id="412" name="Google Shape;9237;p73">
                  <a:extLst>
                    <a:ext uri="{FF2B5EF4-FFF2-40B4-BE49-F238E27FC236}">
                      <a16:creationId xmlns:a16="http://schemas.microsoft.com/office/drawing/2014/main" id="{B3867194-EC80-EF5C-D7B8-89825B27A376}"/>
                    </a:ext>
                  </a:extLst>
                </p:cNvPr>
                <p:cNvSpPr/>
                <p:nvPr/>
              </p:nvSpPr>
              <p:spPr>
                <a:xfrm>
                  <a:off x="3599700" y="1954475"/>
                  <a:ext cx="29617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16" extrusionOk="0">
                      <a:moveTo>
                        <a:pt x="3151" y="694"/>
                      </a:moveTo>
                      <a:cubicBezTo>
                        <a:pt x="3718" y="694"/>
                        <a:pt x="4159" y="1166"/>
                        <a:pt x="4159" y="1734"/>
                      </a:cubicBezTo>
                      <a:cubicBezTo>
                        <a:pt x="4159" y="2301"/>
                        <a:pt x="3686" y="2742"/>
                        <a:pt x="3151" y="2742"/>
                      </a:cubicBezTo>
                      <a:cubicBezTo>
                        <a:pt x="2584" y="2742"/>
                        <a:pt x="2111" y="2269"/>
                        <a:pt x="2111" y="1734"/>
                      </a:cubicBezTo>
                      <a:cubicBezTo>
                        <a:pt x="2080" y="1166"/>
                        <a:pt x="2552" y="694"/>
                        <a:pt x="3151" y="694"/>
                      </a:cubicBezTo>
                      <a:close/>
                      <a:moveTo>
                        <a:pt x="8727" y="694"/>
                      </a:moveTo>
                      <a:cubicBezTo>
                        <a:pt x="9326" y="694"/>
                        <a:pt x="9767" y="1166"/>
                        <a:pt x="9767" y="1734"/>
                      </a:cubicBezTo>
                      <a:cubicBezTo>
                        <a:pt x="9767" y="2301"/>
                        <a:pt x="9294" y="2742"/>
                        <a:pt x="8727" y="2742"/>
                      </a:cubicBezTo>
                      <a:cubicBezTo>
                        <a:pt x="8128" y="2742"/>
                        <a:pt x="7719" y="2269"/>
                        <a:pt x="7719" y="1734"/>
                      </a:cubicBezTo>
                      <a:cubicBezTo>
                        <a:pt x="7656" y="1166"/>
                        <a:pt x="8128" y="694"/>
                        <a:pt x="8727" y="694"/>
                      </a:cubicBezTo>
                      <a:close/>
                      <a:moveTo>
                        <a:pt x="5923" y="4852"/>
                      </a:moveTo>
                      <a:cubicBezTo>
                        <a:pt x="6522" y="4852"/>
                        <a:pt x="6994" y="5325"/>
                        <a:pt x="6994" y="5861"/>
                      </a:cubicBezTo>
                      <a:cubicBezTo>
                        <a:pt x="6994" y="6396"/>
                        <a:pt x="6522" y="6869"/>
                        <a:pt x="5923" y="6869"/>
                      </a:cubicBezTo>
                      <a:cubicBezTo>
                        <a:pt x="5356" y="6869"/>
                        <a:pt x="4883" y="6428"/>
                        <a:pt x="4883" y="5861"/>
                      </a:cubicBezTo>
                      <a:cubicBezTo>
                        <a:pt x="4883" y="5294"/>
                        <a:pt x="5356" y="4852"/>
                        <a:pt x="5923" y="4852"/>
                      </a:cubicBezTo>
                      <a:close/>
                      <a:moveTo>
                        <a:pt x="3151" y="3466"/>
                      </a:moveTo>
                      <a:cubicBezTo>
                        <a:pt x="3875" y="3466"/>
                        <a:pt x="4600" y="3813"/>
                        <a:pt x="5072" y="4380"/>
                      </a:cubicBezTo>
                      <a:cubicBezTo>
                        <a:pt x="4537" y="4695"/>
                        <a:pt x="4159" y="5231"/>
                        <a:pt x="4159" y="5861"/>
                      </a:cubicBezTo>
                      <a:cubicBezTo>
                        <a:pt x="4159" y="6239"/>
                        <a:pt x="4285" y="6617"/>
                        <a:pt x="4505" y="6900"/>
                      </a:cubicBezTo>
                      <a:lnTo>
                        <a:pt x="693" y="6900"/>
                      </a:lnTo>
                      <a:lnTo>
                        <a:pt x="693" y="5892"/>
                      </a:lnTo>
                      <a:cubicBezTo>
                        <a:pt x="693" y="4569"/>
                        <a:pt x="1796" y="3466"/>
                        <a:pt x="3151" y="3466"/>
                      </a:cubicBezTo>
                      <a:close/>
                      <a:moveTo>
                        <a:pt x="8696" y="3498"/>
                      </a:moveTo>
                      <a:cubicBezTo>
                        <a:pt x="10019" y="3498"/>
                        <a:pt x="11121" y="4600"/>
                        <a:pt x="11121" y="5955"/>
                      </a:cubicBezTo>
                      <a:lnTo>
                        <a:pt x="11121" y="6932"/>
                      </a:lnTo>
                      <a:lnTo>
                        <a:pt x="7309" y="6932"/>
                      </a:lnTo>
                      <a:cubicBezTo>
                        <a:pt x="7561" y="6617"/>
                        <a:pt x="7656" y="6270"/>
                        <a:pt x="7656" y="5892"/>
                      </a:cubicBezTo>
                      <a:cubicBezTo>
                        <a:pt x="7656" y="5262"/>
                        <a:pt x="7309" y="4726"/>
                        <a:pt x="6774" y="4411"/>
                      </a:cubicBezTo>
                      <a:cubicBezTo>
                        <a:pt x="7215" y="3813"/>
                        <a:pt x="7939" y="3498"/>
                        <a:pt x="8696" y="3498"/>
                      </a:cubicBezTo>
                      <a:close/>
                      <a:moveTo>
                        <a:pt x="5923" y="7625"/>
                      </a:moveTo>
                      <a:cubicBezTo>
                        <a:pt x="6207" y="7625"/>
                        <a:pt x="6490" y="7656"/>
                        <a:pt x="6711" y="7751"/>
                      </a:cubicBezTo>
                      <a:lnTo>
                        <a:pt x="5923" y="8791"/>
                      </a:lnTo>
                      <a:lnTo>
                        <a:pt x="5135" y="7751"/>
                      </a:lnTo>
                      <a:cubicBezTo>
                        <a:pt x="5388" y="7688"/>
                        <a:pt x="5671" y="7625"/>
                        <a:pt x="5923" y="7625"/>
                      </a:cubicBezTo>
                      <a:close/>
                      <a:moveTo>
                        <a:pt x="4505" y="8066"/>
                      </a:moveTo>
                      <a:lnTo>
                        <a:pt x="5577" y="9484"/>
                      </a:lnTo>
                      <a:lnTo>
                        <a:pt x="5577" y="11153"/>
                      </a:lnTo>
                      <a:lnTo>
                        <a:pt x="3497" y="11153"/>
                      </a:lnTo>
                      <a:lnTo>
                        <a:pt x="3497" y="10019"/>
                      </a:lnTo>
                      <a:cubicBezTo>
                        <a:pt x="3497" y="9200"/>
                        <a:pt x="3875" y="8507"/>
                        <a:pt x="4505" y="8066"/>
                      </a:cubicBezTo>
                      <a:close/>
                      <a:moveTo>
                        <a:pt x="7341" y="8066"/>
                      </a:moveTo>
                      <a:cubicBezTo>
                        <a:pt x="7939" y="8507"/>
                        <a:pt x="8381" y="9263"/>
                        <a:pt x="8381" y="10051"/>
                      </a:cubicBezTo>
                      <a:lnTo>
                        <a:pt x="8381" y="11153"/>
                      </a:lnTo>
                      <a:lnTo>
                        <a:pt x="6301" y="11153"/>
                      </a:lnTo>
                      <a:lnTo>
                        <a:pt x="6301" y="9484"/>
                      </a:lnTo>
                      <a:lnTo>
                        <a:pt x="7341" y="8066"/>
                      </a:lnTo>
                      <a:close/>
                      <a:moveTo>
                        <a:pt x="3088" y="1"/>
                      </a:moveTo>
                      <a:cubicBezTo>
                        <a:pt x="2143" y="1"/>
                        <a:pt x="1355" y="788"/>
                        <a:pt x="1355" y="1734"/>
                      </a:cubicBezTo>
                      <a:cubicBezTo>
                        <a:pt x="1355" y="2238"/>
                        <a:pt x="1575" y="2679"/>
                        <a:pt x="1922" y="2994"/>
                      </a:cubicBezTo>
                      <a:cubicBezTo>
                        <a:pt x="788" y="3466"/>
                        <a:pt x="0" y="4569"/>
                        <a:pt x="0" y="5861"/>
                      </a:cubicBezTo>
                      <a:lnTo>
                        <a:pt x="0" y="7247"/>
                      </a:lnTo>
                      <a:cubicBezTo>
                        <a:pt x="0" y="7436"/>
                        <a:pt x="158" y="7593"/>
                        <a:pt x="347" y="7593"/>
                      </a:cubicBezTo>
                      <a:lnTo>
                        <a:pt x="3938" y="7593"/>
                      </a:lnTo>
                      <a:cubicBezTo>
                        <a:pt x="3214" y="8192"/>
                        <a:pt x="2741" y="9043"/>
                        <a:pt x="2741" y="10019"/>
                      </a:cubicBezTo>
                      <a:lnTo>
                        <a:pt x="2741" y="11437"/>
                      </a:lnTo>
                      <a:cubicBezTo>
                        <a:pt x="2741" y="11658"/>
                        <a:pt x="2899" y="11815"/>
                        <a:pt x="3088" y="11815"/>
                      </a:cubicBezTo>
                      <a:lnTo>
                        <a:pt x="8696" y="11815"/>
                      </a:lnTo>
                      <a:cubicBezTo>
                        <a:pt x="8885" y="11815"/>
                        <a:pt x="9042" y="11658"/>
                        <a:pt x="9042" y="11437"/>
                      </a:cubicBezTo>
                      <a:lnTo>
                        <a:pt x="9042" y="10019"/>
                      </a:lnTo>
                      <a:cubicBezTo>
                        <a:pt x="9042" y="9043"/>
                        <a:pt x="8570" y="8192"/>
                        <a:pt x="7876" y="7593"/>
                      </a:cubicBezTo>
                      <a:lnTo>
                        <a:pt x="11436" y="7593"/>
                      </a:lnTo>
                      <a:cubicBezTo>
                        <a:pt x="11657" y="7593"/>
                        <a:pt x="11815" y="7436"/>
                        <a:pt x="11815" y="7247"/>
                      </a:cubicBezTo>
                      <a:lnTo>
                        <a:pt x="11815" y="5861"/>
                      </a:lnTo>
                      <a:cubicBezTo>
                        <a:pt x="11846" y="4600"/>
                        <a:pt x="11027" y="3466"/>
                        <a:pt x="9861" y="2994"/>
                      </a:cubicBezTo>
                      <a:cubicBezTo>
                        <a:pt x="10239" y="2679"/>
                        <a:pt x="10428" y="2206"/>
                        <a:pt x="10428" y="1734"/>
                      </a:cubicBezTo>
                      <a:cubicBezTo>
                        <a:pt x="10428" y="788"/>
                        <a:pt x="9641" y="1"/>
                        <a:pt x="8696" y="1"/>
                      </a:cubicBezTo>
                      <a:cubicBezTo>
                        <a:pt x="7750" y="1"/>
                        <a:pt x="6963" y="788"/>
                        <a:pt x="6963" y="1734"/>
                      </a:cubicBezTo>
                      <a:cubicBezTo>
                        <a:pt x="6963" y="2238"/>
                        <a:pt x="7152" y="2679"/>
                        <a:pt x="7498" y="2994"/>
                      </a:cubicBezTo>
                      <a:cubicBezTo>
                        <a:pt x="6931" y="3214"/>
                        <a:pt x="6396" y="3624"/>
                        <a:pt x="6049" y="4159"/>
                      </a:cubicBezTo>
                      <a:lnTo>
                        <a:pt x="5734" y="4159"/>
                      </a:lnTo>
                      <a:cubicBezTo>
                        <a:pt x="5388" y="3655"/>
                        <a:pt x="4883" y="3214"/>
                        <a:pt x="4285" y="2994"/>
                      </a:cubicBezTo>
                      <a:cubicBezTo>
                        <a:pt x="4631" y="2679"/>
                        <a:pt x="4820" y="2238"/>
                        <a:pt x="4820" y="1734"/>
                      </a:cubicBezTo>
                      <a:cubicBezTo>
                        <a:pt x="4820" y="788"/>
                        <a:pt x="4033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3" name="Google Shape;9238;p73">
                  <a:extLst>
                    <a:ext uri="{FF2B5EF4-FFF2-40B4-BE49-F238E27FC236}">
                      <a16:creationId xmlns:a16="http://schemas.microsoft.com/office/drawing/2014/main" id="{AA27DF64-CF30-0D28-A582-D5EC53776FAA}"/>
                    </a:ext>
                  </a:extLst>
                </p:cNvPr>
                <p:cNvSpPr/>
                <p:nvPr/>
              </p:nvSpPr>
              <p:spPr>
                <a:xfrm>
                  <a:off x="3825750" y="20757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4" name="Google Shape;9239;p73">
                  <a:extLst>
                    <a:ext uri="{FF2B5EF4-FFF2-40B4-BE49-F238E27FC236}">
                      <a16:creationId xmlns:a16="http://schemas.microsoft.com/office/drawing/2014/main" id="{552290A4-0558-3C19-0A10-4C10F2990062}"/>
                    </a:ext>
                  </a:extLst>
                </p:cNvPr>
                <p:cNvSpPr/>
                <p:nvPr/>
              </p:nvSpPr>
              <p:spPr>
                <a:xfrm>
                  <a:off x="3633550" y="207577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36"/>
                        <a:pt x="1419" y="347"/>
                      </a:cubicBezTo>
                      <a:cubicBezTo>
                        <a:pt x="1419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0" name="Google Shape;9240;p73">
                <a:extLst>
                  <a:ext uri="{FF2B5EF4-FFF2-40B4-BE49-F238E27FC236}">
                    <a16:creationId xmlns:a16="http://schemas.microsoft.com/office/drawing/2014/main" id="{2E6CBC17-CD97-40FD-2CF5-FE7493DC0A7B}"/>
                  </a:ext>
                </a:extLst>
              </p:cNvPr>
              <p:cNvGrpSpPr/>
              <p:nvPr/>
            </p:nvGrpSpPr>
            <p:grpSpPr>
              <a:xfrm>
                <a:off x="5852810" y="2282300"/>
                <a:ext cx="497951" cy="497951"/>
                <a:chOff x="3601275" y="2319150"/>
                <a:chExt cx="294600" cy="294600"/>
              </a:xfrm>
              <a:grpFill/>
            </p:grpSpPr>
            <p:sp>
              <p:nvSpPr>
                <p:cNvPr id="410" name="Google Shape;9241;p73">
                  <a:extLst>
                    <a:ext uri="{FF2B5EF4-FFF2-40B4-BE49-F238E27FC236}">
                      <a16:creationId xmlns:a16="http://schemas.microsoft.com/office/drawing/2014/main" id="{6733EBEA-95F6-E945-EB07-95E0497758A7}"/>
                    </a:ext>
                  </a:extLst>
                </p:cNvPr>
                <p:cNvSpPr/>
                <p:nvPr/>
              </p:nvSpPr>
              <p:spPr>
                <a:xfrm>
                  <a:off x="3601275" y="2319150"/>
                  <a:ext cx="2946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84" extrusionOk="0">
                      <a:moveTo>
                        <a:pt x="8223" y="694"/>
                      </a:moveTo>
                      <a:cubicBezTo>
                        <a:pt x="8696" y="725"/>
                        <a:pt x="9168" y="914"/>
                        <a:pt x="9546" y="1198"/>
                      </a:cubicBezTo>
                      <a:lnTo>
                        <a:pt x="7057" y="3687"/>
                      </a:lnTo>
                      <a:cubicBezTo>
                        <a:pt x="6774" y="3498"/>
                        <a:pt x="6459" y="3340"/>
                        <a:pt x="6144" y="3245"/>
                      </a:cubicBezTo>
                      <a:lnTo>
                        <a:pt x="8223" y="694"/>
                      </a:lnTo>
                      <a:close/>
                      <a:moveTo>
                        <a:pt x="10523" y="1198"/>
                      </a:moveTo>
                      <a:cubicBezTo>
                        <a:pt x="10838" y="1576"/>
                        <a:pt x="11027" y="2111"/>
                        <a:pt x="11027" y="2615"/>
                      </a:cubicBezTo>
                      <a:lnTo>
                        <a:pt x="8286" y="4852"/>
                      </a:lnTo>
                      <a:lnTo>
                        <a:pt x="7561" y="4159"/>
                      </a:lnTo>
                      <a:lnTo>
                        <a:pt x="10523" y="1198"/>
                      </a:lnTo>
                      <a:close/>
                      <a:moveTo>
                        <a:pt x="5592" y="3923"/>
                      </a:moveTo>
                      <a:cubicBezTo>
                        <a:pt x="6033" y="3923"/>
                        <a:pt x="6474" y="4096"/>
                        <a:pt x="6805" y="4443"/>
                      </a:cubicBezTo>
                      <a:cubicBezTo>
                        <a:pt x="7498" y="5104"/>
                        <a:pt x="7498" y="6207"/>
                        <a:pt x="6805" y="6869"/>
                      </a:cubicBezTo>
                      <a:cubicBezTo>
                        <a:pt x="6474" y="7199"/>
                        <a:pt x="6033" y="7365"/>
                        <a:pt x="5592" y="7365"/>
                      </a:cubicBezTo>
                      <a:cubicBezTo>
                        <a:pt x="5151" y="7365"/>
                        <a:pt x="4710" y="7199"/>
                        <a:pt x="4379" y="6869"/>
                      </a:cubicBezTo>
                      <a:cubicBezTo>
                        <a:pt x="3718" y="6207"/>
                        <a:pt x="3718" y="5104"/>
                        <a:pt x="4379" y="4443"/>
                      </a:cubicBezTo>
                      <a:cubicBezTo>
                        <a:pt x="4710" y="4096"/>
                        <a:pt x="5151" y="3923"/>
                        <a:pt x="5592" y="3923"/>
                      </a:cubicBezTo>
                      <a:close/>
                      <a:moveTo>
                        <a:pt x="8034" y="5577"/>
                      </a:moveTo>
                      <a:lnTo>
                        <a:pt x="8191" y="5734"/>
                      </a:lnTo>
                      <a:cubicBezTo>
                        <a:pt x="8696" y="6270"/>
                        <a:pt x="9326" y="6742"/>
                        <a:pt x="10019" y="7058"/>
                      </a:cubicBezTo>
                      <a:lnTo>
                        <a:pt x="9420" y="7278"/>
                      </a:lnTo>
                      <a:cubicBezTo>
                        <a:pt x="9263" y="7310"/>
                        <a:pt x="9168" y="7467"/>
                        <a:pt x="9168" y="7593"/>
                      </a:cubicBezTo>
                      <a:lnTo>
                        <a:pt x="9168" y="8066"/>
                      </a:lnTo>
                      <a:cubicBezTo>
                        <a:pt x="8601" y="7814"/>
                        <a:pt x="8034" y="7467"/>
                        <a:pt x="7561" y="7058"/>
                      </a:cubicBezTo>
                      <a:cubicBezTo>
                        <a:pt x="7876" y="6648"/>
                        <a:pt x="8034" y="6175"/>
                        <a:pt x="8034" y="5608"/>
                      </a:cubicBezTo>
                      <a:lnTo>
                        <a:pt x="8034" y="5577"/>
                      </a:lnTo>
                      <a:close/>
                      <a:moveTo>
                        <a:pt x="3245" y="6081"/>
                      </a:moveTo>
                      <a:cubicBezTo>
                        <a:pt x="3308" y="6427"/>
                        <a:pt x="3466" y="6806"/>
                        <a:pt x="3655" y="7058"/>
                      </a:cubicBezTo>
                      <a:lnTo>
                        <a:pt x="1197" y="9546"/>
                      </a:lnTo>
                      <a:cubicBezTo>
                        <a:pt x="882" y="9200"/>
                        <a:pt x="662" y="8696"/>
                        <a:pt x="630" y="8160"/>
                      </a:cubicBezTo>
                      <a:lnTo>
                        <a:pt x="3245" y="6081"/>
                      </a:lnTo>
                      <a:close/>
                      <a:moveTo>
                        <a:pt x="7057" y="7593"/>
                      </a:moveTo>
                      <a:cubicBezTo>
                        <a:pt x="7435" y="8066"/>
                        <a:pt x="7813" y="8601"/>
                        <a:pt x="8034" y="9200"/>
                      </a:cubicBezTo>
                      <a:lnTo>
                        <a:pt x="7561" y="9200"/>
                      </a:lnTo>
                      <a:cubicBezTo>
                        <a:pt x="7404" y="9200"/>
                        <a:pt x="7278" y="9263"/>
                        <a:pt x="7246" y="9420"/>
                      </a:cubicBezTo>
                      <a:lnTo>
                        <a:pt x="7057" y="10019"/>
                      </a:lnTo>
                      <a:cubicBezTo>
                        <a:pt x="6742" y="9357"/>
                        <a:pt x="6270" y="8727"/>
                        <a:pt x="5766" y="8223"/>
                      </a:cubicBezTo>
                      <a:lnTo>
                        <a:pt x="5608" y="8066"/>
                      </a:lnTo>
                      <a:lnTo>
                        <a:pt x="5640" y="8066"/>
                      </a:lnTo>
                      <a:cubicBezTo>
                        <a:pt x="6144" y="8066"/>
                        <a:pt x="6648" y="7877"/>
                        <a:pt x="7057" y="7593"/>
                      </a:cubicBezTo>
                      <a:close/>
                      <a:moveTo>
                        <a:pt x="4096" y="7625"/>
                      </a:moveTo>
                      <a:lnTo>
                        <a:pt x="4820" y="8318"/>
                      </a:lnTo>
                      <a:lnTo>
                        <a:pt x="2552" y="11090"/>
                      </a:lnTo>
                      <a:cubicBezTo>
                        <a:pt x="2048" y="11059"/>
                        <a:pt x="1575" y="10901"/>
                        <a:pt x="1134" y="10586"/>
                      </a:cubicBezTo>
                      <a:lnTo>
                        <a:pt x="4096" y="7625"/>
                      </a:lnTo>
                      <a:close/>
                      <a:moveTo>
                        <a:pt x="8160" y="0"/>
                      </a:moveTo>
                      <a:cubicBezTo>
                        <a:pt x="8034" y="0"/>
                        <a:pt x="7971" y="63"/>
                        <a:pt x="7876" y="126"/>
                      </a:cubicBezTo>
                      <a:lnTo>
                        <a:pt x="5356" y="3245"/>
                      </a:lnTo>
                      <a:cubicBezTo>
                        <a:pt x="4852" y="3308"/>
                        <a:pt x="4348" y="3529"/>
                        <a:pt x="3938" y="3970"/>
                      </a:cubicBezTo>
                      <a:cubicBezTo>
                        <a:pt x="3592" y="4317"/>
                        <a:pt x="3340" y="4758"/>
                        <a:pt x="3277" y="5262"/>
                      </a:cubicBezTo>
                      <a:lnTo>
                        <a:pt x="126" y="7782"/>
                      </a:lnTo>
                      <a:cubicBezTo>
                        <a:pt x="32" y="7845"/>
                        <a:pt x="0" y="7940"/>
                        <a:pt x="0" y="8066"/>
                      </a:cubicBezTo>
                      <a:cubicBezTo>
                        <a:pt x="0" y="8790"/>
                        <a:pt x="284" y="9546"/>
                        <a:pt x="756" y="10114"/>
                      </a:cubicBezTo>
                      <a:lnTo>
                        <a:pt x="473" y="10366"/>
                      </a:lnTo>
                      <a:cubicBezTo>
                        <a:pt x="410" y="10460"/>
                        <a:pt x="347" y="10523"/>
                        <a:pt x="347" y="10618"/>
                      </a:cubicBezTo>
                      <a:cubicBezTo>
                        <a:pt x="347" y="10681"/>
                        <a:pt x="410" y="10807"/>
                        <a:pt x="473" y="10838"/>
                      </a:cubicBezTo>
                      <a:cubicBezTo>
                        <a:pt x="1103" y="11468"/>
                        <a:pt x="1922" y="11783"/>
                        <a:pt x="2804" y="11783"/>
                      </a:cubicBezTo>
                      <a:cubicBezTo>
                        <a:pt x="2930" y="11783"/>
                        <a:pt x="2993" y="11752"/>
                        <a:pt x="3088" y="11657"/>
                      </a:cubicBezTo>
                      <a:lnTo>
                        <a:pt x="5388" y="8790"/>
                      </a:lnTo>
                      <a:cubicBezTo>
                        <a:pt x="6018" y="9452"/>
                        <a:pt x="6553" y="10303"/>
                        <a:pt x="6805" y="11153"/>
                      </a:cubicBezTo>
                      <a:cubicBezTo>
                        <a:pt x="6868" y="11311"/>
                        <a:pt x="7026" y="11405"/>
                        <a:pt x="7120" y="11405"/>
                      </a:cubicBezTo>
                      <a:cubicBezTo>
                        <a:pt x="7278" y="11405"/>
                        <a:pt x="7404" y="11311"/>
                        <a:pt x="7435" y="11153"/>
                      </a:cubicBezTo>
                      <a:lnTo>
                        <a:pt x="7845" y="9924"/>
                      </a:lnTo>
                      <a:lnTo>
                        <a:pt x="8601" y="9924"/>
                      </a:lnTo>
                      <a:cubicBezTo>
                        <a:pt x="8696" y="9924"/>
                        <a:pt x="8790" y="9893"/>
                        <a:pt x="8853" y="9767"/>
                      </a:cubicBezTo>
                      <a:cubicBezTo>
                        <a:pt x="8948" y="9704"/>
                        <a:pt x="8948" y="9578"/>
                        <a:pt x="8916" y="9452"/>
                      </a:cubicBezTo>
                      <a:cubicBezTo>
                        <a:pt x="8790" y="9137"/>
                        <a:pt x="8664" y="8822"/>
                        <a:pt x="8507" y="8507"/>
                      </a:cubicBezTo>
                      <a:lnTo>
                        <a:pt x="8507" y="8507"/>
                      </a:lnTo>
                      <a:cubicBezTo>
                        <a:pt x="8822" y="8664"/>
                        <a:pt x="9137" y="8790"/>
                        <a:pt x="9452" y="8916"/>
                      </a:cubicBezTo>
                      <a:cubicBezTo>
                        <a:pt x="9489" y="8926"/>
                        <a:pt x="9526" y="8929"/>
                        <a:pt x="9561" y="8929"/>
                      </a:cubicBezTo>
                      <a:cubicBezTo>
                        <a:pt x="9646" y="8929"/>
                        <a:pt x="9722" y="8907"/>
                        <a:pt x="9767" y="8885"/>
                      </a:cubicBezTo>
                      <a:cubicBezTo>
                        <a:pt x="9861" y="8790"/>
                        <a:pt x="9924" y="8727"/>
                        <a:pt x="9924" y="8601"/>
                      </a:cubicBezTo>
                      <a:lnTo>
                        <a:pt x="9924" y="7845"/>
                      </a:lnTo>
                      <a:lnTo>
                        <a:pt x="11153" y="7467"/>
                      </a:lnTo>
                      <a:cubicBezTo>
                        <a:pt x="11310" y="7404"/>
                        <a:pt x="11373" y="7247"/>
                        <a:pt x="11373" y="7152"/>
                      </a:cubicBezTo>
                      <a:cubicBezTo>
                        <a:pt x="11373" y="6995"/>
                        <a:pt x="11310" y="6869"/>
                        <a:pt x="11153" y="6837"/>
                      </a:cubicBezTo>
                      <a:cubicBezTo>
                        <a:pt x="10271" y="6553"/>
                        <a:pt x="9452" y="6049"/>
                        <a:pt x="8790" y="5419"/>
                      </a:cubicBezTo>
                      <a:lnTo>
                        <a:pt x="11657" y="3088"/>
                      </a:lnTo>
                      <a:cubicBezTo>
                        <a:pt x="11689" y="2962"/>
                        <a:pt x="11783" y="2867"/>
                        <a:pt x="11783" y="2773"/>
                      </a:cubicBezTo>
                      <a:cubicBezTo>
                        <a:pt x="11783" y="1922"/>
                        <a:pt x="11436" y="1072"/>
                        <a:pt x="10838" y="442"/>
                      </a:cubicBezTo>
                      <a:cubicBezTo>
                        <a:pt x="10775" y="379"/>
                        <a:pt x="10688" y="347"/>
                        <a:pt x="10602" y="347"/>
                      </a:cubicBezTo>
                      <a:cubicBezTo>
                        <a:pt x="10515" y="347"/>
                        <a:pt x="10428" y="379"/>
                        <a:pt x="10365" y="442"/>
                      </a:cubicBezTo>
                      <a:lnTo>
                        <a:pt x="10082" y="725"/>
                      </a:lnTo>
                      <a:cubicBezTo>
                        <a:pt x="9546" y="284"/>
                        <a:pt x="8853" y="0"/>
                        <a:pt x="81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1" name="Google Shape;9242;p73">
                  <a:extLst>
                    <a:ext uri="{FF2B5EF4-FFF2-40B4-BE49-F238E27FC236}">
                      <a16:creationId xmlns:a16="http://schemas.microsoft.com/office/drawing/2014/main" id="{91F04397-F705-D502-979E-FED1F9598FF9}"/>
                    </a:ext>
                  </a:extLst>
                </p:cNvPr>
                <p:cNvSpPr/>
                <p:nvPr/>
              </p:nvSpPr>
              <p:spPr>
                <a:xfrm>
                  <a:off x="3713900" y="2434350"/>
                  <a:ext cx="5595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88" extrusionOk="0">
                      <a:moveTo>
                        <a:pt x="1087" y="685"/>
                      </a:moveTo>
                      <a:cubicBezTo>
                        <a:pt x="1174" y="685"/>
                        <a:pt x="1261" y="717"/>
                        <a:pt x="1324" y="780"/>
                      </a:cubicBezTo>
                      <a:cubicBezTo>
                        <a:pt x="1450" y="874"/>
                        <a:pt x="1450" y="1126"/>
                        <a:pt x="1324" y="1252"/>
                      </a:cubicBezTo>
                      <a:cubicBezTo>
                        <a:pt x="1261" y="1300"/>
                        <a:pt x="1174" y="1323"/>
                        <a:pt x="1087" y="1323"/>
                      </a:cubicBezTo>
                      <a:cubicBezTo>
                        <a:pt x="1001" y="1323"/>
                        <a:pt x="914" y="1300"/>
                        <a:pt x="851" y="1252"/>
                      </a:cubicBezTo>
                      <a:cubicBezTo>
                        <a:pt x="725" y="1126"/>
                        <a:pt x="725" y="937"/>
                        <a:pt x="851" y="780"/>
                      </a:cubicBezTo>
                      <a:cubicBezTo>
                        <a:pt x="914" y="717"/>
                        <a:pt x="1001" y="685"/>
                        <a:pt x="1087" y="685"/>
                      </a:cubicBezTo>
                      <a:close/>
                      <a:moveTo>
                        <a:pt x="1115" y="0"/>
                      </a:moveTo>
                      <a:cubicBezTo>
                        <a:pt x="851" y="0"/>
                        <a:pt x="583" y="102"/>
                        <a:pt x="378" y="307"/>
                      </a:cubicBezTo>
                      <a:cubicBezTo>
                        <a:pt x="0" y="685"/>
                        <a:pt x="0" y="1347"/>
                        <a:pt x="378" y="1756"/>
                      </a:cubicBezTo>
                      <a:cubicBezTo>
                        <a:pt x="583" y="1977"/>
                        <a:pt x="851" y="2087"/>
                        <a:pt x="1115" y="2087"/>
                      </a:cubicBezTo>
                      <a:cubicBezTo>
                        <a:pt x="1379" y="2087"/>
                        <a:pt x="1639" y="1977"/>
                        <a:pt x="1828" y="1756"/>
                      </a:cubicBezTo>
                      <a:cubicBezTo>
                        <a:pt x="2237" y="1347"/>
                        <a:pt x="2237" y="685"/>
                        <a:pt x="1828" y="307"/>
                      </a:cubicBezTo>
                      <a:cubicBezTo>
                        <a:pt x="1639" y="102"/>
                        <a:pt x="1379" y="0"/>
                        <a:pt x="11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41" name="Google Shape;9243;p73">
                <a:extLst>
                  <a:ext uri="{FF2B5EF4-FFF2-40B4-BE49-F238E27FC236}">
                    <a16:creationId xmlns:a16="http://schemas.microsoft.com/office/drawing/2014/main" id="{C9D65D8C-7CEA-5C47-7417-70CBE1865DBE}"/>
                  </a:ext>
                </a:extLst>
              </p:cNvPr>
              <p:cNvSpPr/>
              <p:nvPr/>
            </p:nvSpPr>
            <p:spPr>
              <a:xfrm>
                <a:off x="5852086" y="2925310"/>
                <a:ext cx="499303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815" extrusionOk="0">
                    <a:moveTo>
                      <a:pt x="6207" y="693"/>
                    </a:moveTo>
                    <a:cubicBezTo>
                      <a:pt x="7877" y="819"/>
                      <a:pt x="9326" y="1670"/>
                      <a:pt x="10208" y="2993"/>
                    </a:cubicBezTo>
                    <a:lnTo>
                      <a:pt x="6207" y="5293"/>
                    </a:lnTo>
                    <a:lnTo>
                      <a:pt x="6207" y="693"/>
                    </a:lnTo>
                    <a:close/>
                    <a:moveTo>
                      <a:pt x="10555" y="3623"/>
                    </a:moveTo>
                    <a:cubicBezTo>
                      <a:pt x="10901" y="4316"/>
                      <a:pt x="11090" y="5104"/>
                      <a:pt x="11090" y="5923"/>
                    </a:cubicBezTo>
                    <a:cubicBezTo>
                      <a:pt x="11090" y="7026"/>
                      <a:pt x="10744" y="8097"/>
                      <a:pt x="10114" y="8979"/>
                    </a:cubicBezTo>
                    <a:lnTo>
                      <a:pt x="6491" y="5986"/>
                    </a:lnTo>
                    <a:lnTo>
                      <a:pt x="10555" y="3623"/>
                    </a:lnTo>
                    <a:close/>
                    <a:moveTo>
                      <a:pt x="5546" y="693"/>
                    </a:moveTo>
                    <a:lnTo>
                      <a:pt x="5546" y="5892"/>
                    </a:lnTo>
                    <a:cubicBezTo>
                      <a:pt x="5546" y="6018"/>
                      <a:pt x="5577" y="6081"/>
                      <a:pt x="5672" y="6175"/>
                    </a:cubicBezTo>
                    <a:lnTo>
                      <a:pt x="9673" y="9483"/>
                    </a:lnTo>
                    <a:cubicBezTo>
                      <a:pt x="8728" y="10491"/>
                      <a:pt x="7373" y="11121"/>
                      <a:pt x="5892" y="11121"/>
                    </a:cubicBezTo>
                    <a:cubicBezTo>
                      <a:pt x="3025" y="11121"/>
                      <a:pt x="662" y="8822"/>
                      <a:pt x="662" y="5892"/>
                    </a:cubicBezTo>
                    <a:cubicBezTo>
                      <a:pt x="662" y="3151"/>
                      <a:pt x="2836" y="851"/>
                      <a:pt x="5546" y="693"/>
                    </a:cubicBezTo>
                    <a:close/>
                    <a:moveTo>
                      <a:pt x="5892" y="0"/>
                    </a:moveTo>
                    <a:cubicBezTo>
                      <a:pt x="2647" y="0"/>
                      <a:pt x="1" y="2615"/>
                      <a:pt x="1" y="5892"/>
                    </a:cubicBezTo>
                    <a:cubicBezTo>
                      <a:pt x="1" y="9168"/>
                      <a:pt x="2647" y="11814"/>
                      <a:pt x="5892" y="11814"/>
                    </a:cubicBezTo>
                    <a:cubicBezTo>
                      <a:pt x="9169" y="11814"/>
                      <a:pt x="11815" y="9168"/>
                      <a:pt x="11815" y="5892"/>
                    </a:cubicBezTo>
                    <a:cubicBezTo>
                      <a:pt x="11815" y="2678"/>
                      <a:pt x="9137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42" name="Google Shape;9244;p73">
                <a:extLst>
                  <a:ext uri="{FF2B5EF4-FFF2-40B4-BE49-F238E27FC236}">
                    <a16:creationId xmlns:a16="http://schemas.microsoft.com/office/drawing/2014/main" id="{E43EB300-6310-C594-0931-E631700D227E}"/>
                  </a:ext>
                </a:extLst>
              </p:cNvPr>
              <p:cNvGrpSpPr/>
              <p:nvPr/>
            </p:nvGrpSpPr>
            <p:grpSpPr>
              <a:xfrm>
                <a:off x="9032639" y="1687898"/>
                <a:ext cx="469977" cy="500571"/>
                <a:chOff x="5421475" y="1945825"/>
                <a:chExt cx="278050" cy="296150"/>
              </a:xfrm>
              <a:grpFill/>
            </p:grpSpPr>
            <p:sp>
              <p:nvSpPr>
                <p:cNvPr id="402" name="Google Shape;9245;p73">
                  <a:extLst>
                    <a:ext uri="{FF2B5EF4-FFF2-40B4-BE49-F238E27FC236}">
                      <a16:creationId xmlns:a16="http://schemas.microsoft.com/office/drawing/2014/main" id="{17090342-063D-97CA-4E36-A7955E671002}"/>
                    </a:ext>
                  </a:extLst>
                </p:cNvPr>
                <p:cNvSpPr/>
                <p:nvPr/>
              </p:nvSpPr>
              <p:spPr>
                <a:xfrm>
                  <a:off x="5472650" y="1999375"/>
                  <a:ext cx="172525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9704" extrusionOk="0">
                      <a:moveTo>
                        <a:pt x="1765" y="1355"/>
                      </a:moveTo>
                      <a:cubicBezTo>
                        <a:pt x="1986" y="1355"/>
                        <a:pt x="2143" y="1513"/>
                        <a:pt x="2143" y="1702"/>
                      </a:cubicBezTo>
                      <a:lnTo>
                        <a:pt x="2143" y="2048"/>
                      </a:lnTo>
                      <a:lnTo>
                        <a:pt x="1765" y="2048"/>
                      </a:lnTo>
                      <a:cubicBezTo>
                        <a:pt x="1671" y="2048"/>
                        <a:pt x="1545" y="2048"/>
                        <a:pt x="1419" y="2111"/>
                      </a:cubicBezTo>
                      <a:lnTo>
                        <a:pt x="1419" y="1702"/>
                      </a:lnTo>
                      <a:cubicBezTo>
                        <a:pt x="1419" y="1513"/>
                        <a:pt x="1576" y="1355"/>
                        <a:pt x="1765" y="1355"/>
                      </a:cubicBezTo>
                      <a:close/>
                      <a:moveTo>
                        <a:pt x="3151" y="631"/>
                      </a:moveTo>
                      <a:cubicBezTo>
                        <a:pt x="3341" y="631"/>
                        <a:pt x="3498" y="788"/>
                        <a:pt x="3498" y="1009"/>
                      </a:cubicBezTo>
                      <a:lnTo>
                        <a:pt x="3498" y="2111"/>
                      </a:lnTo>
                      <a:cubicBezTo>
                        <a:pt x="3404" y="2048"/>
                        <a:pt x="3277" y="2017"/>
                        <a:pt x="3151" y="2017"/>
                      </a:cubicBezTo>
                      <a:lnTo>
                        <a:pt x="2805" y="2017"/>
                      </a:lnTo>
                      <a:lnTo>
                        <a:pt x="2805" y="1009"/>
                      </a:lnTo>
                      <a:cubicBezTo>
                        <a:pt x="2805" y="788"/>
                        <a:pt x="2962" y="631"/>
                        <a:pt x="3151" y="631"/>
                      </a:cubicBezTo>
                      <a:close/>
                      <a:moveTo>
                        <a:pt x="4538" y="1355"/>
                      </a:moveTo>
                      <a:cubicBezTo>
                        <a:pt x="4727" y="1355"/>
                        <a:pt x="4884" y="1513"/>
                        <a:pt x="4884" y="1702"/>
                      </a:cubicBezTo>
                      <a:lnTo>
                        <a:pt x="4884" y="3088"/>
                      </a:lnTo>
                      <a:cubicBezTo>
                        <a:pt x="4884" y="3277"/>
                        <a:pt x="4727" y="3435"/>
                        <a:pt x="4538" y="3435"/>
                      </a:cubicBezTo>
                      <a:cubicBezTo>
                        <a:pt x="4349" y="3435"/>
                        <a:pt x="4191" y="3277"/>
                        <a:pt x="4191" y="3088"/>
                      </a:cubicBezTo>
                      <a:lnTo>
                        <a:pt x="4191" y="1702"/>
                      </a:lnTo>
                      <a:cubicBezTo>
                        <a:pt x="4191" y="1513"/>
                        <a:pt x="4349" y="1355"/>
                        <a:pt x="4538" y="1355"/>
                      </a:cubicBezTo>
                      <a:close/>
                      <a:moveTo>
                        <a:pt x="5924" y="2017"/>
                      </a:moveTo>
                      <a:cubicBezTo>
                        <a:pt x="6113" y="2017"/>
                        <a:pt x="6270" y="2174"/>
                        <a:pt x="6270" y="2363"/>
                      </a:cubicBezTo>
                      <a:lnTo>
                        <a:pt x="6270" y="3088"/>
                      </a:lnTo>
                      <a:cubicBezTo>
                        <a:pt x="6270" y="3277"/>
                        <a:pt x="6113" y="3435"/>
                        <a:pt x="5924" y="3435"/>
                      </a:cubicBezTo>
                      <a:cubicBezTo>
                        <a:pt x="5703" y="3435"/>
                        <a:pt x="5546" y="3277"/>
                        <a:pt x="5546" y="3088"/>
                      </a:cubicBezTo>
                      <a:lnTo>
                        <a:pt x="5546" y="2363"/>
                      </a:lnTo>
                      <a:cubicBezTo>
                        <a:pt x="5546" y="2174"/>
                        <a:pt x="5703" y="2017"/>
                        <a:pt x="5924" y="2017"/>
                      </a:cubicBezTo>
                      <a:close/>
                      <a:moveTo>
                        <a:pt x="3120" y="2741"/>
                      </a:moveTo>
                      <a:cubicBezTo>
                        <a:pt x="3309" y="2741"/>
                        <a:pt x="3467" y="2899"/>
                        <a:pt x="3467" y="3088"/>
                      </a:cubicBezTo>
                      <a:cubicBezTo>
                        <a:pt x="3467" y="3277"/>
                        <a:pt x="3309" y="3435"/>
                        <a:pt x="3120" y="3435"/>
                      </a:cubicBezTo>
                      <a:lnTo>
                        <a:pt x="1734" y="3435"/>
                      </a:lnTo>
                      <a:cubicBezTo>
                        <a:pt x="1545" y="3435"/>
                        <a:pt x="1387" y="3592"/>
                        <a:pt x="1387" y="3781"/>
                      </a:cubicBezTo>
                      <a:cubicBezTo>
                        <a:pt x="1387" y="4002"/>
                        <a:pt x="1545" y="4159"/>
                        <a:pt x="1734" y="4159"/>
                      </a:cubicBezTo>
                      <a:cubicBezTo>
                        <a:pt x="2679" y="4159"/>
                        <a:pt x="3467" y="4947"/>
                        <a:pt x="3467" y="5892"/>
                      </a:cubicBezTo>
                      <a:cubicBezTo>
                        <a:pt x="3467" y="6081"/>
                        <a:pt x="3624" y="6238"/>
                        <a:pt x="3845" y="6238"/>
                      </a:cubicBezTo>
                      <a:cubicBezTo>
                        <a:pt x="4034" y="6238"/>
                        <a:pt x="4191" y="6081"/>
                        <a:pt x="4191" y="5892"/>
                      </a:cubicBezTo>
                      <a:cubicBezTo>
                        <a:pt x="4191" y="5167"/>
                        <a:pt x="3876" y="4537"/>
                        <a:pt x="3435" y="4096"/>
                      </a:cubicBezTo>
                      <a:cubicBezTo>
                        <a:pt x="3593" y="4065"/>
                        <a:pt x="3750" y="4002"/>
                        <a:pt x="3876" y="3876"/>
                      </a:cubicBezTo>
                      <a:cubicBezTo>
                        <a:pt x="4065" y="4033"/>
                        <a:pt x="4317" y="4159"/>
                        <a:pt x="4569" y="4159"/>
                      </a:cubicBezTo>
                      <a:cubicBezTo>
                        <a:pt x="4853" y="4159"/>
                        <a:pt x="5073" y="4033"/>
                        <a:pt x="5294" y="3876"/>
                      </a:cubicBezTo>
                      <a:cubicBezTo>
                        <a:pt x="5483" y="4033"/>
                        <a:pt x="5703" y="4159"/>
                        <a:pt x="5987" y="4159"/>
                      </a:cubicBezTo>
                      <a:cubicBezTo>
                        <a:pt x="6113" y="4159"/>
                        <a:pt x="6239" y="4096"/>
                        <a:pt x="6333" y="4065"/>
                      </a:cubicBezTo>
                      <a:lnTo>
                        <a:pt x="6333" y="5167"/>
                      </a:lnTo>
                      <a:cubicBezTo>
                        <a:pt x="6333" y="5923"/>
                        <a:pt x="5861" y="6554"/>
                        <a:pt x="5199" y="6774"/>
                      </a:cubicBezTo>
                      <a:cubicBezTo>
                        <a:pt x="5042" y="6837"/>
                        <a:pt x="4979" y="6995"/>
                        <a:pt x="4979" y="7089"/>
                      </a:cubicBezTo>
                      <a:lnTo>
                        <a:pt x="4979" y="7562"/>
                      </a:lnTo>
                      <a:lnTo>
                        <a:pt x="2206" y="7562"/>
                      </a:lnTo>
                      <a:lnTo>
                        <a:pt x="2206" y="7089"/>
                      </a:lnTo>
                      <a:cubicBezTo>
                        <a:pt x="2206" y="6932"/>
                        <a:pt x="2143" y="6837"/>
                        <a:pt x="1986" y="6774"/>
                      </a:cubicBezTo>
                      <a:cubicBezTo>
                        <a:pt x="1261" y="6554"/>
                        <a:pt x="820" y="5892"/>
                        <a:pt x="820" y="5167"/>
                      </a:cubicBezTo>
                      <a:lnTo>
                        <a:pt x="820" y="3750"/>
                      </a:lnTo>
                      <a:lnTo>
                        <a:pt x="726" y="3750"/>
                      </a:lnTo>
                      <a:cubicBezTo>
                        <a:pt x="726" y="3151"/>
                        <a:pt x="1198" y="2741"/>
                        <a:pt x="1734" y="2741"/>
                      </a:cubicBezTo>
                      <a:close/>
                      <a:moveTo>
                        <a:pt x="5199" y="8286"/>
                      </a:moveTo>
                      <a:cubicBezTo>
                        <a:pt x="5388" y="8286"/>
                        <a:pt x="5546" y="8444"/>
                        <a:pt x="5546" y="8633"/>
                      </a:cubicBezTo>
                      <a:lnTo>
                        <a:pt x="5546" y="8979"/>
                      </a:lnTo>
                      <a:lnTo>
                        <a:pt x="1387" y="8979"/>
                      </a:lnTo>
                      <a:lnTo>
                        <a:pt x="1387" y="8633"/>
                      </a:lnTo>
                      <a:cubicBezTo>
                        <a:pt x="1387" y="8444"/>
                        <a:pt x="1545" y="8286"/>
                        <a:pt x="1734" y="8286"/>
                      </a:cubicBezTo>
                      <a:close/>
                      <a:moveTo>
                        <a:pt x="3120" y="1"/>
                      </a:moveTo>
                      <a:cubicBezTo>
                        <a:pt x="2647" y="1"/>
                        <a:pt x="2269" y="316"/>
                        <a:pt x="2143" y="757"/>
                      </a:cubicBezTo>
                      <a:cubicBezTo>
                        <a:pt x="2017" y="725"/>
                        <a:pt x="1891" y="694"/>
                        <a:pt x="1734" y="694"/>
                      </a:cubicBezTo>
                      <a:cubicBezTo>
                        <a:pt x="1167" y="694"/>
                        <a:pt x="726" y="1166"/>
                        <a:pt x="726" y="1702"/>
                      </a:cubicBezTo>
                      <a:lnTo>
                        <a:pt x="726" y="2426"/>
                      </a:lnTo>
                      <a:cubicBezTo>
                        <a:pt x="285" y="2678"/>
                        <a:pt x="1" y="3214"/>
                        <a:pt x="1" y="3750"/>
                      </a:cubicBezTo>
                      <a:lnTo>
                        <a:pt x="1" y="5136"/>
                      </a:lnTo>
                      <a:cubicBezTo>
                        <a:pt x="1" y="6081"/>
                        <a:pt x="568" y="6932"/>
                        <a:pt x="1387" y="7341"/>
                      </a:cubicBezTo>
                      <a:lnTo>
                        <a:pt x="1387" y="7656"/>
                      </a:lnTo>
                      <a:cubicBezTo>
                        <a:pt x="1009" y="7814"/>
                        <a:pt x="694" y="8160"/>
                        <a:pt x="694" y="8633"/>
                      </a:cubicBezTo>
                      <a:lnTo>
                        <a:pt x="694" y="9357"/>
                      </a:lnTo>
                      <a:cubicBezTo>
                        <a:pt x="694" y="9546"/>
                        <a:pt x="852" y="9704"/>
                        <a:pt x="1041" y="9704"/>
                      </a:cubicBezTo>
                      <a:lnTo>
                        <a:pt x="5892" y="9704"/>
                      </a:lnTo>
                      <a:cubicBezTo>
                        <a:pt x="6081" y="9704"/>
                        <a:pt x="6239" y="9546"/>
                        <a:pt x="6239" y="9357"/>
                      </a:cubicBezTo>
                      <a:lnTo>
                        <a:pt x="6239" y="8633"/>
                      </a:lnTo>
                      <a:cubicBezTo>
                        <a:pt x="6239" y="8192"/>
                        <a:pt x="5955" y="7814"/>
                        <a:pt x="5514" y="7656"/>
                      </a:cubicBezTo>
                      <a:lnTo>
                        <a:pt x="5514" y="7341"/>
                      </a:lnTo>
                      <a:cubicBezTo>
                        <a:pt x="6365" y="6932"/>
                        <a:pt x="6901" y="6081"/>
                        <a:pt x="6901" y="5136"/>
                      </a:cubicBezTo>
                      <a:lnTo>
                        <a:pt x="6901" y="2363"/>
                      </a:lnTo>
                      <a:cubicBezTo>
                        <a:pt x="6901" y="1796"/>
                        <a:pt x="6428" y="1355"/>
                        <a:pt x="5892" y="1355"/>
                      </a:cubicBezTo>
                      <a:cubicBezTo>
                        <a:pt x="5766" y="1355"/>
                        <a:pt x="5609" y="1387"/>
                        <a:pt x="5483" y="1418"/>
                      </a:cubicBezTo>
                      <a:cubicBezTo>
                        <a:pt x="5357" y="1009"/>
                        <a:pt x="4979" y="694"/>
                        <a:pt x="4506" y="694"/>
                      </a:cubicBezTo>
                      <a:cubicBezTo>
                        <a:pt x="4380" y="694"/>
                        <a:pt x="4223" y="725"/>
                        <a:pt x="4097" y="757"/>
                      </a:cubicBezTo>
                      <a:cubicBezTo>
                        <a:pt x="4002" y="316"/>
                        <a:pt x="3593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3" name="Google Shape;9246;p73">
                  <a:extLst>
                    <a:ext uri="{FF2B5EF4-FFF2-40B4-BE49-F238E27FC236}">
                      <a16:creationId xmlns:a16="http://schemas.microsoft.com/office/drawing/2014/main" id="{D7049224-4C5A-71A1-C374-F6EEA14805E6}"/>
                    </a:ext>
                  </a:extLst>
                </p:cNvPr>
                <p:cNvSpPr/>
                <p:nvPr/>
              </p:nvSpPr>
              <p:spPr>
                <a:xfrm>
                  <a:off x="5559300" y="1945825"/>
                  <a:ext cx="181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76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418"/>
                      </a:lnTo>
                      <a:cubicBezTo>
                        <a:pt x="1" y="1607"/>
                        <a:pt x="158" y="1764"/>
                        <a:pt x="379" y="1764"/>
                      </a:cubicBezTo>
                      <a:cubicBezTo>
                        <a:pt x="568" y="1764"/>
                        <a:pt x="725" y="1607"/>
                        <a:pt x="725" y="1418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4" name="Google Shape;9247;p73">
                  <a:extLst>
                    <a:ext uri="{FF2B5EF4-FFF2-40B4-BE49-F238E27FC236}">
                      <a16:creationId xmlns:a16="http://schemas.microsoft.com/office/drawing/2014/main" id="{1BBA1047-2736-DE10-6715-3666439B3394}"/>
                    </a:ext>
                  </a:extLst>
                </p:cNvPr>
                <p:cNvSpPr/>
                <p:nvPr/>
              </p:nvSpPr>
              <p:spPr>
                <a:xfrm>
                  <a:off x="5611275" y="19639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76" y="1"/>
                      </a:moveTo>
                      <a:cubicBezTo>
                        <a:pt x="985" y="1"/>
                        <a:pt x="899" y="32"/>
                        <a:pt x="851" y="95"/>
                      </a:cubicBezTo>
                      <a:lnTo>
                        <a:pt x="127" y="788"/>
                      </a:lnTo>
                      <a:cubicBezTo>
                        <a:pt x="1" y="914"/>
                        <a:pt x="1" y="1166"/>
                        <a:pt x="127" y="1261"/>
                      </a:cubicBezTo>
                      <a:cubicBezTo>
                        <a:pt x="190" y="1340"/>
                        <a:pt x="284" y="1379"/>
                        <a:pt x="375" y="1379"/>
                      </a:cubicBezTo>
                      <a:cubicBezTo>
                        <a:pt x="466" y="1379"/>
                        <a:pt x="552" y="1340"/>
                        <a:pt x="599" y="1261"/>
                      </a:cubicBezTo>
                      <a:lnTo>
                        <a:pt x="1324" y="568"/>
                      </a:lnTo>
                      <a:cubicBezTo>
                        <a:pt x="1419" y="442"/>
                        <a:pt x="1419" y="221"/>
                        <a:pt x="1324" y="95"/>
                      </a:cubicBezTo>
                      <a:cubicBezTo>
                        <a:pt x="1261" y="32"/>
                        <a:pt x="1167" y="1"/>
                        <a:pt x="10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5" name="Google Shape;9248;p73">
                  <a:extLst>
                    <a:ext uri="{FF2B5EF4-FFF2-40B4-BE49-F238E27FC236}">
                      <a16:creationId xmlns:a16="http://schemas.microsoft.com/office/drawing/2014/main" id="{35A3FEF5-A5FA-2597-9C82-52A70860B599}"/>
                    </a:ext>
                  </a:extLst>
                </p:cNvPr>
                <p:cNvSpPr/>
                <p:nvPr/>
              </p:nvSpPr>
              <p:spPr>
                <a:xfrm>
                  <a:off x="5664050" y="2067900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1" y="694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6" name="Google Shape;9249;p73">
                  <a:extLst>
                    <a:ext uri="{FF2B5EF4-FFF2-40B4-BE49-F238E27FC236}">
                      <a16:creationId xmlns:a16="http://schemas.microsoft.com/office/drawing/2014/main" id="{C549D0AF-8F73-306C-C3A1-DDE2B5AF2A0F}"/>
                    </a:ext>
                  </a:extLst>
                </p:cNvPr>
                <p:cNvSpPr/>
                <p:nvPr/>
              </p:nvSpPr>
              <p:spPr>
                <a:xfrm>
                  <a:off x="5421475" y="2067900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78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7" name="Google Shape;9250;p73">
                  <a:extLst>
                    <a:ext uri="{FF2B5EF4-FFF2-40B4-BE49-F238E27FC236}">
                      <a16:creationId xmlns:a16="http://schemas.microsoft.com/office/drawing/2014/main" id="{EC2DDB59-683E-F8BC-BD99-66ABFCE22198}"/>
                    </a:ext>
                  </a:extLst>
                </p:cNvPr>
                <p:cNvSpPr/>
                <p:nvPr/>
              </p:nvSpPr>
              <p:spPr>
                <a:xfrm>
                  <a:off x="5490000" y="1963925"/>
                  <a:ext cx="354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5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819" y="1261"/>
                      </a:lnTo>
                      <a:cubicBezTo>
                        <a:pt x="866" y="1324"/>
                        <a:pt x="953" y="1356"/>
                        <a:pt x="1044" y="1356"/>
                      </a:cubicBezTo>
                      <a:cubicBezTo>
                        <a:pt x="1134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67" y="95"/>
                      </a:lnTo>
                      <a:cubicBezTo>
                        <a:pt x="520" y="32"/>
                        <a:pt x="433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8" name="Google Shape;9251;p73">
                  <a:extLst>
                    <a:ext uri="{FF2B5EF4-FFF2-40B4-BE49-F238E27FC236}">
                      <a16:creationId xmlns:a16="http://schemas.microsoft.com/office/drawing/2014/main" id="{FEAE633F-C189-B0E5-3068-293A0A348269}"/>
                    </a:ext>
                  </a:extLst>
                </p:cNvPr>
                <p:cNvSpPr/>
                <p:nvPr/>
              </p:nvSpPr>
              <p:spPr>
                <a:xfrm>
                  <a:off x="5437225" y="1997650"/>
                  <a:ext cx="37825" cy="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53" extrusionOk="0">
                      <a:moveTo>
                        <a:pt x="422" y="0"/>
                      </a:moveTo>
                      <a:cubicBezTo>
                        <a:pt x="285" y="0"/>
                        <a:pt x="140" y="81"/>
                        <a:pt x="95" y="196"/>
                      </a:cubicBezTo>
                      <a:cubicBezTo>
                        <a:pt x="0" y="353"/>
                        <a:pt x="95" y="574"/>
                        <a:pt x="252" y="668"/>
                      </a:cubicBezTo>
                      <a:lnTo>
                        <a:pt x="945" y="1015"/>
                      </a:lnTo>
                      <a:cubicBezTo>
                        <a:pt x="989" y="1041"/>
                        <a:pt x="1039" y="1052"/>
                        <a:pt x="1091" y="1052"/>
                      </a:cubicBezTo>
                      <a:cubicBezTo>
                        <a:pt x="1227" y="1052"/>
                        <a:pt x="1372" y="971"/>
                        <a:pt x="1418" y="857"/>
                      </a:cubicBezTo>
                      <a:cubicBezTo>
                        <a:pt x="1512" y="700"/>
                        <a:pt x="1418" y="479"/>
                        <a:pt x="1260" y="385"/>
                      </a:cubicBezTo>
                      <a:lnTo>
                        <a:pt x="567" y="38"/>
                      </a:lnTo>
                      <a:cubicBezTo>
                        <a:pt x="524" y="12"/>
                        <a:pt x="473" y="0"/>
                        <a:pt x="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9" name="Google Shape;9252;p73">
                  <a:extLst>
                    <a:ext uri="{FF2B5EF4-FFF2-40B4-BE49-F238E27FC236}">
                      <a16:creationId xmlns:a16="http://schemas.microsoft.com/office/drawing/2014/main" id="{CA46A9FE-07CC-6AC9-3158-50E55D5B7BE2}"/>
                    </a:ext>
                  </a:extLst>
                </p:cNvPr>
                <p:cNvSpPr/>
                <p:nvPr/>
              </p:nvSpPr>
              <p:spPr>
                <a:xfrm>
                  <a:off x="5645150" y="1998300"/>
                  <a:ext cx="37825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76" extrusionOk="0">
                      <a:moveTo>
                        <a:pt x="1098" y="0"/>
                      </a:moveTo>
                      <a:cubicBezTo>
                        <a:pt x="1046" y="0"/>
                        <a:pt x="994" y="14"/>
                        <a:pt x="946" y="44"/>
                      </a:cubicBezTo>
                      <a:lnTo>
                        <a:pt x="253" y="422"/>
                      </a:lnTo>
                      <a:cubicBezTo>
                        <a:pt x="95" y="485"/>
                        <a:pt x="1" y="674"/>
                        <a:pt x="95" y="894"/>
                      </a:cubicBezTo>
                      <a:cubicBezTo>
                        <a:pt x="142" y="1011"/>
                        <a:pt x="258" y="1076"/>
                        <a:pt x="405" y="1076"/>
                      </a:cubicBezTo>
                      <a:cubicBezTo>
                        <a:pt x="456" y="1076"/>
                        <a:pt x="511" y="1068"/>
                        <a:pt x="568" y="1052"/>
                      </a:cubicBezTo>
                      <a:lnTo>
                        <a:pt x="1261" y="674"/>
                      </a:lnTo>
                      <a:cubicBezTo>
                        <a:pt x="1418" y="611"/>
                        <a:pt x="1513" y="422"/>
                        <a:pt x="1418" y="201"/>
                      </a:cubicBezTo>
                      <a:cubicBezTo>
                        <a:pt x="1331" y="71"/>
                        <a:pt x="1214" y="0"/>
                        <a:pt x="10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43" name="Google Shape;9253;p73">
                <a:extLst>
                  <a:ext uri="{FF2B5EF4-FFF2-40B4-BE49-F238E27FC236}">
                    <a16:creationId xmlns:a16="http://schemas.microsoft.com/office/drawing/2014/main" id="{9F92F8A3-4135-69A5-6481-3F5D30B2EEAC}"/>
                  </a:ext>
                </a:extLst>
              </p:cNvPr>
              <p:cNvSpPr/>
              <p:nvPr/>
            </p:nvSpPr>
            <p:spPr>
              <a:xfrm>
                <a:off x="9014587" y="2279632"/>
                <a:ext cx="505937" cy="503276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10" extrusionOk="0">
                    <a:moveTo>
                      <a:pt x="11027" y="662"/>
                    </a:moveTo>
                    <a:lnTo>
                      <a:pt x="11027" y="1387"/>
                    </a:lnTo>
                    <a:lnTo>
                      <a:pt x="8601" y="1387"/>
                    </a:lnTo>
                    <a:cubicBezTo>
                      <a:pt x="8412" y="1387"/>
                      <a:pt x="8255" y="1229"/>
                      <a:pt x="8255" y="1040"/>
                    </a:cubicBezTo>
                    <a:cubicBezTo>
                      <a:pt x="8255" y="820"/>
                      <a:pt x="8412" y="662"/>
                      <a:pt x="8601" y="662"/>
                    </a:cubicBezTo>
                    <a:close/>
                    <a:moveTo>
                      <a:pt x="10366" y="2048"/>
                    </a:moveTo>
                    <a:lnTo>
                      <a:pt x="10366" y="2773"/>
                    </a:lnTo>
                    <a:lnTo>
                      <a:pt x="7940" y="2773"/>
                    </a:lnTo>
                    <a:cubicBezTo>
                      <a:pt x="7926" y="2775"/>
                      <a:pt x="7912" y="2776"/>
                      <a:pt x="7899" y="2776"/>
                    </a:cubicBezTo>
                    <a:cubicBezTo>
                      <a:pt x="7728" y="2776"/>
                      <a:pt x="7593" y="2599"/>
                      <a:pt x="7593" y="2395"/>
                    </a:cubicBezTo>
                    <a:cubicBezTo>
                      <a:pt x="7593" y="2206"/>
                      <a:pt x="7751" y="2048"/>
                      <a:pt x="7940" y="2048"/>
                    </a:cubicBezTo>
                    <a:close/>
                    <a:moveTo>
                      <a:pt x="11027" y="3466"/>
                    </a:moveTo>
                    <a:lnTo>
                      <a:pt x="11027" y="4191"/>
                    </a:lnTo>
                    <a:lnTo>
                      <a:pt x="8601" y="4191"/>
                    </a:lnTo>
                    <a:cubicBezTo>
                      <a:pt x="8412" y="4191"/>
                      <a:pt x="8255" y="4033"/>
                      <a:pt x="8255" y="3812"/>
                    </a:cubicBezTo>
                    <a:cubicBezTo>
                      <a:pt x="8255" y="3623"/>
                      <a:pt x="8412" y="3466"/>
                      <a:pt x="8601" y="3466"/>
                    </a:cubicBezTo>
                    <a:close/>
                    <a:moveTo>
                      <a:pt x="1292" y="4884"/>
                    </a:moveTo>
                    <a:lnTo>
                      <a:pt x="1292" y="5608"/>
                    </a:lnTo>
                    <a:lnTo>
                      <a:pt x="568" y="5608"/>
                    </a:lnTo>
                    <a:lnTo>
                      <a:pt x="568" y="4884"/>
                    </a:lnTo>
                    <a:close/>
                    <a:moveTo>
                      <a:pt x="11027" y="4884"/>
                    </a:moveTo>
                    <a:lnTo>
                      <a:pt x="11027" y="5608"/>
                    </a:lnTo>
                    <a:lnTo>
                      <a:pt x="6207" y="5608"/>
                    </a:lnTo>
                    <a:lnTo>
                      <a:pt x="6207" y="4884"/>
                    </a:lnTo>
                    <a:close/>
                    <a:moveTo>
                      <a:pt x="3718" y="2080"/>
                    </a:moveTo>
                    <a:cubicBezTo>
                      <a:pt x="4663" y="2080"/>
                      <a:pt x="5482" y="2867"/>
                      <a:pt x="5482" y="3844"/>
                    </a:cubicBezTo>
                    <a:lnTo>
                      <a:pt x="5482" y="5955"/>
                    </a:lnTo>
                    <a:cubicBezTo>
                      <a:pt x="5482" y="6144"/>
                      <a:pt x="5325" y="6301"/>
                      <a:pt x="5136" y="6301"/>
                    </a:cubicBezTo>
                    <a:lnTo>
                      <a:pt x="2300" y="6301"/>
                    </a:lnTo>
                    <a:cubicBezTo>
                      <a:pt x="2111" y="6301"/>
                      <a:pt x="1954" y="6144"/>
                      <a:pt x="1954" y="5955"/>
                    </a:cubicBezTo>
                    <a:lnTo>
                      <a:pt x="1954" y="3844"/>
                    </a:lnTo>
                    <a:cubicBezTo>
                      <a:pt x="1954" y="2899"/>
                      <a:pt x="2742" y="2080"/>
                      <a:pt x="3718" y="2080"/>
                    </a:cubicBezTo>
                    <a:close/>
                    <a:moveTo>
                      <a:pt x="11027" y="6301"/>
                    </a:moveTo>
                    <a:lnTo>
                      <a:pt x="11027" y="7688"/>
                    </a:lnTo>
                    <a:lnTo>
                      <a:pt x="7593" y="7688"/>
                    </a:lnTo>
                    <a:lnTo>
                      <a:pt x="7593" y="6301"/>
                    </a:lnTo>
                    <a:lnTo>
                      <a:pt x="8948" y="6301"/>
                    </a:lnTo>
                    <a:lnTo>
                      <a:pt x="8948" y="6648"/>
                    </a:lnTo>
                    <a:cubicBezTo>
                      <a:pt x="8948" y="6868"/>
                      <a:pt x="9106" y="7026"/>
                      <a:pt x="9326" y="7026"/>
                    </a:cubicBezTo>
                    <a:cubicBezTo>
                      <a:pt x="9515" y="7026"/>
                      <a:pt x="9673" y="6868"/>
                      <a:pt x="9673" y="6648"/>
                    </a:cubicBezTo>
                    <a:lnTo>
                      <a:pt x="9673" y="6301"/>
                    </a:lnTo>
                    <a:close/>
                    <a:moveTo>
                      <a:pt x="4443" y="8349"/>
                    </a:moveTo>
                    <a:cubicBezTo>
                      <a:pt x="4852" y="8349"/>
                      <a:pt x="5293" y="8633"/>
                      <a:pt x="5419" y="9074"/>
                    </a:cubicBezTo>
                    <a:lnTo>
                      <a:pt x="2080" y="9074"/>
                    </a:lnTo>
                    <a:cubicBezTo>
                      <a:pt x="2237" y="8664"/>
                      <a:pt x="2616" y="8349"/>
                      <a:pt x="3057" y="8349"/>
                    </a:cubicBezTo>
                    <a:close/>
                    <a:moveTo>
                      <a:pt x="11027" y="8349"/>
                    </a:moveTo>
                    <a:lnTo>
                      <a:pt x="11027" y="9735"/>
                    </a:lnTo>
                    <a:lnTo>
                      <a:pt x="7593" y="9735"/>
                    </a:lnTo>
                    <a:lnTo>
                      <a:pt x="7593" y="8349"/>
                    </a:lnTo>
                    <a:lnTo>
                      <a:pt x="8948" y="8349"/>
                    </a:lnTo>
                    <a:lnTo>
                      <a:pt x="8948" y="8696"/>
                    </a:lnTo>
                    <a:cubicBezTo>
                      <a:pt x="8948" y="8916"/>
                      <a:pt x="9106" y="9074"/>
                      <a:pt x="9326" y="9074"/>
                    </a:cubicBezTo>
                    <a:cubicBezTo>
                      <a:pt x="9515" y="9074"/>
                      <a:pt x="9673" y="8916"/>
                      <a:pt x="9673" y="8696"/>
                    </a:cubicBezTo>
                    <a:lnTo>
                      <a:pt x="9673" y="8349"/>
                    </a:lnTo>
                    <a:close/>
                    <a:moveTo>
                      <a:pt x="8633" y="0"/>
                    </a:moveTo>
                    <a:cubicBezTo>
                      <a:pt x="8066" y="0"/>
                      <a:pt x="7625" y="473"/>
                      <a:pt x="7625" y="1040"/>
                    </a:cubicBezTo>
                    <a:cubicBezTo>
                      <a:pt x="7625" y="1135"/>
                      <a:pt x="7656" y="1292"/>
                      <a:pt x="7688" y="1418"/>
                    </a:cubicBezTo>
                    <a:cubicBezTo>
                      <a:pt x="7278" y="1544"/>
                      <a:pt x="6963" y="1922"/>
                      <a:pt x="6963" y="2395"/>
                    </a:cubicBezTo>
                    <a:cubicBezTo>
                      <a:pt x="6963" y="2678"/>
                      <a:pt x="7058" y="2962"/>
                      <a:pt x="7278" y="3151"/>
                    </a:cubicBezTo>
                    <a:cubicBezTo>
                      <a:pt x="7373" y="3308"/>
                      <a:pt x="7530" y="3403"/>
                      <a:pt x="7751" y="3434"/>
                    </a:cubicBezTo>
                    <a:cubicBezTo>
                      <a:pt x="7688" y="3560"/>
                      <a:pt x="7656" y="3655"/>
                      <a:pt x="7656" y="3812"/>
                    </a:cubicBezTo>
                    <a:cubicBezTo>
                      <a:pt x="7656" y="3939"/>
                      <a:pt x="7688" y="4065"/>
                      <a:pt x="7751" y="4191"/>
                    </a:cubicBezTo>
                    <a:lnTo>
                      <a:pt x="6270" y="4191"/>
                    </a:lnTo>
                    <a:lnTo>
                      <a:pt x="6270" y="3812"/>
                    </a:lnTo>
                    <a:cubicBezTo>
                      <a:pt x="6270" y="2489"/>
                      <a:pt x="5167" y="1387"/>
                      <a:pt x="3844" y="1387"/>
                    </a:cubicBezTo>
                    <a:cubicBezTo>
                      <a:pt x="2490" y="1387"/>
                      <a:pt x="1387" y="2489"/>
                      <a:pt x="1387" y="3812"/>
                    </a:cubicBezTo>
                    <a:lnTo>
                      <a:pt x="1387" y="4191"/>
                    </a:lnTo>
                    <a:lnTo>
                      <a:pt x="379" y="4191"/>
                    </a:lnTo>
                    <a:cubicBezTo>
                      <a:pt x="158" y="4191"/>
                      <a:pt x="1" y="4348"/>
                      <a:pt x="1" y="4537"/>
                    </a:cubicBezTo>
                    <a:lnTo>
                      <a:pt x="1" y="11500"/>
                    </a:lnTo>
                    <a:cubicBezTo>
                      <a:pt x="1" y="11689"/>
                      <a:pt x="158" y="11846"/>
                      <a:pt x="379" y="11846"/>
                    </a:cubicBezTo>
                    <a:cubicBezTo>
                      <a:pt x="568" y="11846"/>
                      <a:pt x="725" y="11689"/>
                      <a:pt x="725" y="11500"/>
                    </a:cubicBezTo>
                    <a:lnTo>
                      <a:pt x="725" y="6301"/>
                    </a:lnTo>
                    <a:lnTo>
                      <a:pt x="1481" y="6301"/>
                    </a:lnTo>
                    <a:cubicBezTo>
                      <a:pt x="1639" y="6711"/>
                      <a:pt x="1985" y="7026"/>
                      <a:pt x="2458" y="7026"/>
                    </a:cubicBezTo>
                    <a:lnTo>
                      <a:pt x="3529" y="7026"/>
                    </a:lnTo>
                    <a:lnTo>
                      <a:pt x="3529" y="7719"/>
                    </a:lnTo>
                    <a:lnTo>
                      <a:pt x="3151" y="7719"/>
                    </a:lnTo>
                    <a:cubicBezTo>
                      <a:pt x="2237" y="7719"/>
                      <a:pt x="1387" y="8507"/>
                      <a:pt x="1387" y="9452"/>
                    </a:cubicBezTo>
                    <a:cubicBezTo>
                      <a:pt x="1387" y="9641"/>
                      <a:pt x="1544" y="9798"/>
                      <a:pt x="1733" y="9798"/>
                    </a:cubicBezTo>
                    <a:lnTo>
                      <a:pt x="3529" y="9798"/>
                    </a:lnTo>
                    <a:lnTo>
                      <a:pt x="3529" y="10523"/>
                    </a:lnTo>
                    <a:lnTo>
                      <a:pt x="2458" y="10523"/>
                    </a:lnTo>
                    <a:cubicBezTo>
                      <a:pt x="1859" y="10523"/>
                      <a:pt x="1418" y="10996"/>
                      <a:pt x="1418" y="11531"/>
                    </a:cubicBezTo>
                    <a:cubicBezTo>
                      <a:pt x="1418" y="11752"/>
                      <a:pt x="1576" y="11909"/>
                      <a:pt x="1796" y="11909"/>
                    </a:cubicBezTo>
                    <a:cubicBezTo>
                      <a:pt x="1985" y="11909"/>
                      <a:pt x="2143" y="11752"/>
                      <a:pt x="2143" y="11531"/>
                    </a:cubicBezTo>
                    <a:cubicBezTo>
                      <a:pt x="2143" y="11342"/>
                      <a:pt x="2300" y="11185"/>
                      <a:pt x="2490" y="11185"/>
                    </a:cubicBezTo>
                    <a:lnTo>
                      <a:pt x="3561" y="11185"/>
                    </a:lnTo>
                    <a:lnTo>
                      <a:pt x="3561" y="11531"/>
                    </a:lnTo>
                    <a:cubicBezTo>
                      <a:pt x="3561" y="11752"/>
                      <a:pt x="3718" y="11909"/>
                      <a:pt x="3907" y="11909"/>
                    </a:cubicBezTo>
                    <a:cubicBezTo>
                      <a:pt x="4096" y="11909"/>
                      <a:pt x="4254" y="11752"/>
                      <a:pt x="4254" y="11531"/>
                    </a:cubicBezTo>
                    <a:lnTo>
                      <a:pt x="4254" y="11185"/>
                    </a:lnTo>
                    <a:lnTo>
                      <a:pt x="5325" y="11185"/>
                    </a:lnTo>
                    <a:cubicBezTo>
                      <a:pt x="5514" y="11185"/>
                      <a:pt x="5672" y="11342"/>
                      <a:pt x="5672" y="11531"/>
                    </a:cubicBezTo>
                    <a:cubicBezTo>
                      <a:pt x="5672" y="11752"/>
                      <a:pt x="5829" y="11909"/>
                      <a:pt x="6050" y="11909"/>
                    </a:cubicBezTo>
                    <a:cubicBezTo>
                      <a:pt x="6239" y="11909"/>
                      <a:pt x="6396" y="11752"/>
                      <a:pt x="6396" y="11531"/>
                    </a:cubicBezTo>
                    <a:cubicBezTo>
                      <a:pt x="6396" y="10964"/>
                      <a:pt x="5924" y="10523"/>
                      <a:pt x="5356" y="10523"/>
                    </a:cubicBezTo>
                    <a:lnTo>
                      <a:pt x="4317" y="10523"/>
                    </a:lnTo>
                    <a:lnTo>
                      <a:pt x="4317" y="9798"/>
                    </a:lnTo>
                    <a:lnTo>
                      <a:pt x="6081" y="9798"/>
                    </a:lnTo>
                    <a:cubicBezTo>
                      <a:pt x="6270" y="9798"/>
                      <a:pt x="6428" y="9641"/>
                      <a:pt x="6428" y="9452"/>
                    </a:cubicBezTo>
                    <a:cubicBezTo>
                      <a:pt x="6428" y="8507"/>
                      <a:pt x="5640" y="7719"/>
                      <a:pt x="4663" y="7719"/>
                    </a:cubicBezTo>
                    <a:lnTo>
                      <a:pt x="4317" y="7719"/>
                    </a:lnTo>
                    <a:lnTo>
                      <a:pt x="4317" y="7026"/>
                    </a:lnTo>
                    <a:lnTo>
                      <a:pt x="5356" y="7026"/>
                    </a:lnTo>
                    <a:cubicBezTo>
                      <a:pt x="5798" y="7026"/>
                      <a:pt x="6207" y="6742"/>
                      <a:pt x="6365" y="6301"/>
                    </a:cubicBezTo>
                    <a:lnTo>
                      <a:pt x="7089" y="6301"/>
                    </a:lnTo>
                    <a:lnTo>
                      <a:pt x="7089" y="11500"/>
                    </a:lnTo>
                    <a:cubicBezTo>
                      <a:pt x="7089" y="11689"/>
                      <a:pt x="7247" y="11846"/>
                      <a:pt x="7467" y="11846"/>
                    </a:cubicBezTo>
                    <a:cubicBezTo>
                      <a:pt x="7656" y="11846"/>
                      <a:pt x="7814" y="11689"/>
                      <a:pt x="7814" y="11500"/>
                    </a:cubicBezTo>
                    <a:lnTo>
                      <a:pt x="7814" y="10492"/>
                    </a:lnTo>
                    <a:lnTo>
                      <a:pt x="11279" y="10492"/>
                    </a:lnTo>
                    <a:lnTo>
                      <a:pt x="11279" y="11500"/>
                    </a:lnTo>
                    <a:cubicBezTo>
                      <a:pt x="11279" y="11689"/>
                      <a:pt x="11437" y="11846"/>
                      <a:pt x="11626" y="11846"/>
                    </a:cubicBezTo>
                    <a:cubicBezTo>
                      <a:pt x="11815" y="11846"/>
                      <a:pt x="11972" y="11689"/>
                      <a:pt x="11972" y="11500"/>
                    </a:cubicBezTo>
                    <a:lnTo>
                      <a:pt x="11972" y="3151"/>
                    </a:lnTo>
                    <a:cubicBezTo>
                      <a:pt x="11972" y="2962"/>
                      <a:pt x="11815" y="2804"/>
                      <a:pt x="11626" y="2804"/>
                    </a:cubicBezTo>
                    <a:lnTo>
                      <a:pt x="11279" y="2804"/>
                    </a:lnTo>
                    <a:lnTo>
                      <a:pt x="11279" y="2080"/>
                    </a:lnTo>
                    <a:lnTo>
                      <a:pt x="11626" y="2080"/>
                    </a:lnTo>
                    <a:cubicBezTo>
                      <a:pt x="11815" y="2080"/>
                      <a:pt x="11972" y="1922"/>
                      <a:pt x="11972" y="1733"/>
                    </a:cubicBezTo>
                    <a:lnTo>
                      <a:pt x="11972" y="347"/>
                    </a:lnTo>
                    <a:cubicBezTo>
                      <a:pt x="11752" y="158"/>
                      <a:pt x="11594" y="0"/>
                      <a:pt x="114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44" name="Google Shape;9254;p73">
                <a:extLst>
                  <a:ext uri="{FF2B5EF4-FFF2-40B4-BE49-F238E27FC236}">
                    <a16:creationId xmlns:a16="http://schemas.microsoft.com/office/drawing/2014/main" id="{C2181F49-0B20-91F8-A284-ECF7D0E4C97D}"/>
                  </a:ext>
                </a:extLst>
              </p:cNvPr>
              <p:cNvGrpSpPr/>
              <p:nvPr/>
            </p:nvGrpSpPr>
            <p:grpSpPr>
              <a:xfrm>
                <a:off x="9016666" y="3013844"/>
                <a:ext cx="501923" cy="322206"/>
                <a:chOff x="5411225" y="2726350"/>
                <a:chExt cx="296950" cy="190625"/>
              </a:xfrm>
              <a:grpFill/>
            </p:grpSpPr>
            <p:sp>
              <p:nvSpPr>
                <p:cNvPr id="400" name="Google Shape;9255;p73">
                  <a:extLst>
                    <a:ext uri="{FF2B5EF4-FFF2-40B4-BE49-F238E27FC236}">
                      <a16:creationId xmlns:a16="http://schemas.microsoft.com/office/drawing/2014/main" id="{34EFEBDA-9BD0-BD63-6108-0C34AE799FB4}"/>
                    </a:ext>
                  </a:extLst>
                </p:cNvPr>
                <p:cNvSpPr/>
                <p:nvPr/>
              </p:nvSpPr>
              <p:spPr>
                <a:xfrm>
                  <a:off x="5534100" y="2794875"/>
                  <a:ext cx="520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2049" extrusionOk="0">
                      <a:moveTo>
                        <a:pt x="1009" y="662"/>
                      </a:moveTo>
                      <a:cubicBezTo>
                        <a:pt x="1229" y="662"/>
                        <a:pt x="1387" y="851"/>
                        <a:pt x="1387" y="1040"/>
                      </a:cubicBezTo>
                      <a:cubicBezTo>
                        <a:pt x="1387" y="1229"/>
                        <a:pt x="1229" y="1387"/>
                        <a:pt x="1009" y="1387"/>
                      </a:cubicBezTo>
                      <a:cubicBezTo>
                        <a:pt x="819" y="1387"/>
                        <a:pt x="662" y="1229"/>
                        <a:pt x="662" y="1040"/>
                      </a:cubicBezTo>
                      <a:cubicBezTo>
                        <a:pt x="662" y="851"/>
                        <a:pt x="819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9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80" y="473"/>
                        <a:pt x="1607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Google Shape;9256;p73">
                  <a:extLst>
                    <a:ext uri="{FF2B5EF4-FFF2-40B4-BE49-F238E27FC236}">
                      <a16:creationId xmlns:a16="http://schemas.microsoft.com/office/drawing/2014/main" id="{8B9E3245-9AC4-1986-09E5-B20641B6FD1B}"/>
                    </a:ext>
                  </a:extLst>
                </p:cNvPr>
                <p:cNvSpPr/>
                <p:nvPr/>
              </p:nvSpPr>
              <p:spPr>
                <a:xfrm>
                  <a:off x="5411225" y="2726350"/>
                  <a:ext cx="296950" cy="19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7625" extrusionOk="0">
                      <a:moveTo>
                        <a:pt x="5924" y="662"/>
                      </a:moveTo>
                      <a:cubicBezTo>
                        <a:pt x="7404" y="662"/>
                        <a:pt x="8759" y="1576"/>
                        <a:pt x="9641" y="2332"/>
                      </a:cubicBezTo>
                      <a:cubicBezTo>
                        <a:pt x="9736" y="2395"/>
                        <a:pt x="9830" y="2489"/>
                        <a:pt x="9925" y="2584"/>
                      </a:cubicBezTo>
                      <a:cubicBezTo>
                        <a:pt x="8696" y="2080"/>
                        <a:pt x="7278" y="1733"/>
                        <a:pt x="5924" y="1733"/>
                      </a:cubicBezTo>
                      <a:cubicBezTo>
                        <a:pt x="4569" y="1733"/>
                        <a:pt x="3183" y="2080"/>
                        <a:pt x="1954" y="2584"/>
                      </a:cubicBezTo>
                      <a:cubicBezTo>
                        <a:pt x="2048" y="2521"/>
                        <a:pt x="2111" y="2458"/>
                        <a:pt x="2206" y="2395"/>
                      </a:cubicBezTo>
                      <a:cubicBezTo>
                        <a:pt x="3151" y="1544"/>
                        <a:pt x="4474" y="662"/>
                        <a:pt x="5924" y="662"/>
                      </a:cubicBezTo>
                      <a:close/>
                      <a:moveTo>
                        <a:pt x="5924" y="2426"/>
                      </a:moveTo>
                      <a:cubicBezTo>
                        <a:pt x="6333" y="2426"/>
                        <a:pt x="6711" y="2489"/>
                        <a:pt x="7089" y="2521"/>
                      </a:cubicBezTo>
                      <a:cubicBezTo>
                        <a:pt x="7467" y="2836"/>
                        <a:pt x="7656" y="3308"/>
                        <a:pt x="7656" y="3813"/>
                      </a:cubicBezTo>
                      <a:cubicBezTo>
                        <a:pt x="7656" y="4758"/>
                        <a:pt x="6869" y="5545"/>
                        <a:pt x="5924" y="5545"/>
                      </a:cubicBezTo>
                      <a:cubicBezTo>
                        <a:pt x="4978" y="5545"/>
                        <a:pt x="4191" y="4758"/>
                        <a:pt x="4191" y="3813"/>
                      </a:cubicBezTo>
                      <a:cubicBezTo>
                        <a:pt x="4191" y="3308"/>
                        <a:pt x="4411" y="2836"/>
                        <a:pt x="4789" y="2521"/>
                      </a:cubicBezTo>
                      <a:cubicBezTo>
                        <a:pt x="5136" y="2489"/>
                        <a:pt x="5545" y="2426"/>
                        <a:pt x="5924" y="2426"/>
                      </a:cubicBezTo>
                      <a:close/>
                      <a:moveTo>
                        <a:pt x="3781" y="2710"/>
                      </a:moveTo>
                      <a:lnTo>
                        <a:pt x="3781" y="2710"/>
                      </a:lnTo>
                      <a:cubicBezTo>
                        <a:pt x="3624" y="3056"/>
                        <a:pt x="3498" y="3434"/>
                        <a:pt x="3498" y="3813"/>
                      </a:cubicBezTo>
                      <a:cubicBezTo>
                        <a:pt x="3498" y="5167"/>
                        <a:pt x="4600" y="6270"/>
                        <a:pt x="5924" y="6270"/>
                      </a:cubicBezTo>
                      <a:cubicBezTo>
                        <a:pt x="7278" y="6270"/>
                        <a:pt x="8381" y="5167"/>
                        <a:pt x="8381" y="3813"/>
                      </a:cubicBezTo>
                      <a:cubicBezTo>
                        <a:pt x="8381" y="3434"/>
                        <a:pt x="8286" y="3056"/>
                        <a:pt x="8097" y="2710"/>
                      </a:cubicBezTo>
                      <a:lnTo>
                        <a:pt x="8097" y="2710"/>
                      </a:lnTo>
                      <a:cubicBezTo>
                        <a:pt x="9137" y="2993"/>
                        <a:pt x="10145" y="3434"/>
                        <a:pt x="11027" y="3907"/>
                      </a:cubicBezTo>
                      <a:cubicBezTo>
                        <a:pt x="10744" y="4222"/>
                        <a:pt x="10240" y="4789"/>
                        <a:pt x="9547" y="5356"/>
                      </a:cubicBezTo>
                      <a:cubicBezTo>
                        <a:pt x="8601" y="6144"/>
                        <a:pt x="7310" y="6932"/>
                        <a:pt x="5924" y="6932"/>
                      </a:cubicBezTo>
                      <a:cubicBezTo>
                        <a:pt x="4474" y="6932"/>
                        <a:pt x="3088" y="6018"/>
                        <a:pt x="2237" y="5262"/>
                      </a:cubicBezTo>
                      <a:cubicBezTo>
                        <a:pt x="1607" y="4726"/>
                        <a:pt x="1135" y="4222"/>
                        <a:pt x="851" y="3907"/>
                      </a:cubicBezTo>
                      <a:cubicBezTo>
                        <a:pt x="1733" y="3371"/>
                        <a:pt x="2710" y="2962"/>
                        <a:pt x="3781" y="2710"/>
                      </a:cubicBezTo>
                      <a:close/>
                      <a:moveTo>
                        <a:pt x="5924" y="0"/>
                      </a:moveTo>
                      <a:cubicBezTo>
                        <a:pt x="4411" y="0"/>
                        <a:pt x="2931" y="820"/>
                        <a:pt x="1765" y="1796"/>
                      </a:cubicBezTo>
                      <a:cubicBezTo>
                        <a:pt x="725" y="2678"/>
                        <a:pt x="95" y="3592"/>
                        <a:pt x="64" y="3624"/>
                      </a:cubicBezTo>
                      <a:cubicBezTo>
                        <a:pt x="1" y="3750"/>
                        <a:pt x="1" y="3907"/>
                        <a:pt x="64" y="4002"/>
                      </a:cubicBezTo>
                      <a:cubicBezTo>
                        <a:pt x="95" y="4065"/>
                        <a:pt x="725" y="4915"/>
                        <a:pt x="1765" y="5829"/>
                      </a:cubicBezTo>
                      <a:cubicBezTo>
                        <a:pt x="2931" y="6805"/>
                        <a:pt x="4348" y="7625"/>
                        <a:pt x="5924" y="7625"/>
                      </a:cubicBezTo>
                      <a:cubicBezTo>
                        <a:pt x="7436" y="7625"/>
                        <a:pt x="8759" y="6900"/>
                        <a:pt x="9925" y="5955"/>
                      </a:cubicBezTo>
                      <a:cubicBezTo>
                        <a:pt x="10712" y="5325"/>
                        <a:pt x="11374" y="4600"/>
                        <a:pt x="11815" y="4002"/>
                      </a:cubicBezTo>
                      <a:cubicBezTo>
                        <a:pt x="11878" y="3907"/>
                        <a:pt x="11878" y="3750"/>
                        <a:pt x="11815" y="3624"/>
                      </a:cubicBezTo>
                      <a:cubicBezTo>
                        <a:pt x="11752" y="3592"/>
                        <a:pt x="11122" y="2710"/>
                        <a:pt x="10114" y="1796"/>
                      </a:cubicBezTo>
                      <a:cubicBezTo>
                        <a:pt x="8916" y="820"/>
                        <a:pt x="7499" y="0"/>
                        <a:pt x="59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5" name="Google Shape;9257;p73">
                <a:extLst>
                  <a:ext uri="{FF2B5EF4-FFF2-40B4-BE49-F238E27FC236}">
                    <a16:creationId xmlns:a16="http://schemas.microsoft.com/office/drawing/2014/main" id="{52E0DEDA-9E2F-A738-56F7-D2BFE0D7F7D5}"/>
                  </a:ext>
                </a:extLst>
              </p:cNvPr>
              <p:cNvGrpSpPr/>
              <p:nvPr/>
            </p:nvGrpSpPr>
            <p:grpSpPr>
              <a:xfrm>
                <a:off x="10924848" y="1704399"/>
                <a:ext cx="503233" cy="467568"/>
                <a:chOff x="6524150" y="1938725"/>
                <a:chExt cx="297725" cy="276625"/>
              </a:xfrm>
              <a:grpFill/>
            </p:grpSpPr>
            <p:sp>
              <p:nvSpPr>
                <p:cNvPr id="396" name="Google Shape;9258;p73">
                  <a:extLst>
                    <a:ext uri="{FF2B5EF4-FFF2-40B4-BE49-F238E27FC236}">
                      <a16:creationId xmlns:a16="http://schemas.microsoft.com/office/drawing/2014/main" id="{31C1FF76-925C-BEA4-D58C-7718C7DEEA94}"/>
                    </a:ext>
                  </a:extLst>
                </p:cNvPr>
                <p:cNvSpPr/>
                <p:nvPr/>
              </p:nvSpPr>
              <p:spPr>
                <a:xfrm>
                  <a:off x="6524150" y="2025375"/>
                  <a:ext cx="297725" cy="18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7599" extrusionOk="0">
                      <a:moveTo>
                        <a:pt x="9767" y="2079"/>
                      </a:moveTo>
                      <a:lnTo>
                        <a:pt x="9767" y="5198"/>
                      </a:lnTo>
                      <a:cubicBezTo>
                        <a:pt x="9735" y="5041"/>
                        <a:pt x="9672" y="4915"/>
                        <a:pt x="9546" y="4789"/>
                      </a:cubicBezTo>
                      <a:lnTo>
                        <a:pt x="7813" y="3056"/>
                      </a:lnTo>
                      <a:cubicBezTo>
                        <a:pt x="7624" y="2867"/>
                        <a:pt x="7341" y="2741"/>
                        <a:pt x="7057" y="2741"/>
                      </a:cubicBezTo>
                      <a:lnTo>
                        <a:pt x="6018" y="2741"/>
                      </a:lnTo>
                      <a:cubicBezTo>
                        <a:pt x="5923" y="2741"/>
                        <a:pt x="5797" y="2836"/>
                        <a:pt x="5734" y="2930"/>
                      </a:cubicBezTo>
                      <a:lnTo>
                        <a:pt x="5482" y="3403"/>
                      </a:lnTo>
                      <a:cubicBezTo>
                        <a:pt x="5293" y="3812"/>
                        <a:pt x="4883" y="4001"/>
                        <a:pt x="4505" y="4001"/>
                      </a:cubicBezTo>
                      <a:lnTo>
                        <a:pt x="5356" y="2269"/>
                      </a:lnTo>
                      <a:cubicBezTo>
                        <a:pt x="5419" y="2143"/>
                        <a:pt x="5576" y="2079"/>
                        <a:pt x="5671" y="2079"/>
                      </a:cubicBezTo>
                      <a:close/>
                      <a:moveTo>
                        <a:pt x="1418" y="2079"/>
                      </a:moveTo>
                      <a:lnTo>
                        <a:pt x="1418" y="5545"/>
                      </a:lnTo>
                      <a:lnTo>
                        <a:pt x="725" y="5545"/>
                      </a:lnTo>
                      <a:lnTo>
                        <a:pt x="725" y="2079"/>
                      </a:lnTo>
                      <a:close/>
                      <a:moveTo>
                        <a:pt x="11153" y="2079"/>
                      </a:moveTo>
                      <a:lnTo>
                        <a:pt x="11153" y="5545"/>
                      </a:lnTo>
                      <a:lnTo>
                        <a:pt x="10460" y="5545"/>
                      </a:lnTo>
                      <a:lnTo>
                        <a:pt x="10460" y="2079"/>
                      </a:lnTo>
                      <a:close/>
                      <a:moveTo>
                        <a:pt x="6931" y="630"/>
                      </a:moveTo>
                      <a:cubicBezTo>
                        <a:pt x="6774" y="1008"/>
                        <a:pt x="6427" y="1323"/>
                        <a:pt x="5955" y="1323"/>
                      </a:cubicBezTo>
                      <a:lnTo>
                        <a:pt x="5671" y="1323"/>
                      </a:lnTo>
                      <a:cubicBezTo>
                        <a:pt x="5293" y="1323"/>
                        <a:pt x="4946" y="1575"/>
                        <a:pt x="4726" y="1922"/>
                      </a:cubicBezTo>
                      <a:lnTo>
                        <a:pt x="3655" y="4064"/>
                      </a:lnTo>
                      <a:cubicBezTo>
                        <a:pt x="3623" y="4127"/>
                        <a:pt x="3623" y="4253"/>
                        <a:pt x="3655" y="4316"/>
                      </a:cubicBezTo>
                      <a:cubicBezTo>
                        <a:pt x="3718" y="4411"/>
                        <a:pt x="3781" y="4474"/>
                        <a:pt x="3875" y="4537"/>
                      </a:cubicBezTo>
                      <a:cubicBezTo>
                        <a:pt x="4088" y="4627"/>
                        <a:pt x="4310" y="4670"/>
                        <a:pt x="4532" y="4670"/>
                      </a:cubicBezTo>
                      <a:cubicBezTo>
                        <a:pt x="5165" y="4670"/>
                        <a:pt x="5785" y="4316"/>
                        <a:pt x="6112" y="3686"/>
                      </a:cubicBezTo>
                      <a:lnTo>
                        <a:pt x="6238" y="3434"/>
                      </a:lnTo>
                      <a:lnTo>
                        <a:pt x="7026" y="3434"/>
                      </a:lnTo>
                      <a:cubicBezTo>
                        <a:pt x="7089" y="3434"/>
                        <a:pt x="7215" y="3466"/>
                        <a:pt x="7246" y="3529"/>
                      </a:cubicBezTo>
                      <a:lnTo>
                        <a:pt x="8979" y="5261"/>
                      </a:lnTo>
                      <a:cubicBezTo>
                        <a:pt x="9137" y="5419"/>
                        <a:pt x="9137" y="5545"/>
                        <a:pt x="9105" y="5640"/>
                      </a:cubicBezTo>
                      <a:cubicBezTo>
                        <a:pt x="9105" y="5671"/>
                        <a:pt x="9042" y="5829"/>
                        <a:pt x="8885" y="5860"/>
                      </a:cubicBezTo>
                      <a:lnTo>
                        <a:pt x="5576" y="6805"/>
                      </a:lnTo>
                      <a:cubicBezTo>
                        <a:pt x="5543" y="6814"/>
                        <a:pt x="5507" y="6818"/>
                        <a:pt x="5470" y="6818"/>
                      </a:cubicBezTo>
                      <a:cubicBezTo>
                        <a:pt x="5371" y="6818"/>
                        <a:pt x="5268" y="6788"/>
                        <a:pt x="5198" y="6742"/>
                      </a:cubicBezTo>
                      <a:lnTo>
                        <a:pt x="4096" y="5640"/>
                      </a:lnTo>
                      <a:cubicBezTo>
                        <a:pt x="4033" y="5545"/>
                        <a:pt x="3938" y="5514"/>
                        <a:pt x="3875" y="5514"/>
                      </a:cubicBezTo>
                      <a:lnTo>
                        <a:pt x="2111" y="5514"/>
                      </a:lnTo>
                      <a:lnTo>
                        <a:pt x="2111" y="2048"/>
                      </a:lnTo>
                      <a:lnTo>
                        <a:pt x="2741" y="2048"/>
                      </a:lnTo>
                      <a:cubicBezTo>
                        <a:pt x="3119" y="2048"/>
                        <a:pt x="3466" y="1796"/>
                        <a:pt x="3686" y="1449"/>
                      </a:cubicBezTo>
                      <a:lnTo>
                        <a:pt x="4001" y="819"/>
                      </a:lnTo>
                      <a:cubicBezTo>
                        <a:pt x="4064" y="693"/>
                        <a:pt x="4190" y="630"/>
                        <a:pt x="4316" y="630"/>
                      </a:cubicBezTo>
                      <a:close/>
                      <a:moveTo>
                        <a:pt x="4316" y="0"/>
                      </a:moveTo>
                      <a:cubicBezTo>
                        <a:pt x="3907" y="0"/>
                        <a:pt x="3560" y="221"/>
                        <a:pt x="3371" y="599"/>
                      </a:cubicBezTo>
                      <a:lnTo>
                        <a:pt x="3056" y="1229"/>
                      </a:lnTo>
                      <a:cubicBezTo>
                        <a:pt x="2962" y="1323"/>
                        <a:pt x="2836" y="1418"/>
                        <a:pt x="2741" y="1418"/>
                      </a:cubicBezTo>
                      <a:lnTo>
                        <a:pt x="378" y="1418"/>
                      </a:lnTo>
                      <a:cubicBezTo>
                        <a:pt x="158" y="1418"/>
                        <a:pt x="0" y="1575"/>
                        <a:pt x="0" y="1764"/>
                      </a:cubicBezTo>
                      <a:lnTo>
                        <a:pt x="0" y="5955"/>
                      </a:lnTo>
                      <a:cubicBezTo>
                        <a:pt x="0" y="6144"/>
                        <a:pt x="158" y="6301"/>
                        <a:pt x="378" y="6301"/>
                      </a:cubicBezTo>
                      <a:lnTo>
                        <a:pt x="3718" y="6301"/>
                      </a:lnTo>
                      <a:lnTo>
                        <a:pt x="4694" y="7278"/>
                      </a:lnTo>
                      <a:cubicBezTo>
                        <a:pt x="4894" y="7477"/>
                        <a:pt x="5139" y="7598"/>
                        <a:pt x="5410" y="7598"/>
                      </a:cubicBezTo>
                      <a:cubicBezTo>
                        <a:pt x="5525" y="7598"/>
                        <a:pt x="5644" y="7577"/>
                        <a:pt x="5766" y="7530"/>
                      </a:cubicBezTo>
                      <a:lnTo>
                        <a:pt x="9074" y="6553"/>
                      </a:lnTo>
                      <a:cubicBezTo>
                        <a:pt x="9263" y="6522"/>
                        <a:pt x="9420" y="6396"/>
                        <a:pt x="9578" y="6238"/>
                      </a:cubicBezTo>
                      <a:lnTo>
                        <a:pt x="11562" y="6238"/>
                      </a:lnTo>
                      <a:cubicBezTo>
                        <a:pt x="11751" y="6238"/>
                        <a:pt x="11909" y="6081"/>
                        <a:pt x="11909" y="5892"/>
                      </a:cubicBezTo>
                      <a:lnTo>
                        <a:pt x="11909" y="1733"/>
                      </a:lnTo>
                      <a:cubicBezTo>
                        <a:pt x="11877" y="1544"/>
                        <a:pt x="11720" y="1386"/>
                        <a:pt x="11499" y="1386"/>
                      </a:cubicBezTo>
                      <a:lnTo>
                        <a:pt x="7341" y="1386"/>
                      </a:lnTo>
                      <a:cubicBezTo>
                        <a:pt x="7561" y="1103"/>
                        <a:pt x="7687" y="693"/>
                        <a:pt x="7687" y="347"/>
                      </a:cubicBezTo>
                      <a:cubicBezTo>
                        <a:pt x="7687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Google Shape;9259;p73">
                  <a:extLst>
                    <a:ext uri="{FF2B5EF4-FFF2-40B4-BE49-F238E27FC236}">
                      <a16:creationId xmlns:a16="http://schemas.microsoft.com/office/drawing/2014/main" id="{8A502650-6F85-0863-FA6F-03C3DA8C6E7B}"/>
                    </a:ext>
                  </a:extLst>
                </p:cNvPr>
                <p:cNvSpPr/>
                <p:nvPr/>
              </p:nvSpPr>
              <p:spPr>
                <a:xfrm>
                  <a:off x="6664325" y="1938725"/>
                  <a:ext cx="17375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1734" extrusionOk="0"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1355"/>
                      </a:lnTo>
                      <a:cubicBezTo>
                        <a:pt x="1" y="1576"/>
                        <a:pt x="159" y="1733"/>
                        <a:pt x="348" y="1733"/>
                      </a:cubicBezTo>
                      <a:cubicBezTo>
                        <a:pt x="537" y="1733"/>
                        <a:pt x="694" y="1576"/>
                        <a:pt x="694" y="1355"/>
                      </a:cubicBezTo>
                      <a:lnTo>
                        <a:pt x="694" y="347"/>
                      </a:lnTo>
                      <a:cubicBezTo>
                        <a:pt x="694" y="158"/>
                        <a:pt x="537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8" name="Google Shape;9260;p73">
                  <a:extLst>
                    <a:ext uri="{FF2B5EF4-FFF2-40B4-BE49-F238E27FC236}">
                      <a16:creationId xmlns:a16="http://schemas.microsoft.com/office/drawing/2014/main" id="{2406F68A-D7D0-2729-E30A-DFB99220CDD1}"/>
                    </a:ext>
                  </a:extLst>
                </p:cNvPr>
                <p:cNvSpPr/>
                <p:nvPr/>
              </p:nvSpPr>
              <p:spPr>
                <a:xfrm>
                  <a:off x="6594250" y="1972800"/>
                  <a:ext cx="35450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1" extrusionOk="0">
                      <a:moveTo>
                        <a:pt x="374" y="0"/>
                      </a:moveTo>
                      <a:cubicBezTo>
                        <a:pt x="291" y="0"/>
                        <a:pt x="205" y="40"/>
                        <a:pt x="126" y="118"/>
                      </a:cubicBezTo>
                      <a:cubicBezTo>
                        <a:pt x="0" y="244"/>
                        <a:pt x="0" y="496"/>
                        <a:pt x="126" y="591"/>
                      </a:cubicBezTo>
                      <a:lnTo>
                        <a:pt x="819" y="1316"/>
                      </a:lnTo>
                      <a:cubicBezTo>
                        <a:pt x="882" y="1379"/>
                        <a:pt x="969" y="1410"/>
                        <a:pt x="1055" y="1410"/>
                      </a:cubicBezTo>
                      <a:cubicBezTo>
                        <a:pt x="1142" y="1410"/>
                        <a:pt x="1229" y="1379"/>
                        <a:pt x="1292" y="1316"/>
                      </a:cubicBezTo>
                      <a:cubicBezTo>
                        <a:pt x="1418" y="1190"/>
                        <a:pt x="1418" y="969"/>
                        <a:pt x="1292" y="843"/>
                      </a:cubicBezTo>
                      <a:lnTo>
                        <a:pt x="599" y="118"/>
                      </a:lnTo>
                      <a:cubicBezTo>
                        <a:pt x="536" y="40"/>
                        <a:pt x="457" y="0"/>
                        <a:pt x="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9" name="Google Shape;9261;p73">
                  <a:extLst>
                    <a:ext uri="{FF2B5EF4-FFF2-40B4-BE49-F238E27FC236}">
                      <a16:creationId xmlns:a16="http://schemas.microsoft.com/office/drawing/2014/main" id="{71D90847-2895-9CEC-505E-A25EFFF0C3FD}"/>
                    </a:ext>
                  </a:extLst>
                </p:cNvPr>
                <p:cNvSpPr/>
                <p:nvPr/>
              </p:nvSpPr>
              <p:spPr>
                <a:xfrm>
                  <a:off x="6715525" y="1972800"/>
                  <a:ext cx="35475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1" extrusionOk="0">
                      <a:moveTo>
                        <a:pt x="1056" y="0"/>
                      </a:moveTo>
                      <a:cubicBezTo>
                        <a:pt x="970" y="0"/>
                        <a:pt x="883" y="40"/>
                        <a:pt x="820" y="118"/>
                      </a:cubicBezTo>
                      <a:lnTo>
                        <a:pt x="127" y="843"/>
                      </a:lnTo>
                      <a:cubicBezTo>
                        <a:pt x="1" y="969"/>
                        <a:pt x="1" y="1190"/>
                        <a:pt x="127" y="1316"/>
                      </a:cubicBezTo>
                      <a:cubicBezTo>
                        <a:pt x="174" y="1379"/>
                        <a:pt x="261" y="1410"/>
                        <a:pt x="351" y="1410"/>
                      </a:cubicBezTo>
                      <a:cubicBezTo>
                        <a:pt x="442" y="1410"/>
                        <a:pt x="536" y="1379"/>
                        <a:pt x="599" y="1316"/>
                      </a:cubicBezTo>
                      <a:lnTo>
                        <a:pt x="1293" y="591"/>
                      </a:lnTo>
                      <a:cubicBezTo>
                        <a:pt x="1419" y="496"/>
                        <a:pt x="1419" y="244"/>
                        <a:pt x="1293" y="118"/>
                      </a:cubicBezTo>
                      <a:cubicBezTo>
                        <a:pt x="1230" y="40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6" name="Google Shape;9262;p73">
                <a:extLst>
                  <a:ext uri="{FF2B5EF4-FFF2-40B4-BE49-F238E27FC236}">
                    <a16:creationId xmlns:a16="http://schemas.microsoft.com/office/drawing/2014/main" id="{DB10099D-9C9F-89D5-846E-A1D802B06862}"/>
                  </a:ext>
                </a:extLst>
              </p:cNvPr>
              <p:cNvGrpSpPr/>
              <p:nvPr/>
            </p:nvGrpSpPr>
            <p:grpSpPr>
              <a:xfrm>
                <a:off x="3302285" y="1687877"/>
                <a:ext cx="501965" cy="500612"/>
                <a:chOff x="2141000" y="1954475"/>
                <a:chExt cx="296975" cy="296175"/>
              </a:xfrm>
              <a:grpFill/>
            </p:grpSpPr>
            <p:sp>
              <p:nvSpPr>
                <p:cNvPr id="392" name="Google Shape;9263;p73">
                  <a:extLst>
                    <a:ext uri="{FF2B5EF4-FFF2-40B4-BE49-F238E27FC236}">
                      <a16:creationId xmlns:a16="http://schemas.microsoft.com/office/drawing/2014/main" id="{0031D3C6-6FFD-003E-6E32-7E8840EB729E}"/>
                    </a:ext>
                  </a:extLst>
                </p:cNvPr>
                <p:cNvSpPr/>
                <p:nvPr/>
              </p:nvSpPr>
              <p:spPr>
                <a:xfrm>
                  <a:off x="2280425" y="1989925"/>
                  <a:ext cx="1047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742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05"/>
                        <a:pt x="158" y="662"/>
                        <a:pt x="315" y="662"/>
                      </a:cubicBezTo>
                      <a:lnTo>
                        <a:pt x="2426" y="662"/>
                      </a:lnTo>
                      <a:cubicBezTo>
                        <a:pt x="2615" y="662"/>
                        <a:pt x="2773" y="820"/>
                        <a:pt x="2773" y="1009"/>
                      </a:cubicBezTo>
                      <a:lnTo>
                        <a:pt x="2773" y="1576"/>
                      </a:lnTo>
                      <a:lnTo>
                        <a:pt x="2678" y="1450"/>
                      </a:lnTo>
                      <a:cubicBezTo>
                        <a:pt x="2615" y="1387"/>
                        <a:pt x="2521" y="1355"/>
                        <a:pt x="2430" y="1355"/>
                      </a:cubicBezTo>
                      <a:cubicBezTo>
                        <a:pt x="2340" y="1355"/>
                        <a:pt x="2253" y="1387"/>
                        <a:pt x="2206" y="1450"/>
                      </a:cubicBezTo>
                      <a:cubicBezTo>
                        <a:pt x="2080" y="1576"/>
                        <a:pt x="2080" y="1796"/>
                        <a:pt x="2206" y="1922"/>
                      </a:cubicBezTo>
                      <a:lnTo>
                        <a:pt x="2899" y="2647"/>
                      </a:lnTo>
                      <a:cubicBezTo>
                        <a:pt x="2993" y="2710"/>
                        <a:pt x="3056" y="2741"/>
                        <a:pt x="3151" y="2741"/>
                      </a:cubicBezTo>
                      <a:cubicBezTo>
                        <a:pt x="3214" y="2741"/>
                        <a:pt x="3340" y="2710"/>
                        <a:pt x="3371" y="2647"/>
                      </a:cubicBezTo>
                      <a:lnTo>
                        <a:pt x="4096" y="1922"/>
                      </a:lnTo>
                      <a:cubicBezTo>
                        <a:pt x="4191" y="1796"/>
                        <a:pt x="4191" y="1576"/>
                        <a:pt x="4096" y="1450"/>
                      </a:cubicBezTo>
                      <a:cubicBezTo>
                        <a:pt x="4033" y="1387"/>
                        <a:pt x="3938" y="1355"/>
                        <a:pt x="3848" y="1355"/>
                      </a:cubicBezTo>
                      <a:cubicBezTo>
                        <a:pt x="3757" y="1355"/>
                        <a:pt x="3671" y="1387"/>
                        <a:pt x="3623" y="1450"/>
                      </a:cubicBezTo>
                      <a:lnTo>
                        <a:pt x="3497" y="1576"/>
                      </a:lnTo>
                      <a:lnTo>
                        <a:pt x="3497" y="1009"/>
                      </a:lnTo>
                      <a:cubicBezTo>
                        <a:pt x="3497" y="442"/>
                        <a:pt x="3025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3" name="Google Shape;9264;p73">
                  <a:extLst>
                    <a:ext uri="{FF2B5EF4-FFF2-40B4-BE49-F238E27FC236}">
                      <a16:creationId xmlns:a16="http://schemas.microsoft.com/office/drawing/2014/main" id="{B263881A-DCF4-2279-9A8A-182BE706F7E0}"/>
                    </a:ext>
                  </a:extLst>
                </p:cNvPr>
                <p:cNvSpPr/>
                <p:nvPr/>
              </p:nvSpPr>
              <p:spPr>
                <a:xfrm>
                  <a:off x="2174875" y="2145875"/>
                  <a:ext cx="1055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3" h="2773" extrusionOk="0">
                      <a:moveTo>
                        <a:pt x="1056" y="0"/>
                      </a:moveTo>
                      <a:cubicBezTo>
                        <a:pt x="969" y="0"/>
                        <a:pt x="883" y="32"/>
                        <a:pt x="820" y="95"/>
                      </a:cubicBezTo>
                      <a:lnTo>
                        <a:pt x="95" y="820"/>
                      </a:lnTo>
                      <a:cubicBezTo>
                        <a:pt x="1" y="914"/>
                        <a:pt x="1" y="1166"/>
                        <a:pt x="95" y="1292"/>
                      </a:cubicBezTo>
                      <a:cubicBezTo>
                        <a:pt x="158" y="1339"/>
                        <a:pt x="253" y="1363"/>
                        <a:pt x="343" y="1363"/>
                      </a:cubicBezTo>
                      <a:cubicBezTo>
                        <a:pt x="434" y="1363"/>
                        <a:pt x="521" y="1339"/>
                        <a:pt x="568" y="1292"/>
                      </a:cubicBezTo>
                      <a:lnTo>
                        <a:pt x="694" y="1166"/>
                      </a:lnTo>
                      <a:lnTo>
                        <a:pt x="694" y="1702"/>
                      </a:lnTo>
                      <a:cubicBezTo>
                        <a:pt x="757" y="2300"/>
                        <a:pt x="1229" y="2773"/>
                        <a:pt x="1765" y="2773"/>
                      </a:cubicBezTo>
                      <a:lnTo>
                        <a:pt x="3844" y="2773"/>
                      </a:lnTo>
                      <a:cubicBezTo>
                        <a:pt x="4065" y="2773"/>
                        <a:pt x="4222" y="2615"/>
                        <a:pt x="4222" y="2426"/>
                      </a:cubicBezTo>
                      <a:cubicBezTo>
                        <a:pt x="4222" y="2237"/>
                        <a:pt x="4065" y="2080"/>
                        <a:pt x="3844" y="2080"/>
                      </a:cubicBezTo>
                      <a:lnTo>
                        <a:pt x="1765" y="2080"/>
                      </a:lnTo>
                      <a:cubicBezTo>
                        <a:pt x="1576" y="2080"/>
                        <a:pt x="1418" y="1922"/>
                        <a:pt x="1418" y="1702"/>
                      </a:cubicBezTo>
                      <a:lnTo>
                        <a:pt x="1418" y="1166"/>
                      </a:lnTo>
                      <a:lnTo>
                        <a:pt x="1544" y="1292"/>
                      </a:lnTo>
                      <a:cubicBezTo>
                        <a:pt x="1592" y="1339"/>
                        <a:pt x="1678" y="1363"/>
                        <a:pt x="1769" y="1363"/>
                      </a:cubicBezTo>
                      <a:cubicBezTo>
                        <a:pt x="1859" y="1363"/>
                        <a:pt x="1954" y="1339"/>
                        <a:pt x="2017" y="1292"/>
                      </a:cubicBezTo>
                      <a:cubicBezTo>
                        <a:pt x="2112" y="1166"/>
                        <a:pt x="2112" y="914"/>
                        <a:pt x="2017" y="820"/>
                      </a:cubicBezTo>
                      <a:lnTo>
                        <a:pt x="1292" y="95"/>
                      </a:lnTo>
                      <a:cubicBezTo>
                        <a:pt x="1229" y="32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Google Shape;9265;p73">
                  <a:extLst>
                    <a:ext uri="{FF2B5EF4-FFF2-40B4-BE49-F238E27FC236}">
                      <a16:creationId xmlns:a16="http://schemas.microsoft.com/office/drawing/2014/main" id="{F7AFAA64-011E-C75A-E009-AEE9B222366A}"/>
                    </a:ext>
                  </a:extLst>
                </p:cNvPr>
                <p:cNvSpPr/>
                <p:nvPr/>
              </p:nvSpPr>
              <p:spPr>
                <a:xfrm>
                  <a:off x="2141000" y="1954475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94"/>
                      </a:moveTo>
                      <a:cubicBezTo>
                        <a:pt x="3372" y="694"/>
                        <a:pt x="3782" y="1166"/>
                        <a:pt x="3782" y="1734"/>
                      </a:cubicBezTo>
                      <a:cubicBezTo>
                        <a:pt x="3782" y="2301"/>
                        <a:pt x="3309" y="2742"/>
                        <a:pt x="2773" y="2742"/>
                      </a:cubicBezTo>
                      <a:cubicBezTo>
                        <a:pt x="2175" y="2742"/>
                        <a:pt x="1734" y="2269"/>
                        <a:pt x="1734" y="1734"/>
                      </a:cubicBezTo>
                      <a:cubicBezTo>
                        <a:pt x="1734" y="1166"/>
                        <a:pt x="2206" y="694"/>
                        <a:pt x="2773" y="694"/>
                      </a:cubicBezTo>
                      <a:close/>
                      <a:moveTo>
                        <a:pt x="2773" y="3466"/>
                      </a:moveTo>
                      <a:cubicBezTo>
                        <a:pt x="3908" y="3466"/>
                        <a:pt x="4853" y="4411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1"/>
                        <a:pt x="1639" y="3466"/>
                        <a:pt x="2773" y="3466"/>
                      </a:cubicBezTo>
                      <a:close/>
                      <a:moveTo>
                        <a:pt x="2805" y="1"/>
                      </a:moveTo>
                      <a:cubicBezTo>
                        <a:pt x="1860" y="1"/>
                        <a:pt x="1072" y="788"/>
                        <a:pt x="1072" y="1734"/>
                      </a:cubicBezTo>
                      <a:cubicBezTo>
                        <a:pt x="1072" y="2238"/>
                        <a:pt x="1324" y="2710"/>
                        <a:pt x="1671" y="3025"/>
                      </a:cubicBezTo>
                      <a:cubicBezTo>
                        <a:pt x="726" y="3466"/>
                        <a:pt x="64" y="4443"/>
                        <a:pt x="64" y="5577"/>
                      </a:cubicBezTo>
                      <a:lnTo>
                        <a:pt x="64" y="6617"/>
                      </a:lnTo>
                      <a:cubicBezTo>
                        <a:pt x="1" y="6806"/>
                        <a:pt x="159" y="6963"/>
                        <a:pt x="379" y="6963"/>
                      </a:cubicBezTo>
                      <a:lnTo>
                        <a:pt x="5199" y="6963"/>
                      </a:lnTo>
                      <a:cubicBezTo>
                        <a:pt x="5420" y="6963"/>
                        <a:pt x="5577" y="6806"/>
                        <a:pt x="5577" y="6617"/>
                      </a:cubicBezTo>
                      <a:lnTo>
                        <a:pt x="5577" y="5577"/>
                      </a:lnTo>
                      <a:cubicBezTo>
                        <a:pt x="5577" y="4443"/>
                        <a:pt x="4884" y="3498"/>
                        <a:pt x="3939" y="3025"/>
                      </a:cubicBezTo>
                      <a:cubicBezTo>
                        <a:pt x="4317" y="2710"/>
                        <a:pt x="4538" y="2238"/>
                        <a:pt x="4538" y="1734"/>
                      </a:cubicBezTo>
                      <a:cubicBezTo>
                        <a:pt x="4538" y="788"/>
                        <a:pt x="3750" y="1"/>
                        <a:pt x="28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Google Shape;9266;p73">
                  <a:extLst>
                    <a:ext uri="{FF2B5EF4-FFF2-40B4-BE49-F238E27FC236}">
                      <a16:creationId xmlns:a16="http://schemas.microsoft.com/office/drawing/2014/main" id="{FB5F08F8-E4F3-6E8B-7288-CDC82155565C}"/>
                    </a:ext>
                  </a:extLst>
                </p:cNvPr>
                <p:cNvSpPr/>
                <p:nvPr/>
              </p:nvSpPr>
              <p:spPr>
                <a:xfrm>
                  <a:off x="2298525" y="2076550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63"/>
                      </a:moveTo>
                      <a:cubicBezTo>
                        <a:pt x="3372" y="663"/>
                        <a:pt x="3782" y="1135"/>
                        <a:pt x="3782" y="1702"/>
                      </a:cubicBezTo>
                      <a:cubicBezTo>
                        <a:pt x="3782" y="2238"/>
                        <a:pt x="3309" y="2710"/>
                        <a:pt x="2773" y="2710"/>
                      </a:cubicBezTo>
                      <a:cubicBezTo>
                        <a:pt x="2175" y="2710"/>
                        <a:pt x="1734" y="2238"/>
                        <a:pt x="1734" y="1702"/>
                      </a:cubicBezTo>
                      <a:cubicBezTo>
                        <a:pt x="1734" y="1135"/>
                        <a:pt x="2175" y="663"/>
                        <a:pt x="2773" y="663"/>
                      </a:cubicBezTo>
                      <a:close/>
                      <a:moveTo>
                        <a:pt x="2773" y="3467"/>
                      </a:moveTo>
                      <a:cubicBezTo>
                        <a:pt x="3908" y="3467"/>
                        <a:pt x="4853" y="4412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2"/>
                        <a:pt x="1639" y="3467"/>
                        <a:pt x="2773" y="3467"/>
                      </a:cubicBezTo>
                      <a:close/>
                      <a:moveTo>
                        <a:pt x="2773" y="1"/>
                      </a:moveTo>
                      <a:cubicBezTo>
                        <a:pt x="1828" y="1"/>
                        <a:pt x="1041" y="789"/>
                        <a:pt x="1041" y="1734"/>
                      </a:cubicBezTo>
                      <a:cubicBezTo>
                        <a:pt x="1041" y="2238"/>
                        <a:pt x="1261" y="2710"/>
                        <a:pt x="1608" y="3025"/>
                      </a:cubicBezTo>
                      <a:cubicBezTo>
                        <a:pt x="663" y="3467"/>
                        <a:pt x="1" y="4443"/>
                        <a:pt x="1" y="5546"/>
                      </a:cubicBezTo>
                      <a:lnTo>
                        <a:pt x="1" y="6617"/>
                      </a:lnTo>
                      <a:cubicBezTo>
                        <a:pt x="1" y="6806"/>
                        <a:pt x="159" y="6964"/>
                        <a:pt x="379" y="6964"/>
                      </a:cubicBezTo>
                      <a:lnTo>
                        <a:pt x="5199" y="6964"/>
                      </a:lnTo>
                      <a:cubicBezTo>
                        <a:pt x="5420" y="6964"/>
                        <a:pt x="5577" y="6806"/>
                        <a:pt x="5577" y="6617"/>
                      </a:cubicBezTo>
                      <a:lnTo>
                        <a:pt x="5577" y="5546"/>
                      </a:lnTo>
                      <a:cubicBezTo>
                        <a:pt x="5514" y="4412"/>
                        <a:pt x="4853" y="3467"/>
                        <a:pt x="3908" y="3025"/>
                      </a:cubicBezTo>
                      <a:cubicBezTo>
                        <a:pt x="4254" y="2710"/>
                        <a:pt x="4506" y="2238"/>
                        <a:pt x="4506" y="1734"/>
                      </a:cubicBezTo>
                      <a:cubicBezTo>
                        <a:pt x="4506" y="789"/>
                        <a:pt x="3719" y="1"/>
                        <a:pt x="27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7" name="Google Shape;9267;p73">
                <a:extLst>
                  <a:ext uri="{FF2B5EF4-FFF2-40B4-BE49-F238E27FC236}">
                    <a16:creationId xmlns:a16="http://schemas.microsoft.com/office/drawing/2014/main" id="{857A0D7C-C383-8FDC-9756-1D6EBA5FB485}"/>
                  </a:ext>
                </a:extLst>
              </p:cNvPr>
              <p:cNvGrpSpPr/>
              <p:nvPr/>
            </p:nvGrpSpPr>
            <p:grpSpPr>
              <a:xfrm>
                <a:off x="3292988" y="2281454"/>
                <a:ext cx="520558" cy="499641"/>
                <a:chOff x="2140225" y="2318650"/>
                <a:chExt cx="307975" cy="295600"/>
              </a:xfrm>
              <a:grpFill/>
            </p:grpSpPr>
            <p:sp>
              <p:nvSpPr>
                <p:cNvPr id="390" name="Google Shape;9268;p73">
                  <a:extLst>
                    <a:ext uri="{FF2B5EF4-FFF2-40B4-BE49-F238E27FC236}">
                      <a16:creationId xmlns:a16="http://schemas.microsoft.com/office/drawing/2014/main" id="{4210B595-7F8F-225B-BF80-0C001438536A}"/>
                    </a:ext>
                  </a:extLst>
                </p:cNvPr>
                <p:cNvSpPr/>
                <p:nvPr/>
              </p:nvSpPr>
              <p:spPr>
                <a:xfrm>
                  <a:off x="2281200" y="2353025"/>
                  <a:ext cx="10400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852" extrusionOk="0">
                      <a:moveTo>
                        <a:pt x="2080" y="662"/>
                      </a:moveTo>
                      <a:cubicBezTo>
                        <a:pt x="2490" y="662"/>
                        <a:pt x="2805" y="977"/>
                        <a:pt x="2805" y="1386"/>
                      </a:cubicBezTo>
                      <a:cubicBezTo>
                        <a:pt x="2805" y="1764"/>
                        <a:pt x="2490" y="2079"/>
                        <a:pt x="2080" y="2079"/>
                      </a:cubicBezTo>
                      <a:cubicBezTo>
                        <a:pt x="1702" y="2079"/>
                        <a:pt x="1387" y="1764"/>
                        <a:pt x="1387" y="1386"/>
                      </a:cubicBezTo>
                      <a:cubicBezTo>
                        <a:pt x="1387" y="977"/>
                        <a:pt x="1702" y="662"/>
                        <a:pt x="2080" y="662"/>
                      </a:cubicBezTo>
                      <a:close/>
                      <a:moveTo>
                        <a:pt x="2080" y="2773"/>
                      </a:moveTo>
                      <a:cubicBezTo>
                        <a:pt x="2836" y="2773"/>
                        <a:pt x="3466" y="3403"/>
                        <a:pt x="3466" y="4127"/>
                      </a:cubicBezTo>
                      <a:lnTo>
                        <a:pt x="662" y="4127"/>
                      </a:lnTo>
                      <a:cubicBezTo>
                        <a:pt x="662" y="3403"/>
                        <a:pt x="1293" y="2773"/>
                        <a:pt x="2080" y="2773"/>
                      </a:cubicBezTo>
                      <a:close/>
                      <a:moveTo>
                        <a:pt x="2112" y="0"/>
                      </a:moveTo>
                      <a:cubicBezTo>
                        <a:pt x="1387" y="0"/>
                        <a:pt x="757" y="630"/>
                        <a:pt x="757" y="1386"/>
                      </a:cubicBezTo>
                      <a:cubicBezTo>
                        <a:pt x="757" y="1733"/>
                        <a:pt x="915" y="2079"/>
                        <a:pt x="1135" y="2332"/>
                      </a:cubicBezTo>
                      <a:cubicBezTo>
                        <a:pt x="505" y="2678"/>
                        <a:pt x="64" y="3340"/>
                        <a:pt x="64" y="4127"/>
                      </a:cubicBezTo>
                      <a:lnTo>
                        <a:pt x="64" y="4505"/>
                      </a:lnTo>
                      <a:cubicBezTo>
                        <a:pt x="1" y="4694"/>
                        <a:pt x="158" y="4852"/>
                        <a:pt x="347" y="4852"/>
                      </a:cubicBezTo>
                      <a:lnTo>
                        <a:pt x="3813" y="4852"/>
                      </a:lnTo>
                      <a:cubicBezTo>
                        <a:pt x="4002" y="4852"/>
                        <a:pt x="4160" y="4694"/>
                        <a:pt x="4160" y="4505"/>
                      </a:cubicBezTo>
                      <a:lnTo>
                        <a:pt x="4160" y="4127"/>
                      </a:lnTo>
                      <a:cubicBezTo>
                        <a:pt x="4160" y="3340"/>
                        <a:pt x="3750" y="2678"/>
                        <a:pt x="3120" y="2332"/>
                      </a:cubicBezTo>
                      <a:cubicBezTo>
                        <a:pt x="3340" y="2079"/>
                        <a:pt x="3498" y="1733"/>
                        <a:pt x="3498" y="1386"/>
                      </a:cubicBezTo>
                      <a:cubicBezTo>
                        <a:pt x="3498" y="630"/>
                        <a:pt x="2868" y="0"/>
                        <a:pt x="21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Google Shape;9269;p73">
                  <a:extLst>
                    <a:ext uri="{FF2B5EF4-FFF2-40B4-BE49-F238E27FC236}">
                      <a16:creationId xmlns:a16="http://schemas.microsoft.com/office/drawing/2014/main" id="{6282E64B-69D4-F48B-AD35-063035BB23E4}"/>
                    </a:ext>
                  </a:extLst>
                </p:cNvPr>
                <p:cNvSpPr/>
                <p:nvPr/>
              </p:nvSpPr>
              <p:spPr>
                <a:xfrm>
                  <a:off x="2140225" y="2318650"/>
                  <a:ext cx="307975" cy="29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9" h="11824" extrusionOk="0">
                      <a:moveTo>
                        <a:pt x="7712" y="682"/>
                      </a:moveTo>
                      <a:cubicBezTo>
                        <a:pt x="8607" y="682"/>
                        <a:pt x="9499" y="1029"/>
                        <a:pt x="10177" y="1690"/>
                      </a:cubicBezTo>
                      <a:cubicBezTo>
                        <a:pt x="11468" y="2982"/>
                        <a:pt x="11531" y="5187"/>
                        <a:pt x="10177" y="6573"/>
                      </a:cubicBezTo>
                      <a:cubicBezTo>
                        <a:pt x="9500" y="7266"/>
                        <a:pt x="8627" y="7590"/>
                        <a:pt x="7754" y="7590"/>
                      </a:cubicBezTo>
                      <a:cubicBezTo>
                        <a:pt x="6839" y="7590"/>
                        <a:pt x="5923" y="7234"/>
                        <a:pt x="5230" y="6573"/>
                      </a:cubicBezTo>
                      <a:cubicBezTo>
                        <a:pt x="3939" y="5282"/>
                        <a:pt x="3876" y="3045"/>
                        <a:pt x="5325" y="1659"/>
                      </a:cubicBezTo>
                      <a:cubicBezTo>
                        <a:pt x="6001" y="997"/>
                        <a:pt x="6858" y="682"/>
                        <a:pt x="7712" y="682"/>
                      </a:cubicBezTo>
                      <a:close/>
                      <a:moveTo>
                        <a:pt x="4128" y="6258"/>
                      </a:moveTo>
                      <a:cubicBezTo>
                        <a:pt x="4285" y="6573"/>
                        <a:pt x="4537" y="6857"/>
                        <a:pt x="4758" y="7078"/>
                      </a:cubicBezTo>
                      <a:cubicBezTo>
                        <a:pt x="5010" y="7330"/>
                        <a:pt x="5293" y="7550"/>
                        <a:pt x="5577" y="7708"/>
                      </a:cubicBezTo>
                      <a:lnTo>
                        <a:pt x="5136" y="8180"/>
                      </a:lnTo>
                      <a:cubicBezTo>
                        <a:pt x="5073" y="8243"/>
                        <a:pt x="4978" y="8275"/>
                        <a:pt x="4888" y="8275"/>
                      </a:cubicBezTo>
                      <a:cubicBezTo>
                        <a:pt x="4797" y="8275"/>
                        <a:pt x="4710" y="8243"/>
                        <a:pt x="4663" y="8180"/>
                      </a:cubicBezTo>
                      <a:lnTo>
                        <a:pt x="3655" y="7204"/>
                      </a:lnTo>
                      <a:cubicBezTo>
                        <a:pt x="3498" y="7078"/>
                        <a:pt x="3498" y="6857"/>
                        <a:pt x="3655" y="6731"/>
                      </a:cubicBezTo>
                      <a:lnTo>
                        <a:pt x="4128" y="6258"/>
                      </a:lnTo>
                      <a:close/>
                      <a:moveTo>
                        <a:pt x="3403" y="7960"/>
                      </a:moveTo>
                      <a:lnTo>
                        <a:pt x="3876" y="8432"/>
                      </a:lnTo>
                      <a:lnTo>
                        <a:pt x="3309" y="8968"/>
                      </a:lnTo>
                      <a:lnTo>
                        <a:pt x="2836" y="8495"/>
                      </a:lnTo>
                      <a:lnTo>
                        <a:pt x="3403" y="7960"/>
                      </a:lnTo>
                      <a:close/>
                      <a:moveTo>
                        <a:pt x="2363" y="8968"/>
                      </a:moveTo>
                      <a:lnTo>
                        <a:pt x="2836" y="9440"/>
                      </a:lnTo>
                      <a:lnTo>
                        <a:pt x="1292" y="10984"/>
                      </a:lnTo>
                      <a:cubicBezTo>
                        <a:pt x="1245" y="11047"/>
                        <a:pt x="1158" y="11079"/>
                        <a:pt x="1068" y="11079"/>
                      </a:cubicBezTo>
                      <a:cubicBezTo>
                        <a:pt x="977" y="11079"/>
                        <a:pt x="883" y="11047"/>
                        <a:pt x="820" y="10984"/>
                      </a:cubicBezTo>
                      <a:cubicBezTo>
                        <a:pt x="725" y="10858"/>
                        <a:pt x="725" y="10669"/>
                        <a:pt x="820" y="10512"/>
                      </a:cubicBezTo>
                      <a:lnTo>
                        <a:pt x="2363" y="8968"/>
                      </a:lnTo>
                      <a:close/>
                      <a:moveTo>
                        <a:pt x="7731" y="1"/>
                      </a:moveTo>
                      <a:cubicBezTo>
                        <a:pt x="6669" y="1"/>
                        <a:pt x="5604" y="403"/>
                        <a:pt x="4789" y="1218"/>
                      </a:cubicBezTo>
                      <a:cubicBezTo>
                        <a:pt x="3592" y="2446"/>
                        <a:pt x="3309" y="4179"/>
                        <a:pt x="3844" y="5628"/>
                      </a:cubicBezTo>
                      <a:lnTo>
                        <a:pt x="3182" y="6290"/>
                      </a:lnTo>
                      <a:cubicBezTo>
                        <a:pt x="2867" y="6605"/>
                        <a:pt x="2804" y="7078"/>
                        <a:pt x="2993" y="7487"/>
                      </a:cubicBezTo>
                      <a:lnTo>
                        <a:pt x="410" y="10071"/>
                      </a:lnTo>
                      <a:cubicBezTo>
                        <a:pt x="0" y="10480"/>
                        <a:pt x="0" y="11142"/>
                        <a:pt x="410" y="11520"/>
                      </a:cubicBezTo>
                      <a:cubicBezTo>
                        <a:pt x="580" y="11721"/>
                        <a:pt x="826" y="11823"/>
                        <a:pt x="1081" y="11823"/>
                      </a:cubicBezTo>
                      <a:cubicBezTo>
                        <a:pt x="1345" y="11823"/>
                        <a:pt x="1619" y="11713"/>
                        <a:pt x="1828" y="11488"/>
                      </a:cubicBezTo>
                      <a:lnTo>
                        <a:pt x="4411" y="8905"/>
                      </a:lnTo>
                      <a:cubicBezTo>
                        <a:pt x="4565" y="8976"/>
                        <a:pt x="4727" y="9011"/>
                        <a:pt x="4887" y="9011"/>
                      </a:cubicBezTo>
                      <a:cubicBezTo>
                        <a:pt x="5153" y="9011"/>
                        <a:pt x="5411" y="8913"/>
                        <a:pt x="5608" y="8716"/>
                      </a:cubicBezTo>
                      <a:lnTo>
                        <a:pt x="6270" y="8023"/>
                      </a:lnTo>
                      <a:cubicBezTo>
                        <a:pt x="6736" y="8205"/>
                        <a:pt x="7231" y="8296"/>
                        <a:pt x="7729" y="8296"/>
                      </a:cubicBezTo>
                      <a:cubicBezTo>
                        <a:pt x="8781" y="8296"/>
                        <a:pt x="9847" y="7890"/>
                        <a:pt x="10681" y="7078"/>
                      </a:cubicBezTo>
                      <a:cubicBezTo>
                        <a:pt x="12319" y="5439"/>
                        <a:pt x="12287" y="2793"/>
                        <a:pt x="10681" y="1218"/>
                      </a:cubicBezTo>
                      <a:cubicBezTo>
                        <a:pt x="9873" y="410"/>
                        <a:pt x="8804" y="1"/>
                        <a:pt x="7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8" name="Google Shape;9270;p73">
                <a:extLst>
                  <a:ext uri="{FF2B5EF4-FFF2-40B4-BE49-F238E27FC236}">
                    <a16:creationId xmlns:a16="http://schemas.microsoft.com/office/drawing/2014/main" id="{3EE209D7-ABCD-865F-A28A-64BC39E5B131}"/>
                  </a:ext>
                </a:extLst>
              </p:cNvPr>
              <p:cNvGrpSpPr/>
              <p:nvPr/>
            </p:nvGrpSpPr>
            <p:grpSpPr>
              <a:xfrm>
                <a:off x="3300954" y="2924662"/>
                <a:ext cx="504627" cy="500571"/>
                <a:chOff x="2139425" y="2682250"/>
                <a:chExt cx="298550" cy="296150"/>
              </a:xfrm>
              <a:grpFill/>
            </p:grpSpPr>
            <p:sp>
              <p:nvSpPr>
                <p:cNvPr id="386" name="Google Shape;9271;p73">
                  <a:extLst>
                    <a:ext uri="{FF2B5EF4-FFF2-40B4-BE49-F238E27FC236}">
                      <a16:creationId xmlns:a16="http://schemas.microsoft.com/office/drawing/2014/main" id="{93EC80D0-82E5-2D06-B7A7-77889A73D422}"/>
                    </a:ext>
                  </a:extLst>
                </p:cNvPr>
                <p:cNvSpPr/>
                <p:nvPr/>
              </p:nvSpPr>
              <p:spPr>
                <a:xfrm>
                  <a:off x="2139425" y="2787000"/>
                  <a:ext cx="159125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5" h="7656" extrusionOk="0">
                      <a:moveTo>
                        <a:pt x="3214" y="630"/>
                      </a:moveTo>
                      <a:cubicBezTo>
                        <a:pt x="3813" y="630"/>
                        <a:pt x="4286" y="1103"/>
                        <a:pt x="4286" y="1670"/>
                      </a:cubicBezTo>
                      <a:cubicBezTo>
                        <a:pt x="4286" y="2206"/>
                        <a:pt x="3813" y="2678"/>
                        <a:pt x="3214" y="2678"/>
                      </a:cubicBezTo>
                      <a:cubicBezTo>
                        <a:pt x="2647" y="2678"/>
                        <a:pt x="2175" y="2206"/>
                        <a:pt x="2175" y="1670"/>
                      </a:cubicBezTo>
                      <a:cubicBezTo>
                        <a:pt x="2175" y="1166"/>
                        <a:pt x="2647" y="630"/>
                        <a:pt x="3214" y="630"/>
                      </a:cubicBezTo>
                      <a:close/>
                      <a:moveTo>
                        <a:pt x="3183" y="3403"/>
                      </a:moveTo>
                      <a:cubicBezTo>
                        <a:pt x="4538" y="3403"/>
                        <a:pt x="5609" y="4506"/>
                        <a:pt x="5609" y="5829"/>
                      </a:cubicBezTo>
                      <a:lnTo>
                        <a:pt x="5609" y="6931"/>
                      </a:lnTo>
                      <a:lnTo>
                        <a:pt x="757" y="6931"/>
                      </a:lnTo>
                      <a:lnTo>
                        <a:pt x="757" y="5829"/>
                      </a:lnTo>
                      <a:cubicBezTo>
                        <a:pt x="757" y="4506"/>
                        <a:pt x="1860" y="3403"/>
                        <a:pt x="3183" y="3403"/>
                      </a:cubicBezTo>
                      <a:close/>
                      <a:moveTo>
                        <a:pt x="3183" y="0"/>
                      </a:moveTo>
                      <a:cubicBezTo>
                        <a:pt x="2238" y="0"/>
                        <a:pt x="1419" y="788"/>
                        <a:pt x="1419" y="1733"/>
                      </a:cubicBezTo>
                      <a:cubicBezTo>
                        <a:pt x="1419" y="2206"/>
                        <a:pt x="1608" y="2678"/>
                        <a:pt x="1954" y="2993"/>
                      </a:cubicBezTo>
                      <a:cubicBezTo>
                        <a:pt x="820" y="3466"/>
                        <a:pt x="1" y="4569"/>
                        <a:pt x="1" y="5892"/>
                      </a:cubicBezTo>
                      <a:lnTo>
                        <a:pt x="1" y="7309"/>
                      </a:lnTo>
                      <a:cubicBezTo>
                        <a:pt x="64" y="7498"/>
                        <a:pt x="222" y="7656"/>
                        <a:pt x="442" y="7656"/>
                      </a:cubicBezTo>
                      <a:lnTo>
                        <a:pt x="6018" y="7656"/>
                      </a:lnTo>
                      <a:cubicBezTo>
                        <a:pt x="6207" y="7656"/>
                        <a:pt x="6365" y="7498"/>
                        <a:pt x="6365" y="7309"/>
                      </a:cubicBezTo>
                      <a:lnTo>
                        <a:pt x="6365" y="5892"/>
                      </a:lnTo>
                      <a:cubicBezTo>
                        <a:pt x="6365" y="4569"/>
                        <a:pt x="5546" y="3466"/>
                        <a:pt x="4412" y="2993"/>
                      </a:cubicBezTo>
                      <a:cubicBezTo>
                        <a:pt x="4758" y="2647"/>
                        <a:pt x="4947" y="2206"/>
                        <a:pt x="4947" y="1733"/>
                      </a:cubicBezTo>
                      <a:cubicBezTo>
                        <a:pt x="4947" y="788"/>
                        <a:pt x="4160" y="0"/>
                        <a:pt x="31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Google Shape;9272;p73">
                  <a:extLst>
                    <a:ext uri="{FF2B5EF4-FFF2-40B4-BE49-F238E27FC236}">
                      <a16:creationId xmlns:a16="http://schemas.microsoft.com/office/drawing/2014/main" id="{4C65326A-27CD-72F0-DCC9-20BEC10CC64B}"/>
                    </a:ext>
                  </a:extLst>
                </p:cNvPr>
                <p:cNvSpPr/>
                <p:nvPr/>
              </p:nvSpPr>
              <p:spPr>
                <a:xfrm>
                  <a:off x="2280425" y="26822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82" y="662"/>
                      </a:moveTo>
                      <a:cubicBezTo>
                        <a:pt x="4506" y="662"/>
                        <a:pt x="5608" y="1764"/>
                        <a:pt x="5608" y="3088"/>
                      </a:cubicBezTo>
                      <a:cubicBezTo>
                        <a:pt x="5577" y="4442"/>
                        <a:pt x="4474" y="5545"/>
                        <a:pt x="3151" y="5545"/>
                      </a:cubicBezTo>
                      <a:cubicBezTo>
                        <a:pt x="2710" y="5545"/>
                        <a:pt x="2300" y="5419"/>
                        <a:pt x="1954" y="5230"/>
                      </a:cubicBezTo>
                      <a:cubicBezTo>
                        <a:pt x="1891" y="5198"/>
                        <a:pt x="1796" y="5198"/>
                        <a:pt x="1733" y="5198"/>
                      </a:cubicBezTo>
                      <a:lnTo>
                        <a:pt x="946" y="5388"/>
                      </a:lnTo>
                      <a:lnTo>
                        <a:pt x="1166" y="4663"/>
                      </a:lnTo>
                      <a:cubicBezTo>
                        <a:pt x="1198" y="4568"/>
                        <a:pt x="1166" y="4474"/>
                        <a:pt x="1135" y="4411"/>
                      </a:cubicBezTo>
                      <a:cubicBezTo>
                        <a:pt x="883" y="4001"/>
                        <a:pt x="725" y="3560"/>
                        <a:pt x="725" y="3088"/>
                      </a:cubicBezTo>
                      <a:cubicBezTo>
                        <a:pt x="725" y="1764"/>
                        <a:pt x="1828" y="662"/>
                        <a:pt x="3182" y="662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32" y="1418"/>
                        <a:pt x="32" y="3088"/>
                      </a:cubicBezTo>
                      <a:cubicBezTo>
                        <a:pt x="32" y="3655"/>
                        <a:pt x="158" y="4159"/>
                        <a:pt x="410" y="4631"/>
                      </a:cubicBezTo>
                      <a:lnTo>
                        <a:pt x="32" y="5766"/>
                      </a:lnTo>
                      <a:cubicBezTo>
                        <a:pt x="0" y="5892"/>
                        <a:pt x="32" y="6018"/>
                        <a:pt x="95" y="6144"/>
                      </a:cubicBezTo>
                      <a:cubicBezTo>
                        <a:pt x="189" y="6207"/>
                        <a:pt x="315" y="6238"/>
                        <a:pt x="473" y="6238"/>
                      </a:cubicBezTo>
                      <a:lnTo>
                        <a:pt x="1765" y="5923"/>
                      </a:lnTo>
                      <a:cubicBezTo>
                        <a:pt x="2206" y="6175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51"/>
                      </a:cubicBezTo>
                      <a:cubicBezTo>
                        <a:pt x="6238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Google Shape;9273;p73">
                  <a:extLst>
                    <a:ext uri="{FF2B5EF4-FFF2-40B4-BE49-F238E27FC236}">
                      <a16:creationId xmlns:a16="http://schemas.microsoft.com/office/drawing/2014/main" id="{2919B7EC-A4B2-E98A-A3CA-B0DF09736A84}"/>
                    </a:ext>
                  </a:extLst>
                </p:cNvPr>
                <p:cNvSpPr/>
                <p:nvPr/>
              </p:nvSpPr>
              <p:spPr>
                <a:xfrm>
                  <a:off x="2349725" y="2725550"/>
                  <a:ext cx="1815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5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cubicBezTo>
                        <a:pt x="568" y="694"/>
                        <a:pt x="725" y="537"/>
                        <a:pt x="725" y="348"/>
                      </a:cubicBez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Google Shape;9274;p73">
                  <a:extLst>
                    <a:ext uri="{FF2B5EF4-FFF2-40B4-BE49-F238E27FC236}">
                      <a16:creationId xmlns:a16="http://schemas.microsoft.com/office/drawing/2014/main" id="{F06BEC33-0B02-C8F6-A2C8-5B2D2F3E0E72}"/>
                    </a:ext>
                  </a:extLst>
                </p:cNvPr>
                <p:cNvSpPr/>
                <p:nvPr/>
              </p:nvSpPr>
              <p:spPr>
                <a:xfrm>
                  <a:off x="2349725" y="2751550"/>
                  <a:ext cx="181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2112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79" y="2111"/>
                      </a:cubicBezTo>
                      <a:cubicBezTo>
                        <a:pt x="568" y="2111"/>
                        <a:pt x="725" y="1954"/>
                        <a:pt x="725" y="1733"/>
                      </a:cubicBezTo>
                      <a:lnTo>
                        <a:pt x="725" y="379"/>
                      </a:ln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9" name="Google Shape;9275;p73">
                <a:extLst>
                  <a:ext uri="{FF2B5EF4-FFF2-40B4-BE49-F238E27FC236}">
                    <a16:creationId xmlns:a16="http://schemas.microsoft.com/office/drawing/2014/main" id="{D28A62C3-1363-E4FB-BE18-B6475510CE93}"/>
                  </a:ext>
                </a:extLst>
              </p:cNvPr>
              <p:cNvGrpSpPr/>
              <p:nvPr/>
            </p:nvGrpSpPr>
            <p:grpSpPr>
              <a:xfrm>
                <a:off x="6474398" y="1748451"/>
                <a:ext cx="501965" cy="379464"/>
                <a:chOff x="3962775" y="1990700"/>
                <a:chExt cx="296975" cy="224500"/>
              </a:xfrm>
              <a:grpFill/>
            </p:grpSpPr>
            <p:sp>
              <p:nvSpPr>
                <p:cNvPr id="382" name="Google Shape;9276;p73">
                  <a:extLst>
                    <a:ext uri="{FF2B5EF4-FFF2-40B4-BE49-F238E27FC236}">
                      <a16:creationId xmlns:a16="http://schemas.microsoft.com/office/drawing/2014/main" id="{4B1A13B8-0FD3-90BC-D5F0-1E6C53CBF3A5}"/>
                    </a:ext>
                  </a:extLst>
                </p:cNvPr>
                <p:cNvSpPr/>
                <p:nvPr/>
              </p:nvSpPr>
              <p:spPr>
                <a:xfrm>
                  <a:off x="4216400" y="2093100"/>
                  <a:ext cx="43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387" y="725"/>
                      </a:lnTo>
                      <a:cubicBezTo>
                        <a:pt x="1576" y="725"/>
                        <a:pt x="1733" y="568"/>
                        <a:pt x="1733" y="347"/>
                      </a:cubicBezTo>
                      <a:cubicBezTo>
                        <a:pt x="1702" y="158"/>
                        <a:pt x="1544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3" name="Google Shape;9277;p73">
                  <a:extLst>
                    <a:ext uri="{FF2B5EF4-FFF2-40B4-BE49-F238E27FC236}">
                      <a16:creationId xmlns:a16="http://schemas.microsoft.com/office/drawing/2014/main" id="{A73F3E2D-8EAD-9CE2-44D9-8F931947B8AB}"/>
                    </a:ext>
                  </a:extLst>
                </p:cNvPr>
                <p:cNvSpPr/>
                <p:nvPr/>
              </p:nvSpPr>
              <p:spPr>
                <a:xfrm>
                  <a:off x="4206950" y="2129325"/>
                  <a:ext cx="354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56" extrusionOk="0">
                      <a:moveTo>
                        <a:pt x="351" y="1"/>
                      </a:moveTo>
                      <a:cubicBezTo>
                        <a:pt x="260" y="1"/>
                        <a:pt x="174" y="32"/>
                        <a:pt x="127" y="95"/>
                      </a:cubicBezTo>
                      <a:cubicBezTo>
                        <a:pt x="1" y="221"/>
                        <a:pt x="1" y="410"/>
                        <a:pt x="127" y="568"/>
                      </a:cubicBezTo>
                      <a:lnTo>
                        <a:pt x="820" y="1261"/>
                      </a:lnTo>
                      <a:cubicBezTo>
                        <a:pt x="883" y="1324"/>
                        <a:pt x="969" y="1356"/>
                        <a:pt x="1056" y="1356"/>
                      </a:cubicBezTo>
                      <a:cubicBezTo>
                        <a:pt x="1143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99" y="95"/>
                      </a:lnTo>
                      <a:cubicBezTo>
                        <a:pt x="536" y="32"/>
                        <a:pt x="442" y="1"/>
                        <a:pt x="3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4" name="Google Shape;9278;p73">
                  <a:extLst>
                    <a:ext uri="{FF2B5EF4-FFF2-40B4-BE49-F238E27FC236}">
                      <a16:creationId xmlns:a16="http://schemas.microsoft.com/office/drawing/2014/main" id="{7A1D9D2C-85BD-E237-43D3-C46C9ACF7200}"/>
                    </a:ext>
                  </a:extLst>
                </p:cNvPr>
                <p:cNvSpPr/>
                <p:nvPr/>
              </p:nvSpPr>
              <p:spPr>
                <a:xfrm>
                  <a:off x="4207750" y="2041900"/>
                  <a:ext cx="35450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80" extrusionOk="0">
                      <a:moveTo>
                        <a:pt x="1067" y="1"/>
                      </a:moveTo>
                      <a:cubicBezTo>
                        <a:pt x="977" y="1"/>
                        <a:pt x="882" y="32"/>
                        <a:pt x="819" y="95"/>
                      </a:cubicBezTo>
                      <a:lnTo>
                        <a:pt x="126" y="788"/>
                      </a:lnTo>
                      <a:cubicBezTo>
                        <a:pt x="0" y="914"/>
                        <a:pt x="0" y="1135"/>
                        <a:pt x="126" y="1261"/>
                      </a:cubicBezTo>
                      <a:cubicBezTo>
                        <a:pt x="189" y="1340"/>
                        <a:pt x="268" y="1379"/>
                        <a:pt x="351" y="1379"/>
                      </a:cubicBezTo>
                      <a:cubicBezTo>
                        <a:pt x="433" y="1379"/>
                        <a:pt x="520" y="1340"/>
                        <a:pt x="599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5"/>
                      </a:cubicBezTo>
                      <a:cubicBezTo>
                        <a:pt x="1244" y="32"/>
                        <a:pt x="1158" y="1"/>
                        <a:pt x="10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5" name="Google Shape;9279;p73">
                  <a:extLst>
                    <a:ext uri="{FF2B5EF4-FFF2-40B4-BE49-F238E27FC236}">
                      <a16:creationId xmlns:a16="http://schemas.microsoft.com/office/drawing/2014/main" id="{C07143E7-2CC6-1CB5-C0B0-6854A7A5EF57}"/>
                    </a:ext>
                  </a:extLst>
                </p:cNvPr>
                <p:cNvSpPr/>
                <p:nvPr/>
              </p:nvSpPr>
              <p:spPr>
                <a:xfrm>
                  <a:off x="3962775" y="1990700"/>
                  <a:ext cx="2260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8980" extrusionOk="0">
                      <a:moveTo>
                        <a:pt x="1419" y="3403"/>
                      </a:moveTo>
                      <a:lnTo>
                        <a:pt x="1419" y="4790"/>
                      </a:lnTo>
                      <a:cubicBezTo>
                        <a:pt x="1009" y="4790"/>
                        <a:pt x="694" y="4506"/>
                        <a:pt x="694" y="4097"/>
                      </a:cubicBezTo>
                      <a:cubicBezTo>
                        <a:pt x="694" y="3719"/>
                        <a:pt x="1009" y="3403"/>
                        <a:pt x="1419" y="3403"/>
                      </a:cubicBezTo>
                      <a:close/>
                      <a:moveTo>
                        <a:pt x="4191" y="2710"/>
                      </a:moveTo>
                      <a:lnTo>
                        <a:pt x="4191" y="5483"/>
                      </a:lnTo>
                      <a:lnTo>
                        <a:pt x="2490" y="5483"/>
                      </a:lnTo>
                      <a:cubicBezTo>
                        <a:pt x="2269" y="5483"/>
                        <a:pt x="2112" y="5325"/>
                        <a:pt x="2112" y="5105"/>
                      </a:cubicBezTo>
                      <a:lnTo>
                        <a:pt x="2112" y="3088"/>
                      </a:lnTo>
                      <a:cubicBezTo>
                        <a:pt x="2112" y="2868"/>
                        <a:pt x="2269" y="2710"/>
                        <a:pt x="2490" y="2710"/>
                      </a:cubicBezTo>
                      <a:close/>
                      <a:moveTo>
                        <a:pt x="6995" y="1828"/>
                      </a:moveTo>
                      <a:lnTo>
                        <a:pt x="6995" y="6428"/>
                      </a:lnTo>
                      <a:cubicBezTo>
                        <a:pt x="6428" y="5924"/>
                        <a:pt x="5672" y="5609"/>
                        <a:pt x="4884" y="5514"/>
                      </a:cubicBezTo>
                      <a:lnTo>
                        <a:pt x="4884" y="2710"/>
                      </a:lnTo>
                      <a:cubicBezTo>
                        <a:pt x="5672" y="2647"/>
                        <a:pt x="6428" y="2332"/>
                        <a:pt x="6995" y="1828"/>
                      </a:cubicBezTo>
                      <a:close/>
                      <a:moveTo>
                        <a:pt x="8066" y="631"/>
                      </a:moveTo>
                      <a:cubicBezTo>
                        <a:pt x="8255" y="631"/>
                        <a:pt x="8413" y="789"/>
                        <a:pt x="8413" y="978"/>
                      </a:cubicBezTo>
                      <a:lnTo>
                        <a:pt x="8413" y="7216"/>
                      </a:lnTo>
                      <a:cubicBezTo>
                        <a:pt x="8413" y="7405"/>
                        <a:pt x="8255" y="7562"/>
                        <a:pt x="8066" y="7562"/>
                      </a:cubicBezTo>
                      <a:cubicBezTo>
                        <a:pt x="7877" y="7562"/>
                        <a:pt x="7720" y="7405"/>
                        <a:pt x="7720" y="7216"/>
                      </a:cubicBezTo>
                      <a:lnTo>
                        <a:pt x="7720" y="978"/>
                      </a:lnTo>
                      <a:cubicBezTo>
                        <a:pt x="7720" y="789"/>
                        <a:pt x="7877" y="631"/>
                        <a:pt x="8066" y="631"/>
                      </a:cubicBezTo>
                      <a:close/>
                      <a:moveTo>
                        <a:pt x="3498" y="6176"/>
                      </a:moveTo>
                      <a:lnTo>
                        <a:pt x="3498" y="7909"/>
                      </a:lnTo>
                      <a:cubicBezTo>
                        <a:pt x="3498" y="8129"/>
                        <a:pt x="3340" y="8287"/>
                        <a:pt x="3151" y="8287"/>
                      </a:cubicBezTo>
                      <a:cubicBezTo>
                        <a:pt x="2962" y="8287"/>
                        <a:pt x="2805" y="8129"/>
                        <a:pt x="2805" y="7909"/>
                      </a:cubicBezTo>
                      <a:lnTo>
                        <a:pt x="2805" y="6176"/>
                      </a:lnTo>
                      <a:close/>
                      <a:moveTo>
                        <a:pt x="8035" y="1"/>
                      </a:moveTo>
                      <a:cubicBezTo>
                        <a:pt x="7531" y="1"/>
                        <a:pt x="7090" y="411"/>
                        <a:pt x="6995" y="883"/>
                      </a:cubicBezTo>
                      <a:lnTo>
                        <a:pt x="6680" y="1198"/>
                      </a:lnTo>
                      <a:cubicBezTo>
                        <a:pt x="6144" y="1734"/>
                        <a:pt x="5325" y="2049"/>
                        <a:pt x="4538" y="2049"/>
                      </a:cubicBezTo>
                      <a:lnTo>
                        <a:pt x="2427" y="2049"/>
                      </a:lnTo>
                      <a:cubicBezTo>
                        <a:pt x="2017" y="2049"/>
                        <a:pt x="1608" y="2332"/>
                        <a:pt x="1450" y="2773"/>
                      </a:cubicBezTo>
                      <a:lnTo>
                        <a:pt x="1387" y="2773"/>
                      </a:lnTo>
                      <a:cubicBezTo>
                        <a:pt x="631" y="2773"/>
                        <a:pt x="1" y="3403"/>
                        <a:pt x="1" y="4128"/>
                      </a:cubicBezTo>
                      <a:cubicBezTo>
                        <a:pt x="1" y="4884"/>
                        <a:pt x="631" y="5514"/>
                        <a:pt x="1387" y="5514"/>
                      </a:cubicBezTo>
                      <a:lnTo>
                        <a:pt x="1450" y="5514"/>
                      </a:lnTo>
                      <a:cubicBezTo>
                        <a:pt x="1576" y="5798"/>
                        <a:pt x="1797" y="6018"/>
                        <a:pt x="2080" y="6144"/>
                      </a:cubicBezTo>
                      <a:lnTo>
                        <a:pt x="2080" y="7940"/>
                      </a:lnTo>
                      <a:cubicBezTo>
                        <a:pt x="2112" y="8507"/>
                        <a:pt x="2584" y="8980"/>
                        <a:pt x="3151" y="8980"/>
                      </a:cubicBezTo>
                      <a:cubicBezTo>
                        <a:pt x="3750" y="8980"/>
                        <a:pt x="4160" y="8507"/>
                        <a:pt x="4160" y="7972"/>
                      </a:cubicBezTo>
                      <a:lnTo>
                        <a:pt x="4160" y="6239"/>
                      </a:lnTo>
                      <a:lnTo>
                        <a:pt x="4538" y="6239"/>
                      </a:lnTo>
                      <a:cubicBezTo>
                        <a:pt x="5325" y="6239"/>
                        <a:pt x="6144" y="6554"/>
                        <a:pt x="6680" y="7090"/>
                      </a:cubicBezTo>
                      <a:lnTo>
                        <a:pt x="6995" y="7405"/>
                      </a:lnTo>
                      <a:cubicBezTo>
                        <a:pt x="7090" y="7909"/>
                        <a:pt x="7531" y="8287"/>
                        <a:pt x="8035" y="8287"/>
                      </a:cubicBezTo>
                      <a:cubicBezTo>
                        <a:pt x="8633" y="8287"/>
                        <a:pt x="9043" y="7814"/>
                        <a:pt x="9043" y="7247"/>
                      </a:cubicBezTo>
                      <a:lnTo>
                        <a:pt x="9043" y="1041"/>
                      </a:lnTo>
                      <a:cubicBezTo>
                        <a:pt x="9043" y="442"/>
                        <a:pt x="8570" y="1"/>
                        <a:pt x="80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0" name="Google Shape;9280;p73">
                <a:extLst>
                  <a:ext uri="{FF2B5EF4-FFF2-40B4-BE49-F238E27FC236}">
                    <a16:creationId xmlns:a16="http://schemas.microsoft.com/office/drawing/2014/main" id="{93524B1E-905A-6F73-1E79-FF8C4D754202}"/>
                  </a:ext>
                </a:extLst>
              </p:cNvPr>
              <p:cNvGrpSpPr/>
              <p:nvPr/>
            </p:nvGrpSpPr>
            <p:grpSpPr>
              <a:xfrm>
                <a:off x="6475075" y="2280968"/>
                <a:ext cx="500612" cy="500612"/>
                <a:chOff x="3963575" y="2317575"/>
                <a:chExt cx="296175" cy="296175"/>
              </a:xfrm>
              <a:grpFill/>
            </p:grpSpPr>
            <p:sp>
              <p:nvSpPr>
                <p:cNvPr id="366" name="Google Shape;9281;p73">
                  <a:extLst>
                    <a:ext uri="{FF2B5EF4-FFF2-40B4-BE49-F238E27FC236}">
                      <a16:creationId xmlns:a16="http://schemas.microsoft.com/office/drawing/2014/main" id="{875486CF-EE39-7473-DCB2-2904A4DD7394}"/>
                    </a:ext>
                  </a:extLst>
                </p:cNvPr>
                <p:cNvSpPr/>
                <p:nvPr/>
              </p:nvSpPr>
              <p:spPr>
                <a:xfrm>
                  <a:off x="3963575" y="2317575"/>
                  <a:ext cx="29617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47" extrusionOk="0">
                      <a:moveTo>
                        <a:pt x="9483" y="1418"/>
                      </a:moveTo>
                      <a:cubicBezTo>
                        <a:pt x="9672" y="1418"/>
                        <a:pt x="9830" y="1576"/>
                        <a:pt x="9830" y="1765"/>
                      </a:cubicBezTo>
                      <a:lnTo>
                        <a:pt x="9830" y="2836"/>
                      </a:lnTo>
                      <a:lnTo>
                        <a:pt x="788" y="2836"/>
                      </a:lnTo>
                      <a:lnTo>
                        <a:pt x="788" y="1765"/>
                      </a:lnTo>
                      <a:lnTo>
                        <a:pt x="725" y="1765"/>
                      </a:lnTo>
                      <a:cubicBezTo>
                        <a:pt x="725" y="1576"/>
                        <a:pt x="883" y="1418"/>
                        <a:pt x="1072" y="1418"/>
                      </a:cubicBezTo>
                      <a:lnTo>
                        <a:pt x="1418" y="1418"/>
                      </a:lnTo>
                      <a:lnTo>
                        <a:pt x="1418" y="1765"/>
                      </a:lnTo>
                      <a:cubicBezTo>
                        <a:pt x="1418" y="1954"/>
                        <a:pt x="1576" y="2143"/>
                        <a:pt x="1765" y="2143"/>
                      </a:cubicBezTo>
                      <a:cubicBezTo>
                        <a:pt x="1954" y="2143"/>
                        <a:pt x="2111" y="1954"/>
                        <a:pt x="2111" y="1765"/>
                      </a:cubicBezTo>
                      <a:lnTo>
                        <a:pt x="2111" y="1418"/>
                      </a:lnTo>
                      <a:lnTo>
                        <a:pt x="3498" y="1418"/>
                      </a:lnTo>
                      <a:lnTo>
                        <a:pt x="3498" y="1765"/>
                      </a:lnTo>
                      <a:cubicBezTo>
                        <a:pt x="3498" y="1954"/>
                        <a:pt x="3655" y="2143"/>
                        <a:pt x="3844" y="2143"/>
                      </a:cubicBezTo>
                      <a:cubicBezTo>
                        <a:pt x="4065" y="2143"/>
                        <a:pt x="4222" y="1954"/>
                        <a:pt x="4222" y="1765"/>
                      </a:cubicBezTo>
                      <a:lnTo>
                        <a:pt x="4222" y="1418"/>
                      </a:lnTo>
                      <a:lnTo>
                        <a:pt x="6333" y="1418"/>
                      </a:lnTo>
                      <a:lnTo>
                        <a:pt x="6333" y="1765"/>
                      </a:lnTo>
                      <a:cubicBezTo>
                        <a:pt x="6333" y="1954"/>
                        <a:pt x="6490" y="2143"/>
                        <a:pt x="6680" y="2143"/>
                      </a:cubicBezTo>
                      <a:cubicBezTo>
                        <a:pt x="6900" y="2143"/>
                        <a:pt x="7058" y="1954"/>
                        <a:pt x="7058" y="1765"/>
                      </a:cubicBezTo>
                      <a:lnTo>
                        <a:pt x="7058" y="1418"/>
                      </a:lnTo>
                      <a:lnTo>
                        <a:pt x="8412" y="1418"/>
                      </a:lnTo>
                      <a:lnTo>
                        <a:pt x="8412" y="1765"/>
                      </a:lnTo>
                      <a:cubicBezTo>
                        <a:pt x="8412" y="1954"/>
                        <a:pt x="8570" y="2143"/>
                        <a:pt x="8790" y="2143"/>
                      </a:cubicBezTo>
                      <a:cubicBezTo>
                        <a:pt x="8979" y="2143"/>
                        <a:pt x="9137" y="1954"/>
                        <a:pt x="9137" y="1765"/>
                      </a:cubicBezTo>
                      <a:lnTo>
                        <a:pt x="9137" y="1418"/>
                      </a:lnTo>
                      <a:close/>
                      <a:moveTo>
                        <a:pt x="9767" y="3497"/>
                      </a:moveTo>
                      <a:lnTo>
                        <a:pt x="9767" y="7026"/>
                      </a:lnTo>
                      <a:cubicBezTo>
                        <a:pt x="9641" y="7026"/>
                        <a:pt x="9546" y="6963"/>
                        <a:pt x="9420" y="6963"/>
                      </a:cubicBezTo>
                      <a:cubicBezTo>
                        <a:pt x="8066" y="6963"/>
                        <a:pt x="6963" y="8066"/>
                        <a:pt x="6963" y="9420"/>
                      </a:cubicBezTo>
                      <a:cubicBezTo>
                        <a:pt x="6963" y="9546"/>
                        <a:pt x="6963" y="9641"/>
                        <a:pt x="7026" y="9767"/>
                      </a:cubicBezTo>
                      <a:lnTo>
                        <a:pt x="1040" y="9767"/>
                      </a:lnTo>
                      <a:cubicBezTo>
                        <a:pt x="820" y="9767"/>
                        <a:pt x="662" y="9609"/>
                        <a:pt x="662" y="9420"/>
                      </a:cubicBezTo>
                      <a:lnTo>
                        <a:pt x="662" y="3497"/>
                      </a:lnTo>
                      <a:close/>
                      <a:moveTo>
                        <a:pt x="9420" y="7688"/>
                      </a:moveTo>
                      <a:cubicBezTo>
                        <a:pt x="10366" y="7688"/>
                        <a:pt x="11153" y="8475"/>
                        <a:pt x="11153" y="9420"/>
                      </a:cubicBezTo>
                      <a:cubicBezTo>
                        <a:pt x="11153" y="10397"/>
                        <a:pt x="10366" y="11185"/>
                        <a:pt x="9420" y="11185"/>
                      </a:cubicBezTo>
                      <a:cubicBezTo>
                        <a:pt x="8475" y="11185"/>
                        <a:pt x="7688" y="10397"/>
                        <a:pt x="7688" y="9420"/>
                      </a:cubicBezTo>
                      <a:cubicBezTo>
                        <a:pt x="7688" y="8475"/>
                        <a:pt x="8475" y="7688"/>
                        <a:pt x="9420" y="7688"/>
                      </a:cubicBez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lnTo>
                        <a:pt x="1387" y="725"/>
                      </a:lnTo>
                      <a:lnTo>
                        <a:pt x="1040" y="725"/>
                      </a:lnTo>
                      <a:cubicBezTo>
                        <a:pt x="442" y="725"/>
                        <a:pt x="0" y="1166"/>
                        <a:pt x="0" y="1733"/>
                      </a:cubicBezTo>
                      <a:lnTo>
                        <a:pt x="0" y="9389"/>
                      </a:lnTo>
                      <a:cubicBezTo>
                        <a:pt x="0" y="9956"/>
                        <a:pt x="473" y="10429"/>
                        <a:pt x="1040" y="10429"/>
                      </a:cubicBezTo>
                      <a:lnTo>
                        <a:pt x="7215" y="10429"/>
                      </a:lnTo>
                      <a:cubicBezTo>
                        <a:pt x="7593" y="11279"/>
                        <a:pt x="8444" y="11846"/>
                        <a:pt x="9420" y="11846"/>
                      </a:cubicBezTo>
                      <a:cubicBezTo>
                        <a:pt x="10744" y="11846"/>
                        <a:pt x="11846" y="10744"/>
                        <a:pt x="11846" y="9420"/>
                      </a:cubicBezTo>
                      <a:cubicBezTo>
                        <a:pt x="11846" y="8444"/>
                        <a:pt x="11311" y="7593"/>
                        <a:pt x="10492" y="7215"/>
                      </a:cubicBezTo>
                      <a:lnTo>
                        <a:pt x="10492" y="1733"/>
                      </a:lnTo>
                      <a:cubicBezTo>
                        <a:pt x="10492" y="1135"/>
                        <a:pt x="10019" y="725"/>
                        <a:pt x="9452" y="725"/>
                      </a:cubicBezTo>
                      <a:lnTo>
                        <a:pt x="9105" y="725"/>
                      </a:lnTo>
                      <a:lnTo>
                        <a:pt x="9105" y="347"/>
                      </a:lnTo>
                      <a:cubicBezTo>
                        <a:pt x="9105" y="158"/>
                        <a:pt x="8948" y="0"/>
                        <a:pt x="8759" y="0"/>
                      </a:cubicBezTo>
                      <a:cubicBezTo>
                        <a:pt x="8538" y="0"/>
                        <a:pt x="8381" y="158"/>
                        <a:pt x="8381" y="347"/>
                      </a:cubicBezTo>
                      <a:lnTo>
                        <a:pt x="8381" y="725"/>
                      </a:lnTo>
                      <a:lnTo>
                        <a:pt x="7026" y="725"/>
                      </a:lnTo>
                      <a:lnTo>
                        <a:pt x="7026" y="347"/>
                      </a:lnTo>
                      <a:cubicBezTo>
                        <a:pt x="7026" y="158"/>
                        <a:pt x="6869" y="0"/>
                        <a:pt x="6648" y="0"/>
                      </a:cubicBezTo>
                      <a:cubicBezTo>
                        <a:pt x="6459" y="0"/>
                        <a:pt x="6301" y="158"/>
                        <a:pt x="6301" y="347"/>
                      </a:cubicBezTo>
                      <a:lnTo>
                        <a:pt x="6301" y="725"/>
                      </a:lnTo>
                      <a:lnTo>
                        <a:pt x="4191" y="725"/>
                      </a:lnTo>
                      <a:lnTo>
                        <a:pt x="4191" y="347"/>
                      </a:lnTo>
                      <a:cubicBezTo>
                        <a:pt x="4191" y="158"/>
                        <a:pt x="4033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725"/>
                      </a:lnTo>
                      <a:lnTo>
                        <a:pt x="2080" y="725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Google Shape;9282;p73">
                  <a:extLst>
                    <a:ext uri="{FF2B5EF4-FFF2-40B4-BE49-F238E27FC236}">
                      <a16:creationId xmlns:a16="http://schemas.microsoft.com/office/drawing/2014/main" id="{834D7033-D0BB-E97A-093F-C550F2769FD0}"/>
                    </a:ext>
                  </a:extLst>
                </p:cNvPr>
                <p:cNvSpPr/>
                <p:nvPr/>
              </p:nvSpPr>
              <p:spPr>
                <a:xfrm>
                  <a:off x="4190400" y="2526300"/>
                  <a:ext cx="3470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71"/>
                      </a:lnTo>
                      <a:cubicBezTo>
                        <a:pt x="1" y="1260"/>
                        <a:pt x="127" y="1418"/>
                        <a:pt x="347" y="1418"/>
                      </a:cubicBezTo>
                      <a:lnTo>
                        <a:pt x="1041" y="1418"/>
                      </a:lnTo>
                      <a:cubicBezTo>
                        <a:pt x="1261" y="1418"/>
                        <a:pt x="1387" y="1260"/>
                        <a:pt x="1387" y="1071"/>
                      </a:cubicBezTo>
                      <a:cubicBezTo>
                        <a:pt x="1387" y="882"/>
                        <a:pt x="1261" y="725"/>
                        <a:pt x="1041" y="725"/>
                      </a:cubicBezTo>
                      <a:lnTo>
                        <a:pt x="694" y="725"/>
                      </a:lnTo>
                      <a:lnTo>
                        <a:pt x="694" y="347"/>
                      </a:lnTo>
                      <a:cubicBezTo>
                        <a:pt x="694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Google Shape;9283;p73">
                  <a:extLst>
                    <a:ext uri="{FF2B5EF4-FFF2-40B4-BE49-F238E27FC236}">
                      <a16:creationId xmlns:a16="http://schemas.microsoft.com/office/drawing/2014/main" id="{6E4C742E-71D4-4D44-8311-46E89A991CB5}"/>
                    </a:ext>
                  </a:extLst>
                </p:cNvPr>
                <p:cNvSpPr/>
                <p:nvPr/>
              </p:nvSpPr>
              <p:spPr>
                <a:xfrm>
                  <a:off x="3998225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9" name="Google Shape;9284;p73">
                  <a:extLst>
                    <a:ext uri="{FF2B5EF4-FFF2-40B4-BE49-F238E27FC236}">
                      <a16:creationId xmlns:a16="http://schemas.microsoft.com/office/drawing/2014/main" id="{E9F053CA-B36C-0B31-14AA-5673DF95B51C}"/>
                    </a:ext>
                  </a:extLst>
                </p:cNvPr>
                <p:cNvSpPr/>
                <p:nvPr/>
              </p:nvSpPr>
              <p:spPr>
                <a:xfrm>
                  <a:off x="4050225" y="24215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0" name="Google Shape;9285;p73">
                  <a:extLst>
                    <a:ext uri="{FF2B5EF4-FFF2-40B4-BE49-F238E27FC236}">
                      <a16:creationId xmlns:a16="http://schemas.microsoft.com/office/drawing/2014/main" id="{674B6DD2-1FDA-F47F-5B26-61D9F15ADA2C}"/>
                    </a:ext>
                  </a:extLst>
                </p:cNvPr>
                <p:cNvSpPr/>
                <p:nvPr/>
              </p:nvSpPr>
              <p:spPr>
                <a:xfrm>
                  <a:off x="410220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1" name="Google Shape;9286;p73">
                  <a:extLst>
                    <a:ext uri="{FF2B5EF4-FFF2-40B4-BE49-F238E27FC236}">
                      <a16:creationId xmlns:a16="http://schemas.microsoft.com/office/drawing/2014/main" id="{C094EE4A-3D2C-9558-ECAF-6ABC3648BF1E}"/>
                    </a:ext>
                  </a:extLst>
                </p:cNvPr>
                <p:cNvSpPr/>
                <p:nvPr/>
              </p:nvSpPr>
              <p:spPr>
                <a:xfrm>
                  <a:off x="415575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2" name="Google Shape;9287;p73">
                  <a:extLst>
                    <a:ext uri="{FF2B5EF4-FFF2-40B4-BE49-F238E27FC236}">
                      <a16:creationId xmlns:a16="http://schemas.microsoft.com/office/drawing/2014/main" id="{A9C5900B-317F-37E7-89F3-E8015288C441}"/>
                    </a:ext>
                  </a:extLst>
                </p:cNvPr>
                <p:cNvSpPr/>
                <p:nvPr/>
              </p:nvSpPr>
              <p:spPr>
                <a:xfrm>
                  <a:off x="3998225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3" name="Google Shape;9288;p73">
                  <a:extLst>
                    <a:ext uri="{FF2B5EF4-FFF2-40B4-BE49-F238E27FC236}">
                      <a16:creationId xmlns:a16="http://schemas.microsoft.com/office/drawing/2014/main" id="{E1F33692-62DF-828C-8C7B-1DFF53AB350D}"/>
                    </a:ext>
                  </a:extLst>
                </p:cNvPr>
                <p:cNvSpPr/>
                <p:nvPr/>
              </p:nvSpPr>
              <p:spPr>
                <a:xfrm>
                  <a:off x="4050225" y="2456975"/>
                  <a:ext cx="354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8"/>
                        <a:pt x="1418" y="379"/>
                      </a:cubicBezTo>
                      <a:cubicBezTo>
                        <a:pt x="1418" y="158"/>
                        <a:pt x="1260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Google Shape;9289;p73">
                  <a:extLst>
                    <a:ext uri="{FF2B5EF4-FFF2-40B4-BE49-F238E27FC236}">
                      <a16:creationId xmlns:a16="http://schemas.microsoft.com/office/drawing/2014/main" id="{9BEC74D6-A688-58BA-5274-7F4A80994756}"/>
                    </a:ext>
                  </a:extLst>
                </p:cNvPr>
                <p:cNvSpPr/>
                <p:nvPr/>
              </p:nvSpPr>
              <p:spPr>
                <a:xfrm>
                  <a:off x="410220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5" name="Google Shape;9290;p73">
                  <a:extLst>
                    <a:ext uri="{FF2B5EF4-FFF2-40B4-BE49-F238E27FC236}">
                      <a16:creationId xmlns:a16="http://schemas.microsoft.com/office/drawing/2014/main" id="{EE89F57A-090B-0919-CC30-10C5379922B4}"/>
                    </a:ext>
                  </a:extLst>
                </p:cNvPr>
                <p:cNvSpPr/>
                <p:nvPr/>
              </p:nvSpPr>
              <p:spPr>
                <a:xfrm>
                  <a:off x="415575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6" name="Google Shape;9291;p73">
                  <a:extLst>
                    <a:ext uri="{FF2B5EF4-FFF2-40B4-BE49-F238E27FC236}">
                      <a16:creationId xmlns:a16="http://schemas.microsoft.com/office/drawing/2014/main" id="{53991E43-89E6-B622-5341-79EEB4045A1C}"/>
                    </a:ext>
                  </a:extLst>
                </p:cNvPr>
                <p:cNvSpPr/>
                <p:nvPr/>
              </p:nvSpPr>
              <p:spPr>
                <a:xfrm>
                  <a:off x="3998225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7" name="Google Shape;9292;p73">
                  <a:extLst>
                    <a:ext uri="{FF2B5EF4-FFF2-40B4-BE49-F238E27FC236}">
                      <a16:creationId xmlns:a16="http://schemas.microsoft.com/office/drawing/2014/main" id="{5109D0A1-9DF8-1E96-9534-2EA8FB962B61}"/>
                    </a:ext>
                  </a:extLst>
                </p:cNvPr>
                <p:cNvSpPr/>
                <p:nvPr/>
              </p:nvSpPr>
              <p:spPr>
                <a:xfrm>
                  <a:off x="4050225" y="24916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8" name="Google Shape;9293;p73">
                  <a:extLst>
                    <a:ext uri="{FF2B5EF4-FFF2-40B4-BE49-F238E27FC236}">
                      <a16:creationId xmlns:a16="http://schemas.microsoft.com/office/drawing/2014/main" id="{04C94613-26FB-3E18-080B-85245D9CF4E7}"/>
                    </a:ext>
                  </a:extLst>
                </p:cNvPr>
                <p:cNvSpPr/>
                <p:nvPr/>
              </p:nvSpPr>
              <p:spPr>
                <a:xfrm>
                  <a:off x="4102200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9" name="Google Shape;9294;p73">
                  <a:extLst>
                    <a:ext uri="{FF2B5EF4-FFF2-40B4-BE49-F238E27FC236}">
                      <a16:creationId xmlns:a16="http://schemas.microsoft.com/office/drawing/2014/main" id="{03F4A07F-C884-6D40-F1F5-C2AB78F19422}"/>
                    </a:ext>
                  </a:extLst>
                </p:cNvPr>
                <p:cNvSpPr/>
                <p:nvPr/>
              </p:nvSpPr>
              <p:spPr>
                <a:xfrm>
                  <a:off x="3998225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Google Shape;9295;p73">
                  <a:extLst>
                    <a:ext uri="{FF2B5EF4-FFF2-40B4-BE49-F238E27FC236}">
                      <a16:creationId xmlns:a16="http://schemas.microsoft.com/office/drawing/2014/main" id="{6D53E99A-04DE-7F6F-C651-59CB200C6F2E}"/>
                    </a:ext>
                  </a:extLst>
                </p:cNvPr>
                <p:cNvSpPr/>
                <p:nvPr/>
              </p:nvSpPr>
              <p:spPr>
                <a:xfrm>
                  <a:off x="4050225" y="252630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Google Shape;9296;p73">
                  <a:extLst>
                    <a:ext uri="{FF2B5EF4-FFF2-40B4-BE49-F238E27FC236}">
                      <a16:creationId xmlns:a16="http://schemas.microsoft.com/office/drawing/2014/main" id="{A255DC0E-2067-83B9-86F6-C30F276F2938}"/>
                    </a:ext>
                  </a:extLst>
                </p:cNvPr>
                <p:cNvSpPr/>
                <p:nvPr/>
              </p:nvSpPr>
              <p:spPr>
                <a:xfrm>
                  <a:off x="4102200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1" name="Google Shape;9297;p73">
                <a:extLst>
                  <a:ext uri="{FF2B5EF4-FFF2-40B4-BE49-F238E27FC236}">
                    <a16:creationId xmlns:a16="http://schemas.microsoft.com/office/drawing/2014/main" id="{40DAF096-3BAF-FFF6-9DD8-BD51467E8232}"/>
                  </a:ext>
                </a:extLst>
              </p:cNvPr>
              <p:cNvGrpSpPr/>
              <p:nvPr/>
            </p:nvGrpSpPr>
            <p:grpSpPr>
              <a:xfrm>
                <a:off x="6475075" y="2925316"/>
                <a:ext cx="500612" cy="499261"/>
                <a:chOff x="3962775" y="2683025"/>
                <a:chExt cx="296175" cy="295375"/>
              </a:xfrm>
              <a:grpFill/>
            </p:grpSpPr>
            <p:sp>
              <p:nvSpPr>
                <p:cNvPr id="363" name="Google Shape;9298;p73">
                  <a:extLst>
                    <a:ext uri="{FF2B5EF4-FFF2-40B4-BE49-F238E27FC236}">
                      <a16:creationId xmlns:a16="http://schemas.microsoft.com/office/drawing/2014/main" id="{AAD9EA12-103D-3B24-5322-A37B0E621EAA}"/>
                    </a:ext>
                  </a:extLst>
                </p:cNvPr>
                <p:cNvSpPr/>
                <p:nvPr/>
              </p:nvSpPr>
              <p:spPr>
                <a:xfrm>
                  <a:off x="3962775" y="2838200"/>
                  <a:ext cx="296175" cy="14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5608" extrusionOk="0">
                      <a:moveTo>
                        <a:pt x="3530" y="3466"/>
                      </a:moveTo>
                      <a:lnTo>
                        <a:pt x="3530" y="4883"/>
                      </a:lnTo>
                      <a:lnTo>
                        <a:pt x="757" y="4883"/>
                      </a:lnTo>
                      <a:lnTo>
                        <a:pt x="757" y="3466"/>
                      </a:lnTo>
                      <a:close/>
                      <a:moveTo>
                        <a:pt x="7688" y="725"/>
                      </a:moveTo>
                      <a:lnTo>
                        <a:pt x="7688" y="4883"/>
                      </a:lnTo>
                      <a:lnTo>
                        <a:pt x="4223" y="4883"/>
                      </a:lnTo>
                      <a:lnTo>
                        <a:pt x="4223" y="725"/>
                      </a:lnTo>
                      <a:close/>
                      <a:moveTo>
                        <a:pt x="11185" y="2111"/>
                      </a:moveTo>
                      <a:lnTo>
                        <a:pt x="11185" y="4883"/>
                      </a:lnTo>
                      <a:lnTo>
                        <a:pt x="8381" y="4883"/>
                      </a:lnTo>
                      <a:lnTo>
                        <a:pt x="8381" y="2111"/>
                      </a:lnTo>
                      <a:close/>
                      <a:moveTo>
                        <a:pt x="3845" y="0"/>
                      </a:moveTo>
                      <a:cubicBezTo>
                        <a:pt x="3656" y="0"/>
                        <a:pt x="3498" y="158"/>
                        <a:pt x="3498" y="378"/>
                      </a:cubicBezTo>
                      <a:lnTo>
                        <a:pt x="3498" y="2804"/>
                      </a:lnTo>
                      <a:lnTo>
                        <a:pt x="348" y="2804"/>
                      </a:lnTo>
                      <a:cubicBezTo>
                        <a:pt x="158" y="2804"/>
                        <a:pt x="1" y="2962"/>
                        <a:pt x="1" y="3151"/>
                      </a:cubicBezTo>
                      <a:lnTo>
                        <a:pt x="1" y="5261"/>
                      </a:lnTo>
                      <a:cubicBezTo>
                        <a:pt x="1" y="5450"/>
                        <a:pt x="158" y="5608"/>
                        <a:pt x="348" y="5608"/>
                      </a:cubicBezTo>
                      <a:lnTo>
                        <a:pt x="11500" y="5608"/>
                      </a:lnTo>
                      <a:cubicBezTo>
                        <a:pt x="11689" y="5608"/>
                        <a:pt x="11847" y="5450"/>
                        <a:pt x="11847" y="5261"/>
                      </a:cubicBezTo>
                      <a:lnTo>
                        <a:pt x="11847" y="1733"/>
                      </a:lnTo>
                      <a:cubicBezTo>
                        <a:pt x="11847" y="1544"/>
                        <a:pt x="11689" y="1386"/>
                        <a:pt x="11532" y="1386"/>
                      </a:cubicBezTo>
                      <a:lnTo>
                        <a:pt x="8381" y="1386"/>
                      </a:lnTo>
                      <a:lnTo>
                        <a:pt x="8381" y="378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4" name="Google Shape;9299;p73">
                  <a:extLst>
                    <a:ext uri="{FF2B5EF4-FFF2-40B4-BE49-F238E27FC236}">
                      <a16:creationId xmlns:a16="http://schemas.microsoft.com/office/drawing/2014/main" id="{DE32D4B4-25C3-73CB-F154-01618A4F3539}"/>
                    </a:ext>
                  </a:extLst>
                </p:cNvPr>
                <p:cNvSpPr/>
                <p:nvPr/>
              </p:nvSpPr>
              <p:spPr>
                <a:xfrm>
                  <a:off x="4051000" y="268302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62"/>
                      </a:moveTo>
                      <a:cubicBezTo>
                        <a:pt x="2804" y="662"/>
                        <a:pt x="3120" y="977"/>
                        <a:pt x="3120" y="1387"/>
                      </a:cubicBezTo>
                      <a:cubicBezTo>
                        <a:pt x="3120" y="1765"/>
                        <a:pt x="2804" y="2080"/>
                        <a:pt x="2426" y="2080"/>
                      </a:cubicBezTo>
                      <a:cubicBezTo>
                        <a:pt x="2017" y="2080"/>
                        <a:pt x="1702" y="1765"/>
                        <a:pt x="1702" y="1387"/>
                      </a:cubicBezTo>
                      <a:cubicBezTo>
                        <a:pt x="1702" y="977"/>
                        <a:pt x="2017" y="662"/>
                        <a:pt x="2426" y="662"/>
                      </a:cubicBezTo>
                      <a:close/>
                      <a:moveTo>
                        <a:pt x="2426" y="2742"/>
                      </a:moveTo>
                      <a:cubicBezTo>
                        <a:pt x="3340" y="2742"/>
                        <a:pt x="4128" y="3529"/>
                        <a:pt x="4128" y="4474"/>
                      </a:cubicBezTo>
                      <a:lnTo>
                        <a:pt x="4128" y="4852"/>
                      </a:lnTo>
                      <a:lnTo>
                        <a:pt x="694" y="4852"/>
                      </a:lnTo>
                      <a:lnTo>
                        <a:pt x="694" y="4474"/>
                      </a:lnTo>
                      <a:cubicBezTo>
                        <a:pt x="694" y="3498"/>
                        <a:pt x="1481" y="2742"/>
                        <a:pt x="2426" y="2742"/>
                      </a:cubicBezTo>
                      <a:close/>
                      <a:moveTo>
                        <a:pt x="2489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3"/>
                        <a:pt x="1229" y="2049"/>
                        <a:pt x="1450" y="2269"/>
                      </a:cubicBezTo>
                      <a:cubicBezTo>
                        <a:pt x="568" y="2679"/>
                        <a:pt x="1" y="3498"/>
                        <a:pt x="1" y="4474"/>
                      </a:cubicBezTo>
                      <a:lnTo>
                        <a:pt x="1" y="5199"/>
                      </a:lnTo>
                      <a:cubicBezTo>
                        <a:pt x="1" y="5388"/>
                        <a:pt x="158" y="5546"/>
                        <a:pt x="379" y="5546"/>
                      </a:cubicBezTo>
                      <a:lnTo>
                        <a:pt x="4537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48" y="2679"/>
                        <a:pt x="3529" y="2269"/>
                      </a:cubicBezTo>
                      <a:cubicBezTo>
                        <a:pt x="3750" y="2049"/>
                        <a:pt x="3876" y="1733"/>
                        <a:pt x="3876" y="1387"/>
                      </a:cubicBezTo>
                      <a:cubicBezTo>
                        <a:pt x="3876" y="631"/>
                        <a:pt x="3246" y="1"/>
                        <a:pt x="24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5" name="Google Shape;9300;p73">
                  <a:extLst>
                    <a:ext uri="{FF2B5EF4-FFF2-40B4-BE49-F238E27FC236}">
                      <a16:creationId xmlns:a16="http://schemas.microsoft.com/office/drawing/2014/main" id="{3ED6C3ED-F987-24E1-9034-9C3067EA76D2}"/>
                    </a:ext>
                  </a:extLst>
                </p:cNvPr>
                <p:cNvSpPr/>
                <p:nvPr/>
              </p:nvSpPr>
              <p:spPr>
                <a:xfrm>
                  <a:off x="4084875" y="2873200"/>
                  <a:ext cx="52800" cy="6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791" extrusionOk="0">
                      <a:moveTo>
                        <a:pt x="1095" y="0"/>
                      </a:moveTo>
                      <a:cubicBezTo>
                        <a:pt x="1001" y="0"/>
                        <a:pt x="903" y="28"/>
                        <a:pt x="819" y="112"/>
                      </a:cubicBezTo>
                      <a:lnTo>
                        <a:pt x="126" y="805"/>
                      </a:lnTo>
                      <a:cubicBezTo>
                        <a:pt x="0" y="931"/>
                        <a:pt x="0" y="1184"/>
                        <a:pt x="126" y="1278"/>
                      </a:cubicBezTo>
                      <a:cubicBezTo>
                        <a:pt x="205" y="1341"/>
                        <a:pt x="292" y="1373"/>
                        <a:pt x="378" y="1373"/>
                      </a:cubicBezTo>
                      <a:cubicBezTo>
                        <a:pt x="465" y="1373"/>
                        <a:pt x="552" y="1341"/>
                        <a:pt x="630" y="1278"/>
                      </a:cubicBezTo>
                      <a:lnTo>
                        <a:pt x="756" y="1184"/>
                      </a:lnTo>
                      <a:lnTo>
                        <a:pt x="756" y="2066"/>
                      </a:lnTo>
                      <a:lnTo>
                        <a:pt x="378" y="2066"/>
                      </a:lnTo>
                      <a:cubicBezTo>
                        <a:pt x="189" y="2066"/>
                        <a:pt x="32" y="2223"/>
                        <a:pt x="32" y="2444"/>
                      </a:cubicBezTo>
                      <a:cubicBezTo>
                        <a:pt x="32" y="2633"/>
                        <a:pt x="189" y="2790"/>
                        <a:pt x="378" y="2790"/>
                      </a:cubicBezTo>
                      <a:lnTo>
                        <a:pt x="1765" y="2790"/>
                      </a:lnTo>
                      <a:cubicBezTo>
                        <a:pt x="1954" y="2790"/>
                        <a:pt x="2111" y="2633"/>
                        <a:pt x="2111" y="2444"/>
                      </a:cubicBezTo>
                      <a:cubicBezTo>
                        <a:pt x="2111" y="2223"/>
                        <a:pt x="1954" y="2066"/>
                        <a:pt x="1765" y="2066"/>
                      </a:cubicBezTo>
                      <a:lnTo>
                        <a:pt x="1418" y="2066"/>
                      </a:lnTo>
                      <a:lnTo>
                        <a:pt x="1418" y="333"/>
                      </a:lnTo>
                      <a:cubicBezTo>
                        <a:pt x="1418" y="175"/>
                        <a:pt x="1323" y="81"/>
                        <a:pt x="1229" y="18"/>
                      </a:cubicBezTo>
                      <a:cubicBezTo>
                        <a:pt x="1187" y="7"/>
                        <a:pt x="1141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52" name="Google Shape;9301;p73">
                <a:extLst>
                  <a:ext uri="{FF2B5EF4-FFF2-40B4-BE49-F238E27FC236}">
                    <a16:creationId xmlns:a16="http://schemas.microsoft.com/office/drawing/2014/main" id="{CC043E19-F9FE-7FC2-D3E4-AE446D723002}"/>
                  </a:ext>
                </a:extLst>
              </p:cNvPr>
              <p:cNvSpPr/>
              <p:nvPr/>
            </p:nvSpPr>
            <p:spPr>
              <a:xfrm>
                <a:off x="9643409" y="1688548"/>
                <a:ext cx="507290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815" extrusionOk="0">
                    <a:moveTo>
                      <a:pt x="6003" y="693"/>
                    </a:moveTo>
                    <a:cubicBezTo>
                      <a:pt x="6089" y="693"/>
                      <a:pt x="6176" y="725"/>
                      <a:pt x="6239" y="788"/>
                    </a:cubicBezTo>
                    <a:lnTo>
                      <a:pt x="8444" y="2993"/>
                    </a:lnTo>
                    <a:lnTo>
                      <a:pt x="7972" y="3466"/>
                    </a:lnTo>
                    <a:lnTo>
                      <a:pt x="7751" y="3214"/>
                    </a:lnTo>
                    <a:cubicBezTo>
                      <a:pt x="7562" y="3025"/>
                      <a:pt x="7279" y="2899"/>
                      <a:pt x="6995" y="2899"/>
                    </a:cubicBezTo>
                    <a:cubicBezTo>
                      <a:pt x="6711" y="2899"/>
                      <a:pt x="6459" y="3025"/>
                      <a:pt x="6239" y="3214"/>
                    </a:cubicBezTo>
                    <a:cubicBezTo>
                      <a:pt x="5861" y="3623"/>
                      <a:pt x="5861" y="4285"/>
                      <a:pt x="6239" y="4663"/>
                    </a:cubicBezTo>
                    <a:lnTo>
                      <a:pt x="6491" y="4915"/>
                    </a:lnTo>
                    <a:lnTo>
                      <a:pt x="6018" y="5388"/>
                    </a:lnTo>
                    <a:lnTo>
                      <a:pt x="5262" y="4631"/>
                    </a:lnTo>
                    <a:cubicBezTo>
                      <a:pt x="5199" y="4568"/>
                      <a:pt x="5113" y="4537"/>
                      <a:pt x="5026" y="4537"/>
                    </a:cubicBezTo>
                    <a:cubicBezTo>
                      <a:pt x="4939" y="4537"/>
                      <a:pt x="4853" y="4568"/>
                      <a:pt x="4790" y="4631"/>
                    </a:cubicBezTo>
                    <a:lnTo>
                      <a:pt x="4317" y="5104"/>
                    </a:lnTo>
                    <a:cubicBezTo>
                      <a:pt x="4254" y="5167"/>
                      <a:pt x="4167" y="5198"/>
                      <a:pt x="4081" y="5198"/>
                    </a:cubicBezTo>
                    <a:cubicBezTo>
                      <a:pt x="3994" y="5198"/>
                      <a:pt x="3907" y="5167"/>
                      <a:pt x="3844" y="5104"/>
                    </a:cubicBezTo>
                    <a:cubicBezTo>
                      <a:pt x="3718" y="4978"/>
                      <a:pt x="3718" y="4757"/>
                      <a:pt x="3844" y="4631"/>
                    </a:cubicBezTo>
                    <a:lnTo>
                      <a:pt x="4317" y="4159"/>
                    </a:lnTo>
                    <a:cubicBezTo>
                      <a:pt x="4443" y="4033"/>
                      <a:pt x="4443" y="3812"/>
                      <a:pt x="4317" y="3686"/>
                    </a:cubicBezTo>
                    <a:lnTo>
                      <a:pt x="3624" y="2993"/>
                    </a:lnTo>
                    <a:lnTo>
                      <a:pt x="5766" y="788"/>
                    </a:lnTo>
                    <a:cubicBezTo>
                      <a:pt x="5829" y="725"/>
                      <a:pt x="5916" y="693"/>
                      <a:pt x="6003" y="693"/>
                    </a:cubicBezTo>
                    <a:close/>
                    <a:moveTo>
                      <a:pt x="3088" y="3466"/>
                    </a:moveTo>
                    <a:lnTo>
                      <a:pt x="3561" y="3938"/>
                    </a:lnTo>
                    <a:lnTo>
                      <a:pt x="3340" y="4159"/>
                    </a:lnTo>
                    <a:cubicBezTo>
                      <a:pt x="2931" y="4568"/>
                      <a:pt x="2931" y="5230"/>
                      <a:pt x="3340" y="5608"/>
                    </a:cubicBezTo>
                    <a:cubicBezTo>
                      <a:pt x="3529" y="5813"/>
                      <a:pt x="3797" y="5915"/>
                      <a:pt x="4065" y="5915"/>
                    </a:cubicBezTo>
                    <a:cubicBezTo>
                      <a:pt x="4333" y="5915"/>
                      <a:pt x="4601" y="5813"/>
                      <a:pt x="4790" y="5608"/>
                    </a:cubicBezTo>
                    <a:lnTo>
                      <a:pt x="5042" y="5388"/>
                    </a:lnTo>
                    <a:lnTo>
                      <a:pt x="5514" y="5860"/>
                    </a:lnTo>
                    <a:lnTo>
                      <a:pt x="4758" y="6616"/>
                    </a:lnTo>
                    <a:cubicBezTo>
                      <a:pt x="4632" y="6711"/>
                      <a:pt x="4632" y="6963"/>
                      <a:pt x="4758" y="7089"/>
                    </a:cubicBezTo>
                    <a:lnTo>
                      <a:pt x="5231" y="7561"/>
                    </a:lnTo>
                    <a:cubicBezTo>
                      <a:pt x="5357" y="7656"/>
                      <a:pt x="5357" y="7908"/>
                      <a:pt x="5231" y="8002"/>
                    </a:cubicBezTo>
                    <a:cubicBezTo>
                      <a:pt x="5168" y="8065"/>
                      <a:pt x="5081" y="8097"/>
                      <a:pt x="4994" y="8097"/>
                    </a:cubicBezTo>
                    <a:cubicBezTo>
                      <a:pt x="4908" y="8097"/>
                      <a:pt x="4821" y="8065"/>
                      <a:pt x="4758" y="8002"/>
                    </a:cubicBezTo>
                    <a:lnTo>
                      <a:pt x="4286" y="7561"/>
                    </a:lnTo>
                    <a:cubicBezTo>
                      <a:pt x="4223" y="7498"/>
                      <a:pt x="4136" y="7467"/>
                      <a:pt x="4049" y="7467"/>
                    </a:cubicBezTo>
                    <a:cubicBezTo>
                      <a:pt x="3963" y="7467"/>
                      <a:pt x="3876" y="7498"/>
                      <a:pt x="3813" y="7561"/>
                    </a:cubicBezTo>
                    <a:lnTo>
                      <a:pt x="3088" y="8254"/>
                    </a:lnTo>
                    <a:lnTo>
                      <a:pt x="883" y="6049"/>
                    </a:lnTo>
                    <a:cubicBezTo>
                      <a:pt x="789" y="6018"/>
                      <a:pt x="789" y="5829"/>
                      <a:pt x="883" y="5671"/>
                    </a:cubicBezTo>
                    <a:lnTo>
                      <a:pt x="3088" y="3466"/>
                    </a:lnTo>
                    <a:close/>
                    <a:moveTo>
                      <a:pt x="8917" y="3529"/>
                    </a:moveTo>
                    <a:lnTo>
                      <a:pt x="11122" y="5671"/>
                    </a:lnTo>
                    <a:cubicBezTo>
                      <a:pt x="11248" y="5766"/>
                      <a:pt x="11248" y="6018"/>
                      <a:pt x="11122" y="6144"/>
                    </a:cubicBezTo>
                    <a:lnTo>
                      <a:pt x="8917" y="8349"/>
                    </a:lnTo>
                    <a:lnTo>
                      <a:pt x="8444" y="7876"/>
                    </a:lnTo>
                    <a:lnTo>
                      <a:pt x="8696" y="7624"/>
                    </a:lnTo>
                    <a:cubicBezTo>
                      <a:pt x="9074" y="7246"/>
                      <a:pt x="9074" y="6553"/>
                      <a:pt x="8696" y="6175"/>
                    </a:cubicBezTo>
                    <a:cubicBezTo>
                      <a:pt x="8491" y="5970"/>
                      <a:pt x="8224" y="5868"/>
                      <a:pt x="7956" y="5868"/>
                    </a:cubicBezTo>
                    <a:cubicBezTo>
                      <a:pt x="7688" y="5868"/>
                      <a:pt x="7420" y="5970"/>
                      <a:pt x="7216" y="6175"/>
                    </a:cubicBezTo>
                    <a:lnTo>
                      <a:pt x="6995" y="6396"/>
                    </a:lnTo>
                    <a:lnTo>
                      <a:pt x="6522" y="5923"/>
                    </a:lnTo>
                    <a:lnTo>
                      <a:pt x="7279" y="5198"/>
                    </a:lnTo>
                    <a:cubicBezTo>
                      <a:pt x="7373" y="5072"/>
                      <a:pt x="7373" y="4820"/>
                      <a:pt x="7279" y="4726"/>
                    </a:cubicBezTo>
                    <a:lnTo>
                      <a:pt x="6806" y="4222"/>
                    </a:lnTo>
                    <a:cubicBezTo>
                      <a:pt x="6680" y="4127"/>
                      <a:pt x="6680" y="3875"/>
                      <a:pt x="6806" y="3749"/>
                    </a:cubicBezTo>
                    <a:cubicBezTo>
                      <a:pt x="6869" y="3686"/>
                      <a:pt x="6963" y="3655"/>
                      <a:pt x="7026" y="3655"/>
                    </a:cubicBezTo>
                    <a:cubicBezTo>
                      <a:pt x="7121" y="3655"/>
                      <a:pt x="7216" y="3686"/>
                      <a:pt x="7279" y="3749"/>
                    </a:cubicBezTo>
                    <a:lnTo>
                      <a:pt x="7751" y="4222"/>
                    </a:lnTo>
                    <a:cubicBezTo>
                      <a:pt x="7798" y="4285"/>
                      <a:pt x="7885" y="4316"/>
                      <a:pt x="7976" y="4316"/>
                    </a:cubicBezTo>
                    <a:cubicBezTo>
                      <a:pt x="8066" y="4316"/>
                      <a:pt x="8161" y="4285"/>
                      <a:pt x="8224" y="4222"/>
                    </a:cubicBezTo>
                    <a:lnTo>
                      <a:pt x="8917" y="3529"/>
                    </a:lnTo>
                    <a:close/>
                    <a:moveTo>
                      <a:pt x="5987" y="6396"/>
                    </a:moveTo>
                    <a:lnTo>
                      <a:pt x="6711" y="7152"/>
                    </a:lnTo>
                    <a:cubicBezTo>
                      <a:pt x="6774" y="7215"/>
                      <a:pt x="6869" y="7246"/>
                      <a:pt x="6960" y="7246"/>
                    </a:cubicBezTo>
                    <a:cubicBezTo>
                      <a:pt x="7050" y="7246"/>
                      <a:pt x="7137" y="7215"/>
                      <a:pt x="7184" y="7152"/>
                    </a:cubicBezTo>
                    <a:lnTo>
                      <a:pt x="7657" y="6679"/>
                    </a:lnTo>
                    <a:cubicBezTo>
                      <a:pt x="7720" y="6616"/>
                      <a:pt x="7814" y="6585"/>
                      <a:pt x="7905" y="6585"/>
                    </a:cubicBezTo>
                    <a:cubicBezTo>
                      <a:pt x="7995" y="6585"/>
                      <a:pt x="8082" y="6616"/>
                      <a:pt x="8129" y="6679"/>
                    </a:cubicBezTo>
                    <a:cubicBezTo>
                      <a:pt x="8255" y="6805"/>
                      <a:pt x="8255" y="7026"/>
                      <a:pt x="8129" y="7152"/>
                    </a:cubicBezTo>
                    <a:lnTo>
                      <a:pt x="7657" y="7624"/>
                    </a:lnTo>
                    <a:cubicBezTo>
                      <a:pt x="7562" y="7750"/>
                      <a:pt x="7562" y="7971"/>
                      <a:pt x="7657" y="8097"/>
                    </a:cubicBezTo>
                    <a:lnTo>
                      <a:pt x="8381" y="8822"/>
                    </a:lnTo>
                    <a:lnTo>
                      <a:pt x="6239" y="11027"/>
                    </a:lnTo>
                    <a:cubicBezTo>
                      <a:pt x="6192" y="11074"/>
                      <a:pt x="6105" y="11098"/>
                      <a:pt x="6014" y="11098"/>
                    </a:cubicBezTo>
                    <a:cubicBezTo>
                      <a:pt x="5924" y="11098"/>
                      <a:pt x="5829" y="11074"/>
                      <a:pt x="5766" y="11027"/>
                    </a:cubicBezTo>
                    <a:lnTo>
                      <a:pt x="3561" y="8822"/>
                    </a:lnTo>
                    <a:lnTo>
                      <a:pt x="4034" y="8349"/>
                    </a:lnTo>
                    <a:lnTo>
                      <a:pt x="4286" y="8570"/>
                    </a:lnTo>
                    <a:cubicBezTo>
                      <a:pt x="4475" y="8774"/>
                      <a:pt x="4742" y="8877"/>
                      <a:pt x="5010" y="8877"/>
                    </a:cubicBezTo>
                    <a:cubicBezTo>
                      <a:pt x="5278" y="8877"/>
                      <a:pt x="5546" y="8774"/>
                      <a:pt x="5735" y="8570"/>
                    </a:cubicBezTo>
                    <a:cubicBezTo>
                      <a:pt x="6144" y="8191"/>
                      <a:pt x="6144" y="7498"/>
                      <a:pt x="5735" y="7120"/>
                    </a:cubicBezTo>
                    <a:lnTo>
                      <a:pt x="5514" y="6868"/>
                    </a:lnTo>
                    <a:lnTo>
                      <a:pt x="5987" y="6396"/>
                    </a:lnTo>
                    <a:close/>
                    <a:moveTo>
                      <a:pt x="5999" y="0"/>
                    </a:moveTo>
                    <a:cubicBezTo>
                      <a:pt x="5735" y="0"/>
                      <a:pt x="5467" y="95"/>
                      <a:pt x="5262" y="284"/>
                    </a:cubicBezTo>
                    <a:lnTo>
                      <a:pt x="379" y="5167"/>
                    </a:lnTo>
                    <a:cubicBezTo>
                      <a:pt x="1" y="5577"/>
                      <a:pt x="1" y="6238"/>
                      <a:pt x="379" y="6648"/>
                    </a:cubicBezTo>
                    <a:lnTo>
                      <a:pt x="5262" y="11531"/>
                    </a:lnTo>
                    <a:cubicBezTo>
                      <a:pt x="5467" y="11720"/>
                      <a:pt x="5735" y="11814"/>
                      <a:pt x="5999" y="11814"/>
                    </a:cubicBezTo>
                    <a:cubicBezTo>
                      <a:pt x="6262" y="11814"/>
                      <a:pt x="6522" y="11720"/>
                      <a:pt x="6711" y="11531"/>
                    </a:cubicBezTo>
                    <a:lnTo>
                      <a:pt x="11595" y="6648"/>
                    </a:lnTo>
                    <a:cubicBezTo>
                      <a:pt x="12004" y="6238"/>
                      <a:pt x="12004" y="5577"/>
                      <a:pt x="11595" y="5167"/>
                    </a:cubicBezTo>
                    <a:lnTo>
                      <a:pt x="6711" y="284"/>
                    </a:lnTo>
                    <a:cubicBezTo>
                      <a:pt x="6522" y="95"/>
                      <a:pt x="6262" y="0"/>
                      <a:pt x="5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53" name="Google Shape;9302;p73">
                <a:extLst>
                  <a:ext uri="{FF2B5EF4-FFF2-40B4-BE49-F238E27FC236}">
                    <a16:creationId xmlns:a16="http://schemas.microsoft.com/office/drawing/2014/main" id="{FF568AA5-B113-AE43-CBCB-5AA178F4A040}"/>
                  </a:ext>
                </a:extLst>
              </p:cNvPr>
              <p:cNvGrpSpPr/>
              <p:nvPr/>
            </p:nvGrpSpPr>
            <p:grpSpPr>
              <a:xfrm>
                <a:off x="9647501" y="2281645"/>
                <a:ext cx="499261" cy="499261"/>
                <a:chOff x="5775900" y="2308125"/>
                <a:chExt cx="295375" cy="295375"/>
              </a:xfrm>
              <a:grpFill/>
            </p:grpSpPr>
            <p:sp>
              <p:nvSpPr>
                <p:cNvPr id="358" name="Google Shape;9303;p73">
                  <a:extLst>
                    <a:ext uri="{FF2B5EF4-FFF2-40B4-BE49-F238E27FC236}">
                      <a16:creationId xmlns:a16="http://schemas.microsoft.com/office/drawing/2014/main" id="{6A151154-BF88-7150-EB8D-5FCED852C6FD}"/>
                    </a:ext>
                  </a:extLst>
                </p:cNvPr>
                <p:cNvSpPr/>
                <p:nvPr/>
              </p:nvSpPr>
              <p:spPr>
                <a:xfrm>
                  <a:off x="5984625" y="2482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cubicBezTo>
                        <a:pt x="567" y="725"/>
                        <a:pt x="725" y="568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9" name="Google Shape;9304;p73">
                  <a:extLst>
                    <a:ext uri="{FF2B5EF4-FFF2-40B4-BE49-F238E27FC236}">
                      <a16:creationId xmlns:a16="http://schemas.microsoft.com/office/drawing/2014/main" id="{EE8D1C8F-3D03-3918-2EED-4A9EB0382499}"/>
                    </a:ext>
                  </a:extLst>
                </p:cNvPr>
                <p:cNvSpPr/>
                <p:nvPr/>
              </p:nvSpPr>
              <p:spPr>
                <a:xfrm>
                  <a:off x="5775900" y="2308125"/>
                  <a:ext cx="2953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815" extrusionOk="0">
                      <a:moveTo>
                        <a:pt x="7845" y="725"/>
                      </a:moveTo>
                      <a:cubicBezTo>
                        <a:pt x="7719" y="914"/>
                        <a:pt x="7656" y="1166"/>
                        <a:pt x="7656" y="1450"/>
                      </a:cubicBezTo>
                      <a:cubicBezTo>
                        <a:pt x="7656" y="1670"/>
                        <a:pt x="7719" y="1922"/>
                        <a:pt x="7845" y="2143"/>
                      </a:cubicBezTo>
                      <a:lnTo>
                        <a:pt x="1387" y="2143"/>
                      </a:lnTo>
                      <a:cubicBezTo>
                        <a:pt x="1009" y="2143"/>
                        <a:pt x="694" y="1828"/>
                        <a:pt x="694" y="1450"/>
                      </a:cubicBezTo>
                      <a:cubicBezTo>
                        <a:pt x="694" y="1040"/>
                        <a:pt x="1009" y="725"/>
                        <a:pt x="1387" y="725"/>
                      </a:cubicBezTo>
                      <a:close/>
                      <a:moveTo>
                        <a:pt x="6112" y="6994"/>
                      </a:moveTo>
                      <a:cubicBezTo>
                        <a:pt x="5955" y="7183"/>
                        <a:pt x="5829" y="7436"/>
                        <a:pt x="5766" y="7719"/>
                      </a:cubicBezTo>
                      <a:lnTo>
                        <a:pt x="3466" y="7719"/>
                      </a:lnTo>
                      <a:lnTo>
                        <a:pt x="3466" y="6994"/>
                      </a:lnTo>
                      <a:close/>
                      <a:moveTo>
                        <a:pt x="694" y="2678"/>
                      </a:moveTo>
                      <a:cubicBezTo>
                        <a:pt x="883" y="2773"/>
                        <a:pt x="1103" y="2867"/>
                        <a:pt x="1387" y="2867"/>
                      </a:cubicBezTo>
                      <a:lnTo>
                        <a:pt x="1387" y="10460"/>
                      </a:lnTo>
                      <a:cubicBezTo>
                        <a:pt x="1009" y="10460"/>
                        <a:pt x="694" y="10145"/>
                        <a:pt x="694" y="9767"/>
                      </a:cubicBezTo>
                      <a:lnTo>
                        <a:pt x="694" y="2678"/>
                      </a:lnTo>
                      <a:close/>
                      <a:moveTo>
                        <a:pt x="8381" y="2836"/>
                      </a:moveTo>
                      <a:lnTo>
                        <a:pt x="8381" y="5608"/>
                      </a:lnTo>
                      <a:cubicBezTo>
                        <a:pt x="7814" y="5703"/>
                        <a:pt x="7247" y="5923"/>
                        <a:pt x="6774" y="6301"/>
                      </a:cubicBezTo>
                      <a:lnTo>
                        <a:pt x="3151" y="6301"/>
                      </a:lnTo>
                      <a:cubicBezTo>
                        <a:pt x="2962" y="6301"/>
                        <a:pt x="2804" y="6459"/>
                        <a:pt x="2804" y="6648"/>
                      </a:cubicBezTo>
                      <a:lnTo>
                        <a:pt x="2804" y="8034"/>
                      </a:lnTo>
                      <a:cubicBezTo>
                        <a:pt x="2804" y="8223"/>
                        <a:pt x="2962" y="8381"/>
                        <a:pt x="3151" y="8381"/>
                      </a:cubicBezTo>
                      <a:lnTo>
                        <a:pt x="5640" y="8381"/>
                      </a:lnTo>
                      <a:lnTo>
                        <a:pt x="5640" y="8727"/>
                      </a:lnTo>
                      <a:cubicBezTo>
                        <a:pt x="5640" y="9357"/>
                        <a:pt x="5829" y="9956"/>
                        <a:pt x="6144" y="10492"/>
                      </a:cubicBezTo>
                      <a:lnTo>
                        <a:pt x="2080" y="10492"/>
                      </a:lnTo>
                      <a:lnTo>
                        <a:pt x="2080" y="10460"/>
                      </a:lnTo>
                      <a:lnTo>
                        <a:pt x="2080" y="2836"/>
                      </a:lnTo>
                      <a:close/>
                      <a:moveTo>
                        <a:pt x="8727" y="6301"/>
                      </a:moveTo>
                      <a:cubicBezTo>
                        <a:pt x="10050" y="6301"/>
                        <a:pt x="11153" y="7404"/>
                        <a:pt x="11153" y="8727"/>
                      </a:cubicBezTo>
                      <a:cubicBezTo>
                        <a:pt x="11153" y="10082"/>
                        <a:pt x="10050" y="11216"/>
                        <a:pt x="8727" y="11216"/>
                      </a:cubicBezTo>
                      <a:cubicBezTo>
                        <a:pt x="7373" y="11216"/>
                        <a:pt x="6270" y="10113"/>
                        <a:pt x="6270" y="8727"/>
                      </a:cubicBezTo>
                      <a:cubicBezTo>
                        <a:pt x="6270" y="7373"/>
                        <a:pt x="7373" y="6301"/>
                        <a:pt x="8727" y="6301"/>
                      </a:cubicBezTo>
                      <a:close/>
                      <a:moveTo>
                        <a:pt x="1387" y="0"/>
                      </a:moveTo>
                      <a:cubicBezTo>
                        <a:pt x="630" y="0"/>
                        <a:pt x="0" y="630"/>
                        <a:pt x="0" y="1355"/>
                      </a:cubicBezTo>
                      <a:lnTo>
                        <a:pt x="0" y="9704"/>
                      </a:lnTo>
                      <a:cubicBezTo>
                        <a:pt x="0" y="10460"/>
                        <a:pt x="630" y="11090"/>
                        <a:pt x="1387" y="11090"/>
                      </a:cubicBezTo>
                      <a:lnTo>
                        <a:pt x="6742" y="11090"/>
                      </a:lnTo>
                      <a:cubicBezTo>
                        <a:pt x="7310" y="11563"/>
                        <a:pt x="8003" y="11815"/>
                        <a:pt x="8727" y="11815"/>
                      </a:cubicBezTo>
                      <a:cubicBezTo>
                        <a:pt x="10460" y="11815"/>
                        <a:pt x="11815" y="10334"/>
                        <a:pt x="11815" y="8664"/>
                      </a:cubicBezTo>
                      <a:cubicBezTo>
                        <a:pt x="11815" y="7120"/>
                        <a:pt x="10618" y="5829"/>
                        <a:pt x="9074" y="5608"/>
                      </a:cubicBezTo>
                      <a:lnTo>
                        <a:pt x="9074" y="2458"/>
                      </a:lnTo>
                      <a:cubicBezTo>
                        <a:pt x="9074" y="2269"/>
                        <a:pt x="9042" y="2143"/>
                        <a:pt x="8822" y="2080"/>
                      </a:cubicBezTo>
                      <a:cubicBezTo>
                        <a:pt x="8538" y="1985"/>
                        <a:pt x="8349" y="1733"/>
                        <a:pt x="8349" y="1418"/>
                      </a:cubicBezTo>
                      <a:cubicBezTo>
                        <a:pt x="8349" y="1135"/>
                        <a:pt x="8538" y="851"/>
                        <a:pt x="8822" y="725"/>
                      </a:cubicBezTo>
                      <a:cubicBezTo>
                        <a:pt x="8979" y="694"/>
                        <a:pt x="9074" y="536"/>
                        <a:pt x="9074" y="410"/>
                      </a:cubicBezTo>
                      <a:lnTo>
                        <a:pt x="9074" y="347"/>
                      </a:lnTo>
                      <a:cubicBezTo>
                        <a:pt x="9074" y="158"/>
                        <a:pt x="8916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0" name="Google Shape;9305;p73">
                  <a:extLst>
                    <a:ext uri="{FF2B5EF4-FFF2-40B4-BE49-F238E27FC236}">
                      <a16:creationId xmlns:a16="http://schemas.microsoft.com/office/drawing/2014/main" id="{AEEACFDA-671B-B96B-E116-C35659691C18}"/>
                    </a:ext>
                  </a:extLst>
                </p:cNvPr>
                <p:cNvSpPr/>
                <p:nvPr/>
              </p:nvSpPr>
              <p:spPr>
                <a:xfrm>
                  <a:off x="5984625" y="2508975"/>
                  <a:ext cx="18125" cy="6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2458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2111"/>
                      </a:lnTo>
                      <a:cubicBezTo>
                        <a:pt x="0" y="2300"/>
                        <a:pt x="158" y="2458"/>
                        <a:pt x="378" y="2458"/>
                      </a:cubicBezTo>
                      <a:cubicBezTo>
                        <a:pt x="567" y="2458"/>
                        <a:pt x="725" y="2300"/>
                        <a:pt x="725" y="2111"/>
                      </a:cubicBezTo>
                      <a:lnTo>
                        <a:pt x="725" y="347"/>
                      </a:ln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Google Shape;9306;p73">
                  <a:extLst>
                    <a:ext uri="{FF2B5EF4-FFF2-40B4-BE49-F238E27FC236}">
                      <a16:creationId xmlns:a16="http://schemas.microsoft.com/office/drawing/2014/main" id="{9ADCE2EF-EA6D-23CE-81E6-EE0241F4BDF9}"/>
                    </a:ext>
                  </a:extLst>
                </p:cNvPr>
                <p:cNvSpPr/>
                <p:nvPr/>
              </p:nvSpPr>
              <p:spPr>
                <a:xfrm>
                  <a:off x="5845200" y="239555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694"/>
                        <a:pt x="347" y="694"/>
                      </a:cubicBezTo>
                      <a:lnTo>
                        <a:pt x="4569" y="694"/>
                      </a:lnTo>
                      <a:cubicBezTo>
                        <a:pt x="4758" y="694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Google Shape;9307;p73">
                  <a:extLst>
                    <a:ext uri="{FF2B5EF4-FFF2-40B4-BE49-F238E27FC236}">
                      <a16:creationId xmlns:a16="http://schemas.microsoft.com/office/drawing/2014/main" id="{16E3BC58-E4F9-3927-330C-9206FA792805}"/>
                    </a:ext>
                  </a:extLst>
                </p:cNvPr>
                <p:cNvSpPr/>
                <p:nvPr/>
              </p:nvSpPr>
              <p:spPr>
                <a:xfrm>
                  <a:off x="5845200" y="243100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569" y="693"/>
                      </a:lnTo>
                      <a:cubicBezTo>
                        <a:pt x="4758" y="693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4" name="Google Shape;9308;p73">
                <a:extLst>
                  <a:ext uri="{FF2B5EF4-FFF2-40B4-BE49-F238E27FC236}">
                    <a16:creationId xmlns:a16="http://schemas.microsoft.com/office/drawing/2014/main" id="{5D7BADAD-191B-2E4B-BB59-A5B15BBDA6DB}"/>
                  </a:ext>
                </a:extLst>
              </p:cNvPr>
              <p:cNvGrpSpPr/>
              <p:nvPr/>
            </p:nvGrpSpPr>
            <p:grpSpPr>
              <a:xfrm>
                <a:off x="9677461" y="2924641"/>
                <a:ext cx="439341" cy="500612"/>
                <a:chOff x="5794025" y="2673575"/>
                <a:chExt cx="259925" cy="296175"/>
              </a:xfrm>
              <a:grpFill/>
            </p:grpSpPr>
            <p:sp>
              <p:nvSpPr>
                <p:cNvPr id="356" name="Google Shape;9309;p73">
                  <a:extLst>
                    <a:ext uri="{FF2B5EF4-FFF2-40B4-BE49-F238E27FC236}">
                      <a16:creationId xmlns:a16="http://schemas.microsoft.com/office/drawing/2014/main" id="{B2C8639B-4E61-0101-8513-8CCC5DA40F06}"/>
                    </a:ext>
                  </a:extLst>
                </p:cNvPr>
                <p:cNvSpPr/>
                <p:nvPr/>
              </p:nvSpPr>
              <p:spPr>
                <a:xfrm>
                  <a:off x="5794025" y="2673575"/>
                  <a:ext cx="25992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47" extrusionOk="0">
                      <a:moveTo>
                        <a:pt x="5860" y="694"/>
                      </a:moveTo>
                      <a:cubicBezTo>
                        <a:pt x="7089" y="694"/>
                        <a:pt x="8097" y="1639"/>
                        <a:pt x="8254" y="2805"/>
                      </a:cubicBezTo>
                      <a:cubicBezTo>
                        <a:pt x="8160" y="2773"/>
                        <a:pt x="8065" y="2773"/>
                        <a:pt x="7939" y="2773"/>
                      </a:cubicBezTo>
                      <a:lnTo>
                        <a:pt x="7561" y="2773"/>
                      </a:lnTo>
                      <a:cubicBezTo>
                        <a:pt x="7404" y="1985"/>
                        <a:pt x="6679" y="1387"/>
                        <a:pt x="5860" y="1387"/>
                      </a:cubicBezTo>
                      <a:lnTo>
                        <a:pt x="4474" y="1387"/>
                      </a:lnTo>
                      <a:cubicBezTo>
                        <a:pt x="3655" y="1387"/>
                        <a:pt x="2930" y="1985"/>
                        <a:pt x="2804" y="2773"/>
                      </a:cubicBezTo>
                      <a:lnTo>
                        <a:pt x="2394" y="2773"/>
                      </a:lnTo>
                      <a:cubicBezTo>
                        <a:pt x="2268" y="2773"/>
                        <a:pt x="2142" y="2773"/>
                        <a:pt x="2079" y="2805"/>
                      </a:cubicBezTo>
                      <a:cubicBezTo>
                        <a:pt x="2237" y="1639"/>
                        <a:pt x="3277" y="694"/>
                        <a:pt x="4474" y="694"/>
                      </a:cubicBezTo>
                      <a:close/>
                      <a:moveTo>
                        <a:pt x="6206" y="2143"/>
                      </a:moveTo>
                      <a:cubicBezTo>
                        <a:pt x="6616" y="2300"/>
                        <a:pt x="6931" y="2647"/>
                        <a:pt x="6931" y="3120"/>
                      </a:cubicBezTo>
                      <a:lnTo>
                        <a:pt x="6931" y="3403"/>
                      </a:lnTo>
                      <a:cubicBezTo>
                        <a:pt x="6522" y="3246"/>
                        <a:pt x="6206" y="2899"/>
                        <a:pt x="6206" y="2427"/>
                      </a:cubicBezTo>
                      <a:lnTo>
                        <a:pt x="6206" y="2143"/>
                      </a:lnTo>
                      <a:close/>
                      <a:moveTo>
                        <a:pt x="5513" y="2080"/>
                      </a:moveTo>
                      <a:lnTo>
                        <a:pt x="5513" y="2427"/>
                      </a:lnTo>
                      <a:cubicBezTo>
                        <a:pt x="5513" y="3025"/>
                        <a:pt x="5041" y="3435"/>
                        <a:pt x="4474" y="3435"/>
                      </a:cubicBezTo>
                      <a:lnTo>
                        <a:pt x="3466" y="3435"/>
                      </a:lnTo>
                      <a:lnTo>
                        <a:pt x="3466" y="3088"/>
                      </a:lnTo>
                      <a:cubicBezTo>
                        <a:pt x="3466" y="2490"/>
                        <a:pt x="3938" y="2080"/>
                        <a:pt x="4474" y="2080"/>
                      </a:cubicBezTo>
                      <a:close/>
                      <a:moveTo>
                        <a:pt x="2741" y="3435"/>
                      </a:moveTo>
                      <a:lnTo>
                        <a:pt x="2741" y="5451"/>
                      </a:lnTo>
                      <a:cubicBezTo>
                        <a:pt x="2363" y="5293"/>
                        <a:pt x="2048" y="4947"/>
                        <a:pt x="2048" y="4474"/>
                      </a:cubicBezTo>
                      <a:lnTo>
                        <a:pt x="2048" y="3813"/>
                      </a:lnTo>
                      <a:cubicBezTo>
                        <a:pt x="2048" y="3592"/>
                        <a:pt x="2205" y="3435"/>
                        <a:pt x="2394" y="3435"/>
                      </a:cubicBezTo>
                      <a:close/>
                      <a:moveTo>
                        <a:pt x="7939" y="3498"/>
                      </a:moveTo>
                      <a:cubicBezTo>
                        <a:pt x="8160" y="3498"/>
                        <a:pt x="8317" y="3655"/>
                        <a:pt x="8317" y="3844"/>
                      </a:cubicBezTo>
                      <a:lnTo>
                        <a:pt x="8317" y="4506"/>
                      </a:lnTo>
                      <a:cubicBezTo>
                        <a:pt x="8317" y="4947"/>
                        <a:pt x="8034" y="5325"/>
                        <a:pt x="7593" y="5482"/>
                      </a:cubicBezTo>
                      <a:lnTo>
                        <a:pt x="7593" y="3498"/>
                      </a:lnTo>
                      <a:close/>
                      <a:moveTo>
                        <a:pt x="5891" y="3435"/>
                      </a:moveTo>
                      <a:cubicBezTo>
                        <a:pt x="6143" y="3750"/>
                        <a:pt x="6522" y="4033"/>
                        <a:pt x="6931" y="4128"/>
                      </a:cubicBezTo>
                      <a:lnTo>
                        <a:pt x="6931" y="5892"/>
                      </a:lnTo>
                      <a:cubicBezTo>
                        <a:pt x="6931" y="6491"/>
                        <a:pt x="6459" y="6900"/>
                        <a:pt x="5891" y="6900"/>
                      </a:cubicBezTo>
                      <a:lnTo>
                        <a:pt x="4505" y="6900"/>
                      </a:lnTo>
                      <a:cubicBezTo>
                        <a:pt x="3938" y="6900"/>
                        <a:pt x="3497" y="6428"/>
                        <a:pt x="3497" y="5892"/>
                      </a:cubicBezTo>
                      <a:lnTo>
                        <a:pt x="3497" y="4159"/>
                      </a:lnTo>
                      <a:lnTo>
                        <a:pt x="4505" y="4159"/>
                      </a:lnTo>
                      <a:cubicBezTo>
                        <a:pt x="5072" y="4159"/>
                        <a:pt x="5576" y="3876"/>
                        <a:pt x="5891" y="3435"/>
                      </a:cubicBezTo>
                      <a:close/>
                      <a:moveTo>
                        <a:pt x="6238" y="7593"/>
                      </a:moveTo>
                      <a:cubicBezTo>
                        <a:pt x="6333" y="7782"/>
                        <a:pt x="6459" y="7971"/>
                        <a:pt x="6616" y="8097"/>
                      </a:cubicBezTo>
                      <a:lnTo>
                        <a:pt x="5198" y="9547"/>
                      </a:lnTo>
                      <a:lnTo>
                        <a:pt x="3718" y="8097"/>
                      </a:lnTo>
                      <a:cubicBezTo>
                        <a:pt x="3875" y="7971"/>
                        <a:pt x="4033" y="7782"/>
                        <a:pt x="4096" y="7593"/>
                      </a:cubicBezTo>
                      <a:cubicBezTo>
                        <a:pt x="4190" y="7625"/>
                        <a:pt x="4379" y="7625"/>
                        <a:pt x="4474" y="7625"/>
                      </a:cubicBezTo>
                      <a:lnTo>
                        <a:pt x="5860" y="7625"/>
                      </a:lnTo>
                      <a:cubicBezTo>
                        <a:pt x="5986" y="7625"/>
                        <a:pt x="6143" y="7625"/>
                        <a:pt x="6238" y="7593"/>
                      </a:cubicBezTo>
                      <a:close/>
                      <a:moveTo>
                        <a:pt x="2961" y="8318"/>
                      </a:moveTo>
                      <a:lnTo>
                        <a:pt x="4852" y="10177"/>
                      </a:lnTo>
                      <a:lnTo>
                        <a:pt x="4852" y="11122"/>
                      </a:lnTo>
                      <a:lnTo>
                        <a:pt x="662" y="11122"/>
                      </a:lnTo>
                      <a:lnTo>
                        <a:pt x="662" y="9358"/>
                      </a:lnTo>
                      <a:cubicBezTo>
                        <a:pt x="662" y="8759"/>
                        <a:pt x="1134" y="8318"/>
                        <a:pt x="1701" y="8318"/>
                      </a:cubicBezTo>
                      <a:close/>
                      <a:moveTo>
                        <a:pt x="8664" y="8318"/>
                      </a:moveTo>
                      <a:cubicBezTo>
                        <a:pt x="9262" y="8318"/>
                        <a:pt x="9672" y="8790"/>
                        <a:pt x="9672" y="9358"/>
                      </a:cubicBezTo>
                      <a:lnTo>
                        <a:pt x="9672" y="11122"/>
                      </a:lnTo>
                      <a:lnTo>
                        <a:pt x="5513" y="11122"/>
                      </a:lnTo>
                      <a:lnTo>
                        <a:pt x="5513" y="10177"/>
                      </a:lnTo>
                      <a:lnTo>
                        <a:pt x="7404" y="8318"/>
                      </a:lnTo>
                      <a:close/>
                      <a:moveTo>
                        <a:pt x="4537" y="1"/>
                      </a:moveTo>
                      <a:cubicBezTo>
                        <a:pt x="2804" y="1"/>
                        <a:pt x="1418" y="1418"/>
                        <a:pt x="1418" y="3120"/>
                      </a:cubicBezTo>
                      <a:lnTo>
                        <a:pt x="1418" y="4506"/>
                      </a:lnTo>
                      <a:cubicBezTo>
                        <a:pt x="1418" y="5356"/>
                        <a:pt x="2048" y="6050"/>
                        <a:pt x="2835" y="6207"/>
                      </a:cubicBezTo>
                      <a:cubicBezTo>
                        <a:pt x="2898" y="6648"/>
                        <a:pt x="3151" y="7026"/>
                        <a:pt x="3497" y="7278"/>
                      </a:cubicBezTo>
                      <a:cubicBezTo>
                        <a:pt x="3466" y="7467"/>
                        <a:pt x="3308" y="7625"/>
                        <a:pt x="3119" y="7625"/>
                      </a:cubicBezTo>
                      <a:lnTo>
                        <a:pt x="1733" y="7625"/>
                      </a:lnTo>
                      <a:cubicBezTo>
                        <a:pt x="788" y="7625"/>
                        <a:pt x="0" y="8412"/>
                        <a:pt x="0" y="9358"/>
                      </a:cubicBezTo>
                      <a:lnTo>
                        <a:pt x="0" y="11468"/>
                      </a:lnTo>
                      <a:cubicBezTo>
                        <a:pt x="0" y="11689"/>
                        <a:pt x="158" y="11846"/>
                        <a:pt x="347" y="11846"/>
                      </a:cubicBezTo>
                      <a:lnTo>
                        <a:pt x="10050" y="11846"/>
                      </a:lnTo>
                      <a:cubicBezTo>
                        <a:pt x="10239" y="11846"/>
                        <a:pt x="10397" y="11689"/>
                        <a:pt x="10397" y="11468"/>
                      </a:cubicBezTo>
                      <a:lnTo>
                        <a:pt x="10397" y="9358"/>
                      </a:lnTo>
                      <a:cubicBezTo>
                        <a:pt x="10397" y="8412"/>
                        <a:pt x="9609" y="7625"/>
                        <a:pt x="8664" y="7625"/>
                      </a:cubicBezTo>
                      <a:lnTo>
                        <a:pt x="7278" y="7625"/>
                      </a:lnTo>
                      <a:cubicBezTo>
                        <a:pt x="7089" y="7625"/>
                        <a:pt x="6931" y="7467"/>
                        <a:pt x="6931" y="7278"/>
                      </a:cubicBezTo>
                      <a:cubicBezTo>
                        <a:pt x="7278" y="7026"/>
                        <a:pt x="7530" y="6648"/>
                        <a:pt x="7593" y="6207"/>
                      </a:cubicBezTo>
                      <a:cubicBezTo>
                        <a:pt x="8380" y="6050"/>
                        <a:pt x="9010" y="5325"/>
                        <a:pt x="9010" y="4506"/>
                      </a:cubicBezTo>
                      <a:lnTo>
                        <a:pt x="9010" y="3120"/>
                      </a:lnTo>
                      <a:cubicBezTo>
                        <a:pt x="9010" y="1387"/>
                        <a:pt x="7593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7" name="Google Shape;9310;p73">
                  <a:extLst>
                    <a:ext uri="{FF2B5EF4-FFF2-40B4-BE49-F238E27FC236}">
                      <a16:creationId xmlns:a16="http://schemas.microsoft.com/office/drawing/2014/main" id="{62DDBE8D-0D0B-B70F-7695-95E740398107}"/>
                    </a:ext>
                  </a:extLst>
                </p:cNvPr>
                <p:cNvSpPr/>
                <p:nvPr/>
              </p:nvSpPr>
              <p:spPr>
                <a:xfrm>
                  <a:off x="5967300" y="2915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55" name="Google Shape;9311;p73">
                <a:extLst>
                  <a:ext uri="{FF2B5EF4-FFF2-40B4-BE49-F238E27FC236}">
                    <a16:creationId xmlns:a16="http://schemas.microsoft.com/office/drawing/2014/main" id="{A47AA9AB-86B0-07D4-F3BD-B9C1768A3F18}"/>
                  </a:ext>
                </a:extLst>
              </p:cNvPr>
              <p:cNvSpPr/>
              <p:nvPr/>
            </p:nvSpPr>
            <p:spPr>
              <a:xfrm>
                <a:off x="10926070" y="2281639"/>
                <a:ext cx="500612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5" extrusionOk="0">
                    <a:moveTo>
                      <a:pt x="5892" y="693"/>
                    </a:moveTo>
                    <a:cubicBezTo>
                      <a:pt x="6491" y="693"/>
                      <a:pt x="6932" y="1134"/>
                      <a:pt x="6932" y="1701"/>
                    </a:cubicBezTo>
                    <a:cubicBezTo>
                      <a:pt x="6932" y="2269"/>
                      <a:pt x="6459" y="2710"/>
                      <a:pt x="5892" y="2710"/>
                    </a:cubicBezTo>
                    <a:cubicBezTo>
                      <a:pt x="5325" y="2710"/>
                      <a:pt x="4884" y="2269"/>
                      <a:pt x="4884" y="1701"/>
                    </a:cubicBezTo>
                    <a:cubicBezTo>
                      <a:pt x="4884" y="1134"/>
                      <a:pt x="5325" y="693"/>
                      <a:pt x="5892" y="693"/>
                    </a:cubicBezTo>
                    <a:close/>
                    <a:moveTo>
                      <a:pt x="5892" y="3466"/>
                    </a:moveTo>
                    <a:cubicBezTo>
                      <a:pt x="6176" y="3466"/>
                      <a:pt x="6428" y="3497"/>
                      <a:pt x="6680" y="3592"/>
                    </a:cubicBezTo>
                    <a:lnTo>
                      <a:pt x="5892" y="4631"/>
                    </a:lnTo>
                    <a:lnTo>
                      <a:pt x="5104" y="3592"/>
                    </a:lnTo>
                    <a:cubicBezTo>
                      <a:pt x="5357" y="3529"/>
                      <a:pt x="5609" y="3466"/>
                      <a:pt x="5892" y="3466"/>
                    </a:cubicBezTo>
                    <a:close/>
                    <a:moveTo>
                      <a:pt x="4222" y="2048"/>
                    </a:moveTo>
                    <a:cubicBezTo>
                      <a:pt x="4285" y="2426"/>
                      <a:pt x="4474" y="2710"/>
                      <a:pt x="4726" y="2962"/>
                    </a:cubicBezTo>
                    <a:cubicBezTo>
                      <a:pt x="4632" y="2993"/>
                      <a:pt x="4537" y="3056"/>
                      <a:pt x="4443" y="3088"/>
                    </a:cubicBezTo>
                    <a:cubicBezTo>
                      <a:pt x="4443" y="3088"/>
                      <a:pt x="4411" y="3088"/>
                      <a:pt x="4411" y="3119"/>
                    </a:cubicBezTo>
                    <a:cubicBezTo>
                      <a:pt x="3403" y="3623"/>
                      <a:pt x="2773" y="4694"/>
                      <a:pt x="2773" y="5829"/>
                    </a:cubicBezTo>
                    <a:lnTo>
                      <a:pt x="2773" y="6207"/>
                    </a:lnTo>
                    <a:lnTo>
                      <a:pt x="2143" y="6207"/>
                    </a:lnTo>
                    <a:lnTo>
                      <a:pt x="2647" y="2300"/>
                    </a:lnTo>
                    <a:cubicBezTo>
                      <a:pt x="2679" y="2174"/>
                      <a:pt x="2836" y="2048"/>
                      <a:pt x="2962" y="2048"/>
                    </a:cubicBezTo>
                    <a:close/>
                    <a:moveTo>
                      <a:pt x="4474" y="3907"/>
                    </a:moveTo>
                    <a:lnTo>
                      <a:pt x="5546" y="5325"/>
                    </a:lnTo>
                    <a:lnTo>
                      <a:pt x="5546" y="6238"/>
                    </a:lnTo>
                    <a:lnTo>
                      <a:pt x="3466" y="6238"/>
                    </a:lnTo>
                    <a:lnTo>
                      <a:pt x="3466" y="5892"/>
                    </a:lnTo>
                    <a:cubicBezTo>
                      <a:pt x="3466" y="5041"/>
                      <a:pt x="3844" y="4348"/>
                      <a:pt x="4474" y="3907"/>
                    </a:cubicBezTo>
                    <a:close/>
                    <a:moveTo>
                      <a:pt x="7278" y="3907"/>
                    </a:moveTo>
                    <a:cubicBezTo>
                      <a:pt x="7908" y="4348"/>
                      <a:pt x="8318" y="5104"/>
                      <a:pt x="8318" y="5892"/>
                    </a:cubicBezTo>
                    <a:lnTo>
                      <a:pt x="8318" y="6238"/>
                    </a:lnTo>
                    <a:lnTo>
                      <a:pt x="6207" y="6238"/>
                    </a:lnTo>
                    <a:lnTo>
                      <a:pt x="6207" y="5325"/>
                    </a:lnTo>
                    <a:lnTo>
                      <a:pt x="7278" y="3907"/>
                    </a:lnTo>
                    <a:close/>
                    <a:moveTo>
                      <a:pt x="8854" y="2048"/>
                    </a:moveTo>
                    <a:cubicBezTo>
                      <a:pt x="9011" y="2048"/>
                      <a:pt x="9137" y="2143"/>
                      <a:pt x="9169" y="2300"/>
                    </a:cubicBezTo>
                    <a:lnTo>
                      <a:pt x="9673" y="6238"/>
                    </a:lnTo>
                    <a:lnTo>
                      <a:pt x="9043" y="6238"/>
                    </a:lnTo>
                    <a:lnTo>
                      <a:pt x="9043" y="5860"/>
                    </a:lnTo>
                    <a:cubicBezTo>
                      <a:pt x="9043" y="4694"/>
                      <a:pt x="8381" y="3655"/>
                      <a:pt x="7436" y="3151"/>
                    </a:cubicBezTo>
                    <a:cubicBezTo>
                      <a:pt x="7436" y="3151"/>
                      <a:pt x="7404" y="3151"/>
                      <a:pt x="7404" y="3119"/>
                    </a:cubicBezTo>
                    <a:cubicBezTo>
                      <a:pt x="7310" y="3088"/>
                      <a:pt x="7184" y="3056"/>
                      <a:pt x="7121" y="2993"/>
                    </a:cubicBezTo>
                    <a:cubicBezTo>
                      <a:pt x="7310" y="2773"/>
                      <a:pt x="7530" y="2458"/>
                      <a:pt x="7593" y="2048"/>
                    </a:cubicBezTo>
                    <a:close/>
                    <a:moveTo>
                      <a:pt x="10744" y="6900"/>
                    </a:moveTo>
                    <a:cubicBezTo>
                      <a:pt x="10933" y="6900"/>
                      <a:pt x="11090" y="7057"/>
                      <a:pt x="11090" y="7246"/>
                    </a:cubicBezTo>
                    <a:cubicBezTo>
                      <a:pt x="11090" y="7435"/>
                      <a:pt x="10933" y="7624"/>
                      <a:pt x="10744" y="7624"/>
                    </a:cubicBezTo>
                    <a:lnTo>
                      <a:pt x="1009" y="7624"/>
                    </a:lnTo>
                    <a:cubicBezTo>
                      <a:pt x="820" y="7624"/>
                      <a:pt x="662" y="7435"/>
                      <a:pt x="662" y="7246"/>
                    </a:cubicBezTo>
                    <a:cubicBezTo>
                      <a:pt x="662" y="7057"/>
                      <a:pt x="820" y="6900"/>
                      <a:pt x="1009" y="6900"/>
                    </a:cubicBezTo>
                    <a:close/>
                    <a:moveTo>
                      <a:pt x="10397" y="8317"/>
                    </a:moveTo>
                    <a:lnTo>
                      <a:pt x="10397" y="11121"/>
                    </a:lnTo>
                    <a:lnTo>
                      <a:pt x="1387" y="11121"/>
                    </a:lnTo>
                    <a:lnTo>
                      <a:pt x="1387" y="8317"/>
                    </a:lnTo>
                    <a:close/>
                    <a:moveTo>
                      <a:pt x="5892" y="0"/>
                    </a:moveTo>
                    <a:cubicBezTo>
                      <a:pt x="5073" y="0"/>
                      <a:pt x="4380" y="599"/>
                      <a:pt x="4222" y="1386"/>
                    </a:cubicBezTo>
                    <a:lnTo>
                      <a:pt x="2962" y="1386"/>
                    </a:lnTo>
                    <a:cubicBezTo>
                      <a:pt x="2458" y="1386"/>
                      <a:pt x="2080" y="1701"/>
                      <a:pt x="1954" y="2143"/>
                    </a:cubicBezTo>
                    <a:lnTo>
                      <a:pt x="1954" y="2174"/>
                    </a:lnTo>
                    <a:lnTo>
                      <a:pt x="1450" y="6238"/>
                    </a:lnTo>
                    <a:lnTo>
                      <a:pt x="1072" y="6238"/>
                    </a:lnTo>
                    <a:cubicBezTo>
                      <a:pt x="473" y="6238"/>
                      <a:pt x="1" y="6711"/>
                      <a:pt x="1" y="7246"/>
                    </a:cubicBezTo>
                    <a:cubicBezTo>
                      <a:pt x="1" y="7719"/>
                      <a:pt x="316" y="8065"/>
                      <a:pt x="694" y="8254"/>
                    </a:cubicBezTo>
                    <a:lnTo>
                      <a:pt x="694" y="11468"/>
                    </a:lnTo>
                    <a:cubicBezTo>
                      <a:pt x="694" y="11657"/>
                      <a:pt x="851" y="11815"/>
                      <a:pt x="1040" y="11815"/>
                    </a:cubicBezTo>
                    <a:lnTo>
                      <a:pt x="10775" y="11815"/>
                    </a:lnTo>
                    <a:cubicBezTo>
                      <a:pt x="10996" y="11815"/>
                      <a:pt x="11153" y="11657"/>
                      <a:pt x="11153" y="11468"/>
                    </a:cubicBezTo>
                    <a:lnTo>
                      <a:pt x="11153" y="8254"/>
                    </a:lnTo>
                    <a:cubicBezTo>
                      <a:pt x="11531" y="8065"/>
                      <a:pt x="11847" y="7719"/>
                      <a:pt x="11847" y="7246"/>
                    </a:cubicBezTo>
                    <a:cubicBezTo>
                      <a:pt x="11815" y="6711"/>
                      <a:pt x="11342" y="6238"/>
                      <a:pt x="10744" y="6238"/>
                    </a:cubicBezTo>
                    <a:lnTo>
                      <a:pt x="10366" y="6238"/>
                    </a:lnTo>
                    <a:lnTo>
                      <a:pt x="9830" y="2174"/>
                    </a:lnTo>
                    <a:lnTo>
                      <a:pt x="9830" y="2143"/>
                    </a:lnTo>
                    <a:cubicBezTo>
                      <a:pt x="9736" y="1701"/>
                      <a:pt x="9295" y="1386"/>
                      <a:pt x="8854" y="1386"/>
                    </a:cubicBezTo>
                    <a:lnTo>
                      <a:pt x="7593" y="1386"/>
                    </a:lnTo>
                    <a:cubicBezTo>
                      <a:pt x="7436" y="599"/>
                      <a:pt x="6711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165B338-0323-9475-9F64-E3214313C1AB}"/>
                </a:ext>
              </a:extLst>
            </p:cNvPr>
            <p:cNvGrpSpPr/>
            <p:nvPr/>
          </p:nvGrpSpPr>
          <p:grpSpPr>
            <a:xfrm>
              <a:off x="764236" y="3833082"/>
              <a:ext cx="10663528" cy="1739406"/>
              <a:chOff x="763919" y="3746993"/>
              <a:chExt cx="10663528" cy="1739406"/>
            </a:xfrm>
            <a:grpFill/>
          </p:grpSpPr>
          <p:grpSp>
            <p:nvGrpSpPr>
              <p:cNvPr id="5" name="Google Shape;9312;p73">
                <a:extLst>
                  <a:ext uri="{FF2B5EF4-FFF2-40B4-BE49-F238E27FC236}">
                    <a16:creationId xmlns:a16="http://schemas.microsoft.com/office/drawing/2014/main" id="{109CBB98-D239-E6C2-0A4C-AB9A67B79B0F}"/>
                  </a:ext>
                </a:extLst>
              </p:cNvPr>
              <p:cNvGrpSpPr/>
              <p:nvPr/>
            </p:nvGrpSpPr>
            <p:grpSpPr>
              <a:xfrm>
                <a:off x="765249" y="3749233"/>
                <a:ext cx="503276" cy="497908"/>
                <a:chOff x="581525" y="3254850"/>
                <a:chExt cx="297750" cy="294575"/>
              </a:xfrm>
              <a:grpFill/>
            </p:grpSpPr>
            <p:sp>
              <p:nvSpPr>
                <p:cNvPr id="303" name="Google Shape;9313;p73">
                  <a:extLst>
                    <a:ext uri="{FF2B5EF4-FFF2-40B4-BE49-F238E27FC236}">
                      <a16:creationId xmlns:a16="http://schemas.microsoft.com/office/drawing/2014/main" id="{B4875645-642E-1082-7CA9-388B44718BBE}"/>
                    </a:ext>
                  </a:extLst>
                </p:cNvPr>
                <p:cNvSpPr/>
                <p:nvPr/>
              </p:nvSpPr>
              <p:spPr>
                <a:xfrm>
                  <a:off x="616950" y="3358025"/>
                  <a:ext cx="890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66" extrusionOk="0">
                      <a:moveTo>
                        <a:pt x="1797" y="0"/>
                      </a:moveTo>
                      <a:cubicBezTo>
                        <a:pt x="789" y="0"/>
                        <a:pt x="1" y="788"/>
                        <a:pt x="1" y="1733"/>
                      </a:cubicBezTo>
                      <a:cubicBezTo>
                        <a:pt x="1" y="2710"/>
                        <a:pt x="789" y="3466"/>
                        <a:pt x="1797" y="3466"/>
                      </a:cubicBezTo>
                      <a:cubicBezTo>
                        <a:pt x="2773" y="3466"/>
                        <a:pt x="3561" y="2710"/>
                        <a:pt x="3561" y="1733"/>
                      </a:cubicBezTo>
                      <a:cubicBezTo>
                        <a:pt x="3561" y="788"/>
                        <a:pt x="2773" y="0"/>
                        <a:pt x="17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04" name="Google Shape;9314;p73">
                  <a:extLst>
                    <a:ext uri="{FF2B5EF4-FFF2-40B4-BE49-F238E27FC236}">
                      <a16:creationId xmlns:a16="http://schemas.microsoft.com/office/drawing/2014/main" id="{0691BC30-FCBA-2C2F-26EF-1711A97BCE23}"/>
                    </a:ext>
                  </a:extLst>
                </p:cNvPr>
                <p:cNvSpPr/>
                <p:nvPr/>
              </p:nvSpPr>
              <p:spPr>
                <a:xfrm>
                  <a:off x="721725" y="32548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355"/>
                      </a:moveTo>
                      <a:cubicBezTo>
                        <a:pt x="3749" y="1355"/>
                        <a:pt x="4159" y="1827"/>
                        <a:pt x="4159" y="2363"/>
                      </a:cubicBezTo>
                      <a:cubicBezTo>
                        <a:pt x="4159" y="2773"/>
                        <a:pt x="3970" y="3119"/>
                        <a:pt x="3623" y="3277"/>
                      </a:cubicBezTo>
                      <a:cubicBezTo>
                        <a:pt x="3529" y="3308"/>
                        <a:pt x="3497" y="3434"/>
                        <a:pt x="3497" y="3560"/>
                      </a:cubicBezTo>
                      <a:cubicBezTo>
                        <a:pt x="3497" y="3749"/>
                        <a:pt x="3340" y="3907"/>
                        <a:pt x="3151" y="3907"/>
                      </a:cubicBezTo>
                      <a:cubicBezTo>
                        <a:pt x="2962" y="3907"/>
                        <a:pt x="2804" y="3749"/>
                        <a:pt x="2804" y="3560"/>
                      </a:cubicBezTo>
                      <a:cubicBezTo>
                        <a:pt x="2804" y="3151"/>
                        <a:pt x="2993" y="2836"/>
                        <a:pt x="3308" y="2647"/>
                      </a:cubicBezTo>
                      <a:cubicBezTo>
                        <a:pt x="3434" y="2552"/>
                        <a:pt x="3497" y="2458"/>
                        <a:pt x="3497" y="2332"/>
                      </a:cubicBezTo>
                      <a:cubicBezTo>
                        <a:pt x="3497" y="2143"/>
                        <a:pt x="3340" y="1953"/>
                        <a:pt x="3151" y="1953"/>
                      </a:cubicBezTo>
                      <a:cubicBezTo>
                        <a:pt x="2962" y="1953"/>
                        <a:pt x="2804" y="2143"/>
                        <a:pt x="2804" y="2332"/>
                      </a:cubicBezTo>
                      <a:cubicBezTo>
                        <a:pt x="2804" y="2521"/>
                        <a:pt x="2646" y="2678"/>
                        <a:pt x="2426" y="2678"/>
                      </a:cubicBezTo>
                      <a:cubicBezTo>
                        <a:pt x="2237" y="2678"/>
                        <a:pt x="2079" y="2521"/>
                        <a:pt x="2079" y="2332"/>
                      </a:cubicBezTo>
                      <a:cubicBezTo>
                        <a:pt x="2079" y="1827"/>
                        <a:pt x="2552" y="1355"/>
                        <a:pt x="3151" y="1355"/>
                      </a:cubicBezTo>
                      <a:close/>
                      <a:moveTo>
                        <a:pt x="3151" y="4096"/>
                      </a:moveTo>
                      <a:cubicBezTo>
                        <a:pt x="3340" y="4096"/>
                        <a:pt x="3497" y="4253"/>
                        <a:pt x="3497" y="4442"/>
                      </a:cubicBezTo>
                      <a:cubicBezTo>
                        <a:pt x="3497" y="4663"/>
                        <a:pt x="3340" y="4820"/>
                        <a:pt x="3151" y="4820"/>
                      </a:cubicBezTo>
                      <a:cubicBezTo>
                        <a:pt x="2962" y="4820"/>
                        <a:pt x="2804" y="4663"/>
                        <a:pt x="2804" y="4442"/>
                      </a:cubicBezTo>
                      <a:cubicBezTo>
                        <a:pt x="2804" y="4253"/>
                        <a:pt x="2962" y="4096"/>
                        <a:pt x="3151" y="4096"/>
                      </a:cubicBezTo>
                      <a:close/>
                      <a:moveTo>
                        <a:pt x="3182" y="0"/>
                      </a:moveTo>
                      <a:cubicBezTo>
                        <a:pt x="1481" y="0"/>
                        <a:pt x="63" y="1418"/>
                        <a:pt x="63" y="3119"/>
                      </a:cubicBezTo>
                      <a:cubicBezTo>
                        <a:pt x="63" y="3655"/>
                        <a:pt x="189" y="4159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47" y="6238"/>
                        <a:pt x="473" y="6238"/>
                      </a:cubicBezTo>
                      <a:lnTo>
                        <a:pt x="1764" y="5892"/>
                      </a:lnTo>
                      <a:cubicBezTo>
                        <a:pt x="2205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789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Google Shape;9315;p73">
                  <a:extLst>
                    <a:ext uri="{FF2B5EF4-FFF2-40B4-BE49-F238E27FC236}">
                      <a16:creationId xmlns:a16="http://schemas.microsoft.com/office/drawing/2014/main" id="{53A14EE5-9BB2-463F-0885-1ACEC9A46178}"/>
                    </a:ext>
                  </a:extLst>
                </p:cNvPr>
                <p:cNvSpPr/>
                <p:nvPr/>
              </p:nvSpPr>
              <p:spPr>
                <a:xfrm>
                  <a:off x="581525" y="3440725"/>
                  <a:ext cx="1575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8" extrusionOk="0">
                      <a:moveTo>
                        <a:pt x="1355" y="0"/>
                      </a:moveTo>
                      <a:cubicBezTo>
                        <a:pt x="567" y="567"/>
                        <a:pt x="0" y="1513"/>
                        <a:pt x="0" y="2584"/>
                      </a:cubicBezTo>
                      <a:lnTo>
                        <a:pt x="0" y="4001"/>
                      </a:lnTo>
                      <a:cubicBezTo>
                        <a:pt x="63" y="4190"/>
                        <a:pt x="221" y="4348"/>
                        <a:pt x="410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1" y="4190"/>
                        <a:pt x="6301" y="4001"/>
                      </a:cubicBezTo>
                      <a:lnTo>
                        <a:pt x="6301" y="2584"/>
                      </a:lnTo>
                      <a:cubicBezTo>
                        <a:pt x="6301" y="1513"/>
                        <a:pt x="5797" y="599"/>
                        <a:pt x="4978" y="0"/>
                      </a:cubicBezTo>
                      <a:cubicBezTo>
                        <a:pt x="4537" y="536"/>
                        <a:pt x="3875" y="851"/>
                        <a:pt x="3151" y="851"/>
                      </a:cubicBezTo>
                      <a:cubicBezTo>
                        <a:pt x="2458" y="851"/>
                        <a:pt x="1796" y="536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" name="Google Shape;9316;p73">
                <a:extLst>
                  <a:ext uri="{FF2B5EF4-FFF2-40B4-BE49-F238E27FC236}">
                    <a16:creationId xmlns:a16="http://schemas.microsoft.com/office/drawing/2014/main" id="{C9F7818E-8D38-C214-4C2F-681595953E66}"/>
                  </a:ext>
                </a:extLst>
              </p:cNvPr>
              <p:cNvGrpSpPr/>
              <p:nvPr/>
            </p:nvGrpSpPr>
            <p:grpSpPr>
              <a:xfrm>
                <a:off x="763919" y="4376911"/>
                <a:ext cx="505937" cy="502642"/>
                <a:chOff x="580725" y="3617925"/>
                <a:chExt cx="299325" cy="297375"/>
              </a:xfrm>
              <a:grpFill/>
            </p:grpSpPr>
            <p:sp>
              <p:nvSpPr>
                <p:cNvPr id="298" name="Google Shape;9317;p73">
                  <a:extLst>
                    <a:ext uri="{FF2B5EF4-FFF2-40B4-BE49-F238E27FC236}">
                      <a16:creationId xmlns:a16="http://schemas.microsoft.com/office/drawing/2014/main" id="{45F6F6D2-C273-8F10-6D7F-AE7F11D81E40}"/>
                    </a:ext>
                  </a:extLst>
                </p:cNvPr>
                <p:cNvSpPr/>
                <p:nvPr/>
              </p:nvSpPr>
              <p:spPr>
                <a:xfrm>
                  <a:off x="6090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1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41" y="2048"/>
                      </a:cubicBezTo>
                      <a:cubicBezTo>
                        <a:pt x="1608" y="2048"/>
                        <a:pt x="2049" y="1607"/>
                        <a:pt x="2049" y="1040"/>
                      </a:cubicBezTo>
                      <a:cubicBezTo>
                        <a:pt x="2049" y="473"/>
                        <a:pt x="160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Google Shape;9318;p73">
                  <a:extLst>
                    <a:ext uri="{FF2B5EF4-FFF2-40B4-BE49-F238E27FC236}">
                      <a16:creationId xmlns:a16="http://schemas.microsoft.com/office/drawing/2014/main" id="{72D823F3-F0EC-1E27-A0FA-20271D5114B1}"/>
                    </a:ext>
                  </a:extLst>
                </p:cNvPr>
                <p:cNvSpPr/>
                <p:nvPr/>
              </p:nvSpPr>
              <p:spPr>
                <a:xfrm>
                  <a:off x="668950" y="3617925"/>
                  <a:ext cx="122875" cy="10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5" h="4179" extrusionOk="0"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72"/>
                      </a:cubicBezTo>
                      <a:lnTo>
                        <a:pt x="0" y="1797"/>
                      </a:lnTo>
                      <a:cubicBezTo>
                        <a:pt x="0" y="2364"/>
                        <a:pt x="473" y="2805"/>
                        <a:pt x="1040" y="2805"/>
                      </a:cubicBezTo>
                      <a:lnTo>
                        <a:pt x="2300" y="2805"/>
                      </a:lnTo>
                      <a:lnTo>
                        <a:pt x="3592" y="4097"/>
                      </a:lnTo>
                      <a:cubicBezTo>
                        <a:pt x="3672" y="4156"/>
                        <a:pt x="3764" y="4178"/>
                        <a:pt x="3853" y="4178"/>
                      </a:cubicBezTo>
                      <a:cubicBezTo>
                        <a:pt x="3905" y="4178"/>
                        <a:pt x="3955" y="4171"/>
                        <a:pt x="4001" y="4160"/>
                      </a:cubicBezTo>
                      <a:cubicBezTo>
                        <a:pt x="4127" y="4097"/>
                        <a:pt x="4190" y="3939"/>
                        <a:pt x="4190" y="3844"/>
                      </a:cubicBezTo>
                      <a:lnTo>
                        <a:pt x="4190" y="2742"/>
                      </a:lnTo>
                      <a:cubicBezTo>
                        <a:pt x="4600" y="2584"/>
                        <a:pt x="4915" y="2206"/>
                        <a:pt x="4915" y="1734"/>
                      </a:cubicBezTo>
                      <a:lnTo>
                        <a:pt x="4915" y="1072"/>
                      </a:lnTo>
                      <a:cubicBezTo>
                        <a:pt x="4915" y="473"/>
                        <a:pt x="4411" y="1"/>
                        <a:pt x="38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Google Shape;9319;p73">
                  <a:extLst>
                    <a:ext uri="{FF2B5EF4-FFF2-40B4-BE49-F238E27FC236}">
                      <a16:creationId xmlns:a16="http://schemas.microsoft.com/office/drawing/2014/main" id="{E01D522D-3D0A-E872-BC37-CBF3CDE1D3CB}"/>
                    </a:ext>
                  </a:extLst>
                </p:cNvPr>
                <p:cNvSpPr/>
                <p:nvPr/>
              </p:nvSpPr>
              <p:spPr>
                <a:xfrm>
                  <a:off x="580725" y="3721900"/>
                  <a:ext cx="141800" cy="19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681" extrusionOk="0">
                      <a:moveTo>
                        <a:pt x="3340" y="4506"/>
                      </a:moveTo>
                      <a:lnTo>
                        <a:pt x="3718" y="5577"/>
                      </a:lnTo>
                      <a:lnTo>
                        <a:pt x="1229" y="5577"/>
                      </a:lnTo>
                      <a:lnTo>
                        <a:pt x="1450" y="4600"/>
                      </a:lnTo>
                      <a:lnTo>
                        <a:pt x="1450" y="4506"/>
                      </a:lnTo>
                      <a:close/>
                      <a:moveTo>
                        <a:pt x="1450" y="1"/>
                      </a:moveTo>
                      <a:cubicBezTo>
                        <a:pt x="1135" y="1"/>
                        <a:pt x="883" y="221"/>
                        <a:pt x="788" y="505"/>
                      </a:cubicBezTo>
                      <a:lnTo>
                        <a:pt x="95" y="3624"/>
                      </a:lnTo>
                      <a:cubicBezTo>
                        <a:pt x="1" y="4096"/>
                        <a:pt x="316" y="4506"/>
                        <a:pt x="757" y="4506"/>
                      </a:cubicBezTo>
                      <a:lnTo>
                        <a:pt x="95" y="7247"/>
                      </a:lnTo>
                      <a:cubicBezTo>
                        <a:pt x="32" y="7436"/>
                        <a:pt x="158" y="7593"/>
                        <a:pt x="316" y="7656"/>
                      </a:cubicBezTo>
                      <a:cubicBezTo>
                        <a:pt x="350" y="7668"/>
                        <a:pt x="383" y="7673"/>
                        <a:pt x="415" y="7673"/>
                      </a:cubicBezTo>
                      <a:cubicBezTo>
                        <a:pt x="559" y="7673"/>
                        <a:pt x="679" y="7565"/>
                        <a:pt x="757" y="7436"/>
                      </a:cubicBezTo>
                      <a:lnTo>
                        <a:pt x="1040" y="6301"/>
                      </a:lnTo>
                      <a:lnTo>
                        <a:pt x="3939" y="6301"/>
                      </a:lnTo>
                      <a:lnTo>
                        <a:pt x="4254" y="7152"/>
                      </a:lnTo>
                      <a:cubicBezTo>
                        <a:pt x="4358" y="7492"/>
                        <a:pt x="4637" y="7680"/>
                        <a:pt x="4908" y="7680"/>
                      </a:cubicBezTo>
                      <a:cubicBezTo>
                        <a:pt x="4964" y="7680"/>
                        <a:pt x="5019" y="7672"/>
                        <a:pt x="5073" y="7656"/>
                      </a:cubicBezTo>
                      <a:cubicBezTo>
                        <a:pt x="5451" y="7593"/>
                        <a:pt x="5672" y="7184"/>
                        <a:pt x="5609" y="6837"/>
                      </a:cubicBezTo>
                      <a:lnTo>
                        <a:pt x="4569" y="3687"/>
                      </a:lnTo>
                      <a:cubicBezTo>
                        <a:pt x="4506" y="3372"/>
                        <a:pt x="4222" y="3183"/>
                        <a:pt x="3907" y="3183"/>
                      </a:cubicBezTo>
                      <a:lnTo>
                        <a:pt x="3183" y="3183"/>
                      </a:lnTo>
                      <a:cubicBezTo>
                        <a:pt x="2994" y="3183"/>
                        <a:pt x="2836" y="3025"/>
                        <a:pt x="2836" y="2836"/>
                      </a:cubicBezTo>
                      <a:cubicBezTo>
                        <a:pt x="2836" y="2615"/>
                        <a:pt x="2994" y="2458"/>
                        <a:pt x="3183" y="2458"/>
                      </a:cubicBezTo>
                      <a:lnTo>
                        <a:pt x="4222" y="2458"/>
                      </a:lnTo>
                      <a:cubicBezTo>
                        <a:pt x="4600" y="2458"/>
                        <a:pt x="4915" y="2143"/>
                        <a:pt x="4915" y="1765"/>
                      </a:cubicBezTo>
                      <a:cubicBezTo>
                        <a:pt x="4915" y="1355"/>
                        <a:pt x="4600" y="1040"/>
                        <a:pt x="4222" y="1040"/>
                      </a:cubicBezTo>
                      <a:lnTo>
                        <a:pt x="2332" y="1040"/>
                      </a:lnTo>
                      <a:lnTo>
                        <a:pt x="2080" y="379"/>
                      </a:lnTo>
                      <a:cubicBezTo>
                        <a:pt x="1985" y="158"/>
                        <a:pt x="1733" y="1"/>
                        <a:pt x="145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Google Shape;9320;p73">
                  <a:extLst>
                    <a:ext uri="{FF2B5EF4-FFF2-40B4-BE49-F238E27FC236}">
                      <a16:creationId xmlns:a16="http://schemas.microsoft.com/office/drawing/2014/main" id="{4C0CAA32-EE8A-85D9-9C81-9F179F44244E}"/>
                    </a:ext>
                  </a:extLst>
                </p:cNvPr>
                <p:cNvSpPr/>
                <p:nvPr/>
              </p:nvSpPr>
              <p:spPr>
                <a:xfrm>
                  <a:off x="8004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09" y="0"/>
                      </a:moveTo>
                      <a:cubicBezTo>
                        <a:pt x="442" y="0"/>
                        <a:pt x="1" y="473"/>
                        <a:pt x="1" y="1040"/>
                      </a:cubicBezTo>
                      <a:cubicBezTo>
                        <a:pt x="1" y="1607"/>
                        <a:pt x="442" y="2048"/>
                        <a:pt x="1009" y="2048"/>
                      </a:cubicBezTo>
                      <a:cubicBezTo>
                        <a:pt x="1576" y="2048"/>
                        <a:pt x="2048" y="1607"/>
                        <a:pt x="2048" y="1040"/>
                      </a:cubicBez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Google Shape;9321;p73">
                  <a:extLst>
                    <a:ext uri="{FF2B5EF4-FFF2-40B4-BE49-F238E27FC236}">
                      <a16:creationId xmlns:a16="http://schemas.microsoft.com/office/drawing/2014/main" id="{49ED1BD0-FCF6-EC38-17C7-45617FD2D0DB}"/>
                    </a:ext>
                  </a:extLst>
                </p:cNvPr>
                <p:cNvSpPr/>
                <p:nvPr/>
              </p:nvSpPr>
              <p:spPr>
                <a:xfrm>
                  <a:off x="738250" y="3722700"/>
                  <a:ext cx="141800" cy="19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704" extrusionOk="0">
                      <a:moveTo>
                        <a:pt x="4222" y="4474"/>
                      </a:moveTo>
                      <a:lnTo>
                        <a:pt x="4222" y="4568"/>
                      </a:lnTo>
                      <a:lnTo>
                        <a:pt x="4443" y="5545"/>
                      </a:lnTo>
                      <a:lnTo>
                        <a:pt x="1985" y="5545"/>
                      </a:lnTo>
                      <a:lnTo>
                        <a:pt x="2332" y="4474"/>
                      </a:lnTo>
                      <a:close/>
                      <a:moveTo>
                        <a:pt x="4222" y="0"/>
                      </a:moveTo>
                      <a:cubicBezTo>
                        <a:pt x="3939" y="0"/>
                        <a:pt x="3718" y="158"/>
                        <a:pt x="3592" y="378"/>
                      </a:cubicBezTo>
                      <a:lnTo>
                        <a:pt x="3340" y="1071"/>
                      </a:lnTo>
                      <a:lnTo>
                        <a:pt x="1450" y="1071"/>
                      </a:lnTo>
                      <a:cubicBezTo>
                        <a:pt x="1072" y="1071"/>
                        <a:pt x="757" y="1386"/>
                        <a:pt x="757" y="1764"/>
                      </a:cubicBezTo>
                      <a:cubicBezTo>
                        <a:pt x="757" y="2174"/>
                        <a:pt x="1072" y="2489"/>
                        <a:pt x="1450" y="2489"/>
                      </a:cubicBezTo>
                      <a:lnTo>
                        <a:pt x="2490" y="2489"/>
                      </a:lnTo>
                      <a:cubicBezTo>
                        <a:pt x="2679" y="2489"/>
                        <a:pt x="2836" y="2646"/>
                        <a:pt x="2836" y="2835"/>
                      </a:cubicBezTo>
                      <a:cubicBezTo>
                        <a:pt x="2836" y="3024"/>
                        <a:pt x="2679" y="3182"/>
                        <a:pt x="2490" y="3182"/>
                      </a:cubicBezTo>
                      <a:lnTo>
                        <a:pt x="1765" y="3182"/>
                      </a:lnTo>
                      <a:cubicBezTo>
                        <a:pt x="1450" y="3182"/>
                        <a:pt x="1198" y="3371"/>
                        <a:pt x="1103" y="3686"/>
                      </a:cubicBezTo>
                      <a:lnTo>
                        <a:pt x="95" y="6837"/>
                      </a:lnTo>
                      <a:cubicBezTo>
                        <a:pt x="1" y="7215"/>
                        <a:pt x="190" y="7593"/>
                        <a:pt x="599" y="7687"/>
                      </a:cubicBezTo>
                      <a:cubicBezTo>
                        <a:pt x="643" y="7696"/>
                        <a:pt x="690" y="7701"/>
                        <a:pt x="738" y="7701"/>
                      </a:cubicBezTo>
                      <a:cubicBezTo>
                        <a:pt x="1030" y="7701"/>
                        <a:pt x="1364" y="7531"/>
                        <a:pt x="1418" y="7152"/>
                      </a:cubicBezTo>
                      <a:lnTo>
                        <a:pt x="1733" y="6301"/>
                      </a:lnTo>
                      <a:lnTo>
                        <a:pt x="4632" y="6301"/>
                      </a:lnTo>
                      <a:lnTo>
                        <a:pt x="4915" y="7435"/>
                      </a:lnTo>
                      <a:cubicBezTo>
                        <a:pt x="4967" y="7591"/>
                        <a:pt x="5104" y="7704"/>
                        <a:pt x="5257" y="7704"/>
                      </a:cubicBezTo>
                      <a:cubicBezTo>
                        <a:pt x="5290" y="7704"/>
                        <a:pt x="5323" y="7698"/>
                        <a:pt x="5356" y="7687"/>
                      </a:cubicBezTo>
                      <a:cubicBezTo>
                        <a:pt x="5546" y="7624"/>
                        <a:pt x="5672" y="7435"/>
                        <a:pt x="5577" y="7246"/>
                      </a:cubicBezTo>
                      <a:lnTo>
                        <a:pt x="4915" y="4537"/>
                      </a:lnTo>
                      <a:cubicBezTo>
                        <a:pt x="5356" y="4474"/>
                        <a:pt x="5672" y="4064"/>
                        <a:pt x="5609" y="3623"/>
                      </a:cubicBezTo>
                      <a:lnTo>
                        <a:pt x="4884" y="504"/>
                      </a:lnTo>
                      <a:cubicBezTo>
                        <a:pt x="4821" y="189"/>
                        <a:pt x="4537" y="0"/>
                        <a:pt x="42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" name="Google Shape;9322;p73">
                <a:extLst>
                  <a:ext uri="{FF2B5EF4-FFF2-40B4-BE49-F238E27FC236}">
                    <a16:creationId xmlns:a16="http://schemas.microsoft.com/office/drawing/2014/main" id="{2B15F343-F783-C964-8F6E-0CCA3AECFA21}"/>
                  </a:ext>
                </a:extLst>
              </p:cNvPr>
              <p:cNvGrpSpPr/>
              <p:nvPr/>
            </p:nvGrpSpPr>
            <p:grpSpPr>
              <a:xfrm>
                <a:off x="766581" y="4984646"/>
                <a:ext cx="500612" cy="500612"/>
                <a:chOff x="583100" y="3982600"/>
                <a:chExt cx="296175" cy="296175"/>
              </a:xfrm>
              <a:grpFill/>
            </p:grpSpPr>
            <p:sp>
              <p:nvSpPr>
                <p:cNvPr id="291" name="Google Shape;9323;p73">
                  <a:extLst>
                    <a:ext uri="{FF2B5EF4-FFF2-40B4-BE49-F238E27FC236}">
                      <a16:creationId xmlns:a16="http://schemas.microsoft.com/office/drawing/2014/main" id="{A59D856E-6E54-4591-3606-8CCF0091DA2C}"/>
                    </a:ext>
                  </a:extLst>
                </p:cNvPr>
                <p:cNvSpPr/>
                <p:nvPr/>
              </p:nvSpPr>
              <p:spPr>
                <a:xfrm>
                  <a:off x="694925" y="3982600"/>
                  <a:ext cx="709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742" extrusionOk="0">
                      <a:moveTo>
                        <a:pt x="1419" y="1"/>
                      </a:moveTo>
                      <a:cubicBezTo>
                        <a:pt x="631" y="1"/>
                        <a:pt x="1" y="599"/>
                        <a:pt x="1" y="1355"/>
                      </a:cubicBezTo>
                      <a:cubicBezTo>
                        <a:pt x="1" y="2143"/>
                        <a:pt x="631" y="2742"/>
                        <a:pt x="1419" y="2742"/>
                      </a:cubicBezTo>
                      <a:cubicBezTo>
                        <a:pt x="2206" y="2742"/>
                        <a:pt x="2836" y="2143"/>
                        <a:pt x="2836" y="1355"/>
                      </a:cubicBezTo>
                      <a:cubicBezTo>
                        <a:pt x="2836" y="599"/>
                        <a:pt x="2206" y="1"/>
                        <a:pt x="14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Google Shape;9324;p73">
                  <a:extLst>
                    <a:ext uri="{FF2B5EF4-FFF2-40B4-BE49-F238E27FC236}">
                      <a16:creationId xmlns:a16="http://schemas.microsoft.com/office/drawing/2014/main" id="{BE24B05B-CF78-9EDA-DD49-11E0DBDA4BA6}"/>
                    </a:ext>
                  </a:extLst>
                </p:cNvPr>
                <p:cNvSpPr/>
                <p:nvPr/>
              </p:nvSpPr>
              <p:spPr>
                <a:xfrm>
                  <a:off x="609075" y="4139350"/>
                  <a:ext cx="69350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1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Google Shape;9325;p73">
                  <a:extLst>
                    <a:ext uri="{FF2B5EF4-FFF2-40B4-BE49-F238E27FC236}">
                      <a16:creationId xmlns:a16="http://schemas.microsoft.com/office/drawing/2014/main" id="{D2A13A3B-5F4C-4FB3-5850-861E76D2A0D0}"/>
                    </a:ext>
                  </a:extLst>
                </p:cNvPr>
                <p:cNvSpPr/>
                <p:nvPr/>
              </p:nvSpPr>
              <p:spPr>
                <a:xfrm>
                  <a:off x="783925" y="4140125"/>
                  <a:ext cx="685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42" extrusionOk="0">
                      <a:moveTo>
                        <a:pt x="1356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11"/>
                        <a:pt x="631" y="2741"/>
                        <a:pt x="1356" y="2741"/>
                      </a:cubicBezTo>
                      <a:cubicBezTo>
                        <a:pt x="2112" y="2741"/>
                        <a:pt x="2742" y="2111"/>
                        <a:pt x="2742" y="1387"/>
                      </a:cubicBezTo>
                      <a:cubicBezTo>
                        <a:pt x="2742" y="631"/>
                        <a:pt x="2112" y="1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Google Shape;9326;p73">
                  <a:extLst>
                    <a:ext uri="{FF2B5EF4-FFF2-40B4-BE49-F238E27FC236}">
                      <a16:creationId xmlns:a16="http://schemas.microsoft.com/office/drawing/2014/main" id="{BFE9F99A-2EA1-12F4-6AC7-A21D55AD5FC2}"/>
                    </a:ext>
                  </a:extLst>
                </p:cNvPr>
                <p:cNvSpPr/>
                <p:nvPr/>
              </p:nvSpPr>
              <p:spPr>
                <a:xfrm>
                  <a:off x="583100" y="4207075"/>
                  <a:ext cx="122100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68" extrusionOk="0">
                      <a:moveTo>
                        <a:pt x="819" y="0"/>
                      </a:moveTo>
                      <a:cubicBezTo>
                        <a:pt x="347" y="442"/>
                        <a:pt x="0" y="1072"/>
                        <a:pt x="0" y="1796"/>
                      </a:cubicBezTo>
                      <a:lnTo>
                        <a:pt x="0" y="2521"/>
                      </a:lnTo>
                      <a:cubicBezTo>
                        <a:pt x="0" y="2710"/>
                        <a:pt x="158" y="2867"/>
                        <a:pt x="347" y="2867"/>
                      </a:cubicBezTo>
                      <a:lnTo>
                        <a:pt x="4505" y="2867"/>
                      </a:lnTo>
                      <a:cubicBezTo>
                        <a:pt x="4726" y="2867"/>
                        <a:pt x="4883" y="2710"/>
                        <a:pt x="4883" y="2521"/>
                      </a:cubicBezTo>
                      <a:lnTo>
                        <a:pt x="4883" y="1796"/>
                      </a:lnTo>
                      <a:cubicBezTo>
                        <a:pt x="4883" y="1103"/>
                        <a:pt x="4568" y="442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96" y="788"/>
                        <a:pt x="1197" y="473"/>
                        <a:pt x="8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5" name="Google Shape;9327;p73">
                  <a:extLst>
                    <a:ext uri="{FF2B5EF4-FFF2-40B4-BE49-F238E27FC236}">
                      <a16:creationId xmlns:a16="http://schemas.microsoft.com/office/drawing/2014/main" id="{7EB7875B-F9E1-09D6-D96C-589D5B5CE0B7}"/>
                    </a:ext>
                  </a:extLst>
                </p:cNvPr>
                <p:cNvSpPr/>
                <p:nvPr/>
              </p:nvSpPr>
              <p:spPr>
                <a:xfrm>
                  <a:off x="669725" y="4049550"/>
                  <a:ext cx="122900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2899" extrusionOk="0">
                      <a:moveTo>
                        <a:pt x="851" y="1"/>
                      </a:moveTo>
                      <a:cubicBezTo>
                        <a:pt x="347" y="442"/>
                        <a:pt x="1" y="1103"/>
                        <a:pt x="1" y="1796"/>
                      </a:cubicBezTo>
                      <a:lnTo>
                        <a:pt x="1" y="2552"/>
                      </a:lnTo>
                      <a:cubicBezTo>
                        <a:pt x="1" y="2741"/>
                        <a:pt x="158" y="2899"/>
                        <a:pt x="347" y="2899"/>
                      </a:cubicBezTo>
                      <a:lnTo>
                        <a:pt x="4537" y="2899"/>
                      </a:lnTo>
                      <a:cubicBezTo>
                        <a:pt x="4758" y="2899"/>
                        <a:pt x="4915" y="2741"/>
                        <a:pt x="4915" y="2552"/>
                      </a:cubicBezTo>
                      <a:lnTo>
                        <a:pt x="4915" y="1796"/>
                      </a:lnTo>
                      <a:cubicBezTo>
                        <a:pt x="4915" y="1103"/>
                        <a:pt x="4600" y="442"/>
                        <a:pt x="4065" y="1"/>
                      </a:cubicBezTo>
                      <a:cubicBezTo>
                        <a:pt x="3687" y="473"/>
                        <a:pt x="3088" y="788"/>
                        <a:pt x="2458" y="788"/>
                      </a:cubicBezTo>
                      <a:cubicBezTo>
                        <a:pt x="1828" y="788"/>
                        <a:pt x="1198" y="473"/>
                        <a:pt x="8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6" name="Google Shape;9328;p73">
                  <a:extLst>
                    <a:ext uri="{FF2B5EF4-FFF2-40B4-BE49-F238E27FC236}">
                      <a16:creationId xmlns:a16="http://schemas.microsoft.com/office/drawing/2014/main" id="{939036A2-EF49-0AB9-7C52-8A831269D7D2}"/>
                    </a:ext>
                  </a:extLst>
                </p:cNvPr>
                <p:cNvSpPr/>
                <p:nvPr/>
              </p:nvSpPr>
              <p:spPr>
                <a:xfrm>
                  <a:off x="757150" y="42070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0"/>
                      </a:moveTo>
                      <a:cubicBezTo>
                        <a:pt x="316" y="442"/>
                        <a:pt x="1" y="1103"/>
                        <a:pt x="1" y="1796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7"/>
                        <a:pt x="347" y="2867"/>
                      </a:cubicBezTo>
                      <a:lnTo>
                        <a:pt x="4506" y="2867"/>
                      </a:lnTo>
                      <a:cubicBezTo>
                        <a:pt x="4727" y="2867"/>
                        <a:pt x="4884" y="2710"/>
                        <a:pt x="4884" y="2521"/>
                      </a:cubicBezTo>
                      <a:lnTo>
                        <a:pt x="4884" y="1796"/>
                      </a:lnTo>
                      <a:cubicBezTo>
                        <a:pt x="4884" y="1103"/>
                        <a:pt x="4569" y="442"/>
                        <a:pt x="4033" y="0"/>
                      </a:cubicBezTo>
                      <a:cubicBezTo>
                        <a:pt x="3655" y="473"/>
                        <a:pt x="3088" y="788"/>
                        <a:pt x="2427" y="788"/>
                      </a:cubicBezTo>
                      <a:cubicBezTo>
                        <a:pt x="1797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7" name="Google Shape;9329;p73">
                  <a:extLst>
                    <a:ext uri="{FF2B5EF4-FFF2-40B4-BE49-F238E27FC236}">
                      <a16:creationId xmlns:a16="http://schemas.microsoft.com/office/drawing/2014/main" id="{E487C826-087E-3B19-4ED1-95AD76DB7B8F}"/>
                    </a:ext>
                  </a:extLst>
                </p:cNvPr>
                <p:cNvSpPr/>
                <p:nvPr/>
              </p:nvSpPr>
              <p:spPr>
                <a:xfrm>
                  <a:off x="691775" y="4139350"/>
                  <a:ext cx="77225" cy="6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" h="2584" extrusionOk="0">
                      <a:moveTo>
                        <a:pt x="1198" y="0"/>
                      </a:moveTo>
                      <a:lnTo>
                        <a:pt x="1198" y="882"/>
                      </a:lnTo>
                      <a:lnTo>
                        <a:pt x="1" y="2079"/>
                      </a:lnTo>
                      <a:cubicBezTo>
                        <a:pt x="221" y="2237"/>
                        <a:pt x="284" y="2300"/>
                        <a:pt x="473" y="2583"/>
                      </a:cubicBezTo>
                      <a:lnTo>
                        <a:pt x="1545" y="1575"/>
                      </a:lnTo>
                      <a:lnTo>
                        <a:pt x="2616" y="2583"/>
                      </a:lnTo>
                      <a:cubicBezTo>
                        <a:pt x="2773" y="2394"/>
                        <a:pt x="2931" y="2237"/>
                        <a:pt x="3088" y="2111"/>
                      </a:cubicBezTo>
                      <a:lnTo>
                        <a:pt x="1891" y="882"/>
                      </a:lnTo>
                      <a:lnTo>
                        <a:pt x="189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" name="Google Shape;9330;p73">
                <a:extLst>
                  <a:ext uri="{FF2B5EF4-FFF2-40B4-BE49-F238E27FC236}">
                    <a16:creationId xmlns:a16="http://schemas.microsoft.com/office/drawing/2014/main" id="{B92C4315-100D-F646-3057-A5348D5B1EAA}"/>
                  </a:ext>
                </a:extLst>
              </p:cNvPr>
              <p:cNvGrpSpPr/>
              <p:nvPr/>
            </p:nvGrpSpPr>
            <p:grpSpPr>
              <a:xfrm>
                <a:off x="3959219" y="3748874"/>
                <a:ext cx="439341" cy="498627"/>
                <a:chOff x="2423775" y="3226875"/>
                <a:chExt cx="259925" cy="295000"/>
              </a:xfrm>
              <a:grpFill/>
            </p:grpSpPr>
            <p:sp>
              <p:nvSpPr>
                <p:cNvPr id="288" name="Google Shape;9331;p73">
                  <a:extLst>
                    <a:ext uri="{FF2B5EF4-FFF2-40B4-BE49-F238E27FC236}">
                      <a16:creationId xmlns:a16="http://schemas.microsoft.com/office/drawing/2014/main" id="{6C95D1EF-56D1-B9D1-6C6A-6DB9479A8FCD}"/>
                    </a:ext>
                  </a:extLst>
                </p:cNvPr>
                <p:cNvSpPr/>
                <p:nvPr/>
              </p:nvSpPr>
              <p:spPr>
                <a:xfrm>
                  <a:off x="2509625" y="3365900"/>
                  <a:ext cx="866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2080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Google Shape;9332;p73">
                  <a:extLst>
                    <a:ext uri="{FF2B5EF4-FFF2-40B4-BE49-F238E27FC236}">
                      <a16:creationId xmlns:a16="http://schemas.microsoft.com/office/drawing/2014/main" id="{C3168CF9-2B86-E57B-90D2-D85635FEED2D}"/>
                    </a:ext>
                  </a:extLst>
                </p:cNvPr>
                <p:cNvSpPr/>
                <p:nvPr/>
              </p:nvSpPr>
              <p:spPr>
                <a:xfrm>
                  <a:off x="2534825" y="33139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316" y="0"/>
                        <a:pt x="0" y="315"/>
                        <a:pt x="0" y="725"/>
                      </a:cubicBezTo>
                      <a:cubicBezTo>
                        <a:pt x="0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Google Shape;9333;p73">
                  <a:extLst>
                    <a:ext uri="{FF2B5EF4-FFF2-40B4-BE49-F238E27FC236}">
                      <a16:creationId xmlns:a16="http://schemas.microsoft.com/office/drawing/2014/main" id="{5D58B334-CD6B-599A-F89F-A74F5271AFE5}"/>
                    </a:ext>
                  </a:extLst>
                </p:cNvPr>
                <p:cNvSpPr/>
                <p:nvPr/>
              </p:nvSpPr>
              <p:spPr>
                <a:xfrm>
                  <a:off x="2423775" y="3226875"/>
                  <a:ext cx="2599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00" extrusionOk="0">
                      <a:moveTo>
                        <a:pt x="5167" y="2757"/>
                      </a:moveTo>
                      <a:cubicBezTo>
                        <a:pt x="5923" y="2757"/>
                        <a:pt x="6553" y="3388"/>
                        <a:pt x="6553" y="4144"/>
                      </a:cubicBezTo>
                      <a:cubicBezTo>
                        <a:pt x="6553" y="4490"/>
                        <a:pt x="6396" y="4805"/>
                        <a:pt x="6175" y="5089"/>
                      </a:cubicBezTo>
                      <a:cubicBezTo>
                        <a:pt x="7026" y="5498"/>
                        <a:pt x="7593" y="6317"/>
                        <a:pt x="7593" y="7294"/>
                      </a:cubicBezTo>
                      <a:lnTo>
                        <a:pt x="7593" y="8019"/>
                      </a:lnTo>
                      <a:cubicBezTo>
                        <a:pt x="7593" y="8208"/>
                        <a:pt x="7435" y="8365"/>
                        <a:pt x="7246" y="8365"/>
                      </a:cubicBezTo>
                      <a:lnTo>
                        <a:pt x="3088" y="8365"/>
                      </a:lnTo>
                      <a:cubicBezTo>
                        <a:pt x="2867" y="8365"/>
                        <a:pt x="2710" y="8208"/>
                        <a:pt x="2710" y="8019"/>
                      </a:cubicBezTo>
                      <a:lnTo>
                        <a:pt x="2710" y="7294"/>
                      </a:lnTo>
                      <a:cubicBezTo>
                        <a:pt x="2710" y="6317"/>
                        <a:pt x="3308" y="5498"/>
                        <a:pt x="4127" y="5089"/>
                      </a:cubicBezTo>
                      <a:cubicBezTo>
                        <a:pt x="3907" y="4868"/>
                        <a:pt x="3781" y="4553"/>
                        <a:pt x="3781" y="4144"/>
                      </a:cubicBezTo>
                      <a:cubicBezTo>
                        <a:pt x="3781" y="3388"/>
                        <a:pt x="4411" y="2757"/>
                        <a:pt x="5167" y="2757"/>
                      </a:cubicBezTo>
                      <a:close/>
                      <a:moveTo>
                        <a:pt x="5183" y="1"/>
                      </a:moveTo>
                      <a:cubicBezTo>
                        <a:pt x="5128" y="1"/>
                        <a:pt x="5073" y="17"/>
                        <a:pt x="5010" y="48"/>
                      </a:cubicBezTo>
                      <a:cubicBezTo>
                        <a:pt x="3964" y="646"/>
                        <a:pt x="2946" y="940"/>
                        <a:pt x="1919" y="940"/>
                      </a:cubicBezTo>
                      <a:cubicBezTo>
                        <a:pt x="1430" y="940"/>
                        <a:pt x="939" y="873"/>
                        <a:pt x="441" y="741"/>
                      </a:cubicBezTo>
                      <a:cubicBezTo>
                        <a:pt x="402" y="722"/>
                        <a:pt x="363" y="714"/>
                        <a:pt x="326" y="714"/>
                      </a:cubicBezTo>
                      <a:cubicBezTo>
                        <a:pt x="243" y="714"/>
                        <a:pt x="170" y="751"/>
                        <a:pt x="126" y="773"/>
                      </a:cubicBezTo>
                      <a:cubicBezTo>
                        <a:pt x="32" y="836"/>
                        <a:pt x="0" y="930"/>
                        <a:pt x="0" y="1056"/>
                      </a:cubicBezTo>
                      <a:lnTo>
                        <a:pt x="0" y="5026"/>
                      </a:lnTo>
                      <a:cubicBezTo>
                        <a:pt x="0" y="8145"/>
                        <a:pt x="2080" y="10949"/>
                        <a:pt x="5104" y="11799"/>
                      </a:cubicBezTo>
                      <a:lnTo>
                        <a:pt x="5262" y="11799"/>
                      </a:lnTo>
                      <a:cubicBezTo>
                        <a:pt x="8255" y="10917"/>
                        <a:pt x="10397" y="8145"/>
                        <a:pt x="10397" y="5026"/>
                      </a:cubicBezTo>
                      <a:lnTo>
                        <a:pt x="10397" y="1056"/>
                      </a:lnTo>
                      <a:cubicBezTo>
                        <a:pt x="10397" y="930"/>
                        <a:pt x="10365" y="836"/>
                        <a:pt x="10271" y="773"/>
                      </a:cubicBezTo>
                      <a:cubicBezTo>
                        <a:pt x="10162" y="751"/>
                        <a:pt x="10084" y="714"/>
                        <a:pt x="10014" y="714"/>
                      </a:cubicBezTo>
                      <a:cubicBezTo>
                        <a:pt x="9983" y="714"/>
                        <a:pt x="9954" y="722"/>
                        <a:pt x="9924" y="741"/>
                      </a:cubicBezTo>
                      <a:cubicBezTo>
                        <a:pt x="9414" y="877"/>
                        <a:pt x="8910" y="946"/>
                        <a:pt x="8409" y="946"/>
                      </a:cubicBezTo>
                      <a:cubicBezTo>
                        <a:pt x="7395" y="946"/>
                        <a:pt x="6389" y="660"/>
                        <a:pt x="5356" y="48"/>
                      </a:cubicBezTo>
                      <a:cubicBezTo>
                        <a:pt x="5293" y="17"/>
                        <a:pt x="5238" y="1"/>
                        <a:pt x="5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" name="Google Shape;9334;p73">
                <a:extLst>
                  <a:ext uri="{FF2B5EF4-FFF2-40B4-BE49-F238E27FC236}">
                    <a16:creationId xmlns:a16="http://schemas.microsoft.com/office/drawing/2014/main" id="{CB2FA64A-5E85-66AC-595A-49E5A4797C2E}"/>
                  </a:ext>
                </a:extLst>
              </p:cNvPr>
              <p:cNvGrpSpPr/>
              <p:nvPr/>
            </p:nvGrpSpPr>
            <p:grpSpPr>
              <a:xfrm>
                <a:off x="3926595" y="4379912"/>
                <a:ext cx="504585" cy="496642"/>
                <a:chOff x="2404875" y="3592725"/>
                <a:chExt cx="298525" cy="293825"/>
              </a:xfrm>
              <a:grpFill/>
            </p:grpSpPr>
            <p:sp>
              <p:nvSpPr>
                <p:cNvPr id="285" name="Google Shape;9335;p73">
                  <a:extLst>
                    <a:ext uri="{FF2B5EF4-FFF2-40B4-BE49-F238E27FC236}">
                      <a16:creationId xmlns:a16="http://schemas.microsoft.com/office/drawing/2014/main" id="{7FECFE1D-EB0A-49D5-A1E0-DBA5972F7853}"/>
                    </a:ext>
                  </a:extLst>
                </p:cNvPr>
                <p:cNvSpPr/>
                <p:nvPr/>
              </p:nvSpPr>
              <p:spPr>
                <a:xfrm>
                  <a:off x="2404875" y="3747900"/>
                  <a:ext cx="52775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554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5198"/>
                      </a:lnTo>
                      <a:cubicBezTo>
                        <a:pt x="0" y="5419"/>
                        <a:pt x="158" y="5545"/>
                        <a:pt x="378" y="5545"/>
                      </a:cubicBezTo>
                      <a:lnTo>
                        <a:pt x="1071" y="5545"/>
                      </a:lnTo>
                      <a:cubicBezTo>
                        <a:pt x="1670" y="5545"/>
                        <a:pt x="2111" y="5072"/>
                        <a:pt x="2111" y="4537"/>
                      </a:cubicBezTo>
                      <a:lnTo>
                        <a:pt x="2111" y="1040"/>
                      </a:lnTo>
                      <a:cubicBezTo>
                        <a:pt x="2111" y="441"/>
                        <a:pt x="1638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Google Shape;9336;p73">
                  <a:extLst>
                    <a:ext uri="{FF2B5EF4-FFF2-40B4-BE49-F238E27FC236}">
                      <a16:creationId xmlns:a16="http://schemas.microsoft.com/office/drawing/2014/main" id="{029A3FD8-426D-895D-D29B-852D297B417E}"/>
                    </a:ext>
                  </a:extLst>
                </p:cNvPr>
                <p:cNvSpPr/>
                <p:nvPr/>
              </p:nvSpPr>
              <p:spPr>
                <a:xfrm>
                  <a:off x="2458425" y="3592725"/>
                  <a:ext cx="190625" cy="16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428" extrusionOk="0">
                      <a:moveTo>
                        <a:pt x="3781" y="631"/>
                      </a:moveTo>
                      <a:cubicBezTo>
                        <a:pt x="3970" y="631"/>
                        <a:pt x="4128" y="788"/>
                        <a:pt x="4128" y="977"/>
                      </a:cubicBezTo>
                      <a:lnTo>
                        <a:pt x="4128" y="1418"/>
                      </a:lnTo>
                      <a:cubicBezTo>
                        <a:pt x="4380" y="1481"/>
                        <a:pt x="4569" y="1639"/>
                        <a:pt x="4758" y="1860"/>
                      </a:cubicBezTo>
                      <a:cubicBezTo>
                        <a:pt x="4884" y="2017"/>
                        <a:pt x="4884" y="2206"/>
                        <a:pt x="4726" y="2332"/>
                      </a:cubicBezTo>
                      <a:cubicBezTo>
                        <a:pt x="4657" y="2373"/>
                        <a:pt x="4583" y="2397"/>
                        <a:pt x="4510" y="2397"/>
                      </a:cubicBezTo>
                      <a:cubicBezTo>
                        <a:pt x="4416" y="2397"/>
                        <a:pt x="4325" y="2358"/>
                        <a:pt x="4254" y="2269"/>
                      </a:cubicBezTo>
                      <a:cubicBezTo>
                        <a:pt x="4114" y="2106"/>
                        <a:pt x="3957" y="2012"/>
                        <a:pt x="3821" y="2012"/>
                      </a:cubicBezTo>
                      <a:cubicBezTo>
                        <a:pt x="3773" y="2012"/>
                        <a:pt x="3728" y="2024"/>
                        <a:pt x="3687" y="2049"/>
                      </a:cubicBezTo>
                      <a:cubicBezTo>
                        <a:pt x="3592" y="2080"/>
                        <a:pt x="3466" y="2238"/>
                        <a:pt x="3466" y="2364"/>
                      </a:cubicBezTo>
                      <a:cubicBezTo>
                        <a:pt x="3466" y="2553"/>
                        <a:pt x="3624" y="2710"/>
                        <a:pt x="3813" y="2710"/>
                      </a:cubicBezTo>
                      <a:cubicBezTo>
                        <a:pt x="4411" y="2710"/>
                        <a:pt x="4852" y="3183"/>
                        <a:pt x="4852" y="3750"/>
                      </a:cubicBezTo>
                      <a:cubicBezTo>
                        <a:pt x="4852" y="4159"/>
                        <a:pt x="4600" y="4537"/>
                        <a:pt x="4222" y="4663"/>
                      </a:cubicBezTo>
                      <a:lnTo>
                        <a:pt x="4159" y="4663"/>
                      </a:lnTo>
                      <a:lnTo>
                        <a:pt x="4159" y="5073"/>
                      </a:lnTo>
                      <a:cubicBezTo>
                        <a:pt x="4159" y="5262"/>
                        <a:pt x="4002" y="5420"/>
                        <a:pt x="3813" y="5420"/>
                      </a:cubicBezTo>
                      <a:cubicBezTo>
                        <a:pt x="3624" y="5420"/>
                        <a:pt x="3466" y="5262"/>
                        <a:pt x="3466" y="5073"/>
                      </a:cubicBezTo>
                      <a:lnTo>
                        <a:pt x="3466" y="4663"/>
                      </a:lnTo>
                      <a:cubicBezTo>
                        <a:pt x="3277" y="4600"/>
                        <a:pt x="3119" y="4537"/>
                        <a:pt x="2962" y="4348"/>
                      </a:cubicBezTo>
                      <a:cubicBezTo>
                        <a:pt x="2836" y="4254"/>
                        <a:pt x="2804" y="4002"/>
                        <a:pt x="2962" y="3876"/>
                      </a:cubicBezTo>
                      <a:cubicBezTo>
                        <a:pt x="3013" y="3825"/>
                        <a:pt x="3108" y="3793"/>
                        <a:pt x="3206" y="3793"/>
                      </a:cubicBezTo>
                      <a:cubicBezTo>
                        <a:pt x="3290" y="3793"/>
                        <a:pt x="3376" y="3817"/>
                        <a:pt x="3435" y="3876"/>
                      </a:cubicBezTo>
                      <a:cubicBezTo>
                        <a:pt x="3549" y="3990"/>
                        <a:pt x="3679" y="4071"/>
                        <a:pt x="3803" y="4071"/>
                      </a:cubicBezTo>
                      <a:cubicBezTo>
                        <a:pt x="3850" y="4071"/>
                        <a:pt x="3895" y="4059"/>
                        <a:pt x="3939" y="4033"/>
                      </a:cubicBezTo>
                      <a:cubicBezTo>
                        <a:pt x="4065" y="4002"/>
                        <a:pt x="4128" y="3844"/>
                        <a:pt x="4128" y="3718"/>
                      </a:cubicBezTo>
                      <a:cubicBezTo>
                        <a:pt x="4128" y="3529"/>
                        <a:pt x="3970" y="3372"/>
                        <a:pt x="3781" y="3372"/>
                      </a:cubicBezTo>
                      <a:cubicBezTo>
                        <a:pt x="3182" y="3372"/>
                        <a:pt x="2741" y="2899"/>
                        <a:pt x="2741" y="2364"/>
                      </a:cubicBezTo>
                      <a:cubicBezTo>
                        <a:pt x="2741" y="1954"/>
                        <a:pt x="3025" y="1576"/>
                        <a:pt x="3435" y="1418"/>
                      </a:cubicBezTo>
                      <a:lnTo>
                        <a:pt x="3435" y="977"/>
                      </a:lnTo>
                      <a:cubicBezTo>
                        <a:pt x="3435" y="788"/>
                        <a:pt x="3592" y="631"/>
                        <a:pt x="3781" y="631"/>
                      </a:cubicBezTo>
                      <a:close/>
                      <a:moveTo>
                        <a:pt x="3813" y="1"/>
                      </a:moveTo>
                      <a:cubicBezTo>
                        <a:pt x="1733" y="1"/>
                        <a:pt x="0" y="1734"/>
                        <a:pt x="0" y="3813"/>
                      </a:cubicBezTo>
                      <a:cubicBezTo>
                        <a:pt x="0" y="4537"/>
                        <a:pt x="190" y="5231"/>
                        <a:pt x="536" y="5829"/>
                      </a:cubicBezTo>
                      <a:cubicBezTo>
                        <a:pt x="1009" y="5546"/>
                        <a:pt x="1544" y="5420"/>
                        <a:pt x="2080" y="5420"/>
                      </a:cubicBezTo>
                      <a:cubicBezTo>
                        <a:pt x="2146" y="5414"/>
                        <a:pt x="2213" y="5411"/>
                        <a:pt x="2279" y="5411"/>
                      </a:cubicBezTo>
                      <a:cubicBezTo>
                        <a:pt x="2936" y="5411"/>
                        <a:pt x="3587" y="5692"/>
                        <a:pt x="4159" y="6207"/>
                      </a:cubicBezTo>
                      <a:lnTo>
                        <a:pt x="5892" y="6207"/>
                      </a:lnTo>
                      <a:cubicBezTo>
                        <a:pt x="6144" y="6207"/>
                        <a:pt x="6364" y="6302"/>
                        <a:pt x="6585" y="6428"/>
                      </a:cubicBezTo>
                      <a:cubicBezTo>
                        <a:pt x="7215" y="5735"/>
                        <a:pt x="7625" y="4789"/>
                        <a:pt x="7625" y="3813"/>
                      </a:cubicBezTo>
                      <a:cubicBezTo>
                        <a:pt x="7625" y="1734"/>
                        <a:pt x="5892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Google Shape;9337;p73">
                  <a:extLst>
                    <a:ext uri="{FF2B5EF4-FFF2-40B4-BE49-F238E27FC236}">
                      <a16:creationId xmlns:a16="http://schemas.microsoft.com/office/drawing/2014/main" id="{D31DD7C2-1A2D-23FF-EBDF-7D8C52D5D174}"/>
                    </a:ext>
                  </a:extLst>
                </p:cNvPr>
                <p:cNvSpPr/>
                <p:nvPr/>
              </p:nvSpPr>
              <p:spPr>
                <a:xfrm>
                  <a:off x="2474975" y="3742775"/>
                  <a:ext cx="228425" cy="1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7" h="5026" extrusionOk="0">
                      <a:moveTo>
                        <a:pt x="1422" y="0"/>
                      </a:moveTo>
                      <a:cubicBezTo>
                        <a:pt x="918" y="0"/>
                        <a:pt x="416" y="160"/>
                        <a:pt x="0" y="457"/>
                      </a:cubicBezTo>
                      <a:lnTo>
                        <a:pt x="0" y="5025"/>
                      </a:lnTo>
                      <a:lnTo>
                        <a:pt x="5230" y="5025"/>
                      </a:lnTo>
                      <a:cubicBezTo>
                        <a:pt x="5923" y="5025"/>
                        <a:pt x="6490" y="4679"/>
                        <a:pt x="6900" y="4143"/>
                      </a:cubicBezTo>
                      <a:lnTo>
                        <a:pt x="8916" y="1245"/>
                      </a:lnTo>
                      <a:cubicBezTo>
                        <a:pt x="9137" y="930"/>
                        <a:pt x="9074" y="489"/>
                        <a:pt x="8727" y="268"/>
                      </a:cubicBezTo>
                      <a:cubicBezTo>
                        <a:pt x="8633" y="221"/>
                        <a:pt x="8517" y="196"/>
                        <a:pt x="8398" y="196"/>
                      </a:cubicBezTo>
                      <a:cubicBezTo>
                        <a:pt x="8196" y="196"/>
                        <a:pt x="7983" y="268"/>
                        <a:pt x="7845" y="426"/>
                      </a:cubicBezTo>
                      <a:lnTo>
                        <a:pt x="5955" y="2726"/>
                      </a:lnTo>
                      <a:cubicBezTo>
                        <a:pt x="5829" y="2883"/>
                        <a:pt x="5545" y="2978"/>
                        <a:pt x="5419" y="2978"/>
                      </a:cubicBezTo>
                      <a:lnTo>
                        <a:pt x="3119" y="2978"/>
                      </a:lnTo>
                      <a:cubicBezTo>
                        <a:pt x="2899" y="2978"/>
                        <a:pt x="2741" y="2820"/>
                        <a:pt x="2741" y="2631"/>
                      </a:cubicBezTo>
                      <a:cubicBezTo>
                        <a:pt x="2741" y="2411"/>
                        <a:pt x="2899" y="2253"/>
                        <a:pt x="3119" y="2253"/>
                      </a:cubicBezTo>
                      <a:lnTo>
                        <a:pt x="5198" y="2253"/>
                      </a:lnTo>
                      <a:cubicBezTo>
                        <a:pt x="5576" y="2253"/>
                        <a:pt x="5923" y="1938"/>
                        <a:pt x="5923" y="1560"/>
                      </a:cubicBezTo>
                      <a:cubicBezTo>
                        <a:pt x="5923" y="1150"/>
                        <a:pt x="5576" y="835"/>
                        <a:pt x="5198" y="835"/>
                      </a:cubicBezTo>
                      <a:lnTo>
                        <a:pt x="3340" y="835"/>
                      </a:lnTo>
                      <a:cubicBezTo>
                        <a:pt x="3182" y="835"/>
                        <a:pt x="3088" y="741"/>
                        <a:pt x="2962" y="615"/>
                      </a:cubicBezTo>
                      <a:cubicBezTo>
                        <a:pt x="2773" y="426"/>
                        <a:pt x="2520" y="300"/>
                        <a:pt x="2300" y="174"/>
                      </a:cubicBezTo>
                      <a:cubicBezTo>
                        <a:pt x="2019" y="56"/>
                        <a:pt x="1720" y="0"/>
                        <a:pt x="1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oogle Shape;9338;p73">
                <a:extLst>
                  <a:ext uri="{FF2B5EF4-FFF2-40B4-BE49-F238E27FC236}">
                    <a16:creationId xmlns:a16="http://schemas.microsoft.com/office/drawing/2014/main" id="{D8F4A8CC-00F7-80CC-8443-6CA6CB5A3803}"/>
                  </a:ext>
                </a:extLst>
              </p:cNvPr>
              <p:cNvGrpSpPr/>
              <p:nvPr/>
            </p:nvGrpSpPr>
            <p:grpSpPr>
              <a:xfrm>
                <a:off x="3927927" y="4985321"/>
                <a:ext cx="501923" cy="499261"/>
                <a:chOff x="2404875" y="3955825"/>
                <a:chExt cx="296950" cy="295375"/>
              </a:xfrm>
              <a:grpFill/>
            </p:grpSpPr>
            <p:sp>
              <p:nvSpPr>
                <p:cNvPr id="281" name="Google Shape;9339;p73">
                  <a:extLst>
                    <a:ext uri="{FF2B5EF4-FFF2-40B4-BE49-F238E27FC236}">
                      <a16:creationId xmlns:a16="http://schemas.microsoft.com/office/drawing/2014/main" id="{3ADB5D3B-4341-4336-BF34-B8C7EB14332F}"/>
                    </a:ext>
                  </a:extLst>
                </p:cNvPr>
                <p:cNvSpPr/>
                <p:nvPr/>
              </p:nvSpPr>
              <p:spPr>
                <a:xfrm>
                  <a:off x="2404875" y="3955825"/>
                  <a:ext cx="2197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" h="8980" extrusionOk="0">
                      <a:moveTo>
                        <a:pt x="4537" y="0"/>
                      </a:moveTo>
                      <a:cubicBezTo>
                        <a:pt x="2048" y="0"/>
                        <a:pt x="0" y="2017"/>
                        <a:pt x="0" y="4506"/>
                      </a:cubicBezTo>
                      <a:cubicBezTo>
                        <a:pt x="0" y="6963"/>
                        <a:pt x="2048" y="8979"/>
                        <a:pt x="4537" y="8979"/>
                      </a:cubicBezTo>
                      <a:cubicBezTo>
                        <a:pt x="6459" y="8979"/>
                        <a:pt x="8160" y="7719"/>
                        <a:pt x="8790" y="5986"/>
                      </a:cubicBezTo>
                      <a:cubicBezTo>
                        <a:pt x="8633" y="5860"/>
                        <a:pt x="8443" y="5640"/>
                        <a:pt x="8286" y="5514"/>
                      </a:cubicBezTo>
                      <a:lnTo>
                        <a:pt x="7498" y="5514"/>
                      </a:lnTo>
                      <a:cubicBezTo>
                        <a:pt x="7057" y="6742"/>
                        <a:pt x="5923" y="7593"/>
                        <a:pt x="4568" y="7593"/>
                      </a:cubicBezTo>
                      <a:cubicBezTo>
                        <a:pt x="2836" y="7593"/>
                        <a:pt x="1481" y="6175"/>
                        <a:pt x="1481" y="4506"/>
                      </a:cubicBezTo>
                      <a:cubicBezTo>
                        <a:pt x="1481" y="2804"/>
                        <a:pt x="2867" y="1387"/>
                        <a:pt x="4568" y="1387"/>
                      </a:cubicBezTo>
                      <a:cubicBezTo>
                        <a:pt x="5923" y="1387"/>
                        <a:pt x="7057" y="2237"/>
                        <a:pt x="7498" y="3466"/>
                      </a:cubicBezTo>
                      <a:lnTo>
                        <a:pt x="8286" y="3466"/>
                      </a:lnTo>
                      <a:cubicBezTo>
                        <a:pt x="8443" y="3308"/>
                        <a:pt x="8633" y="3088"/>
                        <a:pt x="8790" y="2993"/>
                      </a:cubicBezTo>
                      <a:cubicBezTo>
                        <a:pt x="8160" y="1261"/>
                        <a:pt x="6522" y="0"/>
                        <a:pt x="45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Google Shape;9340;p73">
                  <a:extLst>
                    <a:ext uri="{FF2B5EF4-FFF2-40B4-BE49-F238E27FC236}">
                      <a16:creationId xmlns:a16="http://schemas.microsoft.com/office/drawing/2014/main" id="{FF1AD5B2-6390-ED47-4198-70A4E7C2DA1E}"/>
                    </a:ext>
                  </a:extLst>
                </p:cNvPr>
                <p:cNvSpPr/>
                <p:nvPr/>
              </p:nvSpPr>
              <p:spPr>
                <a:xfrm>
                  <a:off x="2510400" y="4024075"/>
                  <a:ext cx="191425" cy="8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3503" extrusionOk="0">
                      <a:moveTo>
                        <a:pt x="7260" y="0"/>
                      </a:moveTo>
                      <a:cubicBezTo>
                        <a:pt x="7232" y="0"/>
                        <a:pt x="7206" y="4"/>
                        <a:pt x="7184" y="11"/>
                      </a:cubicBezTo>
                      <a:lnTo>
                        <a:pt x="5073" y="736"/>
                      </a:lnTo>
                      <a:cubicBezTo>
                        <a:pt x="5042" y="736"/>
                        <a:pt x="5010" y="767"/>
                        <a:pt x="4947" y="799"/>
                      </a:cubicBezTo>
                      <a:lnTo>
                        <a:pt x="4380" y="1398"/>
                      </a:lnTo>
                      <a:lnTo>
                        <a:pt x="347" y="1398"/>
                      </a:lnTo>
                      <a:cubicBezTo>
                        <a:pt x="158" y="1398"/>
                        <a:pt x="1" y="1555"/>
                        <a:pt x="1" y="1744"/>
                      </a:cubicBezTo>
                      <a:cubicBezTo>
                        <a:pt x="1" y="1965"/>
                        <a:pt x="158" y="2122"/>
                        <a:pt x="347" y="2122"/>
                      </a:cubicBezTo>
                      <a:lnTo>
                        <a:pt x="4380" y="2122"/>
                      </a:lnTo>
                      <a:lnTo>
                        <a:pt x="4947" y="2689"/>
                      </a:lnTo>
                      <a:cubicBezTo>
                        <a:pt x="5010" y="2752"/>
                        <a:pt x="5042" y="2784"/>
                        <a:pt x="5073" y="2784"/>
                      </a:cubicBezTo>
                      <a:lnTo>
                        <a:pt x="7184" y="3477"/>
                      </a:lnTo>
                      <a:cubicBezTo>
                        <a:pt x="7210" y="3494"/>
                        <a:pt x="7242" y="3502"/>
                        <a:pt x="7275" y="3502"/>
                      </a:cubicBezTo>
                      <a:cubicBezTo>
                        <a:pt x="7362" y="3502"/>
                        <a:pt x="7462" y="3451"/>
                        <a:pt x="7531" y="3382"/>
                      </a:cubicBezTo>
                      <a:cubicBezTo>
                        <a:pt x="7594" y="3256"/>
                        <a:pt x="7657" y="3099"/>
                        <a:pt x="7562" y="2973"/>
                      </a:cubicBezTo>
                      <a:lnTo>
                        <a:pt x="6932" y="1744"/>
                      </a:lnTo>
                      <a:lnTo>
                        <a:pt x="7562" y="547"/>
                      </a:lnTo>
                      <a:cubicBezTo>
                        <a:pt x="7657" y="389"/>
                        <a:pt x="7594" y="232"/>
                        <a:pt x="7531" y="137"/>
                      </a:cubicBezTo>
                      <a:cubicBezTo>
                        <a:pt x="7458" y="41"/>
                        <a:pt x="7349" y="0"/>
                        <a:pt x="72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Google Shape;9341;p73">
                  <a:extLst>
                    <a:ext uri="{FF2B5EF4-FFF2-40B4-BE49-F238E27FC236}">
                      <a16:creationId xmlns:a16="http://schemas.microsoft.com/office/drawing/2014/main" id="{3A1B758A-8343-E5D1-B3EB-EE77AB662A49}"/>
                    </a:ext>
                  </a:extLst>
                </p:cNvPr>
                <p:cNvSpPr/>
                <p:nvPr/>
              </p:nvSpPr>
              <p:spPr>
                <a:xfrm>
                  <a:off x="2424550" y="4188175"/>
                  <a:ext cx="189050" cy="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2521" extrusionOk="0">
                      <a:moveTo>
                        <a:pt x="1828" y="0"/>
                      </a:moveTo>
                      <a:lnTo>
                        <a:pt x="1482" y="1135"/>
                      </a:lnTo>
                      <a:lnTo>
                        <a:pt x="1040" y="1135"/>
                      </a:lnTo>
                      <a:cubicBezTo>
                        <a:pt x="442" y="1135"/>
                        <a:pt x="1" y="1607"/>
                        <a:pt x="1" y="2174"/>
                      </a:cubicBezTo>
                      <a:cubicBezTo>
                        <a:pt x="1" y="2363"/>
                        <a:pt x="158" y="2521"/>
                        <a:pt x="379" y="2521"/>
                      </a:cubicBezTo>
                      <a:lnTo>
                        <a:pt x="7310" y="2521"/>
                      </a:lnTo>
                      <a:cubicBezTo>
                        <a:pt x="7404" y="2489"/>
                        <a:pt x="7562" y="2363"/>
                        <a:pt x="7562" y="2174"/>
                      </a:cubicBezTo>
                      <a:cubicBezTo>
                        <a:pt x="7562" y="1576"/>
                        <a:pt x="7089" y="1135"/>
                        <a:pt x="6554" y="1135"/>
                      </a:cubicBezTo>
                      <a:lnTo>
                        <a:pt x="6113" y="1135"/>
                      </a:lnTo>
                      <a:lnTo>
                        <a:pt x="5766" y="0"/>
                      </a:lnTo>
                      <a:cubicBezTo>
                        <a:pt x="5168" y="252"/>
                        <a:pt x="4506" y="410"/>
                        <a:pt x="3781" y="410"/>
                      </a:cubicBezTo>
                      <a:cubicBezTo>
                        <a:pt x="3088" y="410"/>
                        <a:pt x="2427" y="252"/>
                        <a:pt x="18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Google Shape;9342;p73">
                  <a:extLst>
                    <a:ext uri="{FF2B5EF4-FFF2-40B4-BE49-F238E27FC236}">
                      <a16:creationId xmlns:a16="http://schemas.microsoft.com/office/drawing/2014/main" id="{20651BBC-2618-BDC2-5562-40B650CD4545}"/>
                    </a:ext>
                  </a:extLst>
                </p:cNvPr>
                <p:cNvSpPr/>
                <p:nvPr/>
              </p:nvSpPr>
              <p:spPr>
                <a:xfrm>
                  <a:off x="2457625" y="4007025"/>
                  <a:ext cx="115025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1" h="4884" extrusionOk="0">
                      <a:moveTo>
                        <a:pt x="2427" y="0"/>
                      </a:moveTo>
                      <a:cubicBezTo>
                        <a:pt x="1104" y="0"/>
                        <a:pt x="1" y="1103"/>
                        <a:pt x="1" y="2458"/>
                      </a:cubicBezTo>
                      <a:cubicBezTo>
                        <a:pt x="1" y="3781"/>
                        <a:pt x="1104" y="4884"/>
                        <a:pt x="2427" y="4884"/>
                      </a:cubicBezTo>
                      <a:cubicBezTo>
                        <a:pt x="3404" y="4884"/>
                        <a:pt x="4254" y="4348"/>
                        <a:pt x="4601" y="3497"/>
                      </a:cubicBezTo>
                      <a:lnTo>
                        <a:pt x="2427" y="3497"/>
                      </a:lnTo>
                      <a:cubicBezTo>
                        <a:pt x="1828" y="3497"/>
                        <a:pt x="1419" y="3025"/>
                        <a:pt x="1419" y="2489"/>
                      </a:cubicBezTo>
                      <a:cubicBezTo>
                        <a:pt x="1356" y="1859"/>
                        <a:pt x="1828" y="1386"/>
                        <a:pt x="2427" y="1386"/>
                      </a:cubicBezTo>
                      <a:lnTo>
                        <a:pt x="4601" y="1386"/>
                      </a:lnTo>
                      <a:cubicBezTo>
                        <a:pt x="4191" y="567"/>
                        <a:pt x="3372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" name="Google Shape;9343;p73">
                <a:extLst>
                  <a:ext uri="{FF2B5EF4-FFF2-40B4-BE49-F238E27FC236}">
                    <a16:creationId xmlns:a16="http://schemas.microsoft.com/office/drawing/2014/main" id="{7D2AF8F6-04AE-319F-A2E0-81D152435ECF}"/>
                  </a:ext>
                </a:extLst>
              </p:cNvPr>
              <p:cNvGrpSpPr/>
              <p:nvPr/>
            </p:nvGrpSpPr>
            <p:grpSpPr>
              <a:xfrm>
                <a:off x="7112857" y="3747882"/>
                <a:ext cx="499303" cy="500612"/>
                <a:chOff x="4263650" y="3235150"/>
                <a:chExt cx="295400" cy="296175"/>
              </a:xfrm>
              <a:grpFill/>
            </p:grpSpPr>
            <p:sp>
              <p:nvSpPr>
                <p:cNvPr id="276" name="Google Shape;9344;p73">
                  <a:extLst>
                    <a:ext uri="{FF2B5EF4-FFF2-40B4-BE49-F238E27FC236}">
                      <a16:creationId xmlns:a16="http://schemas.microsoft.com/office/drawing/2014/main" id="{8EE1119A-04AD-E0E3-4566-9550625E7A5A}"/>
                    </a:ext>
                  </a:extLst>
                </p:cNvPr>
                <p:cNvSpPr/>
                <p:nvPr/>
              </p:nvSpPr>
              <p:spPr>
                <a:xfrm>
                  <a:off x="4393625" y="3391100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cubicBezTo>
                        <a:pt x="63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Google Shape;9345;p73">
                  <a:extLst>
                    <a:ext uri="{FF2B5EF4-FFF2-40B4-BE49-F238E27FC236}">
                      <a16:creationId xmlns:a16="http://schemas.microsoft.com/office/drawing/2014/main" id="{0840059C-EAAB-A860-9F92-680A600F441F}"/>
                    </a:ext>
                  </a:extLst>
                </p:cNvPr>
                <p:cNvSpPr/>
                <p:nvPr/>
              </p:nvSpPr>
              <p:spPr>
                <a:xfrm>
                  <a:off x="4377075" y="3443875"/>
                  <a:ext cx="70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805" y="1387"/>
                      </a:lnTo>
                      <a:cubicBezTo>
                        <a:pt x="2805" y="630"/>
                        <a:pt x="2174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Google Shape;9346;p73">
                  <a:extLst>
                    <a:ext uri="{FF2B5EF4-FFF2-40B4-BE49-F238E27FC236}">
                      <a16:creationId xmlns:a16="http://schemas.microsoft.com/office/drawing/2014/main" id="{9834BBC6-06F2-314A-8BE0-60EFFAB4DCB7}"/>
                    </a:ext>
                  </a:extLst>
                </p:cNvPr>
                <p:cNvSpPr/>
                <p:nvPr/>
              </p:nvSpPr>
              <p:spPr>
                <a:xfrm>
                  <a:off x="4333750" y="3357225"/>
                  <a:ext cx="156775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64" extrusionOk="0">
                      <a:moveTo>
                        <a:pt x="3088" y="725"/>
                      </a:moveTo>
                      <a:cubicBezTo>
                        <a:pt x="3813" y="725"/>
                        <a:pt x="4506" y="1356"/>
                        <a:pt x="4506" y="2080"/>
                      </a:cubicBezTo>
                      <a:cubicBezTo>
                        <a:pt x="4506" y="2458"/>
                        <a:pt x="4348" y="2805"/>
                        <a:pt x="4096" y="3025"/>
                      </a:cubicBezTo>
                      <a:cubicBezTo>
                        <a:pt x="4727" y="3372"/>
                        <a:pt x="5168" y="4065"/>
                        <a:pt x="5168" y="4853"/>
                      </a:cubicBezTo>
                      <a:lnTo>
                        <a:pt x="5168" y="5199"/>
                      </a:lnTo>
                      <a:cubicBezTo>
                        <a:pt x="5168" y="5388"/>
                        <a:pt x="5010" y="5546"/>
                        <a:pt x="4821" y="5546"/>
                      </a:cubicBezTo>
                      <a:lnTo>
                        <a:pt x="1293" y="5546"/>
                      </a:lnTo>
                      <a:cubicBezTo>
                        <a:pt x="1103" y="5546"/>
                        <a:pt x="946" y="5388"/>
                        <a:pt x="946" y="5199"/>
                      </a:cubicBezTo>
                      <a:lnTo>
                        <a:pt x="946" y="4853"/>
                      </a:lnTo>
                      <a:lnTo>
                        <a:pt x="1040" y="4853"/>
                      </a:lnTo>
                      <a:cubicBezTo>
                        <a:pt x="1040" y="4065"/>
                        <a:pt x="1450" y="3403"/>
                        <a:pt x="2080" y="3025"/>
                      </a:cubicBezTo>
                      <a:cubicBezTo>
                        <a:pt x="1860" y="2805"/>
                        <a:pt x="1702" y="2458"/>
                        <a:pt x="1702" y="2080"/>
                      </a:cubicBezTo>
                      <a:cubicBezTo>
                        <a:pt x="1702" y="1356"/>
                        <a:pt x="2332" y="725"/>
                        <a:pt x="3088" y="725"/>
                      </a:cubicBezTo>
                      <a:close/>
                      <a:moveTo>
                        <a:pt x="1" y="1"/>
                      </a:moveTo>
                      <a:lnTo>
                        <a:pt x="1" y="6617"/>
                      </a:lnTo>
                      <a:cubicBezTo>
                        <a:pt x="1" y="6806"/>
                        <a:pt x="158" y="6963"/>
                        <a:pt x="347" y="6963"/>
                      </a:cubicBezTo>
                      <a:lnTo>
                        <a:pt x="5924" y="6963"/>
                      </a:lnTo>
                      <a:cubicBezTo>
                        <a:pt x="6113" y="6963"/>
                        <a:pt x="6270" y="6806"/>
                        <a:pt x="6270" y="6617"/>
                      </a:cubicBezTo>
                      <a:lnTo>
                        <a:pt x="62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Google Shape;9347;p73">
                  <a:extLst>
                    <a:ext uri="{FF2B5EF4-FFF2-40B4-BE49-F238E27FC236}">
                      <a16:creationId xmlns:a16="http://schemas.microsoft.com/office/drawing/2014/main" id="{CF1BF4EF-563F-AA77-480F-428F9FCB5768}"/>
                    </a:ext>
                  </a:extLst>
                </p:cNvPr>
                <p:cNvSpPr/>
                <p:nvPr/>
              </p:nvSpPr>
              <p:spPr>
                <a:xfrm>
                  <a:off x="4316425" y="3235150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418"/>
                      </a:lnTo>
                      <a:lnTo>
                        <a:pt x="7625" y="1418"/>
                      </a:lnTo>
                      <a:lnTo>
                        <a:pt x="7625" y="347"/>
                      </a:lnTo>
                      <a:lnTo>
                        <a:pt x="7656" y="347"/>
                      </a:lnTo>
                      <a:cubicBezTo>
                        <a:pt x="7656" y="158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Google Shape;9348;p73">
                  <a:extLst>
                    <a:ext uri="{FF2B5EF4-FFF2-40B4-BE49-F238E27FC236}">
                      <a16:creationId xmlns:a16="http://schemas.microsoft.com/office/drawing/2014/main" id="{F00B4FB4-7252-B917-045C-E0461B26B4C4}"/>
                    </a:ext>
                  </a:extLst>
                </p:cNvPr>
                <p:cNvSpPr/>
                <p:nvPr/>
              </p:nvSpPr>
              <p:spPr>
                <a:xfrm>
                  <a:off x="4263650" y="3288700"/>
                  <a:ext cx="295400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5515" extrusionOk="0">
                      <a:moveTo>
                        <a:pt x="10082" y="662"/>
                      </a:moveTo>
                      <a:cubicBezTo>
                        <a:pt x="10303" y="662"/>
                        <a:pt x="10461" y="820"/>
                        <a:pt x="10461" y="1009"/>
                      </a:cubicBezTo>
                      <a:cubicBezTo>
                        <a:pt x="10461" y="1198"/>
                        <a:pt x="10303" y="1356"/>
                        <a:pt x="10082" y="1356"/>
                      </a:cubicBezTo>
                      <a:cubicBezTo>
                        <a:pt x="9893" y="1356"/>
                        <a:pt x="9736" y="1198"/>
                        <a:pt x="9736" y="1009"/>
                      </a:cubicBezTo>
                      <a:cubicBezTo>
                        <a:pt x="9767" y="820"/>
                        <a:pt x="9893" y="662"/>
                        <a:pt x="10082" y="662"/>
                      </a:cubicBezTo>
                      <a:close/>
                      <a:moveTo>
                        <a:pt x="1041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4475"/>
                      </a:lnTo>
                      <a:cubicBezTo>
                        <a:pt x="1" y="5073"/>
                        <a:pt x="473" y="5514"/>
                        <a:pt x="1041" y="5514"/>
                      </a:cubicBezTo>
                      <a:lnTo>
                        <a:pt x="2112" y="5514"/>
                      </a:lnTo>
                      <a:lnTo>
                        <a:pt x="2112" y="2395"/>
                      </a:lnTo>
                      <a:cubicBezTo>
                        <a:pt x="2112" y="2206"/>
                        <a:pt x="2269" y="2049"/>
                        <a:pt x="2458" y="2049"/>
                      </a:cubicBezTo>
                      <a:lnTo>
                        <a:pt x="9421" y="2049"/>
                      </a:lnTo>
                      <a:cubicBezTo>
                        <a:pt x="9610" y="2049"/>
                        <a:pt x="9767" y="2206"/>
                        <a:pt x="9767" y="2395"/>
                      </a:cubicBezTo>
                      <a:lnTo>
                        <a:pt x="9767" y="5514"/>
                      </a:lnTo>
                      <a:lnTo>
                        <a:pt x="10807" y="5514"/>
                      </a:lnTo>
                      <a:cubicBezTo>
                        <a:pt x="11406" y="5514"/>
                        <a:pt x="11815" y="5042"/>
                        <a:pt x="11815" y="4475"/>
                      </a:cubicBezTo>
                      <a:lnTo>
                        <a:pt x="11815" y="1009"/>
                      </a:lnTo>
                      <a:cubicBezTo>
                        <a:pt x="11815" y="410"/>
                        <a:pt x="11343" y="1"/>
                        <a:pt x="108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oogle Shape;9349;p73">
                <a:extLst>
                  <a:ext uri="{FF2B5EF4-FFF2-40B4-BE49-F238E27FC236}">
                    <a16:creationId xmlns:a16="http://schemas.microsoft.com/office/drawing/2014/main" id="{D8E2ED52-8631-FFF2-4309-F036F481CE3C}"/>
                  </a:ext>
                </a:extLst>
              </p:cNvPr>
              <p:cNvGrpSpPr/>
              <p:nvPr/>
            </p:nvGrpSpPr>
            <p:grpSpPr>
              <a:xfrm>
                <a:off x="7109540" y="4393899"/>
                <a:ext cx="505937" cy="468667"/>
                <a:chOff x="4266025" y="3609275"/>
                <a:chExt cx="299325" cy="277275"/>
              </a:xfrm>
              <a:grpFill/>
            </p:grpSpPr>
            <p:sp>
              <p:nvSpPr>
                <p:cNvPr id="274" name="Google Shape;9350;p73">
                  <a:extLst>
                    <a:ext uri="{FF2B5EF4-FFF2-40B4-BE49-F238E27FC236}">
                      <a16:creationId xmlns:a16="http://schemas.microsoft.com/office/drawing/2014/main" id="{B608FE1E-4195-B097-B20C-50BDD5A426F4}"/>
                    </a:ext>
                  </a:extLst>
                </p:cNvPr>
                <p:cNvSpPr/>
                <p:nvPr/>
              </p:nvSpPr>
              <p:spPr>
                <a:xfrm>
                  <a:off x="4266025" y="3609275"/>
                  <a:ext cx="29932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8980" extrusionOk="0">
                      <a:moveTo>
                        <a:pt x="2017" y="3749"/>
                      </a:moveTo>
                      <a:lnTo>
                        <a:pt x="3119" y="5514"/>
                      </a:lnTo>
                      <a:lnTo>
                        <a:pt x="914" y="5514"/>
                      </a:lnTo>
                      <a:lnTo>
                        <a:pt x="2017" y="3749"/>
                      </a:lnTo>
                      <a:close/>
                      <a:moveTo>
                        <a:pt x="9641" y="3749"/>
                      </a:moveTo>
                      <a:lnTo>
                        <a:pt x="10744" y="5514"/>
                      </a:lnTo>
                      <a:lnTo>
                        <a:pt x="8538" y="5514"/>
                      </a:lnTo>
                      <a:lnTo>
                        <a:pt x="9641" y="3749"/>
                      </a:lnTo>
                      <a:close/>
                      <a:moveTo>
                        <a:pt x="5892" y="0"/>
                      </a:moveTo>
                      <a:cubicBezTo>
                        <a:pt x="5325" y="0"/>
                        <a:pt x="4852" y="473"/>
                        <a:pt x="4852" y="1040"/>
                      </a:cubicBezTo>
                      <a:lnTo>
                        <a:pt x="4852" y="1166"/>
                      </a:lnTo>
                      <a:lnTo>
                        <a:pt x="4537" y="1324"/>
                      </a:lnTo>
                      <a:cubicBezTo>
                        <a:pt x="3812" y="1733"/>
                        <a:pt x="3529" y="1891"/>
                        <a:pt x="3025" y="1954"/>
                      </a:cubicBezTo>
                      <a:cubicBezTo>
                        <a:pt x="2867" y="1607"/>
                        <a:pt x="2521" y="1324"/>
                        <a:pt x="2080" y="1324"/>
                      </a:cubicBezTo>
                      <a:cubicBezTo>
                        <a:pt x="1702" y="1324"/>
                        <a:pt x="1324" y="1576"/>
                        <a:pt x="1166" y="1922"/>
                      </a:cubicBezTo>
                      <a:cubicBezTo>
                        <a:pt x="946" y="1891"/>
                        <a:pt x="693" y="1796"/>
                        <a:pt x="504" y="1733"/>
                      </a:cubicBezTo>
                      <a:cubicBezTo>
                        <a:pt x="454" y="1708"/>
                        <a:pt x="403" y="1696"/>
                        <a:pt x="355" y="1696"/>
                      </a:cubicBezTo>
                      <a:cubicBezTo>
                        <a:pt x="223" y="1696"/>
                        <a:pt x="110" y="1784"/>
                        <a:pt x="63" y="1922"/>
                      </a:cubicBezTo>
                      <a:cubicBezTo>
                        <a:pt x="0" y="2111"/>
                        <a:pt x="63" y="2332"/>
                        <a:pt x="252" y="2363"/>
                      </a:cubicBezTo>
                      <a:cubicBezTo>
                        <a:pt x="536" y="2489"/>
                        <a:pt x="820" y="2552"/>
                        <a:pt x="1135" y="2615"/>
                      </a:cubicBezTo>
                      <a:cubicBezTo>
                        <a:pt x="1198" y="2867"/>
                        <a:pt x="1387" y="3119"/>
                        <a:pt x="1607" y="3277"/>
                      </a:cubicBezTo>
                      <a:lnTo>
                        <a:pt x="95" y="5671"/>
                      </a:lnTo>
                      <a:cubicBezTo>
                        <a:pt x="95" y="5703"/>
                        <a:pt x="63" y="5829"/>
                        <a:pt x="63" y="5860"/>
                      </a:cubicBezTo>
                      <a:lnTo>
                        <a:pt x="63" y="6238"/>
                      </a:lnTo>
                      <a:cubicBezTo>
                        <a:pt x="63" y="7372"/>
                        <a:pt x="1009" y="8318"/>
                        <a:pt x="2143" y="8318"/>
                      </a:cubicBezTo>
                      <a:cubicBezTo>
                        <a:pt x="3308" y="8318"/>
                        <a:pt x="4254" y="7372"/>
                        <a:pt x="4254" y="6238"/>
                      </a:cubicBezTo>
                      <a:lnTo>
                        <a:pt x="4254" y="5860"/>
                      </a:lnTo>
                      <a:cubicBezTo>
                        <a:pt x="4254" y="5829"/>
                        <a:pt x="4191" y="5703"/>
                        <a:pt x="4191" y="5671"/>
                      </a:cubicBezTo>
                      <a:lnTo>
                        <a:pt x="2710" y="3277"/>
                      </a:lnTo>
                      <a:cubicBezTo>
                        <a:pt x="2930" y="3151"/>
                        <a:pt x="3088" y="2930"/>
                        <a:pt x="3182" y="2647"/>
                      </a:cubicBezTo>
                      <a:cubicBezTo>
                        <a:pt x="3844" y="2521"/>
                        <a:pt x="4191" y="2363"/>
                        <a:pt x="4947" y="1922"/>
                      </a:cubicBezTo>
                      <a:lnTo>
                        <a:pt x="4947" y="8979"/>
                      </a:lnTo>
                      <a:lnTo>
                        <a:pt x="7089" y="8979"/>
                      </a:lnTo>
                      <a:lnTo>
                        <a:pt x="7089" y="1922"/>
                      </a:lnTo>
                      <a:cubicBezTo>
                        <a:pt x="7814" y="2332"/>
                        <a:pt x="8192" y="2521"/>
                        <a:pt x="8853" y="2647"/>
                      </a:cubicBezTo>
                      <a:cubicBezTo>
                        <a:pt x="8916" y="2899"/>
                        <a:pt x="9074" y="3119"/>
                        <a:pt x="9326" y="3277"/>
                      </a:cubicBezTo>
                      <a:lnTo>
                        <a:pt x="7814" y="5671"/>
                      </a:lnTo>
                      <a:cubicBezTo>
                        <a:pt x="7814" y="5703"/>
                        <a:pt x="7782" y="5829"/>
                        <a:pt x="7782" y="5860"/>
                      </a:cubicBezTo>
                      <a:lnTo>
                        <a:pt x="7782" y="6238"/>
                      </a:lnTo>
                      <a:cubicBezTo>
                        <a:pt x="7782" y="7372"/>
                        <a:pt x="8727" y="8318"/>
                        <a:pt x="9861" y="8318"/>
                      </a:cubicBezTo>
                      <a:cubicBezTo>
                        <a:pt x="11027" y="8318"/>
                        <a:pt x="11972" y="7372"/>
                        <a:pt x="11972" y="6238"/>
                      </a:cubicBezTo>
                      <a:lnTo>
                        <a:pt x="11972" y="5860"/>
                      </a:lnTo>
                      <a:cubicBezTo>
                        <a:pt x="11972" y="5829"/>
                        <a:pt x="11909" y="5703"/>
                        <a:pt x="11909" y="5671"/>
                      </a:cubicBezTo>
                      <a:lnTo>
                        <a:pt x="10429" y="3277"/>
                      </a:lnTo>
                      <a:cubicBezTo>
                        <a:pt x="10429" y="3151"/>
                        <a:pt x="10618" y="2930"/>
                        <a:pt x="10681" y="2615"/>
                      </a:cubicBezTo>
                      <a:cubicBezTo>
                        <a:pt x="10933" y="2521"/>
                        <a:pt x="11248" y="2458"/>
                        <a:pt x="11531" y="2363"/>
                      </a:cubicBezTo>
                      <a:cubicBezTo>
                        <a:pt x="11720" y="2300"/>
                        <a:pt x="11815" y="2080"/>
                        <a:pt x="11720" y="1922"/>
                      </a:cubicBezTo>
                      <a:cubicBezTo>
                        <a:pt x="11674" y="1784"/>
                        <a:pt x="11560" y="1696"/>
                        <a:pt x="11429" y="1696"/>
                      </a:cubicBezTo>
                      <a:cubicBezTo>
                        <a:pt x="11380" y="1696"/>
                        <a:pt x="11330" y="1708"/>
                        <a:pt x="11279" y="1733"/>
                      </a:cubicBezTo>
                      <a:cubicBezTo>
                        <a:pt x="11059" y="1796"/>
                        <a:pt x="10870" y="1891"/>
                        <a:pt x="10618" y="1922"/>
                      </a:cubicBezTo>
                      <a:cubicBezTo>
                        <a:pt x="10460" y="1576"/>
                        <a:pt x="10113" y="1324"/>
                        <a:pt x="9704" y="1324"/>
                      </a:cubicBezTo>
                      <a:cubicBezTo>
                        <a:pt x="9294" y="1324"/>
                        <a:pt x="8916" y="1576"/>
                        <a:pt x="8790" y="1954"/>
                      </a:cubicBezTo>
                      <a:cubicBezTo>
                        <a:pt x="8255" y="1891"/>
                        <a:pt x="8003" y="1733"/>
                        <a:pt x="7278" y="1324"/>
                      </a:cubicBezTo>
                      <a:lnTo>
                        <a:pt x="6963" y="1166"/>
                      </a:lnTo>
                      <a:lnTo>
                        <a:pt x="6963" y="1040"/>
                      </a:lnTo>
                      <a:cubicBezTo>
                        <a:pt x="6963" y="441"/>
                        <a:pt x="6490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Google Shape;9351;p73">
                  <a:extLst>
                    <a:ext uri="{FF2B5EF4-FFF2-40B4-BE49-F238E27FC236}">
                      <a16:creationId xmlns:a16="http://schemas.microsoft.com/office/drawing/2014/main" id="{29CC0A29-2D2B-6C4D-26F9-A61D7B818FC3}"/>
                    </a:ext>
                  </a:extLst>
                </p:cNvPr>
                <p:cNvSpPr/>
                <p:nvPr/>
              </p:nvSpPr>
              <p:spPr>
                <a:xfrm>
                  <a:off x="4332975" y="3851850"/>
                  <a:ext cx="157550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1388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1040"/>
                      </a:lnTo>
                      <a:cubicBezTo>
                        <a:pt x="0" y="1261"/>
                        <a:pt x="158" y="1387"/>
                        <a:pt x="347" y="1387"/>
                      </a:cubicBezTo>
                      <a:lnTo>
                        <a:pt x="5955" y="1387"/>
                      </a:lnTo>
                      <a:cubicBezTo>
                        <a:pt x="6144" y="1356"/>
                        <a:pt x="6301" y="1198"/>
                        <a:pt x="6301" y="1040"/>
                      </a:cubicBezTo>
                      <a:lnTo>
                        <a:pt x="6301" y="694"/>
                      </a:lnTo>
                      <a:cubicBezTo>
                        <a:pt x="6301" y="316"/>
                        <a:pt x="5986" y="1"/>
                        <a:pt x="55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oogle Shape;9352;p73">
                <a:extLst>
                  <a:ext uri="{FF2B5EF4-FFF2-40B4-BE49-F238E27FC236}">
                    <a16:creationId xmlns:a16="http://schemas.microsoft.com/office/drawing/2014/main" id="{6E837881-A043-1BFE-3AC2-87FC700818C2}"/>
                  </a:ext>
                </a:extLst>
              </p:cNvPr>
              <p:cNvGrpSpPr/>
              <p:nvPr/>
            </p:nvGrpSpPr>
            <p:grpSpPr>
              <a:xfrm>
                <a:off x="7110195" y="4985321"/>
                <a:ext cx="504627" cy="499261"/>
                <a:chOff x="4263650" y="3963700"/>
                <a:chExt cx="298550" cy="295375"/>
              </a:xfrm>
              <a:grpFill/>
            </p:grpSpPr>
            <p:sp>
              <p:nvSpPr>
                <p:cNvPr id="267" name="Google Shape;9353;p73">
                  <a:extLst>
                    <a:ext uri="{FF2B5EF4-FFF2-40B4-BE49-F238E27FC236}">
                      <a16:creationId xmlns:a16="http://schemas.microsoft.com/office/drawing/2014/main" id="{0E1F6EDB-0E5A-1BA0-C07C-2215058193CB}"/>
                    </a:ext>
                  </a:extLst>
                </p:cNvPr>
                <p:cNvSpPr/>
                <p:nvPr/>
              </p:nvSpPr>
              <p:spPr>
                <a:xfrm>
                  <a:off x="4384950" y="3963700"/>
                  <a:ext cx="535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2049" extrusionOk="0">
                      <a:moveTo>
                        <a:pt x="1072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72" y="2048"/>
                      </a:cubicBezTo>
                      <a:cubicBezTo>
                        <a:pt x="1670" y="2048"/>
                        <a:pt x="2143" y="1576"/>
                        <a:pt x="2143" y="1040"/>
                      </a:cubicBezTo>
                      <a:cubicBezTo>
                        <a:pt x="2143" y="442"/>
                        <a:pt x="1670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Google Shape;9354;p73">
                  <a:extLst>
                    <a:ext uri="{FF2B5EF4-FFF2-40B4-BE49-F238E27FC236}">
                      <a16:creationId xmlns:a16="http://schemas.microsoft.com/office/drawing/2014/main" id="{73D1A62B-FC73-61EE-FA26-ADCEC33F60D3}"/>
                    </a:ext>
                  </a:extLst>
                </p:cNvPr>
                <p:cNvSpPr/>
                <p:nvPr/>
              </p:nvSpPr>
              <p:spPr>
                <a:xfrm>
                  <a:off x="43156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48" y="473"/>
                        <a:pt x="1607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Google Shape;9355;p73">
                  <a:extLst>
                    <a:ext uri="{FF2B5EF4-FFF2-40B4-BE49-F238E27FC236}">
                      <a16:creationId xmlns:a16="http://schemas.microsoft.com/office/drawing/2014/main" id="{FFAD9151-BCEB-3B3C-020E-6644B9FF09E2}"/>
                    </a:ext>
                  </a:extLst>
                </p:cNvPr>
                <p:cNvSpPr/>
                <p:nvPr/>
              </p:nvSpPr>
              <p:spPr>
                <a:xfrm>
                  <a:off x="44558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Google Shape;9356;p73">
                  <a:extLst>
                    <a:ext uri="{FF2B5EF4-FFF2-40B4-BE49-F238E27FC236}">
                      <a16:creationId xmlns:a16="http://schemas.microsoft.com/office/drawing/2014/main" id="{21EC47E7-D99A-662B-828A-AD5616153C4D}"/>
                    </a:ext>
                  </a:extLst>
                </p:cNvPr>
                <p:cNvSpPr/>
                <p:nvPr/>
              </p:nvSpPr>
              <p:spPr>
                <a:xfrm>
                  <a:off x="4263650" y="4085000"/>
                  <a:ext cx="2985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2" h="4884" extrusionOk="0">
                      <a:moveTo>
                        <a:pt x="1545" y="0"/>
                      </a:moveTo>
                      <a:cubicBezTo>
                        <a:pt x="1041" y="0"/>
                        <a:pt x="599" y="347"/>
                        <a:pt x="505" y="851"/>
                      </a:cubicBezTo>
                      <a:lnTo>
                        <a:pt x="64" y="3655"/>
                      </a:lnTo>
                      <a:cubicBezTo>
                        <a:pt x="1" y="3970"/>
                        <a:pt x="95" y="4253"/>
                        <a:pt x="284" y="4474"/>
                      </a:cubicBezTo>
                      <a:cubicBezTo>
                        <a:pt x="410" y="4631"/>
                        <a:pt x="599" y="4757"/>
                        <a:pt x="788" y="4789"/>
                      </a:cubicBezTo>
                      <a:cubicBezTo>
                        <a:pt x="1009" y="4442"/>
                        <a:pt x="1324" y="4127"/>
                        <a:pt x="1639" y="3938"/>
                      </a:cubicBezTo>
                      <a:cubicBezTo>
                        <a:pt x="1513" y="3686"/>
                        <a:pt x="1419" y="3434"/>
                        <a:pt x="1419" y="3151"/>
                      </a:cubicBezTo>
                      <a:cubicBezTo>
                        <a:pt x="1419" y="2206"/>
                        <a:pt x="2206" y="1418"/>
                        <a:pt x="3151" y="1418"/>
                      </a:cubicBezTo>
                      <a:cubicBezTo>
                        <a:pt x="4097" y="1418"/>
                        <a:pt x="4884" y="2206"/>
                        <a:pt x="4884" y="3151"/>
                      </a:cubicBezTo>
                      <a:cubicBezTo>
                        <a:pt x="4884" y="3434"/>
                        <a:pt x="4821" y="3686"/>
                        <a:pt x="4695" y="3938"/>
                      </a:cubicBezTo>
                      <a:cubicBezTo>
                        <a:pt x="5042" y="4159"/>
                        <a:pt x="5325" y="4474"/>
                        <a:pt x="5577" y="4883"/>
                      </a:cubicBezTo>
                      <a:lnTo>
                        <a:pt x="6396" y="4883"/>
                      </a:lnTo>
                      <a:cubicBezTo>
                        <a:pt x="6585" y="4537"/>
                        <a:pt x="6900" y="4159"/>
                        <a:pt x="7247" y="3938"/>
                      </a:cubicBezTo>
                      <a:cubicBezTo>
                        <a:pt x="7152" y="3686"/>
                        <a:pt x="7058" y="3434"/>
                        <a:pt x="7058" y="3151"/>
                      </a:cubicBezTo>
                      <a:cubicBezTo>
                        <a:pt x="7058" y="2206"/>
                        <a:pt x="7846" y="1418"/>
                        <a:pt x="8791" y="1418"/>
                      </a:cubicBezTo>
                      <a:cubicBezTo>
                        <a:pt x="9736" y="1418"/>
                        <a:pt x="10524" y="2206"/>
                        <a:pt x="10524" y="3151"/>
                      </a:cubicBezTo>
                      <a:cubicBezTo>
                        <a:pt x="10524" y="3434"/>
                        <a:pt x="10461" y="3686"/>
                        <a:pt x="10334" y="3938"/>
                      </a:cubicBezTo>
                      <a:cubicBezTo>
                        <a:pt x="10681" y="4159"/>
                        <a:pt x="10965" y="4442"/>
                        <a:pt x="11154" y="4789"/>
                      </a:cubicBezTo>
                      <a:cubicBezTo>
                        <a:pt x="11343" y="4757"/>
                        <a:pt x="11563" y="4631"/>
                        <a:pt x="11658" y="4474"/>
                      </a:cubicBezTo>
                      <a:cubicBezTo>
                        <a:pt x="11878" y="4253"/>
                        <a:pt x="11941" y="3938"/>
                        <a:pt x="11910" y="3655"/>
                      </a:cubicBezTo>
                      <a:lnTo>
                        <a:pt x="11343" y="851"/>
                      </a:lnTo>
                      <a:cubicBezTo>
                        <a:pt x="11280" y="347"/>
                        <a:pt x="10839" y="0"/>
                        <a:pt x="103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Google Shape;9357;p73">
                  <a:extLst>
                    <a:ext uri="{FF2B5EF4-FFF2-40B4-BE49-F238E27FC236}">
                      <a16:creationId xmlns:a16="http://schemas.microsoft.com/office/drawing/2014/main" id="{CCE1690A-F960-E5FB-BCAA-6482587E1F95}"/>
                    </a:ext>
                  </a:extLst>
                </p:cNvPr>
                <p:cNvSpPr/>
                <p:nvPr/>
              </p:nvSpPr>
              <p:spPr>
                <a:xfrm>
                  <a:off x="4431425" y="4196825"/>
                  <a:ext cx="104000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490" extrusionOk="0">
                      <a:moveTo>
                        <a:pt x="977" y="1"/>
                      </a:moveTo>
                      <a:cubicBezTo>
                        <a:pt x="536" y="284"/>
                        <a:pt x="189" y="694"/>
                        <a:pt x="63" y="1198"/>
                      </a:cubicBezTo>
                      <a:cubicBezTo>
                        <a:pt x="32" y="1387"/>
                        <a:pt x="0" y="1576"/>
                        <a:pt x="0" y="1797"/>
                      </a:cubicBezTo>
                      <a:lnTo>
                        <a:pt x="0" y="2143"/>
                      </a:lnTo>
                      <a:cubicBezTo>
                        <a:pt x="0" y="2332"/>
                        <a:pt x="158" y="2490"/>
                        <a:pt x="347" y="2490"/>
                      </a:cubicBezTo>
                      <a:lnTo>
                        <a:pt x="3813" y="2490"/>
                      </a:lnTo>
                      <a:cubicBezTo>
                        <a:pt x="4002" y="2490"/>
                        <a:pt x="4159" y="2332"/>
                        <a:pt x="4159" y="2143"/>
                      </a:cubicBezTo>
                      <a:lnTo>
                        <a:pt x="4159" y="1797"/>
                      </a:lnTo>
                      <a:cubicBezTo>
                        <a:pt x="4096" y="1576"/>
                        <a:pt x="4065" y="1356"/>
                        <a:pt x="4002" y="1198"/>
                      </a:cubicBezTo>
                      <a:cubicBezTo>
                        <a:pt x="3844" y="694"/>
                        <a:pt x="3529" y="284"/>
                        <a:pt x="3119" y="1"/>
                      </a:cubicBezTo>
                      <a:cubicBezTo>
                        <a:pt x="2804" y="253"/>
                        <a:pt x="2426" y="410"/>
                        <a:pt x="2048" y="410"/>
                      </a:cubicBezTo>
                      <a:cubicBezTo>
                        <a:pt x="1639" y="410"/>
                        <a:pt x="1261" y="253"/>
                        <a:pt x="9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Google Shape;9358;p73">
                  <a:extLst>
                    <a:ext uri="{FF2B5EF4-FFF2-40B4-BE49-F238E27FC236}">
                      <a16:creationId xmlns:a16="http://schemas.microsoft.com/office/drawing/2014/main" id="{DE7BED35-405C-771E-C855-0D908B46FDB5}"/>
                    </a:ext>
                  </a:extLst>
                </p:cNvPr>
                <p:cNvSpPr/>
                <p:nvPr/>
              </p:nvSpPr>
              <p:spPr>
                <a:xfrm>
                  <a:off x="4359750" y="4022775"/>
                  <a:ext cx="104775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1765" extrusionOk="0">
                      <a:moveTo>
                        <a:pt x="1009" y="0"/>
                      </a:moveTo>
                      <a:cubicBezTo>
                        <a:pt x="379" y="347"/>
                        <a:pt x="0" y="1040"/>
                        <a:pt x="0" y="1765"/>
                      </a:cubicBezTo>
                      <a:lnTo>
                        <a:pt x="4191" y="1765"/>
                      </a:lnTo>
                      <a:cubicBezTo>
                        <a:pt x="4191" y="1040"/>
                        <a:pt x="3813" y="347"/>
                        <a:pt x="3214" y="0"/>
                      </a:cubicBezTo>
                      <a:cubicBezTo>
                        <a:pt x="2899" y="252"/>
                        <a:pt x="2521" y="378"/>
                        <a:pt x="2111" y="378"/>
                      </a:cubicBezTo>
                      <a:cubicBezTo>
                        <a:pt x="1733" y="378"/>
                        <a:pt x="1324" y="252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Google Shape;9359;p73">
                  <a:extLst>
                    <a:ext uri="{FF2B5EF4-FFF2-40B4-BE49-F238E27FC236}">
                      <a16:creationId xmlns:a16="http://schemas.microsoft.com/office/drawing/2014/main" id="{527441D2-1DFD-71EA-3E6F-B3D1123FE101}"/>
                    </a:ext>
                  </a:extLst>
                </p:cNvPr>
                <p:cNvSpPr/>
                <p:nvPr/>
              </p:nvSpPr>
              <p:spPr>
                <a:xfrm>
                  <a:off x="4291225" y="4196825"/>
                  <a:ext cx="102425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2490" extrusionOk="0">
                      <a:moveTo>
                        <a:pt x="1009" y="1"/>
                      </a:moveTo>
                      <a:cubicBezTo>
                        <a:pt x="568" y="284"/>
                        <a:pt x="221" y="694"/>
                        <a:pt x="95" y="1198"/>
                      </a:cubicBezTo>
                      <a:cubicBezTo>
                        <a:pt x="64" y="1387"/>
                        <a:pt x="1" y="1576"/>
                        <a:pt x="1" y="1797"/>
                      </a:cubicBezTo>
                      <a:lnTo>
                        <a:pt x="1" y="2143"/>
                      </a:lnTo>
                      <a:cubicBezTo>
                        <a:pt x="1" y="2332"/>
                        <a:pt x="158" y="2490"/>
                        <a:pt x="379" y="2490"/>
                      </a:cubicBezTo>
                      <a:lnTo>
                        <a:pt x="3844" y="2490"/>
                      </a:lnTo>
                      <a:cubicBezTo>
                        <a:pt x="3939" y="2490"/>
                        <a:pt x="4096" y="2332"/>
                        <a:pt x="4096" y="2143"/>
                      </a:cubicBezTo>
                      <a:lnTo>
                        <a:pt x="4096" y="1797"/>
                      </a:lnTo>
                      <a:cubicBezTo>
                        <a:pt x="4096" y="1576"/>
                        <a:pt x="4065" y="1356"/>
                        <a:pt x="4033" y="1198"/>
                      </a:cubicBezTo>
                      <a:cubicBezTo>
                        <a:pt x="3876" y="694"/>
                        <a:pt x="3561" y="284"/>
                        <a:pt x="3120" y="1"/>
                      </a:cubicBezTo>
                      <a:cubicBezTo>
                        <a:pt x="2804" y="253"/>
                        <a:pt x="2458" y="410"/>
                        <a:pt x="2048" y="410"/>
                      </a:cubicBezTo>
                      <a:cubicBezTo>
                        <a:pt x="1670" y="410"/>
                        <a:pt x="1261" y="253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" name="Google Shape;9360;p73">
                <a:extLst>
                  <a:ext uri="{FF2B5EF4-FFF2-40B4-BE49-F238E27FC236}">
                    <a16:creationId xmlns:a16="http://schemas.microsoft.com/office/drawing/2014/main" id="{08DE67FC-6C6C-A13B-D3A1-3665478A7254}"/>
                  </a:ext>
                </a:extLst>
              </p:cNvPr>
              <p:cNvGrpSpPr/>
              <p:nvPr/>
            </p:nvGrpSpPr>
            <p:grpSpPr>
              <a:xfrm>
                <a:off x="10368218" y="3747882"/>
                <a:ext cx="323559" cy="500612"/>
                <a:chOff x="6164975" y="3211525"/>
                <a:chExt cx="191425" cy="296175"/>
              </a:xfrm>
              <a:grpFill/>
            </p:grpSpPr>
            <p:sp>
              <p:nvSpPr>
                <p:cNvPr id="260" name="Google Shape;9361;p73">
                  <a:extLst>
                    <a:ext uri="{FF2B5EF4-FFF2-40B4-BE49-F238E27FC236}">
                      <a16:creationId xmlns:a16="http://schemas.microsoft.com/office/drawing/2014/main" id="{F48DC3D1-8F5F-85B7-CD91-D95FE5C9A9FD}"/>
                    </a:ext>
                  </a:extLst>
                </p:cNvPr>
                <p:cNvSpPr/>
                <p:nvPr/>
              </p:nvSpPr>
              <p:spPr>
                <a:xfrm>
                  <a:off x="6269750" y="3371400"/>
                  <a:ext cx="68525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3372" extrusionOk="0">
                      <a:moveTo>
                        <a:pt x="1670" y="1"/>
                      </a:moveTo>
                      <a:cubicBezTo>
                        <a:pt x="1166" y="316"/>
                        <a:pt x="599" y="505"/>
                        <a:pt x="0" y="568"/>
                      </a:cubicBezTo>
                      <a:lnTo>
                        <a:pt x="0" y="1482"/>
                      </a:lnTo>
                      <a:lnTo>
                        <a:pt x="1890" y="3372"/>
                      </a:lnTo>
                      <a:lnTo>
                        <a:pt x="2741" y="3372"/>
                      </a:lnTo>
                      <a:lnTo>
                        <a:pt x="2741" y="3340"/>
                      </a:lnTo>
                      <a:lnTo>
                        <a:pt x="2741" y="2301"/>
                      </a:lnTo>
                      <a:cubicBezTo>
                        <a:pt x="2741" y="1356"/>
                        <a:pt x="2300" y="536"/>
                        <a:pt x="16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Google Shape;9362;p73">
                  <a:extLst>
                    <a:ext uri="{FF2B5EF4-FFF2-40B4-BE49-F238E27FC236}">
                      <a16:creationId xmlns:a16="http://schemas.microsoft.com/office/drawing/2014/main" id="{4918EAEB-9B8A-DA80-FAF4-A79FCF110EA8}"/>
                    </a:ext>
                  </a:extLst>
                </p:cNvPr>
                <p:cNvSpPr/>
                <p:nvPr/>
              </p:nvSpPr>
              <p:spPr>
                <a:xfrm>
                  <a:off x="6228775" y="3424175"/>
                  <a:ext cx="62250" cy="3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1230" extrusionOk="0">
                      <a:moveTo>
                        <a:pt x="1229" y="1"/>
                      </a:moveTo>
                      <a:lnTo>
                        <a:pt x="1" y="1229"/>
                      </a:lnTo>
                      <a:lnTo>
                        <a:pt x="2490" y="1229"/>
                      </a:lnTo>
                      <a:lnTo>
                        <a:pt x="122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Google Shape;9363;p73">
                  <a:extLst>
                    <a:ext uri="{FF2B5EF4-FFF2-40B4-BE49-F238E27FC236}">
                      <a16:creationId xmlns:a16="http://schemas.microsoft.com/office/drawing/2014/main" id="{CB5F58A8-6027-BC1F-434F-443CEE8A8B61}"/>
                    </a:ext>
                  </a:extLst>
                </p:cNvPr>
                <p:cNvSpPr/>
                <p:nvPr/>
              </p:nvSpPr>
              <p:spPr>
                <a:xfrm>
                  <a:off x="6182300" y="3369825"/>
                  <a:ext cx="6935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3404" extrusionOk="0">
                      <a:moveTo>
                        <a:pt x="1072" y="1"/>
                      </a:moveTo>
                      <a:cubicBezTo>
                        <a:pt x="411" y="599"/>
                        <a:pt x="1" y="1419"/>
                        <a:pt x="1" y="2332"/>
                      </a:cubicBezTo>
                      <a:lnTo>
                        <a:pt x="1" y="3403"/>
                      </a:lnTo>
                      <a:lnTo>
                        <a:pt x="883" y="3403"/>
                      </a:lnTo>
                      <a:lnTo>
                        <a:pt x="2773" y="1513"/>
                      </a:lnTo>
                      <a:lnTo>
                        <a:pt x="2773" y="599"/>
                      </a:lnTo>
                      <a:cubicBezTo>
                        <a:pt x="2143" y="568"/>
                        <a:pt x="1576" y="316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Google Shape;9364;p73">
                  <a:extLst>
                    <a:ext uri="{FF2B5EF4-FFF2-40B4-BE49-F238E27FC236}">
                      <a16:creationId xmlns:a16="http://schemas.microsoft.com/office/drawing/2014/main" id="{6CA01EAA-37A7-FF2E-0FAF-4AA2F71BE298}"/>
                    </a:ext>
                  </a:extLst>
                </p:cNvPr>
                <p:cNvSpPr/>
                <p:nvPr/>
              </p:nvSpPr>
              <p:spPr>
                <a:xfrm>
                  <a:off x="6164975" y="34722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316"/>
                        <a:pt x="7278" y="1"/>
                        <a:pt x="69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Google Shape;9365;p73">
                  <a:extLst>
                    <a:ext uri="{FF2B5EF4-FFF2-40B4-BE49-F238E27FC236}">
                      <a16:creationId xmlns:a16="http://schemas.microsoft.com/office/drawing/2014/main" id="{DA9050CA-C1BB-9C71-0B3C-FA4292A68A6F}"/>
                    </a:ext>
                  </a:extLst>
                </p:cNvPr>
                <p:cNvSpPr/>
                <p:nvPr/>
              </p:nvSpPr>
              <p:spPr>
                <a:xfrm>
                  <a:off x="6164975" y="32115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0"/>
                      </a:moveTo>
                      <a:cubicBezTo>
                        <a:pt x="316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284"/>
                        <a:pt x="7278" y="0"/>
                        <a:pt x="69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Google Shape;9366;p73">
                  <a:extLst>
                    <a:ext uri="{FF2B5EF4-FFF2-40B4-BE49-F238E27FC236}">
                      <a16:creationId xmlns:a16="http://schemas.microsoft.com/office/drawing/2014/main" id="{88A457B5-4DB5-33E1-31EF-8F7F3FAF4F14}"/>
                    </a:ext>
                  </a:extLst>
                </p:cNvPr>
                <p:cNvSpPr/>
                <p:nvPr/>
              </p:nvSpPr>
              <p:spPr>
                <a:xfrm>
                  <a:off x="6183100" y="3262725"/>
                  <a:ext cx="1551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1426" extrusionOk="0">
                      <a:moveTo>
                        <a:pt x="0" y="0"/>
                      </a:moveTo>
                      <a:lnTo>
                        <a:pt x="0" y="441"/>
                      </a:lnTo>
                      <a:lnTo>
                        <a:pt x="568" y="788"/>
                      </a:lnTo>
                      <a:cubicBezTo>
                        <a:pt x="1355" y="1213"/>
                        <a:pt x="2237" y="1426"/>
                        <a:pt x="3112" y="1426"/>
                      </a:cubicBezTo>
                      <a:cubicBezTo>
                        <a:pt x="3986" y="1426"/>
                        <a:pt x="4852" y="1213"/>
                        <a:pt x="5608" y="788"/>
                      </a:cubicBezTo>
                      <a:lnTo>
                        <a:pt x="6207" y="441"/>
                      </a:lnTo>
                      <a:lnTo>
                        <a:pt x="620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Google Shape;9367;p73">
                  <a:extLst>
                    <a:ext uri="{FF2B5EF4-FFF2-40B4-BE49-F238E27FC236}">
                      <a16:creationId xmlns:a16="http://schemas.microsoft.com/office/drawing/2014/main" id="{3D41995E-3310-CE19-A1CE-6F640B102362}"/>
                    </a:ext>
                  </a:extLst>
                </p:cNvPr>
                <p:cNvSpPr/>
                <p:nvPr/>
              </p:nvSpPr>
              <p:spPr>
                <a:xfrm>
                  <a:off x="6181525" y="3294225"/>
                  <a:ext cx="155975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2962" extrusionOk="0">
                      <a:moveTo>
                        <a:pt x="0" y="0"/>
                      </a:moveTo>
                      <a:cubicBezTo>
                        <a:pt x="126" y="1607"/>
                        <a:pt x="1481" y="2962"/>
                        <a:pt x="3119" y="2962"/>
                      </a:cubicBezTo>
                      <a:cubicBezTo>
                        <a:pt x="4758" y="2962"/>
                        <a:pt x="6112" y="1607"/>
                        <a:pt x="6238" y="0"/>
                      </a:cubicBezTo>
                      <a:lnTo>
                        <a:pt x="6238" y="0"/>
                      </a:lnTo>
                      <a:lnTo>
                        <a:pt x="5986" y="126"/>
                      </a:lnTo>
                      <a:cubicBezTo>
                        <a:pt x="5136" y="631"/>
                        <a:pt x="4096" y="883"/>
                        <a:pt x="3119" y="883"/>
                      </a:cubicBezTo>
                      <a:cubicBezTo>
                        <a:pt x="2143" y="883"/>
                        <a:pt x="1166" y="631"/>
                        <a:pt x="252" y="1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" name="Google Shape;9368;p73">
                <a:extLst>
                  <a:ext uri="{FF2B5EF4-FFF2-40B4-BE49-F238E27FC236}">
                    <a16:creationId xmlns:a16="http://schemas.microsoft.com/office/drawing/2014/main" id="{607FAD36-F504-54FF-28B2-2241BFD696F1}"/>
                  </a:ext>
                </a:extLst>
              </p:cNvPr>
              <p:cNvGrpSpPr/>
              <p:nvPr/>
            </p:nvGrpSpPr>
            <p:grpSpPr>
              <a:xfrm>
                <a:off x="1400391" y="3747903"/>
                <a:ext cx="504627" cy="500571"/>
                <a:chOff x="946175" y="3253275"/>
                <a:chExt cx="298550" cy="296150"/>
              </a:xfrm>
              <a:grpFill/>
            </p:grpSpPr>
            <p:sp>
              <p:nvSpPr>
                <p:cNvPr id="255" name="Google Shape;9369;p73">
                  <a:extLst>
                    <a:ext uri="{FF2B5EF4-FFF2-40B4-BE49-F238E27FC236}">
                      <a16:creationId xmlns:a16="http://schemas.microsoft.com/office/drawing/2014/main" id="{6667E537-214B-0950-C589-127F91FEFF78}"/>
                    </a:ext>
                  </a:extLst>
                </p:cNvPr>
                <p:cNvSpPr/>
                <p:nvPr/>
              </p:nvSpPr>
              <p:spPr>
                <a:xfrm>
                  <a:off x="946175" y="3253275"/>
                  <a:ext cx="209550" cy="2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" h="10460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113"/>
                      </a:lnTo>
                      <a:cubicBezTo>
                        <a:pt x="1" y="10302"/>
                        <a:pt x="158" y="10460"/>
                        <a:pt x="348" y="10460"/>
                      </a:cubicBezTo>
                      <a:lnTo>
                        <a:pt x="694" y="10460"/>
                      </a:lnTo>
                      <a:lnTo>
                        <a:pt x="694" y="3875"/>
                      </a:lnTo>
                      <a:cubicBezTo>
                        <a:pt x="694" y="3623"/>
                        <a:pt x="820" y="3340"/>
                        <a:pt x="1009" y="3151"/>
                      </a:cubicBezTo>
                      <a:lnTo>
                        <a:pt x="3151" y="1008"/>
                      </a:lnTo>
                      <a:cubicBezTo>
                        <a:pt x="3340" y="819"/>
                        <a:pt x="3624" y="693"/>
                        <a:pt x="3908" y="693"/>
                      </a:cubicBezTo>
                      <a:lnTo>
                        <a:pt x="8381" y="693"/>
                      </a:lnTo>
                      <a:lnTo>
                        <a:pt x="8381" y="347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6" name="Google Shape;9370;p73">
                  <a:extLst>
                    <a:ext uri="{FF2B5EF4-FFF2-40B4-BE49-F238E27FC236}">
                      <a16:creationId xmlns:a16="http://schemas.microsoft.com/office/drawing/2014/main" id="{BDDB8A48-8891-6F05-180B-B401DE6B665A}"/>
                    </a:ext>
                  </a:extLst>
                </p:cNvPr>
                <p:cNvSpPr/>
                <p:nvPr/>
              </p:nvSpPr>
              <p:spPr>
                <a:xfrm>
                  <a:off x="986350" y="3293425"/>
                  <a:ext cx="47300" cy="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2" h="1923" extrusionOk="0">
                      <a:moveTo>
                        <a:pt x="1891" y="1"/>
                      </a:moveTo>
                      <a:lnTo>
                        <a:pt x="1" y="1923"/>
                      </a:lnTo>
                      <a:lnTo>
                        <a:pt x="1891" y="1923"/>
                      </a:lnTo>
                      <a:lnTo>
                        <a:pt x="189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7" name="Google Shape;9371;p73">
                  <a:extLst>
                    <a:ext uri="{FF2B5EF4-FFF2-40B4-BE49-F238E27FC236}">
                      <a16:creationId xmlns:a16="http://schemas.microsoft.com/office/drawing/2014/main" id="{D88D8222-B970-D219-9890-882BC4DA24F8}"/>
                    </a:ext>
                  </a:extLst>
                </p:cNvPr>
                <p:cNvSpPr/>
                <p:nvPr/>
              </p:nvSpPr>
              <p:spPr>
                <a:xfrm>
                  <a:off x="1051725" y="3359600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cubicBezTo>
                        <a:pt x="1" y="3749"/>
                        <a:pt x="1103" y="4852"/>
                        <a:pt x="2427" y="4852"/>
                      </a:cubicBezTo>
                      <a:cubicBezTo>
                        <a:pt x="3781" y="4852"/>
                        <a:pt x="4884" y="3749"/>
                        <a:pt x="4884" y="2426"/>
                      </a:cubicBez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8" name="Google Shape;9372;p73">
                  <a:extLst>
                    <a:ext uri="{FF2B5EF4-FFF2-40B4-BE49-F238E27FC236}">
                      <a16:creationId xmlns:a16="http://schemas.microsoft.com/office/drawing/2014/main" id="{1F103111-6FA2-01B5-C7CC-FB1D40DB182E}"/>
                    </a:ext>
                  </a:extLst>
                </p:cNvPr>
                <p:cNvSpPr/>
                <p:nvPr/>
              </p:nvSpPr>
              <p:spPr>
                <a:xfrm>
                  <a:off x="980050" y="3289500"/>
                  <a:ext cx="192200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9704" extrusionOk="0">
                      <a:moveTo>
                        <a:pt x="2868" y="0"/>
                      </a:moveTo>
                      <a:lnTo>
                        <a:pt x="2868" y="2426"/>
                      </a:lnTo>
                      <a:cubicBezTo>
                        <a:pt x="2868" y="2647"/>
                        <a:pt x="2679" y="2804"/>
                        <a:pt x="2490" y="2804"/>
                      </a:cubicBezTo>
                      <a:lnTo>
                        <a:pt x="1" y="2804"/>
                      </a:lnTo>
                      <a:lnTo>
                        <a:pt x="1" y="9357"/>
                      </a:lnTo>
                      <a:cubicBezTo>
                        <a:pt x="1" y="9578"/>
                        <a:pt x="190" y="9704"/>
                        <a:pt x="379" y="9704"/>
                      </a:cubicBezTo>
                      <a:lnTo>
                        <a:pt x="7341" y="9704"/>
                      </a:lnTo>
                      <a:cubicBezTo>
                        <a:pt x="7467" y="9704"/>
                        <a:pt x="7593" y="9641"/>
                        <a:pt x="7625" y="9578"/>
                      </a:cubicBezTo>
                      <a:lnTo>
                        <a:pt x="6239" y="8192"/>
                      </a:lnTo>
                      <a:cubicBezTo>
                        <a:pt x="5924" y="8318"/>
                        <a:pt x="5609" y="8349"/>
                        <a:pt x="5262" y="8349"/>
                      </a:cubicBezTo>
                      <a:cubicBezTo>
                        <a:pt x="3529" y="8349"/>
                        <a:pt x="2143" y="6931"/>
                        <a:pt x="2143" y="5230"/>
                      </a:cubicBezTo>
                      <a:cubicBezTo>
                        <a:pt x="2143" y="3529"/>
                        <a:pt x="3561" y="2111"/>
                        <a:pt x="5262" y="2111"/>
                      </a:cubicBezTo>
                      <a:cubicBezTo>
                        <a:pt x="6239" y="2111"/>
                        <a:pt x="7121" y="2584"/>
                        <a:pt x="7688" y="3308"/>
                      </a:cubicBezTo>
                      <a:lnTo>
                        <a:pt x="7688" y="347"/>
                      </a:lnTo>
                      <a:cubicBezTo>
                        <a:pt x="7688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Google Shape;9373;p73">
                  <a:extLst>
                    <a:ext uri="{FF2B5EF4-FFF2-40B4-BE49-F238E27FC236}">
                      <a16:creationId xmlns:a16="http://schemas.microsoft.com/office/drawing/2014/main" id="{67B6747D-91B3-A0F3-1056-D3DE080CE8F5}"/>
                    </a:ext>
                  </a:extLst>
                </p:cNvPr>
                <p:cNvSpPr/>
                <p:nvPr/>
              </p:nvSpPr>
              <p:spPr>
                <a:xfrm>
                  <a:off x="1154125" y="3460400"/>
                  <a:ext cx="90600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4" h="3561" extrusionOk="0">
                      <a:moveTo>
                        <a:pt x="977" y="1"/>
                      </a:moveTo>
                      <a:cubicBezTo>
                        <a:pt x="693" y="410"/>
                        <a:pt x="378" y="757"/>
                        <a:pt x="0" y="1009"/>
                      </a:cubicBezTo>
                      <a:lnTo>
                        <a:pt x="2363" y="3372"/>
                      </a:lnTo>
                      <a:cubicBezTo>
                        <a:pt x="2489" y="3498"/>
                        <a:pt x="2662" y="3561"/>
                        <a:pt x="2840" y="3561"/>
                      </a:cubicBezTo>
                      <a:cubicBezTo>
                        <a:pt x="3017" y="3561"/>
                        <a:pt x="3198" y="3498"/>
                        <a:pt x="3340" y="3372"/>
                      </a:cubicBezTo>
                      <a:cubicBezTo>
                        <a:pt x="3623" y="3088"/>
                        <a:pt x="3623" y="2647"/>
                        <a:pt x="3340" y="2364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oogle Shape;9374;p73">
                <a:extLst>
                  <a:ext uri="{FF2B5EF4-FFF2-40B4-BE49-F238E27FC236}">
                    <a16:creationId xmlns:a16="http://schemas.microsoft.com/office/drawing/2014/main" id="{ADD64037-9738-A6AD-7DF5-9F6BC3923937}"/>
                  </a:ext>
                </a:extLst>
              </p:cNvPr>
              <p:cNvGrpSpPr/>
              <p:nvPr/>
            </p:nvGrpSpPr>
            <p:grpSpPr>
              <a:xfrm>
                <a:off x="1401722" y="4379912"/>
                <a:ext cx="501965" cy="496642"/>
                <a:chOff x="946175" y="3619500"/>
                <a:chExt cx="296975" cy="293825"/>
              </a:xfrm>
              <a:grpFill/>
            </p:grpSpPr>
            <p:sp>
              <p:nvSpPr>
                <p:cNvPr id="249" name="Google Shape;9375;p73">
                  <a:extLst>
                    <a:ext uri="{FF2B5EF4-FFF2-40B4-BE49-F238E27FC236}">
                      <a16:creationId xmlns:a16="http://schemas.microsoft.com/office/drawing/2014/main" id="{9A5DBEE6-15FD-CEA7-9DB0-02D300C9D84F}"/>
                    </a:ext>
                  </a:extLst>
                </p:cNvPr>
                <p:cNvSpPr/>
                <p:nvPr/>
              </p:nvSpPr>
              <p:spPr>
                <a:xfrm>
                  <a:off x="963525" y="3619500"/>
                  <a:ext cx="20795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8" h="11753" extrusionOk="0">
                      <a:moveTo>
                        <a:pt x="3828" y="2742"/>
                      </a:moveTo>
                      <a:cubicBezTo>
                        <a:pt x="3915" y="2742"/>
                        <a:pt x="4001" y="2773"/>
                        <a:pt x="4064" y="2836"/>
                      </a:cubicBezTo>
                      <a:cubicBezTo>
                        <a:pt x="4253" y="2994"/>
                        <a:pt x="4253" y="3183"/>
                        <a:pt x="4096" y="3340"/>
                      </a:cubicBezTo>
                      <a:lnTo>
                        <a:pt x="2678" y="4695"/>
                      </a:lnTo>
                      <a:cubicBezTo>
                        <a:pt x="2615" y="4790"/>
                        <a:pt x="2520" y="4821"/>
                        <a:pt x="2457" y="4821"/>
                      </a:cubicBezTo>
                      <a:cubicBezTo>
                        <a:pt x="2363" y="4821"/>
                        <a:pt x="2268" y="4790"/>
                        <a:pt x="2205" y="4695"/>
                      </a:cubicBezTo>
                      <a:lnTo>
                        <a:pt x="1512" y="4002"/>
                      </a:lnTo>
                      <a:cubicBezTo>
                        <a:pt x="1386" y="3876"/>
                        <a:pt x="1386" y="3655"/>
                        <a:pt x="1512" y="3529"/>
                      </a:cubicBezTo>
                      <a:cubicBezTo>
                        <a:pt x="1575" y="3466"/>
                        <a:pt x="1662" y="3435"/>
                        <a:pt x="1749" y="3435"/>
                      </a:cubicBezTo>
                      <a:cubicBezTo>
                        <a:pt x="1835" y="3435"/>
                        <a:pt x="1922" y="3466"/>
                        <a:pt x="1985" y="3529"/>
                      </a:cubicBezTo>
                      <a:lnTo>
                        <a:pt x="2426" y="3971"/>
                      </a:lnTo>
                      <a:lnTo>
                        <a:pt x="3592" y="2836"/>
                      </a:lnTo>
                      <a:cubicBezTo>
                        <a:pt x="3655" y="2773"/>
                        <a:pt x="3741" y="2742"/>
                        <a:pt x="3828" y="2742"/>
                      </a:cubicBezTo>
                      <a:close/>
                      <a:moveTo>
                        <a:pt x="3828" y="4790"/>
                      </a:moveTo>
                      <a:cubicBezTo>
                        <a:pt x="3915" y="4790"/>
                        <a:pt x="4001" y="4821"/>
                        <a:pt x="4064" y="4884"/>
                      </a:cubicBezTo>
                      <a:cubicBezTo>
                        <a:pt x="4253" y="5042"/>
                        <a:pt x="4253" y="5262"/>
                        <a:pt x="4096" y="5388"/>
                      </a:cubicBezTo>
                      <a:lnTo>
                        <a:pt x="2678" y="6774"/>
                      </a:lnTo>
                      <a:cubicBezTo>
                        <a:pt x="2615" y="6837"/>
                        <a:pt x="2520" y="6869"/>
                        <a:pt x="2457" y="6869"/>
                      </a:cubicBezTo>
                      <a:cubicBezTo>
                        <a:pt x="2363" y="6869"/>
                        <a:pt x="2268" y="6837"/>
                        <a:pt x="2205" y="6774"/>
                      </a:cubicBezTo>
                      <a:lnTo>
                        <a:pt x="1512" y="6050"/>
                      </a:lnTo>
                      <a:cubicBezTo>
                        <a:pt x="1386" y="5924"/>
                        <a:pt x="1386" y="5703"/>
                        <a:pt x="1512" y="5577"/>
                      </a:cubicBezTo>
                      <a:cubicBezTo>
                        <a:pt x="1575" y="5514"/>
                        <a:pt x="1662" y="5483"/>
                        <a:pt x="1749" y="5483"/>
                      </a:cubicBezTo>
                      <a:cubicBezTo>
                        <a:pt x="1835" y="5483"/>
                        <a:pt x="1922" y="5514"/>
                        <a:pt x="1985" y="5577"/>
                      </a:cubicBezTo>
                      <a:lnTo>
                        <a:pt x="2426" y="6018"/>
                      </a:lnTo>
                      <a:lnTo>
                        <a:pt x="3592" y="4884"/>
                      </a:lnTo>
                      <a:cubicBezTo>
                        <a:pt x="3655" y="4821"/>
                        <a:pt x="3741" y="4790"/>
                        <a:pt x="3828" y="4790"/>
                      </a:cubicBezTo>
                      <a:close/>
                      <a:moveTo>
                        <a:pt x="3828" y="6869"/>
                      </a:moveTo>
                      <a:cubicBezTo>
                        <a:pt x="3915" y="6869"/>
                        <a:pt x="4001" y="6900"/>
                        <a:pt x="4064" y="6963"/>
                      </a:cubicBezTo>
                      <a:cubicBezTo>
                        <a:pt x="4253" y="7121"/>
                        <a:pt x="4253" y="7342"/>
                        <a:pt x="4096" y="7468"/>
                      </a:cubicBezTo>
                      <a:lnTo>
                        <a:pt x="2678" y="8854"/>
                      </a:lnTo>
                      <a:cubicBezTo>
                        <a:pt x="2615" y="8917"/>
                        <a:pt x="2520" y="8980"/>
                        <a:pt x="2457" y="8980"/>
                      </a:cubicBezTo>
                      <a:cubicBezTo>
                        <a:pt x="2363" y="8980"/>
                        <a:pt x="2268" y="8917"/>
                        <a:pt x="2205" y="8854"/>
                      </a:cubicBezTo>
                      <a:lnTo>
                        <a:pt x="1512" y="8129"/>
                      </a:lnTo>
                      <a:cubicBezTo>
                        <a:pt x="1386" y="8003"/>
                        <a:pt x="1386" y="7783"/>
                        <a:pt x="1512" y="7657"/>
                      </a:cubicBezTo>
                      <a:cubicBezTo>
                        <a:pt x="1575" y="7594"/>
                        <a:pt x="1662" y="7562"/>
                        <a:pt x="1749" y="7562"/>
                      </a:cubicBezTo>
                      <a:cubicBezTo>
                        <a:pt x="1835" y="7562"/>
                        <a:pt x="1922" y="7594"/>
                        <a:pt x="1985" y="7657"/>
                      </a:cubicBezTo>
                      <a:lnTo>
                        <a:pt x="2426" y="8098"/>
                      </a:lnTo>
                      <a:lnTo>
                        <a:pt x="3592" y="6963"/>
                      </a:lnTo>
                      <a:cubicBezTo>
                        <a:pt x="3655" y="6900"/>
                        <a:pt x="3741" y="6869"/>
                        <a:pt x="3828" y="6869"/>
                      </a:cubicBez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673"/>
                      </a:lnTo>
                      <a:lnTo>
                        <a:pt x="6301" y="9673"/>
                      </a:lnTo>
                      <a:lnTo>
                        <a:pt x="6301" y="10397"/>
                      </a:lnTo>
                      <a:lnTo>
                        <a:pt x="6301" y="10744"/>
                      </a:lnTo>
                      <a:lnTo>
                        <a:pt x="6270" y="10744"/>
                      </a:lnTo>
                      <a:cubicBezTo>
                        <a:pt x="6270" y="11343"/>
                        <a:pt x="6742" y="11752"/>
                        <a:pt x="7278" y="11752"/>
                      </a:cubicBezTo>
                      <a:cubicBezTo>
                        <a:pt x="7876" y="11752"/>
                        <a:pt x="8317" y="11280"/>
                        <a:pt x="8317" y="10744"/>
                      </a:cubicBezTo>
                      <a:lnTo>
                        <a:pt x="8317" y="7972"/>
                      </a:lnTo>
                      <a:lnTo>
                        <a:pt x="7498" y="8822"/>
                      </a:lnTo>
                      <a:lnTo>
                        <a:pt x="5608" y="9547"/>
                      </a:lnTo>
                      <a:cubicBezTo>
                        <a:pt x="5497" y="9576"/>
                        <a:pt x="5390" y="9590"/>
                        <a:pt x="5288" y="9590"/>
                      </a:cubicBezTo>
                      <a:cubicBezTo>
                        <a:pt x="4954" y="9590"/>
                        <a:pt x="4674" y="9441"/>
                        <a:pt x="4505" y="9200"/>
                      </a:cubicBezTo>
                      <a:cubicBezTo>
                        <a:pt x="4316" y="8980"/>
                        <a:pt x="4222" y="8665"/>
                        <a:pt x="4316" y="8255"/>
                      </a:cubicBezTo>
                      <a:lnTo>
                        <a:pt x="5041" y="6365"/>
                      </a:lnTo>
                      <a:lnTo>
                        <a:pt x="8317" y="3088"/>
                      </a:lnTo>
                      <a:lnTo>
                        <a:pt x="8317" y="2773"/>
                      </a:lnTo>
                      <a:lnTo>
                        <a:pt x="5891" y="2773"/>
                      </a:lnTo>
                      <a:cubicBezTo>
                        <a:pt x="5671" y="2773"/>
                        <a:pt x="5513" y="2616"/>
                        <a:pt x="5513" y="2427"/>
                      </a:cubicBezTo>
                      <a:lnTo>
                        <a:pt x="551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0" name="Google Shape;9376;p73">
                  <a:extLst>
                    <a:ext uri="{FF2B5EF4-FFF2-40B4-BE49-F238E27FC236}">
                      <a16:creationId xmlns:a16="http://schemas.microsoft.com/office/drawing/2014/main" id="{B73F91AF-D915-9A10-AF63-1753F5C77253}"/>
                    </a:ext>
                  </a:extLst>
                </p:cNvPr>
                <p:cNvSpPr/>
                <p:nvPr/>
              </p:nvSpPr>
              <p:spPr>
                <a:xfrm>
                  <a:off x="1185625" y="3688025"/>
                  <a:ext cx="57525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8" extrusionOk="0">
                      <a:moveTo>
                        <a:pt x="1072" y="1"/>
                      </a:moveTo>
                      <a:cubicBezTo>
                        <a:pt x="890" y="1"/>
                        <a:pt x="709" y="64"/>
                        <a:pt x="568" y="190"/>
                      </a:cubicBezTo>
                      <a:lnTo>
                        <a:pt x="0" y="788"/>
                      </a:lnTo>
                      <a:lnTo>
                        <a:pt x="1450" y="2238"/>
                      </a:lnTo>
                      <a:lnTo>
                        <a:pt x="2048" y="1639"/>
                      </a:lnTo>
                      <a:cubicBezTo>
                        <a:pt x="2300" y="1387"/>
                        <a:pt x="2300" y="946"/>
                        <a:pt x="2048" y="662"/>
                      </a:cubicBezTo>
                      <a:lnTo>
                        <a:pt x="1576" y="190"/>
                      </a:lnTo>
                      <a:cubicBezTo>
                        <a:pt x="1434" y="64"/>
                        <a:pt x="1253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1" name="Google Shape;9377;p73">
                  <a:extLst>
                    <a:ext uri="{FF2B5EF4-FFF2-40B4-BE49-F238E27FC236}">
                      <a16:creationId xmlns:a16="http://schemas.microsoft.com/office/drawing/2014/main" id="{0F2A19FF-96C6-D7BF-B5F2-7D47A1425923}"/>
                    </a:ext>
                  </a:extLst>
                </p:cNvPr>
                <p:cNvSpPr/>
                <p:nvPr/>
              </p:nvSpPr>
              <p:spPr>
                <a:xfrm>
                  <a:off x="1088075" y="3795925"/>
                  <a:ext cx="46375" cy="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01" extrusionOk="0">
                      <a:moveTo>
                        <a:pt x="594" y="1"/>
                      </a:moveTo>
                      <a:lnTo>
                        <a:pt x="59" y="1387"/>
                      </a:lnTo>
                      <a:cubicBezTo>
                        <a:pt x="0" y="1621"/>
                        <a:pt x="186" y="1800"/>
                        <a:pt x="414" y="1800"/>
                      </a:cubicBezTo>
                      <a:cubicBezTo>
                        <a:pt x="432" y="1800"/>
                        <a:pt x="450" y="1799"/>
                        <a:pt x="468" y="1797"/>
                      </a:cubicBezTo>
                      <a:lnTo>
                        <a:pt x="1855" y="1261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Google Shape;9378;p73">
                  <a:extLst>
                    <a:ext uri="{FF2B5EF4-FFF2-40B4-BE49-F238E27FC236}">
                      <a16:creationId xmlns:a16="http://schemas.microsoft.com/office/drawing/2014/main" id="{F6F60258-ADFD-1FD2-1347-408A12E98383}"/>
                    </a:ext>
                  </a:extLst>
                </p:cNvPr>
                <p:cNvSpPr/>
                <p:nvPr/>
              </p:nvSpPr>
              <p:spPr>
                <a:xfrm>
                  <a:off x="1112375" y="3720325"/>
                  <a:ext cx="97700" cy="9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8" h="3908" extrusionOk="0">
                      <a:moveTo>
                        <a:pt x="2426" y="1"/>
                      </a:moveTo>
                      <a:lnTo>
                        <a:pt x="1" y="2458"/>
                      </a:lnTo>
                      <a:lnTo>
                        <a:pt x="1450" y="3907"/>
                      </a:lnTo>
                      <a:lnTo>
                        <a:pt x="3907" y="1481"/>
                      </a:lnTo>
                      <a:lnTo>
                        <a:pt x="242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Google Shape;9379;p73">
                  <a:extLst>
                    <a:ext uri="{FF2B5EF4-FFF2-40B4-BE49-F238E27FC236}">
                      <a16:creationId xmlns:a16="http://schemas.microsoft.com/office/drawing/2014/main" id="{C3DEF99C-3B7A-C2C5-60A4-36C8C3CD4110}"/>
                    </a:ext>
                  </a:extLst>
                </p:cNvPr>
                <p:cNvSpPr/>
                <p:nvPr/>
              </p:nvSpPr>
              <p:spPr>
                <a:xfrm>
                  <a:off x="1120250" y="3623450"/>
                  <a:ext cx="47275" cy="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891" extrusionOk="0">
                      <a:moveTo>
                        <a:pt x="1" y="0"/>
                      </a:moveTo>
                      <a:lnTo>
                        <a:pt x="1" y="1891"/>
                      </a:lnTo>
                      <a:lnTo>
                        <a:pt x="1891" y="189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4" name="Google Shape;9380;p73">
                  <a:extLst>
                    <a:ext uri="{FF2B5EF4-FFF2-40B4-BE49-F238E27FC236}">
                      <a16:creationId xmlns:a16="http://schemas.microsoft.com/office/drawing/2014/main" id="{466B49E3-04B1-8D92-093C-673D7588D625}"/>
                    </a:ext>
                  </a:extLst>
                </p:cNvPr>
                <p:cNvSpPr/>
                <p:nvPr/>
              </p:nvSpPr>
              <p:spPr>
                <a:xfrm>
                  <a:off x="946175" y="3879425"/>
                  <a:ext cx="166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9" h="1356" extrusionOk="0">
                      <a:moveTo>
                        <a:pt x="348" y="0"/>
                      </a:moveTo>
                      <a:cubicBezTo>
                        <a:pt x="158" y="0"/>
                        <a:pt x="1" y="190"/>
                        <a:pt x="1" y="347"/>
                      </a:cubicBezTo>
                      <a:lnTo>
                        <a:pt x="1" y="694"/>
                      </a:lnTo>
                      <a:cubicBezTo>
                        <a:pt x="1" y="1040"/>
                        <a:pt x="316" y="1355"/>
                        <a:pt x="694" y="1355"/>
                      </a:cubicBezTo>
                      <a:lnTo>
                        <a:pt x="6649" y="1355"/>
                      </a:lnTo>
                      <a:cubicBezTo>
                        <a:pt x="6428" y="1103"/>
                        <a:pt x="6302" y="725"/>
                        <a:pt x="6302" y="347"/>
                      </a:cubicBezTo>
                      <a:lnTo>
                        <a:pt x="63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oogle Shape;9381;p73">
                <a:extLst>
                  <a:ext uri="{FF2B5EF4-FFF2-40B4-BE49-F238E27FC236}">
                    <a16:creationId xmlns:a16="http://schemas.microsoft.com/office/drawing/2014/main" id="{FC350AF0-129D-8956-7023-66BE731573FF}"/>
                  </a:ext>
                </a:extLst>
              </p:cNvPr>
              <p:cNvGrpSpPr/>
              <p:nvPr/>
            </p:nvGrpSpPr>
            <p:grpSpPr>
              <a:xfrm>
                <a:off x="1401067" y="4983990"/>
                <a:ext cx="503276" cy="501923"/>
                <a:chOff x="944600" y="3981825"/>
                <a:chExt cx="297750" cy="296950"/>
              </a:xfrm>
              <a:grpFill/>
            </p:grpSpPr>
            <p:sp>
              <p:nvSpPr>
                <p:cNvPr id="245" name="Google Shape;9382;p73">
                  <a:extLst>
                    <a:ext uri="{FF2B5EF4-FFF2-40B4-BE49-F238E27FC236}">
                      <a16:creationId xmlns:a16="http://schemas.microsoft.com/office/drawing/2014/main" id="{8EA150FC-F03B-7857-B408-56198D6B0647}"/>
                    </a:ext>
                  </a:extLst>
                </p:cNvPr>
                <p:cNvSpPr/>
                <p:nvPr/>
              </p:nvSpPr>
              <p:spPr>
                <a:xfrm>
                  <a:off x="944600" y="3981825"/>
                  <a:ext cx="297750" cy="29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78" extrusionOk="0">
                      <a:moveTo>
                        <a:pt x="6333" y="1418"/>
                      </a:moveTo>
                      <a:cubicBezTo>
                        <a:pt x="8539" y="1575"/>
                        <a:pt x="10303" y="3340"/>
                        <a:pt x="10461" y="5545"/>
                      </a:cubicBezTo>
                      <a:lnTo>
                        <a:pt x="10146" y="5545"/>
                      </a:lnTo>
                      <a:cubicBezTo>
                        <a:pt x="9957" y="5545"/>
                        <a:pt x="9799" y="5702"/>
                        <a:pt x="9799" y="5892"/>
                      </a:cubicBezTo>
                      <a:cubicBezTo>
                        <a:pt x="9799" y="6081"/>
                        <a:pt x="9957" y="6238"/>
                        <a:pt x="10146" y="6238"/>
                      </a:cubicBezTo>
                      <a:lnTo>
                        <a:pt x="10461" y="6238"/>
                      </a:lnTo>
                      <a:cubicBezTo>
                        <a:pt x="10303" y="8443"/>
                        <a:pt x="8539" y="10239"/>
                        <a:pt x="6333" y="10397"/>
                      </a:cubicBezTo>
                      <a:lnTo>
                        <a:pt x="6333" y="10082"/>
                      </a:lnTo>
                      <a:cubicBezTo>
                        <a:pt x="6333" y="9861"/>
                        <a:pt x="6176" y="9704"/>
                        <a:pt x="5955" y="9704"/>
                      </a:cubicBezTo>
                      <a:cubicBezTo>
                        <a:pt x="5766" y="9704"/>
                        <a:pt x="5609" y="9861"/>
                        <a:pt x="5609" y="10082"/>
                      </a:cubicBezTo>
                      <a:lnTo>
                        <a:pt x="5609" y="10397"/>
                      </a:lnTo>
                      <a:cubicBezTo>
                        <a:pt x="3403" y="10239"/>
                        <a:pt x="1639" y="8443"/>
                        <a:pt x="1482" y="6238"/>
                      </a:cubicBezTo>
                      <a:lnTo>
                        <a:pt x="1797" y="6238"/>
                      </a:lnTo>
                      <a:cubicBezTo>
                        <a:pt x="1986" y="6238"/>
                        <a:pt x="2143" y="6081"/>
                        <a:pt x="2143" y="5892"/>
                      </a:cubicBezTo>
                      <a:cubicBezTo>
                        <a:pt x="2143" y="5702"/>
                        <a:pt x="1986" y="5545"/>
                        <a:pt x="1797" y="5545"/>
                      </a:cubicBezTo>
                      <a:lnTo>
                        <a:pt x="1482" y="5545"/>
                      </a:lnTo>
                      <a:cubicBezTo>
                        <a:pt x="1639" y="3340"/>
                        <a:pt x="3403" y="1575"/>
                        <a:pt x="5609" y="1418"/>
                      </a:cubicBezTo>
                      <a:lnTo>
                        <a:pt x="5609" y="1733"/>
                      </a:lnTo>
                      <a:cubicBezTo>
                        <a:pt x="5609" y="1922"/>
                        <a:pt x="5766" y="2079"/>
                        <a:pt x="5955" y="2079"/>
                      </a:cubicBezTo>
                      <a:cubicBezTo>
                        <a:pt x="6176" y="2079"/>
                        <a:pt x="6333" y="1922"/>
                        <a:pt x="6333" y="1733"/>
                      </a:cubicBezTo>
                      <a:lnTo>
                        <a:pt x="6333" y="1418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9" y="126"/>
                        <a:pt x="5609" y="347"/>
                      </a:cubicBezTo>
                      <a:lnTo>
                        <a:pt x="5609" y="725"/>
                      </a:lnTo>
                      <a:cubicBezTo>
                        <a:pt x="2994" y="882"/>
                        <a:pt x="946" y="2962"/>
                        <a:pt x="757" y="5576"/>
                      </a:cubicBezTo>
                      <a:lnTo>
                        <a:pt x="379" y="5576"/>
                      </a:lnTo>
                      <a:cubicBezTo>
                        <a:pt x="158" y="5576"/>
                        <a:pt x="1" y="5734"/>
                        <a:pt x="1" y="5923"/>
                      </a:cubicBezTo>
                      <a:cubicBezTo>
                        <a:pt x="1" y="6112"/>
                        <a:pt x="158" y="6270"/>
                        <a:pt x="379" y="6270"/>
                      </a:cubicBezTo>
                      <a:lnTo>
                        <a:pt x="757" y="6270"/>
                      </a:lnTo>
                      <a:cubicBezTo>
                        <a:pt x="915" y="8884"/>
                        <a:pt x="2994" y="10932"/>
                        <a:pt x="5609" y="11121"/>
                      </a:cubicBezTo>
                      <a:lnTo>
                        <a:pt x="5609" y="11531"/>
                      </a:lnTo>
                      <a:cubicBezTo>
                        <a:pt x="5609" y="11720"/>
                        <a:pt x="5766" y="11877"/>
                        <a:pt x="5955" y="11877"/>
                      </a:cubicBezTo>
                      <a:cubicBezTo>
                        <a:pt x="6176" y="11877"/>
                        <a:pt x="6333" y="11720"/>
                        <a:pt x="6333" y="11531"/>
                      </a:cubicBezTo>
                      <a:lnTo>
                        <a:pt x="6333" y="11121"/>
                      </a:lnTo>
                      <a:cubicBezTo>
                        <a:pt x="8917" y="10964"/>
                        <a:pt x="10965" y="8884"/>
                        <a:pt x="11154" y="6270"/>
                      </a:cubicBezTo>
                      <a:lnTo>
                        <a:pt x="11563" y="6270"/>
                      </a:lnTo>
                      <a:cubicBezTo>
                        <a:pt x="11752" y="6270"/>
                        <a:pt x="11910" y="6112"/>
                        <a:pt x="11910" y="5923"/>
                      </a:cubicBezTo>
                      <a:cubicBezTo>
                        <a:pt x="11910" y="5734"/>
                        <a:pt x="11752" y="5576"/>
                        <a:pt x="11563" y="5576"/>
                      </a:cubicBezTo>
                      <a:lnTo>
                        <a:pt x="11154" y="5576"/>
                      </a:lnTo>
                      <a:cubicBezTo>
                        <a:pt x="10996" y="2962"/>
                        <a:pt x="8917" y="914"/>
                        <a:pt x="6333" y="725"/>
                      </a:cubicBezTo>
                      <a:lnTo>
                        <a:pt x="6333" y="347"/>
                      </a:lnTo>
                      <a:cubicBezTo>
                        <a:pt x="6333" y="126"/>
                        <a:pt x="6176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Google Shape;9383;p73">
                  <a:extLst>
                    <a:ext uri="{FF2B5EF4-FFF2-40B4-BE49-F238E27FC236}">
                      <a16:creationId xmlns:a16="http://schemas.microsoft.com/office/drawing/2014/main" id="{532697E1-F2F4-61FE-BEB5-C6D20B0C7D8A}"/>
                    </a:ext>
                  </a:extLst>
                </p:cNvPr>
                <p:cNvSpPr/>
                <p:nvPr/>
              </p:nvSpPr>
              <p:spPr>
                <a:xfrm>
                  <a:off x="1058025" y="4155875"/>
                  <a:ext cx="7250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" h="2080" extrusionOk="0">
                      <a:moveTo>
                        <a:pt x="1418" y="1"/>
                      </a:moveTo>
                      <a:cubicBezTo>
                        <a:pt x="851" y="1"/>
                        <a:pt x="316" y="347"/>
                        <a:pt x="127" y="914"/>
                      </a:cubicBezTo>
                      <a:cubicBezTo>
                        <a:pt x="1" y="1166"/>
                        <a:pt x="1" y="1450"/>
                        <a:pt x="95" y="1765"/>
                      </a:cubicBezTo>
                      <a:cubicBezTo>
                        <a:pt x="473" y="1954"/>
                        <a:pt x="946" y="2080"/>
                        <a:pt x="1418" y="2080"/>
                      </a:cubicBezTo>
                      <a:cubicBezTo>
                        <a:pt x="1891" y="2080"/>
                        <a:pt x="2332" y="1954"/>
                        <a:pt x="2773" y="1765"/>
                      </a:cubicBezTo>
                      <a:cubicBezTo>
                        <a:pt x="2899" y="1387"/>
                        <a:pt x="2805" y="946"/>
                        <a:pt x="2616" y="599"/>
                      </a:cubicBezTo>
                      <a:cubicBezTo>
                        <a:pt x="2332" y="221"/>
                        <a:pt x="1891" y="1"/>
                        <a:pt x="14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Google Shape;9384;p73">
                  <a:extLst>
                    <a:ext uri="{FF2B5EF4-FFF2-40B4-BE49-F238E27FC236}">
                      <a16:creationId xmlns:a16="http://schemas.microsoft.com/office/drawing/2014/main" id="{FFF92B3E-EE58-1006-A515-F1D02E6A01BD}"/>
                    </a:ext>
                  </a:extLst>
                </p:cNvPr>
                <p:cNvSpPr/>
                <p:nvPr/>
              </p:nvSpPr>
              <p:spPr>
                <a:xfrm>
                  <a:off x="1076150" y="4103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3" y="0"/>
                      </a:moveTo>
                      <a:cubicBezTo>
                        <a:pt x="315" y="0"/>
                        <a:pt x="0" y="315"/>
                        <a:pt x="0" y="693"/>
                      </a:cubicBezTo>
                      <a:cubicBezTo>
                        <a:pt x="0" y="1103"/>
                        <a:pt x="315" y="1418"/>
                        <a:pt x="693" y="1418"/>
                      </a:cubicBezTo>
                      <a:cubicBezTo>
                        <a:pt x="1103" y="1355"/>
                        <a:pt x="1418" y="1040"/>
                        <a:pt x="1418" y="693"/>
                      </a:cubicBezTo>
                      <a:cubicBezTo>
                        <a:pt x="1418" y="315"/>
                        <a:pt x="1103" y="0"/>
                        <a:pt x="69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Google Shape;9385;p73">
                  <a:extLst>
                    <a:ext uri="{FF2B5EF4-FFF2-40B4-BE49-F238E27FC236}">
                      <a16:creationId xmlns:a16="http://schemas.microsoft.com/office/drawing/2014/main" id="{95CDE283-2145-C594-D5FA-2F202563D9F7}"/>
                    </a:ext>
                  </a:extLst>
                </p:cNvPr>
                <p:cNvSpPr/>
                <p:nvPr/>
              </p:nvSpPr>
              <p:spPr>
                <a:xfrm>
                  <a:off x="1016275" y="4051125"/>
                  <a:ext cx="155975" cy="1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5483" extrusionOk="0">
                      <a:moveTo>
                        <a:pt x="3088" y="1"/>
                      </a:moveTo>
                      <a:cubicBezTo>
                        <a:pt x="1356" y="1"/>
                        <a:pt x="1" y="1387"/>
                        <a:pt x="1" y="3120"/>
                      </a:cubicBezTo>
                      <a:cubicBezTo>
                        <a:pt x="1" y="4033"/>
                        <a:pt x="379" y="4852"/>
                        <a:pt x="1041" y="5451"/>
                      </a:cubicBezTo>
                      <a:cubicBezTo>
                        <a:pt x="1041" y="5262"/>
                        <a:pt x="1104" y="5041"/>
                        <a:pt x="1167" y="4852"/>
                      </a:cubicBezTo>
                      <a:cubicBezTo>
                        <a:pt x="1324" y="4380"/>
                        <a:pt x="1671" y="4002"/>
                        <a:pt x="2112" y="3750"/>
                      </a:cubicBezTo>
                      <a:cubicBezTo>
                        <a:pt x="1891" y="3498"/>
                        <a:pt x="1734" y="3151"/>
                        <a:pt x="1734" y="2804"/>
                      </a:cubicBezTo>
                      <a:cubicBezTo>
                        <a:pt x="1734" y="2048"/>
                        <a:pt x="2364" y="1418"/>
                        <a:pt x="3088" y="1418"/>
                      </a:cubicBezTo>
                      <a:cubicBezTo>
                        <a:pt x="3845" y="1418"/>
                        <a:pt x="4475" y="2048"/>
                        <a:pt x="4475" y="2804"/>
                      </a:cubicBezTo>
                      <a:cubicBezTo>
                        <a:pt x="4475" y="3151"/>
                        <a:pt x="4317" y="3529"/>
                        <a:pt x="4097" y="3750"/>
                      </a:cubicBezTo>
                      <a:cubicBezTo>
                        <a:pt x="4349" y="3907"/>
                        <a:pt x="4632" y="4128"/>
                        <a:pt x="4790" y="4411"/>
                      </a:cubicBezTo>
                      <a:cubicBezTo>
                        <a:pt x="4979" y="4726"/>
                        <a:pt x="5105" y="5073"/>
                        <a:pt x="5136" y="5482"/>
                      </a:cubicBezTo>
                      <a:cubicBezTo>
                        <a:pt x="5766" y="4884"/>
                        <a:pt x="6207" y="4096"/>
                        <a:pt x="6207" y="3151"/>
                      </a:cubicBezTo>
                      <a:cubicBezTo>
                        <a:pt x="6239" y="1418"/>
                        <a:pt x="4821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" name="Google Shape;9386;p73">
                <a:extLst>
                  <a:ext uri="{FF2B5EF4-FFF2-40B4-BE49-F238E27FC236}">
                    <a16:creationId xmlns:a16="http://schemas.microsoft.com/office/drawing/2014/main" id="{EAC336F3-2FD1-D468-AC22-9361C0638060}"/>
                  </a:ext>
                </a:extLst>
              </p:cNvPr>
              <p:cNvGrpSpPr/>
              <p:nvPr/>
            </p:nvGrpSpPr>
            <p:grpSpPr>
              <a:xfrm>
                <a:off x="4571286" y="3748557"/>
                <a:ext cx="500612" cy="499261"/>
                <a:chOff x="2768750" y="3227275"/>
                <a:chExt cx="296175" cy="295375"/>
              </a:xfrm>
              <a:grpFill/>
            </p:grpSpPr>
            <p:sp>
              <p:nvSpPr>
                <p:cNvPr id="237" name="Google Shape;9387;p73">
                  <a:extLst>
                    <a:ext uri="{FF2B5EF4-FFF2-40B4-BE49-F238E27FC236}">
                      <a16:creationId xmlns:a16="http://schemas.microsoft.com/office/drawing/2014/main" id="{7225B6B8-7882-22A2-DD28-414D4CF26E34}"/>
                    </a:ext>
                  </a:extLst>
                </p:cNvPr>
                <p:cNvSpPr/>
                <p:nvPr/>
              </p:nvSpPr>
              <p:spPr>
                <a:xfrm>
                  <a:off x="2882950" y="3227275"/>
                  <a:ext cx="6855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73" extrusionOk="0">
                      <a:moveTo>
                        <a:pt x="1355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43"/>
                        <a:pt x="631" y="2773"/>
                        <a:pt x="1355" y="2773"/>
                      </a:cubicBezTo>
                      <a:cubicBezTo>
                        <a:pt x="2111" y="2773"/>
                        <a:pt x="2742" y="2174"/>
                        <a:pt x="2742" y="1387"/>
                      </a:cubicBezTo>
                      <a:cubicBezTo>
                        <a:pt x="2742" y="631"/>
                        <a:pt x="2111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Google Shape;9388;p73">
                  <a:extLst>
                    <a:ext uri="{FF2B5EF4-FFF2-40B4-BE49-F238E27FC236}">
                      <a16:creationId xmlns:a16="http://schemas.microsoft.com/office/drawing/2014/main" id="{68E99A6D-5440-E1B5-34B2-BF35E379BAEB}"/>
                    </a:ext>
                  </a:extLst>
                </p:cNvPr>
                <p:cNvSpPr/>
                <p:nvPr/>
              </p:nvSpPr>
              <p:spPr>
                <a:xfrm>
                  <a:off x="285617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4" y="1386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Google Shape;9389;p73">
                  <a:extLst>
                    <a:ext uri="{FF2B5EF4-FFF2-40B4-BE49-F238E27FC236}">
                      <a16:creationId xmlns:a16="http://schemas.microsoft.com/office/drawing/2014/main" id="{0F870BD5-7941-57DE-26AD-4F121E618711}"/>
                    </a:ext>
                  </a:extLst>
                </p:cNvPr>
                <p:cNvSpPr/>
                <p:nvPr/>
              </p:nvSpPr>
              <p:spPr>
                <a:xfrm>
                  <a:off x="2890050" y="3436000"/>
                  <a:ext cx="18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725" y="138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Google Shape;9390;p73">
                  <a:extLst>
                    <a:ext uri="{FF2B5EF4-FFF2-40B4-BE49-F238E27FC236}">
                      <a16:creationId xmlns:a16="http://schemas.microsoft.com/office/drawing/2014/main" id="{EC4FF87C-152B-1825-18F0-271B83A66935}"/>
                    </a:ext>
                  </a:extLst>
                </p:cNvPr>
                <p:cNvSpPr/>
                <p:nvPr/>
              </p:nvSpPr>
              <p:spPr>
                <a:xfrm>
                  <a:off x="282152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3" y="1386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Google Shape;9391;p73">
                  <a:extLst>
                    <a:ext uri="{FF2B5EF4-FFF2-40B4-BE49-F238E27FC236}">
                      <a16:creationId xmlns:a16="http://schemas.microsoft.com/office/drawing/2014/main" id="{B4E5C173-4FE0-9DFB-2681-0625C0DAB150}"/>
                    </a:ext>
                  </a:extLst>
                </p:cNvPr>
                <p:cNvSpPr/>
                <p:nvPr/>
              </p:nvSpPr>
              <p:spPr>
                <a:xfrm>
                  <a:off x="2924700" y="3436000"/>
                  <a:ext cx="346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1387" y="1386"/>
                      </a:ln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Google Shape;9392;p73">
                  <a:extLst>
                    <a:ext uri="{FF2B5EF4-FFF2-40B4-BE49-F238E27FC236}">
                      <a16:creationId xmlns:a16="http://schemas.microsoft.com/office/drawing/2014/main" id="{50C1F8F3-A0FF-0120-6C38-F16E74E79001}"/>
                    </a:ext>
                  </a:extLst>
                </p:cNvPr>
                <p:cNvSpPr/>
                <p:nvPr/>
              </p:nvSpPr>
              <p:spPr>
                <a:xfrm>
                  <a:off x="2768750" y="3384800"/>
                  <a:ext cx="244175" cy="13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" h="5514" extrusionOk="0">
                      <a:moveTo>
                        <a:pt x="7971" y="1387"/>
                      </a:moveTo>
                      <a:cubicBezTo>
                        <a:pt x="8192" y="1387"/>
                        <a:pt x="8349" y="1544"/>
                        <a:pt x="8349" y="1733"/>
                      </a:cubicBezTo>
                      <a:lnTo>
                        <a:pt x="8349" y="3813"/>
                      </a:lnTo>
                      <a:cubicBezTo>
                        <a:pt x="8349" y="4033"/>
                        <a:pt x="8192" y="4191"/>
                        <a:pt x="7971" y="4191"/>
                      </a:cubicBezTo>
                      <a:lnTo>
                        <a:pt x="1765" y="4191"/>
                      </a:lnTo>
                      <a:cubicBezTo>
                        <a:pt x="1576" y="4191"/>
                        <a:pt x="1418" y="4033"/>
                        <a:pt x="1418" y="3813"/>
                      </a:cubicBezTo>
                      <a:lnTo>
                        <a:pt x="1418" y="1733"/>
                      </a:lnTo>
                      <a:cubicBezTo>
                        <a:pt x="1418" y="1544"/>
                        <a:pt x="1576" y="1387"/>
                        <a:pt x="1765" y="1387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lnTo>
                        <a:pt x="32" y="4506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8727" y="5514"/>
                      </a:lnTo>
                      <a:cubicBezTo>
                        <a:pt x="9326" y="5514"/>
                        <a:pt x="9767" y="5041"/>
                        <a:pt x="9767" y="4506"/>
                      </a:cubicBezTo>
                      <a:lnTo>
                        <a:pt x="9767" y="1040"/>
                      </a:lnTo>
                      <a:cubicBezTo>
                        <a:pt x="9767" y="442"/>
                        <a:pt x="9294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Google Shape;9393;p73">
                  <a:extLst>
                    <a:ext uri="{FF2B5EF4-FFF2-40B4-BE49-F238E27FC236}">
                      <a16:creationId xmlns:a16="http://schemas.microsoft.com/office/drawing/2014/main" id="{4499ABC5-90A7-A8B5-ECB9-15EB45A0501E}"/>
                    </a:ext>
                  </a:extLst>
                </p:cNvPr>
                <p:cNvSpPr/>
                <p:nvPr/>
              </p:nvSpPr>
              <p:spPr>
                <a:xfrm>
                  <a:off x="3030250" y="3419450"/>
                  <a:ext cx="346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742" extrusionOk="0">
                      <a:moveTo>
                        <a:pt x="0" y="1"/>
                      </a:moveTo>
                      <a:lnTo>
                        <a:pt x="0" y="2742"/>
                      </a:lnTo>
                      <a:lnTo>
                        <a:pt x="1040" y="2742"/>
                      </a:lnTo>
                      <a:cubicBezTo>
                        <a:pt x="1229" y="2742"/>
                        <a:pt x="1386" y="2584"/>
                        <a:pt x="1386" y="2395"/>
                      </a:cubicBezTo>
                      <a:lnTo>
                        <a:pt x="1386" y="347"/>
                      </a:ln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Google Shape;9394;p73">
                  <a:extLst>
                    <a:ext uri="{FF2B5EF4-FFF2-40B4-BE49-F238E27FC236}">
                      <a16:creationId xmlns:a16="http://schemas.microsoft.com/office/drawing/2014/main" id="{C20EAAC2-0E2B-3E20-AAC9-B5FCB43EDDF0}"/>
                    </a:ext>
                  </a:extLst>
                </p:cNvPr>
                <p:cNvSpPr/>
                <p:nvPr/>
              </p:nvSpPr>
              <p:spPr>
                <a:xfrm>
                  <a:off x="2856175" y="3294225"/>
                  <a:ext cx="1221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931" extrusionOk="0">
                      <a:moveTo>
                        <a:pt x="820" y="0"/>
                      </a:moveTo>
                      <a:cubicBezTo>
                        <a:pt x="316" y="473"/>
                        <a:pt x="0" y="1103"/>
                        <a:pt x="0" y="1828"/>
                      </a:cubicBezTo>
                      <a:lnTo>
                        <a:pt x="0" y="2552"/>
                      </a:lnTo>
                      <a:cubicBezTo>
                        <a:pt x="0" y="2773"/>
                        <a:pt x="158" y="2930"/>
                        <a:pt x="347" y="2930"/>
                      </a:cubicBezTo>
                      <a:lnTo>
                        <a:pt x="4506" y="2930"/>
                      </a:lnTo>
                      <a:cubicBezTo>
                        <a:pt x="4726" y="2930"/>
                        <a:pt x="4884" y="2773"/>
                        <a:pt x="4884" y="2552"/>
                      </a:cubicBezTo>
                      <a:lnTo>
                        <a:pt x="4884" y="1828"/>
                      </a:lnTo>
                      <a:cubicBezTo>
                        <a:pt x="4884" y="1103"/>
                        <a:pt x="4569" y="441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65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" name="Google Shape;9395;p73">
                <a:extLst>
                  <a:ext uri="{FF2B5EF4-FFF2-40B4-BE49-F238E27FC236}">
                    <a16:creationId xmlns:a16="http://schemas.microsoft.com/office/drawing/2014/main" id="{D2575EDF-0A26-7B89-4ABB-C0DC95B115BA}"/>
                  </a:ext>
                </a:extLst>
              </p:cNvPr>
              <p:cNvGrpSpPr/>
              <p:nvPr/>
            </p:nvGrpSpPr>
            <p:grpSpPr>
              <a:xfrm>
                <a:off x="4601244" y="4379003"/>
                <a:ext cx="440694" cy="498458"/>
                <a:chOff x="2786075" y="3591800"/>
                <a:chExt cx="260725" cy="294900"/>
              </a:xfrm>
              <a:grpFill/>
            </p:grpSpPr>
            <p:sp>
              <p:nvSpPr>
                <p:cNvPr id="232" name="Google Shape;9396;p73">
                  <a:extLst>
                    <a:ext uri="{FF2B5EF4-FFF2-40B4-BE49-F238E27FC236}">
                      <a16:creationId xmlns:a16="http://schemas.microsoft.com/office/drawing/2014/main" id="{4097AE5A-0269-E64E-87B6-A85731AE759F}"/>
                    </a:ext>
                  </a:extLst>
                </p:cNvPr>
                <p:cNvSpPr/>
                <p:nvPr/>
              </p:nvSpPr>
              <p:spPr>
                <a:xfrm>
                  <a:off x="2898700" y="36770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6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Google Shape;9397;p73">
                  <a:extLst>
                    <a:ext uri="{FF2B5EF4-FFF2-40B4-BE49-F238E27FC236}">
                      <a16:creationId xmlns:a16="http://schemas.microsoft.com/office/drawing/2014/main" id="{747A097A-BB34-9CA2-9C02-7C842C23FE37}"/>
                    </a:ext>
                  </a:extLst>
                </p:cNvPr>
                <p:cNvSpPr/>
                <p:nvPr/>
              </p:nvSpPr>
              <p:spPr>
                <a:xfrm>
                  <a:off x="2883750" y="37297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1323" y="1"/>
                      </a:moveTo>
                      <a:cubicBezTo>
                        <a:pt x="693" y="1"/>
                        <a:pt x="189" y="379"/>
                        <a:pt x="0" y="977"/>
                      </a:cubicBezTo>
                      <a:cubicBezTo>
                        <a:pt x="378" y="1198"/>
                        <a:pt x="819" y="1355"/>
                        <a:pt x="1323" y="1355"/>
                      </a:cubicBezTo>
                      <a:cubicBezTo>
                        <a:pt x="1796" y="1355"/>
                        <a:pt x="2269" y="1198"/>
                        <a:pt x="2678" y="977"/>
                      </a:cubicBezTo>
                      <a:cubicBezTo>
                        <a:pt x="2489" y="410"/>
                        <a:pt x="1922" y="1"/>
                        <a:pt x="13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Google Shape;9398;p73">
                  <a:extLst>
                    <a:ext uri="{FF2B5EF4-FFF2-40B4-BE49-F238E27FC236}">
                      <a16:creationId xmlns:a16="http://schemas.microsoft.com/office/drawing/2014/main" id="{B4586308-7BDC-0362-8CED-324CCF5308DB}"/>
                    </a:ext>
                  </a:extLst>
                </p:cNvPr>
                <p:cNvSpPr/>
                <p:nvPr/>
              </p:nvSpPr>
              <p:spPr>
                <a:xfrm>
                  <a:off x="2855375" y="3643150"/>
                  <a:ext cx="122125" cy="9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3939" extrusionOk="0">
                      <a:moveTo>
                        <a:pt x="2458" y="0"/>
                      </a:moveTo>
                      <a:cubicBezTo>
                        <a:pt x="1198" y="0"/>
                        <a:pt x="222" y="977"/>
                        <a:pt x="64" y="2079"/>
                      </a:cubicBezTo>
                      <a:cubicBezTo>
                        <a:pt x="1" y="2741"/>
                        <a:pt x="159" y="3371"/>
                        <a:pt x="600" y="3938"/>
                      </a:cubicBezTo>
                      <a:cubicBezTo>
                        <a:pt x="820" y="3529"/>
                        <a:pt x="1135" y="3214"/>
                        <a:pt x="1482" y="3025"/>
                      </a:cubicBezTo>
                      <a:cubicBezTo>
                        <a:pt x="1230" y="2772"/>
                        <a:pt x="1072" y="2426"/>
                        <a:pt x="1072" y="2079"/>
                      </a:cubicBezTo>
                      <a:cubicBezTo>
                        <a:pt x="1072" y="1323"/>
                        <a:pt x="1734" y="693"/>
                        <a:pt x="2458" y="693"/>
                      </a:cubicBezTo>
                      <a:cubicBezTo>
                        <a:pt x="3214" y="693"/>
                        <a:pt x="3845" y="1323"/>
                        <a:pt x="3845" y="2079"/>
                      </a:cubicBezTo>
                      <a:cubicBezTo>
                        <a:pt x="3845" y="2426"/>
                        <a:pt x="3687" y="2772"/>
                        <a:pt x="3435" y="3025"/>
                      </a:cubicBezTo>
                      <a:cubicBezTo>
                        <a:pt x="3845" y="3214"/>
                        <a:pt x="4128" y="3529"/>
                        <a:pt x="4317" y="3938"/>
                      </a:cubicBezTo>
                      <a:cubicBezTo>
                        <a:pt x="4695" y="3466"/>
                        <a:pt x="4853" y="2930"/>
                        <a:pt x="4853" y="2394"/>
                      </a:cubicBezTo>
                      <a:cubicBezTo>
                        <a:pt x="4884" y="1103"/>
                        <a:pt x="3813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Google Shape;9399;p73">
                  <a:extLst>
                    <a:ext uri="{FF2B5EF4-FFF2-40B4-BE49-F238E27FC236}">
                      <a16:creationId xmlns:a16="http://schemas.microsoft.com/office/drawing/2014/main" id="{FC213013-BDCA-1AAE-5DB8-0CBA6B8A5736}"/>
                    </a:ext>
                  </a:extLst>
                </p:cNvPr>
                <p:cNvSpPr/>
                <p:nvPr/>
              </p:nvSpPr>
              <p:spPr>
                <a:xfrm>
                  <a:off x="2801050" y="3591800"/>
                  <a:ext cx="229225" cy="25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10340" extrusionOk="0">
                      <a:moveTo>
                        <a:pt x="4679" y="1327"/>
                      </a:moveTo>
                      <a:cubicBezTo>
                        <a:pt x="6369" y="1327"/>
                        <a:pt x="7750" y="2741"/>
                        <a:pt x="7750" y="4448"/>
                      </a:cubicBezTo>
                      <a:cubicBezTo>
                        <a:pt x="7750" y="6244"/>
                        <a:pt x="6301" y="7599"/>
                        <a:pt x="4631" y="7599"/>
                      </a:cubicBezTo>
                      <a:cubicBezTo>
                        <a:pt x="2836" y="7599"/>
                        <a:pt x="1292" y="5961"/>
                        <a:pt x="1575" y="4039"/>
                      </a:cubicBezTo>
                      <a:cubicBezTo>
                        <a:pt x="1764" y="2716"/>
                        <a:pt x="2867" y="1550"/>
                        <a:pt x="4222" y="1361"/>
                      </a:cubicBezTo>
                      <a:cubicBezTo>
                        <a:pt x="4376" y="1338"/>
                        <a:pt x="4529" y="1327"/>
                        <a:pt x="4679" y="1327"/>
                      </a:cubicBezTo>
                      <a:close/>
                      <a:moveTo>
                        <a:pt x="4597" y="0"/>
                      </a:moveTo>
                      <a:cubicBezTo>
                        <a:pt x="4401" y="0"/>
                        <a:pt x="4202" y="13"/>
                        <a:pt x="4001" y="38"/>
                      </a:cubicBezTo>
                      <a:cubicBezTo>
                        <a:pt x="1985" y="290"/>
                        <a:pt x="378" y="1928"/>
                        <a:pt x="158" y="3913"/>
                      </a:cubicBezTo>
                      <a:cubicBezTo>
                        <a:pt x="0" y="5110"/>
                        <a:pt x="315" y="6244"/>
                        <a:pt x="1008" y="7189"/>
                      </a:cubicBezTo>
                      <a:cubicBezTo>
                        <a:pt x="1197" y="7473"/>
                        <a:pt x="1449" y="7756"/>
                        <a:pt x="1670" y="7945"/>
                      </a:cubicBezTo>
                      <a:lnTo>
                        <a:pt x="4411" y="10277"/>
                      </a:lnTo>
                      <a:cubicBezTo>
                        <a:pt x="4474" y="10308"/>
                        <a:pt x="4568" y="10340"/>
                        <a:pt x="4631" y="10340"/>
                      </a:cubicBezTo>
                      <a:cubicBezTo>
                        <a:pt x="4726" y="10340"/>
                        <a:pt x="4789" y="10308"/>
                        <a:pt x="4883" y="10277"/>
                      </a:cubicBezTo>
                      <a:lnTo>
                        <a:pt x="7593" y="7945"/>
                      </a:lnTo>
                      <a:cubicBezTo>
                        <a:pt x="7845" y="7756"/>
                        <a:pt x="8065" y="7473"/>
                        <a:pt x="8254" y="7189"/>
                      </a:cubicBezTo>
                      <a:cubicBezTo>
                        <a:pt x="8853" y="6402"/>
                        <a:pt x="9168" y="5457"/>
                        <a:pt x="9168" y="4480"/>
                      </a:cubicBezTo>
                      <a:cubicBezTo>
                        <a:pt x="9139" y="1996"/>
                        <a:pt x="7104" y="0"/>
                        <a:pt x="45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Google Shape;9400;p73">
                  <a:extLst>
                    <a:ext uri="{FF2B5EF4-FFF2-40B4-BE49-F238E27FC236}">
                      <a16:creationId xmlns:a16="http://schemas.microsoft.com/office/drawing/2014/main" id="{D5F784CF-D28B-66FC-E3B1-C7DCF6867DFE}"/>
                    </a:ext>
                  </a:extLst>
                </p:cNvPr>
                <p:cNvSpPr/>
                <p:nvPr/>
              </p:nvSpPr>
              <p:spPr>
                <a:xfrm>
                  <a:off x="2786075" y="3800675"/>
                  <a:ext cx="260725" cy="8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3441" extrusionOk="0">
                      <a:moveTo>
                        <a:pt x="1702" y="0"/>
                      </a:moveTo>
                      <a:cubicBezTo>
                        <a:pt x="1576" y="0"/>
                        <a:pt x="1513" y="63"/>
                        <a:pt x="1418" y="189"/>
                      </a:cubicBezTo>
                      <a:lnTo>
                        <a:pt x="32" y="2930"/>
                      </a:lnTo>
                      <a:cubicBezTo>
                        <a:pt x="1" y="3056"/>
                        <a:pt x="1" y="3213"/>
                        <a:pt x="32" y="3308"/>
                      </a:cubicBezTo>
                      <a:cubicBezTo>
                        <a:pt x="95" y="3371"/>
                        <a:pt x="190" y="3434"/>
                        <a:pt x="316" y="3434"/>
                      </a:cubicBezTo>
                      <a:lnTo>
                        <a:pt x="10019" y="3434"/>
                      </a:lnTo>
                      <a:cubicBezTo>
                        <a:pt x="10045" y="3438"/>
                        <a:pt x="10070" y="3440"/>
                        <a:pt x="10093" y="3440"/>
                      </a:cubicBezTo>
                      <a:cubicBezTo>
                        <a:pt x="10241" y="3440"/>
                        <a:pt x="10338" y="3362"/>
                        <a:pt x="10366" y="3308"/>
                      </a:cubicBezTo>
                      <a:cubicBezTo>
                        <a:pt x="10429" y="3182"/>
                        <a:pt x="10429" y="3056"/>
                        <a:pt x="10366" y="2930"/>
                      </a:cubicBezTo>
                      <a:lnTo>
                        <a:pt x="8979" y="189"/>
                      </a:lnTo>
                      <a:cubicBezTo>
                        <a:pt x="8948" y="63"/>
                        <a:pt x="8822" y="32"/>
                        <a:pt x="8696" y="0"/>
                      </a:cubicBezTo>
                      <a:lnTo>
                        <a:pt x="8601" y="95"/>
                      </a:lnTo>
                      <a:lnTo>
                        <a:pt x="5860" y="2426"/>
                      </a:lnTo>
                      <a:cubicBezTo>
                        <a:pt x="5671" y="2583"/>
                        <a:pt x="5451" y="2678"/>
                        <a:pt x="5199" y="2678"/>
                      </a:cubicBezTo>
                      <a:cubicBezTo>
                        <a:pt x="4978" y="2678"/>
                        <a:pt x="4726" y="2583"/>
                        <a:pt x="4537" y="2426"/>
                      </a:cubicBezTo>
                      <a:lnTo>
                        <a:pt x="1828" y="95"/>
                      </a:lnTo>
                      <a:lnTo>
                        <a:pt x="17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0" name="Google Shape;9401;p73">
                <a:extLst>
                  <a:ext uri="{FF2B5EF4-FFF2-40B4-BE49-F238E27FC236}">
                    <a16:creationId xmlns:a16="http://schemas.microsoft.com/office/drawing/2014/main" id="{FE161C48-0068-9DB8-ABCB-706112FD1246}"/>
                  </a:ext>
                </a:extLst>
              </p:cNvPr>
              <p:cNvGrpSpPr/>
              <p:nvPr/>
            </p:nvGrpSpPr>
            <p:grpSpPr>
              <a:xfrm>
                <a:off x="4659158" y="4984646"/>
                <a:ext cx="324868" cy="500612"/>
                <a:chOff x="2819150" y="3955025"/>
                <a:chExt cx="192200" cy="296175"/>
              </a:xfrm>
              <a:grpFill/>
            </p:grpSpPr>
            <p:sp>
              <p:nvSpPr>
                <p:cNvPr id="228" name="Google Shape;9402;p73">
                  <a:extLst>
                    <a:ext uri="{FF2B5EF4-FFF2-40B4-BE49-F238E27FC236}">
                      <a16:creationId xmlns:a16="http://schemas.microsoft.com/office/drawing/2014/main" id="{888E5DBC-9F76-567E-410B-BB43CC9AA760}"/>
                    </a:ext>
                  </a:extLst>
                </p:cNvPr>
                <p:cNvSpPr/>
                <p:nvPr/>
              </p:nvSpPr>
              <p:spPr>
                <a:xfrm>
                  <a:off x="2856175" y="40070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1324" y="0"/>
                      </a:moveTo>
                      <a:cubicBezTo>
                        <a:pt x="631" y="0"/>
                        <a:pt x="127" y="725"/>
                        <a:pt x="347" y="1386"/>
                      </a:cubicBezTo>
                      <a:lnTo>
                        <a:pt x="599" y="2080"/>
                      </a:lnTo>
                      <a:lnTo>
                        <a:pt x="379" y="2080"/>
                      </a:lnTo>
                      <a:cubicBezTo>
                        <a:pt x="158" y="2080"/>
                        <a:pt x="0" y="2237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4506" y="2804"/>
                      </a:lnTo>
                      <a:cubicBezTo>
                        <a:pt x="4726" y="2804"/>
                        <a:pt x="4884" y="2647"/>
                        <a:pt x="4884" y="2458"/>
                      </a:cubicBezTo>
                      <a:cubicBezTo>
                        <a:pt x="4884" y="2237"/>
                        <a:pt x="4726" y="2080"/>
                        <a:pt x="4506" y="2080"/>
                      </a:cubicBezTo>
                      <a:lnTo>
                        <a:pt x="4317" y="2080"/>
                      </a:lnTo>
                      <a:lnTo>
                        <a:pt x="4569" y="1386"/>
                      </a:lnTo>
                      <a:cubicBezTo>
                        <a:pt x="4789" y="725"/>
                        <a:pt x="4285" y="0"/>
                        <a:pt x="35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Google Shape;9403;p73">
                  <a:extLst>
                    <a:ext uri="{FF2B5EF4-FFF2-40B4-BE49-F238E27FC236}">
                      <a16:creationId xmlns:a16="http://schemas.microsoft.com/office/drawing/2014/main" id="{8D6AFF8F-21FC-A8C0-5A13-9B6FE0358486}"/>
                    </a:ext>
                  </a:extLst>
                </p:cNvPr>
                <p:cNvSpPr/>
                <p:nvPr/>
              </p:nvSpPr>
              <p:spPr>
                <a:xfrm>
                  <a:off x="2819150" y="4180300"/>
                  <a:ext cx="192200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2836" extrusionOk="0">
                      <a:moveTo>
                        <a:pt x="1418" y="0"/>
                      </a:moveTo>
                      <a:cubicBezTo>
                        <a:pt x="1040" y="0"/>
                        <a:pt x="725" y="315"/>
                        <a:pt x="725" y="725"/>
                      </a:cubicBezTo>
                      <a:lnTo>
                        <a:pt x="725" y="1418"/>
                      </a:lnTo>
                      <a:cubicBezTo>
                        <a:pt x="316" y="1418"/>
                        <a:pt x="1" y="1733"/>
                        <a:pt x="1" y="2143"/>
                      </a:cubicBezTo>
                      <a:lnTo>
                        <a:pt x="1" y="2489"/>
                      </a:lnTo>
                      <a:cubicBezTo>
                        <a:pt x="1" y="2678"/>
                        <a:pt x="158" y="2836"/>
                        <a:pt x="379" y="2836"/>
                      </a:cubicBezTo>
                      <a:lnTo>
                        <a:pt x="7310" y="2836"/>
                      </a:lnTo>
                      <a:cubicBezTo>
                        <a:pt x="7530" y="2804"/>
                        <a:pt x="7688" y="2678"/>
                        <a:pt x="7688" y="2489"/>
                      </a:cubicBezTo>
                      <a:lnTo>
                        <a:pt x="7688" y="2143"/>
                      </a:lnTo>
                      <a:cubicBezTo>
                        <a:pt x="7688" y="1733"/>
                        <a:pt x="7373" y="1418"/>
                        <a:pt x="6995" y="1418"/>
                      </a:cubicBezTo>
                      <a:lnTo>
                        <a:pt x="6995" y="725"/>
                      </a:lnTo>
                      <a:cubicBezTo>
                        <a:pt x="6995" y="315"/>
                        <a:pt x="6680" y="0"/>
                        <a:pt x="62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Google Shape;9404;p73">
                  <a:extLst>
                    <a:ext uri="{FF2B5EF4-FFF2-40B4-BE49-F238E27FC236}">
                      <a16:creationId xmlns:a16="http://schemas.microsoft.com/office/drawing/2014/main" id="{A8184447-491C-F427-C7A9-50A5131EA68C}"/>
                    </a:ext>
                  </a:extLst>
                </p:cNvPr>
                <p:cNvSpPr/>
                <p:nvPr/>
              </p:nvSpPr>
              <p:spPr>
                <a:xfrm>
                  <a:off x="2882950" y="3955025"/>
                  <a:ext cx="685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1419" extrusionOk="0">
                      <a:moveTo>
                        <a:pt x="1355" y="1"/>
                      </a:moveTo>
                      <a:cubicBezTo>
                        <a:pt x="1166" y="1"/>
                        <a:pt x="1009" y="158"/>
                        <a:pt x="1009" y="348"/>
                      </a:cubicBezTo>
                      <a:lnTo>
                        <a:pt x="1009" y="726"/>
                      </a:lnTo>
                      <a:cubicBezTo>
                        <a:pt x="568" y="820"/>
                        <a:pt x="221" y="1072"/>
                        <a:pt x="1" y="1419"/>
                      </a:cubicBezTo>
                      <a:lnTo>
                        <a:pt x="2742" y="1419"/>
                      </a:lnTo>
                      <a:cubicBezTo>
                        <a:pt x="2521" y="1104"/>
                        <a:pt x="2111" y="852"/>
                        <a:pt x="1733" y="726"/>
                      </a:cubicBezTo>
                      <a:lnTo>
                        <a:pt x="1733" y="348"/>
                      </a:lnTo>
                      <a:cubicBezTo>
                        <a:pt x="1670" y="158"/>
                        <a:pt x="1513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Google Shape;9405;p73">
                  <a:extLst>
                    <a:ext uri="{FF2B5EF4-FFF2-40B4-BE49-F238E27FC236}">
                      <a16:creationId xmlns:a16="http://schemas.microsoft.com/office/drawing/2014/main" id="{A3FB04BB-C7B7-B874-ADCF-6C1A5B4BBC23}"/>
                    </a:ext>
                  </a:extLst>
                </p:cNvPr>
                <p:cNvSpPr/>
                <p:nvPr/>
              </p:nvSpPr>
              <p:spPr>
                <a:xfrm>
                  <a:off x="2856975" y="4093650"/>
                  <a:ext cx="11895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8" h="2805" extrusionOk="0">
                      <a:moveTo>
                        <a:pt x="473" y="1"/>
                      </a:moveTo>
                      <a:lnTo>
                        <a:pt x="0" y="2805"/>
                      </a:lnTo>
                      <a:lnTo>
                        <a:pt x="4757" y="2805"/>
                      </a:lnTo>
                      <a:lnTo>
                        <a:pt x="428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oogle Shape;9406;p73">
                <a:extLst>
                  <a:ext uri="{FF2B5EF4-FFF2-40B4-BE49-F238E27FC236}">
                    <a16:creationId xmlns:a16="http://schemas.microsoft.com/office/drawing/2014/main" id="{25C4AF17-7A9D-F2D2-2D2D-53D21DCBFAF6}"/>
                  </a:ext>
                </a:extLst>
              </p:cNvPr>
              <p:cNvGrpSpPr/>
              <p:nvPr/>
            </p:nvGrpSpPr>
            <p:grpSpPr>
              <a:xfrm>
                <a:off x="7743692" y="3749212"/>
                <a:ext cx="499261" cy="497951"/>
                <a:chOff x="4629125" y="3235150"/>
                <a:chExt cx="295375" cy="294600"/>
              </a:xfrm>
              <a:grpFill/>
            </p:grpSpPr>
            <p:sp>
              <p:nvSpPr>
                <p:cNvPr id="223" name="Google Shape;9407;p73">
                  <a:extLst>
                    <a:ext uri="{FF2B5EF4-FFF2-40B4-BE49-F238E27FC236}">
                      <a16:creationId xmlns:a16="http://schemas.microsoft.com/office/drawing/2014/main" id="{3E653E84-DA77-4CB0-B325-2D1BFD3BA804}"/>
                    </a:ext>
                  </a:extLst>
                </p:cNvPr>
                <p:cNvSpPr/>
                <p:nvPr/>
              </p:nvSpPr>
              <p:spPr>
                <a:xfrm>
                  <a:off x="4696850" y="33911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64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Google Shape;9408;p73">
                  <a:extLst>
                    <a:ext uri="{FF2B5EF4-FFF2-40B4-BE49-F238E27FC236}">
                      <a16:creationId xmlns:a16="http://schemas.microsoft.com/office/drawing/2014/main" id="{210C1B02-15FE-1A86-CAB8-BA2EDFDD59BA}"/>
                    </a:ext>
                  </a:extLst>
                </p:cNvPr>
                <p:cNvSpPr/>
                <p:nvPr/>
              </p:nvSpPr>
              <p:spPr>
                <a:xfrm>
                  <a:off x="4680300" y="3443875"/>
                  <a:ext cx="69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773" y="1387"/>
                      </a:lnTo>
                      <a:cubicBezTo>
                        <a:pt x="2773" y="630"/>
                        <a:pt x="2175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Google Shape;9409;p73">
                  <a:extLst>
                    <a:ext uri="{FF2B5EF4-FFF2-40B4-BE49-F238E27FC236}">
                      <a16:creationId xmlns:a16="http://schemas.microsoft.com/office/drawing/2014/main" id="{E573CEDB-14DD-0FC3-9E3A-2B8DA9858F5E}"/>
                    </a:ext>
                  </a:extLst>
                </p:cNvPr>
                <p:cNvSpPr/>
                <p:nvPr/>
              </p:nvSpPr>
              <p:spPr>
                <a:xfrm>
                  <a:off x="4629125" y="3339900"/>
                  <a:ext cx="295375" cy="18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7594" extrusionOk="0">
                      <a:moveTo>
                        <a:pt x="10050" y="2080"/>
                      </a:moveTo>
                      <a:cubicBezTo>
                        <a:pt x="10239" y="2080"/>
                        <a:pt x="10397" y="2238"/>
                        <a:pt x="10397" y="2427"/>
                      </a:cubicBezTo>
                      <a:cubicBezTo>
                        <a:pt x="10397" y="2616"/>
                        <a:pt x="10239" y="2773"/>
                        <a:pt x="10050" y="2773"/>
                      </a:cubicBezTo>
                      <a:lnTo>
                        <a:pt x="6553" y="2773"/>
                      </a:lnTo>
                      <a:cubicBezTo>
                        <a:pt x="6333" y="2773"/>
                        <a:pt x="6175" y="2616"/>
                        <a:pt x="6175" y="2427"/>
                      </a:cubicBezTo>
                      <a:cubicBezTo>
                        <a:pt x="6175" y="2238"/>
                        <a:pt x="6333" y="2080"/>
                        <a:pt x="6553" y="2080"/>
                      </a:cubicBezTo>
                      <a:close/>
                      <a:moveTo>
                        <a:pt x="10050" y="3466"/>
                      </a:moveTo>
                      <a:cubicBezTo>
                        <a:pt x="10239" y="3466"/>
                        <a:pt x="10397" y="3624"/>
                        <a:pt x="10397" y="3813"/>
                      </a:cubicBezTo>
                      <a:cubicBezTo>
                        <a:pt x="10397" y="4002"/>
                        <a:pt x="10239" y="4159"/>
                        <a:pt x="10050" y="4159"/>
                      </a:cubicBezTo>
                      <a:lnTo>
                        <a:pt x="6553" y="4159"/>
                      </a:lnTo>
                      <a:cubicBezTo>
                        <a:pt x="6333" y="4159"/>
                        <a:pt x="6175" y="4002"/>
                        <a:pt x="6175" y="3813"/>
                      </a:cubicBezTo>
                      <a:cubicBezTo>
                        <a:pt x="6175" y="3624"/>
                        <a:pt x="6333" y="3466"/>
                        <a:pt x="6553" y="3466"/>
                      </a:cubicBezTo>
                      <a:close/>
                      <a:moveTo>
                        <a:pt x="10050" y="4821"/>
                      </a:moveTo>
                      <a:cubicBezTo>
                        <a:pt x="10239" y="4821"/>
                        <a:pt x="10397" y="4978"/>
                        <a:pt x="10397" y="5199"/>
                      </a:cubicBezTo>
                      <a:cubicBezTo>
                        <a:pt x="10397" y="5388"/>
                        <a:pt x="10239" y="5546"/>
                        <a:pt x="10050" y="5546"/>
                      </a:cubicBezTo>
                      <a:lnTo>
                        <a:pt x="6553" y="5546"/>
                      </a:lnTo>
                      <a:cubicBezTo>
                        <a:pt x="6333" y="5546"/>
                        <a:pt x="6175" y="5388"/>
                        <a:pt x="6175" y="5199"/>
                      </a:cubicBezTo>
                      <a:cubicBezTo>
                        <a:pt x="6175" y="4978"/>
                        <a:pt x="6333" y="4821"/>
                        <a:pt x="6553" y="4821"/>
                      </a:cubicBezTo>
                      <a:close/>
                      <a:moveTo>
                        <a:pt x="3403" y="1418"/>
                      </a:moveTo>
                      <a:cubicBezTo>
                        <a:pt x="4127" y="1418"/>
                        <a:pt x="4757" y="2049"/>
                        <a:pt x="4757" y="2773"/>
                      </a:cubicBezTo>
                      <a:cubicBezTo>
                        <a:pt x="4757" y="3151"/>
                        <a:pt x="4600" y="3498"/>
                        <a:pt x="4379" y="3718"/>
                      </a:cubicBezTo>
                      <a:cubicBezTo>
                        <a:pt x="5009" y="4065"/>
                        <a:pt x="5451" y="4758"/>
                        <a:pt x="5451" y="5546"/>
                      </a:cubicBezTo>
                      <a:lnTo>
                        <a:pt x="5451" y="5892"/>
                      </a:lnTo>
                      <a:lnTo>
                        <a:pt x="5514" y="5892"/>
                      </a:lnTo>
                      <a:cubicBezTo>
                        <a:pt x="5514" y="6081"/>
                        <a:pt x="5356" y="6239"/>
                        <a:pt x="5167" y="6239"/>
                      </a:cubicBezTo>
                      <a:lnTo>
                        <a:pt x="1701" y="6239"/>
                      </a:lnTo>
                      <a:cubicBezTo>
                        <a:pt x="1512" y="6239"/>
                        <a:pt x="1355" y="6081"/>
                        <a:pt x="1355" y="5892"/>
                      </a:cubicBezTo>
                      <a:lnTo>
                        <a:pt x="1355" y="5546"/>
                      </a:lnTo>
                      <a:cubicBezTo>
                        <a:pt x="1355" y="4758"/>
                        <a:pt x="1764" y="4096"/>
                        <a:pt x="2395" y="3718"/>
                      </a:cubicBezTo>
                      <a:cubicBezTo>
                        <a:pt x="2174" y="3498"/>
                        <a:pt x="2016" y="3151"/>
                        <a:pt x="2016" y="2773"/>
                      </a:cubicBezTo>
                      <a:cubicBezTo>
                        <a:pt x="2016" y="2049"/>
                        <a:pt x="2647" y="1418"/>
                        <a:pt x="3403" y="1418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6554"/>
                      </a:lnTo>
                      <a:cubicBezTo>
                        <a:pt x="0" y="7152"/>
                        <a:pt x="473" y="7593"/>
                        <a:pt x="1040" y="7593"/>
                      </a:cubicBezTo>
                      <a:lnTo>
                        <a:pt x="10806" y="7593"/>
                      </a:lnTo>
                      <a:cubicBezTo>
                        <a:pt x="11373" y="7593"/>
                        <a:pt x="11815" y="7121"/>
                        <a:pt x="11815" y="6554"/>
                      </a:cubicBezTo>
                      <a:lnTo>
                        <a:pt x="11815" y="1009"/>
                      </a:lnTo>
                      <a:cubicBezTo>
                        <a:pt x="11783" y="473"/>
                        <a:pt x="11310" y="1"/>
                        <a:pt x="10743" y="1"/>
                      </a:cubicBezTo>
                      <a:lnTo>
                        <a:pt x="7593" y="1"/>
                      </a:lnTo>
                      <a:lnTo>
                        <a:pt x="7593" y="347"/>
                      </a:lnTo>
                      <a:cubicBezTo>
                        <a:pt x="7593" y="946"/>
                        <a:pt x="7120" y="1355"/>
                        <a:pt x="6585" y="1355"/>
                      </a:cubicBezTo>
                      <a:lnTo>
                        <a:pt x="5198" y="1355"/>
                      </a:lnTo>
                      <a:cubicBezTo>
                        <a:pt x="4600" y="1355"/>
                        <a:pt x="4190" y="883"/>
                        <a:pt x="4190" y="347"/>
                      </a:cubicBezTo>
                      <a:lnTo>
                        <a:pt x="419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Google Shape;9410;p73">
                  <a:extLst>
                    <a:ext uri="{FF2B5EF4-FFF2-40B4-BE49-F238E27FC236}">
                      <a16:creationId xmlns:a16="http://schemas.microsoft.com/office/drawing/2014/main" id="{C589BA07-A263-A815-6037-38CC05B5614F}"/>
                    </a:ext>
                  </a:extLst>
                </p:cNvPr>
                <p:cNvSpPr/>
                <p:nvPr/>
              </p:nvSpPr>
              <p:spPr>
                <a:xfrm>
                  <a:off x="4714975" y="32871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4"/>
                        <a:pt x="315" y="1419"/>
                        <a:pt x="693" y="1419"/>
                      </a:cubicBezTo>
                      <a:lnTo>
                        <a:pt x="1418" y="1419"/>
                      </a:lnTo>
                      <a:lnTo>
                        <a:pt x="1418" y="2458"/>
                      </a:lnTo>
                      <a:cubicBezTo>
                        <a:pt x="1386" y="2647"/>
                        <a:pt x="1544" y="2805"/>
                        <a:pt x="1733" y="2805"/>
                      </a:cubicBezTo>
                      <a:lnTo>
                        <a:pt x="3119" y="2805"/>
                      </a:lnTo>
                      <a:cubicBezTo>
                        <a:pt x="3308" y="2805"/>
                        <a:pt x="3466" y="2647"/>
                        <a:pt x="3466" y="2458"/>
                      </a:cubicBezTo>
                      <a:lnTo>
                        <a:pt x="3466" y="1419"/>
                      </a:lnTo>
                      <a:lnTo>
                        <a:pt x="4159" y="1419"/>
                      </a:lnTo>
                      <a:cubicBezTo>
                        <a:pt x="4568" y="1419"/>
                        <a:pt x="4883" y="1104"/>
                        <a:pt x="4883" y="725"/>
                      </a:cubicBezTo>
                      <a:cubicBezTo>
                        <a:pt x="4883" y="316"/>
                        <a:pt x="4568" y="1"/>
                        <a:pt x="4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Google Shape;9411;p73">
                  <a:extLst>
                    <a:ext uri="{FF2B5EF4-FFF2-40B4-BE49-F238E27FC236}">
                      <a16:creationId xmlns:a16="http://schemas.microsoft.com/office/drawing/2014/main" id="{2A9C2982-7E7F-1845-C395-90148FFB2B51}"/>
                    </a:ext>
                  </a:extLst>
                </p:cNvPr>
                <p:cNvSpPr/>
                <p:nvPr/>
              </p:nvSpPr>
              <p:spPr>
                <a:xfrm>
                  <a:off x="4732300" y="3235150"/>
                  <a:ext cx="866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419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lnTo>
                        <a:pt x="3466" y="1418"/>
                      </a:lnTo>
                      <a:lnTo>
                        <a:pt x="3466" y="347"/>
                      </a:lnTo>
                      <a:cubicBezTo>
                        <a:pt x="3466" y="158"/>
                        <a:pt x="3308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oogle Shape;9412;p73">
                <a:extLst>
                  <a:ext uri="{FF2B5EF4-FFF2-40B4-BE49-F238E27FC236}">
                    <a16:creationId xmlns:a16="http://schemas.microsoft.com/office/drawing/2014/main" id="{548AC130-9007-ED27-1886-D84A81370BFA}"/>
                  </a:ext>
                </a:extLst>
              </p:cNvPr>
              <p:cNvGrpSpPr/>
              <p:nvPr/>
            </p:nvGrpSpPr>
            <p:grpSpPr>
              <a:xfrm>
                <a:off x="7743671" y="4378602"/>
                <a:ext cx="499303" cy="499261"/>
                <a:chOff x="4628325" y="3599825"/>
                <a:chExt cx="295400" cy="295375"/>
              </a:xfrm>
              <a:grpFill/>
            </p:grpSpPr>
            <p:sp>
              <p:nvSpPr>
                <p:cNvPr id="211" name="Google Shape;9413;p73">
                  <a:extLst>
                    <a:ext uri="{FF2B5EF4-FFF2-40B4-BE49-F238E27FC236}">
                      <a16:creationId xmlns:a16="http://schemas.microsoft.com/office/drawing/2014/main" id="{D11FD669-813A-242B-8DB9-7ADD2D94F0B7}"/>
                    </a:ext>
                  </a:extLst>
                </p:cNvPr>
                <p:cNvSpPr/>
                <p:nvPr/>
              </p:nvSpPr>
              <p:spPr>
                <a:xfrm>
                  <a:off x="4679525" y="3686450"/>
                  <a:ext cx="173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694" y="3466"/>
                      </a:lnTo>
                      <a:lnTo>
                        <a:pt x="6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Google Shape;9414;p73">
                  <a:extLst>
                    <a:ext uri="{FF2B5EF4-FFF2-40B4-BE49-F238E27FC236}">
                      <a16:creationId xmlns:a16="http://schemas.microsoft.com/office/drawing/2014/main" id="{7830D744-828B-F51B-E3AB-5F458EC724EC}"/>
                    </a:ext>
                  </a:extLst>
                </p:cNvPr>
                <p:cNvSpPr/>
                <p:nvPr/>
              </p:nvSpPr>
              <p:spPr>
                <a:xfrm>
                  <a:off x="4854375" y="3686450"/>
                  <a:ext cx="181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467" extrusionOk="0">
                      <a:moveTo>
                        <a:pt x="1" y="1"/>
                      </a:moveTo>
                      <a:lnTo>
                        <a:pt x="1" y="3466"/>
                      </a:lnTo>
                      <a:lnTo>
                        <a:pt x="725" y="3466"/>
                      </a:lnTo>
                      <a:lnTo>
                        <a:pt x="72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Google Shape;9415;p73">
                  <a:extLst>
                    <a:ext uri="{FF2B5EF4-FFF2-40B4-BE49-F238E27FC236}">
                      <a16:creationId xmlns:a16="http://schemas.microsoft.com/office/drawing/2014/main" id="{5C84163F-ACB7-9EC2-C66F-CF8BE7197EA9}"/>
                    </a:ext>
                  </a:extLst>
                </p:cNvPr>
                <p:cNvSpPr/>
                <p:nvPr/>
              </p:nvSpPr>
              <p:spPr>
                <a:xfrm>
                  <a:off x="4679525" y="3790425"/>
                  <a:ext cx="173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694" y="4159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Google Shape;9416;p73">
                  <a:extLst>
                    <a:ext uri="{FF2B5EF4-FFF2-40B4-BE49-F238E27FC236}">
                      <a16:creationId xmlns:a16="http://schemas.microsoft.com/office/drawing/2014/main" id="{46028269-1F48-9072-C483-BE2175751DE5}"/>
                    </a:ext>
                  </a:extLst>
                </p:cNvPr>
                <p:cNvSpPr/>
                <p:nvPr/>
              </p:nvSpPr>
              <p:spPr>
                <a:xfrm>
                  <a:off x="4854375" y="3790425"/>
                  <a:ext cx="181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4160" extrusionOk="0">
                      <a:moveTo>
                        <a:pt x="1" y="0"/>
                      </a:moveTo>
                      <a:lnTo>
                        <a:pt x="1" y="4159"/>
                      </a:lnTo>
                      <a:lnTo>
                        <a:pt x="725" y="4159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Google Shape;9417;p73">
                  <a:extLst>
                    <a:ext uri="{FF2B5EF4-FFF2-40B4-BE49-F238E27FC236}">
                      <a16:creationId xmlns:a16="http://schemas.microsoft.com/office/drawing/2014/main" id="{2EAA3FAA-8839-6238-9326-DE674CFC47A9}"/>
                    </a:ext>
                  </a:extLst>
                </p:cNvPr>
                <p:cNvSpPr/>
                <p:nvPr/>
              </p:nvSpPr>
              <p:spPr>
                <a:xfrm>
                  <a:off x="4628325" y="3686450"/>
                  <a:ext cx="34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3467" extrusionOk="0">
                      <a:moveTo>
                        <a:pt x="1009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2049"/>
                      </a:lnTo>
                      <a:cubicBezTo>
                        <a:pt x="1" y="2427"/>
                        <a:pt x="158" y="2773"/>
                        <a:pt x="442" y="3025"/>
                      </a:cubicBezTo>
                      <a:cubicBezTo>
                        <a:pt x="662" y="3340"/>
                        <a:pt x="1009" y="3466"/>
                        <a:pt x="1387" y="3466"/>
                      </a:cubicBezTo>
                      <a:lnTo>
                        <a:pt x="138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Google Shape;9418;p73">
                  <a:extLst>
                    <a:ext uri="{FF2B5EF4-FFF2-40B4-BE49-F238E27FC236}">
                      <a16:creationId xmlns:a16="http://schemas.microsoft.com/office/drawing/2014/main" id="{2AF1414B-CFF0-7A21-7582-1BAB467D8606}"/>
                    </a:ext>
                  </a:extLst>
                </p:cNvPr>
                <p:cNvSpPr/>
                <p:nvPr/>
              </p:nvSpPr>
              <p:spPr>
                <a:xfrm>
                  <a:off x="4714975" y="3686450"/>
                  <a:ext cx="1221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4883" y="3466"/>
                      </a:lnTo>
                      <a:lnTo>
                        <a:pt x="488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Google Shape;9419;p73">
                  <a:extLst>
                    <a:ext uri="{FF2B5EF4-FFF2-40B4-BE49-F238E27FC236}">
                      <a16:creationId xmlns:a16="http://schemas.microsoft.com/office/drawing/2014/main" id="{E8F156D9-9F64-2AF3-C37E-410B04213855}"/>
                    </a:ext>
                  </a:extLst>
                </p:cNvPr>
                <p:cNvSpPr/>
                <p:nvPr/>
              </p:nvSpPr>
              <p:spPr>
                <a:xfrm>
                  <a:off x="4889025" y="3777825"/>
                  <a:ext cx="34700" cy="1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4695" extrusionOk="0">
                      <a:moveTo>
                        <a:pt x="1387" y="0"/>
                      </a:moveTo>
                      <a:cubicBezTo>
                        <a:pt x="977" y="315"/>
                        <a:pt x="505" y="504"/>
                        <a:pt x="1" y="504"/>
                      </a:cubicBezTo>
                      <a:lnTo>
                        <a:pt x="1" y="4695"/>
                      </a:lnTo>
                      <a:lnTo>
                        <a:pt x="347" y="4695"/>
                      </a:lnTo>
                      <a:cubicBezTo>
                        <a:pt x="946" y="4695"/>
                        <a:pt x="1387" y="4222"/>
                        <a:pt x="1387" y="3655"/>
                      </a:cubicBez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Google Shape;9420;p73">
                  <a:extLst>
                    <a:ext uri="{FF2B5EF4-FFF2-40B4-BE49-F238E27FC236}">
                      <a16:creationId xmlns:a16="http://schemas.microsoft.com/office/drawing/2014/main" id="{9C1BA8BF-F2D8-A88B-B285-AA693D9E454E}"/>
                    </a:ext>
                  </a:extLst>
                </p:cNvPr>
                <p:cNvSpPr/>
                <p:nvPr/>
              </p:nvSpPr>
              <p:spPr>
                <a:xfrm>
                  <a:off x="4628325" y="3777825"/>
                  <a:ext cx="3467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4664" extrusionOk="0">
                      <a:moveTo>
                        <a:pt x="1" y="0"/>
                      </a:moveTo>
                      <a:lnTo>
                        <a:pt x="1" y="3655"/>
                      </a:lnTo>
                      <a:cubicBezTo>
                        <a:pt x="1" y="4222"/>
                        <a:pt x="442" y="4663"/>
                        <a:pt x="1009" y="4663"/>
                      </a:cubicBezTo>
                      <a:lnTo>
                        <a:pt x="1387" y="4663"/>
                      </a:lnTo>
                      <a:lnTo>
                        <a:pt x="1387" y="504"/>
                      </a:lnTo>
                      <a:cubicBezTo>
                        <a:pt x="851" y="504"/>
                        <a:pt x="379" y="31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Google Shape;9421;p73">
                  <a:extLst>
                    <a:ext uri="{FF2B5EF4-FFF2-40B4-BE49-F238E27FC236}">
                      <a16:creationId xmlns:a16="http://schemas.microsoft.com/office/drawing/2014/main" id="{321C766C-3451-5275-6C68-1624F1CCB4F4}"/>
                    </a:ext>
                  </a:extLst>
                </p:cNvPr>
                <p:cNvSpPr/>
                <p:nvPr/>
              </p:nvSpPr>
              <p:spPr>
                <a:xfrm>
                  <a:off x="4766950" y="37904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1" y="0"/>
                      </a:moveTo>
                      <a:lnTo>
                        <a:pt x="1" y="347"/>
                      </a:ln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68" y="725"/>
                        <a:pt x="694" y="568"/>
                        <a:pt x="694" y="347"/>
                      </a:cubicBez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Google Shape;9422;p73">
                  <a:extLst>
                    <a:ext uri="{FF2B5EF4-FFF2-40B4-BE49-F238E27FC236}">
                      <a16:creationId xmlns:a16="http://schemas.microsoft.com/office/drawing/2014/main" id="{E2C0C2FB-8C70-D16A-F98E-B32B1FCF057E}"/>
                    </a:ext>
                  </a:extLst>
                </p:cNvPr>
                <p:cNvSpPr/>
                <p:nvPr/>
              </p:nvSpPr>
              <p:spPr>
                <a:xfrm>
                  <a:off x="4889025" y="3686450"/>
                  <a:ext cx="347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3467" extrusionOk="0">
                      <a:moveTo>
                        <a:pt x="1" y="1"/>
                      </a:moveTo>
                      <a:lnTo>
                        <a:pt x="1" y="3466"/>
                      </a:lnTo>
                      <a:cubicBezTo>
                        <a:pt x="347" y="3466"/>
                        <a:pt x="662" y="3340"/>
                        <a:pt x="946" y="3088"/>
                      </a:cubicBezTo>
                      <a:cubicBezTo>
                        <a:pt x="1229" y="2836"/>
                        <a:pt x="1387" y="2458"/>
                        <a:pt x="1387" y="2080"/>
                      </a:cubicBezTo>
                      <a:lnTo>
                        <a:pt x="1387" y="1040"/>
                      </a:lnTo>
                      <a:cubicBezTo>
                        <a:pt x="1387" y="442"/>
                        <a:pt x="91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Google Shape;9423;p73">
                  <a:extLst>
                    <a:ext uri="{FF2B5EF4-FFF2-40B4-BE49-F238E27FC236}">
                      <a16:creationId xmlns:a16="http://schemas.microsoft.com/office/drawing/2014/main" id="{5C43BF8F-8923-55C8-09CD-01500AED9889}"/>
                    </a:ext>
                  </a:extLst>
                </p:cNvPr>
                <p:cNvSpPr/>
                <p:nvPr/>
              </p:nvSpPr>
              <p:spPr>
                <a:xfrm>
                  <a:off x="4714975" y="3790425"/>
                  <a:ext cx="1221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4883" y="4159"/>
                      </a:lnTo>
                      <a:lnTo>
                        <a:pt x="4883" y="0"/>
                      </a:lnTo>
                      <a:lnTo>
                        <a:pt x="3466" y="0"/>
                      </a:lnTo>
                      <a:lnTo>
                        <a:pt x="3466" y="347"/>
                      </a:lnTo>
                      <a:cubicBezTo>
                        <a:pt x="3466" y="946"/>
                        <a:pt x="2993" y="1387"/>
                        <a:pt x="2426" y="1387"/>
                      </a:cubicBezTo>
                      <a:cubicBezTo>
                        <a:pt x="1827" y="1387"/>
                        <a:pt x="1418" y="914"/>
                        <a:pt x="1418" y="347"/>
                      </a:cubicBez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Google Shape;9424;p73">
                  <a:extLst>
                    <a:ext uri="{FF2B5EF4-FFF2-40B4-BE49-F238E27FC236}">
                      <a16:creationId xmlns:a16="http://schemas.microsoft.com/office/drawing/2014/main" id="{59B58ABF-09CC-FE13-A138-C39DC1BAD9A2}"/>
                    </a:ext>
                  </a:extLst>
                </p:cNvPr>
                <p:cNvSpPr/>
                <p:nvPr/>
              </p:nvSpPr>
              <p:spPr>
                <a:xfrm>
                  <a:off x="4714175" y="3599825"/>
                  <a:ext cx="12210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77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lnTo>
                        <a:pt x="1" y="2773"/>
                      </a:lnTo>
                      <a:lnTo>
                        <a:pt x="1355" y="2773"/>
                      </a:lnTo>
                      <a:lnTo>
                        <a:pt x="1355" y="2426"/>
                      </a:lnTo>
                      <a:cubicBezTo>
                        <a:pt x="1355" y="1828"/>
                        <a:pt x="1828" y="1418"/>
                        <a:pt x="2395" y="1418"/>
                      </a:cubicBezTo>
                      <a:cubicBezTo>
                        <a:pt x="2994" y="1418"/>
                        <a:pt x="3403" y="1891"/>
                        <a:pt x="3403" y="2426"/>
                      </a:cubicBezTo>
                      <a:lnTo>
                        <a:pt x="3403" y="2773"/>
                      </a:lnTo>
                      <a:lnTo>
                        <a:pt x="4884" y="2773"/>
                      </a:lnTo>
                      <a:lnTo>
                        <a:pt x="4884" y="2426"/>
                      </a:ln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oogle Shape;9425;p73">
                <a:extLst>
                  <a:ext uri="{FF2B5EF4-FFF2-40B4-BE49-F238E27FC236}">
                    <a16:creationId xmlns:a16="http://schemas.microsoft.com/office/drawing/2014/main" id="{320EE6D1-FB89-E06B-139E-E2F6A64ED6E2}"/>
                  </a:ext>
                </a:extLst>
              </p:cNvPr>
              <p:cNvGrpSpPr/>
              <p:nvPr/>
            </p:nvGrpSpPr>
            <p:grpSpPr>
              <a:xfrm>
                <a:off x="7773631" y="4984646"/>
                <a:ext cx="439383" cy="500612"/>
                <a:chOff x="4645650" y="3962900"/>
                <a:chExt cx="259950" cy="296175"/>
              </a:xfrm>
              <a:grpFill/>
            </p:grpSpPr>
            <p:sp>
              <p:nvSpPr>
                <p:cNvPr id="205" name="Google Shape;9426;p73">
                  <a:extLst>
                    <a:ext uri="{FF2B5EF4-FFF2-40B4-BE49-F238E27FC236}">
                      <a16:creationId xmlns:a16="http://schemas.microsoft.com/office/drawing/2014/main" id="{A2A99237-667B-EEB4-6159-61BC398BC40F}"/>
                    </a:ext>
                  </a:extLst>
                </p:cNvPr>
                <p:cNvSpPr/>
                <p:nvPr/>
              </p:nvSpPr>
              <p:spPr>
                <a:xfrm>
                  <a:off x="4853600" y="4155100"/>
                  <a:ext cx="52000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159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1733" y="4159"/>
                      </a:lnTo>
                      <a:cubicBezTo>
                        <a:pt x="1922" y="4159"/>
                        <a:pt x="2079" y="4001"/>
                        <a:pt x="2079" y="3812"/>
                      </a:cubicBezTo>
                      <a:lnTo>
                        <a:pt x="2079" y="1733"/>
                      </a:lnTo>
                      <a:cubicBezTo>
                        <a:pt x="2079" y="788"/>
                        <a:pt x="1292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Google Shape;9427;p73">
                  <a:extLst>
                    <a:ext uri="{FF2B5EF4-FFF2-40B4-BE49-F238E27FC236}">
                      <a16:creationId xmlns:a16="http://schemas.microsoft.com/office/drawing/2014/main" id="{B98C8072-4F70-541C-B5AC-84FA5EB9DE7A}"/>
                    </a:ext>
                  </a:extLst>
                </p:cNvPr>
                <p:cNvSpPr/>
                <p:nvPr/>
              </p:nvSpPr>
              <p:spPr>
                <a:xfrm>
                  <a:off x="4714975" y="4155100"/>
                  <a:ext cx="121300" cy="5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2025" extrusionOk="0">
                      <a:moveTo>
                        <a:pt x="0" y="0"/>
                      </a:moveTo>
                      <a:lnTo>
                        <a:pt x="0" y="1481"/>
                      </a:lnTo>
                      <a:cubicBezTo>
                        <a:pt x="772" y="1843"/>
                        <a:pt x="1599" y="2024"/>
                        <a:pt x="2426" y="2024"/>
                      </a:cubicBezTo>
                      <a:cubicBezTo>
                        <a:pt x="3253" y="2024"/>
                        <a:pt x="4080" y="1843"/>
                        <a:pt x="4852" y="1481"/>
                      </a:cubicBezTo>
                      <a:lnTo>
                        <a:pt x="4852" y="0"/>
                      </a:lnTo>
                      <a:lnTo>
                        <a:pt x="4789" y="0"/>
                      </a:lnTo>
                      <a:cubicBezTo>
                        <a:pt x="4348" y="410"/>
                        <a:pt x="3781" y="693"/>
                        <a:pt x="3119" y="693"/>
                      </a:cubicBezTo>
                      <a:lnTo>
                        <a:pt x="1733" y="693"/>
                      </a:lnTo>
                      <a:cubicBezTo>
                        <a:pt x="1071" y="693"/>
                        <a:pt x="473" y="410"/>
                        <a:pt x="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Google Shape;9428;p73">
                  <a:extLst>
                    <a:ext uri="{FF2B5EF4-FFF2-40B4-BE49-F238E27FC236}">
                      <a16:creationId xmlns:a16="http://schemas.microsoft.com/office/drawing/2014/main" id="{511491F8-26A3-7A69-CE8B-3BBA9EF44307}"/>
                    </a:ext>
                  </a:extLst>
                </p:cNvPr>
                <p:cNvSpPr/>
                <p:nvPr/>
              </p:nvSpPr>
              <p:spPr>
                <a:xfrm>
                  <a:off x="4714975" y="4211025"/>
                  <a:ext cx="121300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1922" extrusionOk="0">
                      <a:moveTo>
                        <a:pt x="0" y="0"/>
                      </a:moveTo>
                      <a:lnTo>
                        <a:pt x="0" y="1922"/>
                      </a:lnTo>
                      <a:lnTo>
                        <a:pt x="4852" y="1922"/>
                      </a:lnTo>
                      <a:lnTo>
                        <a:pt x="4852" y="0"/>
                      </a:lnTo>
                      <a:cubicBezTo>
                        <a:pt x="4080" y="315"/>
                        <a:pt x="3253" y="473"/>
                        <a:pt x="2426" y="473"/>
                      </a:cubicBezTo>
                      <a:cubicBezTo>
                        <a:pt x="1599" y="473"/>
                        <a:pt x="772" y="31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Google Shape;9429;p73">
                  <a:extLst>
                    <a:ext uri="{FF2B5EF4-FFF2-40B4-BE49-F238E27FC236}">
                      <a16:creationId xmlns:a16="http://schemas.microsoft.com/office/drawing/2014/main" id="{AFD344AC-96F3-3E8D-D109-A76FAAF8FFE9}"/>
                    </a:ext>
                  </a:extLst>
                </p:cNvPr>
                <p:cNvSpPr/>
                <p:nvPr/>
              </p:nvSpPr>
              <p:spPr>
                <a:xfrm>
                  <a:off x="4645650" y="4154300"/>
                  <a:ext cx="520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4191" extrusionOk="0">
                      <a:moveTo>
                        <a:pt x="1734" y="1"/>
                      </a:moveTo>
                      <a:cubicBezTo>
                        <a:pt x="757" y="32"/>
                        <a:pt x="1" y="757"/>
                        <a:pt x="1" y="1765"/>
                      </a:cubicBezTo>
                      <a:lnTo>
                        <a:pt x="1" y="3844"/>
                      </a:lnTo>
                      <a:cubicBezTo>
                        <a:pt x="1" y="4033"/>
                        <a:pt x="158" y="4191"/>
                        <a:pt x="379" y="4191"/>
                      </a:cubicBezTo>
                      <a:lnTo>
                        <a:pt x="2080" y="4191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Google Shape;9430;p73">
                  <a:extLst>
                    <a:ext uri="{FF2B5EF4-FFF2-40B4-BE49-F238E27FC236}">
                      <a16:creationId xmlns:a16="http://schemas.microsoft.com/office/drawing/2014/main" id="{739A3872-BAB9-397B-03E2-2F261A4786E4}"/>
                    </a:ext>
                  </a:extLst>
                </p:cNvPr>
                <p:cNvSpPr/>
                <p:nvPr/>
              </p:nvSpPr>
              <p:spPr>
                <a:xfrm>
                  <a:off x="4722850" y="4049550"/>
                  <a:ext cx="103975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223" extrusionOk="0">
                      <a:moveTo>
                        <a:pt x="2080" y="1"/>
                      </a:moveTo>
                      <a:cubicBezTo>
                        <a:pt x="1765" y="442"/>
                        <a:pt x="1260" y="694"/>
                        <a:pt x="693" y="694"/>
                      </a:cubicBezTo>
                      <a:lnTo>
                        <a:pt x="0" y="694"/>
                      </a:lnTo>
                      <a:lnTo>
                        <a:pt x="0" y="3498"/>
                      </a:lnTo>
                      <a:cubicBezTo>
                        <a:pt x="347" y="3939"/>
                        <a:pt x="851" y="4222"/>
                        <a:pt x="1418" y="4222"/>
                      </a:cubicBezTo>
                      <a:lnTo>
                        <a:pt x="2804" y="4222"/>
                      </a:lnTo>
                      <a:cubicBezTo>
                        <a:pt x="3340" y="4222"/>
                        <a:pt x="3844" y="3939"/>
                        <a:pt x="4159" y="3498"/>
                      </a:cubicBezTo>
                      <a:lnTo>
                        <a:pt x="4159" y="694"/>
                      </a:lnTo>
                      <a:lnTo>
                        <a:pt x="3466" y="694"/>
                      </a:lnTo>
                      <a:cubicBezTo>
                        <a:pt x="2899" y="694"/>
                        <a:pt x="2395" y="442"/>
                        <a:pt x="208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Google Shape;9431;p73">
                  <a:extLst>
                    <a:ext uri="{FF2B5EF4-FFF2-40B4-BE49-F238E27FC236}">
                      <a16:creationId xmlns:a16="http://schemas.microsoft.com/office/drawing/2014/main" id="{38359884-6D5E-C7C2-3E12-20A1AFAEF163}"/>
                    </a:ext>
                  </a:extLst>
                </p:cNvPr>
                <p:cNvSpPr/>
                <p:nvPr/>
              </p:nvSpPr>
              <p:spPr>
                <a:xfrm>
                  <a:off x="4678725" y="3962900"/>
                  <a:ext cx="1906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6" h="6964" extrusionOk="0">
                      <a:moveTo>
                        <a:pt x="3813" y="1"/>
                      </a:moveTo>
                      <a:cubicBezTo>
                        <a:pt x="1734" y="1"/>
                        <a:pt x="1" y="1702"/>
                        <a:pt x="1" y="3813"/>
                      </a:cubicBezTo>
                      <a:lnTo>
                        <a:pt x="1" y="5955"/>
                      </a:lnTo>
                      <a:lnTo>
                        <a:pt x="64" y="5955"/>
                      </a:lnTo>
                      <a:cubicBezTo>
                        <a:pt x="64" y="6522"/>
                        <a:pt x="537" y="6964"/>
                        <a:pt x="1104" y="6964"/>
                      </a:cubicBezTo>
                      <a:lnTo>
                        <a:pt x="1104" y="3813"/>
                      </a:lnTo>
                      <a:cubicBezTo>
                        <a:pt x="1104" y="3624"/>
                        <a:pt x="1261" y="3467"/>
                        <a:pt x="1450" y="3467"/>
                      </a:cubicBezTo>
                      <a:lnTo>
                        <a:pt x="2458" y="3467"/>
                      </a:lnTo>
                      <a:cubicBezTo>
                        <a:pt x="3057" y="3467"/>
                        <a:pt x="3498" y="2994"/>
                        <a:pt x="3498" y="2427"/>
                      </a:cubicBezTo>
                      <a:lnTo>
                        <a:pt x="3498" y="1734"/>
                      </a:lnTo>
                      <a:cubicBezTo>
                        <a:pt x="3498" y="1545"/>
                        <a:pt x="3656" y="1387"/>
                        <a:pt x="3845" y="1387"/>
                      </a:cubicBezTo>
                      <a:cubicBezTo>
                        <a:pt x="4034" y="1387"/>
                        <a:pt x="4191" y="1545"/>
                        <a:pt x="4191" y="1734"/>
                      </a:cubicBezTo>
                      <a:lnTo>
                        <a:pt x="4191" y="2427"/>
                      </a:lnTo>
                      <a:cubicBezTo>
                        <a:pt x="4191" y="3025"/>
                        <a:pt x="4664" y="3467"/>
                        <a:pt x="5231" y="3467"/>
                      </a:cubicBezTo>
                      <a:lnTo>
                        <a:pt x="6239" y="3467"/>
                      </a:lnTo>
                      <a:cubicBezTo>
                        <a:pt x="6459" y="3467"/>
                        <a:pt x="6617" y="3624"/>
                        <a:pt x="6617" y="3813"/>
                      </a:cubicBezTo>
                      <a:lnTo>
                        <a:pt x="6617" y="6964"/>
                      </a:lnTo>
                      <a:cubicBezTo>
                        <a:pt x="7184" y="6964"/>
                        <a:pt x="7625" y="6491"/>
                        <a:pt x="7625" y="5955"/>
                      </a:cubicBezTo>
                      <a:lnTo>
                        <a:pt x="7625" y="3813"/>
                      </a:lnTo>
                      <a:cubicBezTo>
                        <a:pt x="7625" y="1734"/>
                        <a:pt x="5924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oogle Shape;9432;p73">
                <a:extLst>
                  <a:ext uri="{FF2B5EF4-FFF2-40B4-BE49-F238E27FC236}">
                    <a16:creationId xmlns:a16="http://schemas.microsoft.com/office/drawing/2014/main" id="{EE007D0C-B91F-0B0C-93E5-6BB4E215218B}"/>
                  </a:ext>
                </a:extLst>
              </p:cNvPr>
              <p:cNvGrpSpPr/>
              <p:nvPr/>
            </p:nvGrpSpPr>
            <p:grpSpPr>
              <a:xfrm>
                <a:off x="10280367" y="4379278"/>
                <a:ext cx="499261" cy="497908"/>
                <a:chOff x="6143725" y="3582500"/>
                <a:chExt cx="295375" cy="294575"/>
              </a:xfrm>
              <a:grpFill/>
            </p:grpSpPr>
            <p:sp>
              <p:nvSpPr>
                <p:cNvPr id="198" name="Google Shape;9433;p73">
                  <a:extLst>
                    <a:ext uri="{FF2B5EF4-FFF2-40B4-BE49-F238E27FC236}">
                      <a16:creationId xmlns:a16="http://schemas.microsoft.com/office/drawing/2014/main" id="{F9DC6C5C-EF07-A7D7-369C-7A151F4464D2}"/>
                    </a:ext>
                  </a:extLst>
                </p:cNvPr>
                <p:cNvSpPr/>
                <p:nvPr/>
              </p:nvSpPr>
              <p:spPr>
                <a:xfrm>
                  <a:off x="6143725" y="3720325"/>
                  <a:ext cx="295375" cy="15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6270" extrusionOk="0">
                      <a:moveTo>
                        <a:pt x="7309" y="1418"/>
                      </a:moveTo>
                      <a:cubicBezTo>
                        <a:pt x="7908" y="1418"/>
                        <a:pt x="8349" y="1891"/>
                        <a:pt x="8349" y="2458"/>
                      </a:cubicBezTo>
                      <a:cubicBezTo>
                        <a:pt x="8349" y="2993"/>
                        <a:pt x="7845" y="3466"/>
                        <a:pt x="7309" y="3466"/>
                      </a:cubicBezTo>
                      <a:lnTo>
                        <a:pt x="4474" y="3466"/>
                      </a:lnTo>
                      <a:cubicBezTo>
                        <a:pt x="3875" y="3466"/>
                        <a:pt x="3434" y="2993"/>
                        <a:pt x="3434" y="2458"/>
                      </a:cubicBezTo>
                      <a:cubicBezTo>
                        <a:pt x="3434" y="1859"/>
                        <a:pt x="3907" y="1418"/>
                        <a:pt x="4474" y="1418"/>
                      </a:cubicBezTo>
                      <a:close/>
                      <a:moveTo>
                        <a:pt x="1008" y="1"/>
                      </a:moveTo>
                      <a:cubicBezTo>
                        <a:pt x="410" y="1"/>
                        <a:pt x="0" y="473"/>
                        <a:pt x="0" y="1040"/>
                      </a:cubicBezTo>
                      <a:lnTo>
                        <a:pt x="0" y="5262"/>
                      </a:lnTo>
                      <a:cubicBezTo>
                        <a:pt x="0" y="5829"/>
                        <a:pt x="473" y="6270"/>
                        <a:pt x="1008" y="6270"/>
                      </a:cubicBezTo>
                      <a:lnTo>
                        <a:pt x="10775" y="6270"/>
                      </a:lnTo>
                      <a:cubicBezTo>
                        <a:pt x="11373" y="6270"/>
                        <a:pt x="11815" y="5797"/>
                        <a:pt x="11815" y="5262"/>
                      </a:cubicBezTo>
                      <a:lnTo>
                        <a:pt x="11815" y="1040"/>
                      </a:lnTo>
                      <a:cubicBezTo>
                        <a:pt x="11783" y="473"/>
                        <a:pt x="11342" y="1"/>
                        <a:pt x="107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Google Shape;9434;p73">
                  <a:extLst>
                    <a:ext uri="{FF2B5EF4-FFF2-40B4-BE49-F238E27FC236}">
                      <a16:creationId xmlns:a16="http://schemas.microsoft.com/office/drawing/2014/main" id="{4E13759B-E50B-721C-A8E4-071C546D7028}"/>
                    </a:ext>
                  </a:extLst>
                </p:cNvPr>
                <p:cNvSpPr/>
                <p:nvPr/>
              </p:nvSpPr>
              <p:spPr>
                <a:xfrm>
                  <a:off x="6246900" y="3773100"/>
                  <a:ext cx="882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94" extrusionOk="0">
                      <a:moveTo>
                        <a:pt x="347" y="0"/>
                      </a:moveTo>
                      <a:cubicBezTo>
                        <a:pt x="158" y="0"/>
                        <a:pt x="0" y="126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82" y="693"/>
                      </a:lnTo>
                      <a:cubicBezTo>
                        <a:pt x="3371" y="693"/>
                        <a:pt x="3529" y="536"/>
                        <a:pt x="3529" y="347"/>
                      </a:cubicBezTo>
                      <a:cubicBezTo>
                        <a:pt x="3529" y="126"/>
                        <a:pt x="3371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Google Shape;9435;p73">
                  <a:extLst>
                    <a:ext uri="{FF2B5EF4-FFF2-40B4-BE49-F238E27FC236}">
                      <a16:creationId xmlns:a16="http://schemas.microsoft.com/office/drawing/2014/main" id="{EF3C6181-0D0B-1AAE-2BC7-7D3D41D74CA3}"/>
                    </a:ext>
                  </a:extLst>
                </p:cNvPr>
                <p:cNvSpPr/>
                <p:nvPr/>
              </p:nvSpPr>
              <p:spPr>
                <a:xfrm>
                  <a:off x="6161050" y="3582500"/>
                  <a:ext cx="866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387" extrusionOk="0">
                      <a:moveTo>
                        <a:pt x="1008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3466" y="1386"/>
                      </a:lnTo>
                      <a:lnTo>
                        <a:pt x="3466" y="1040"/>
                      </a:lnTo>
                      <a:lnTo>
                        <a:pt x="3434" y="1040"/>
                      </a:lnTo>
                      <a:cubicBezTo>
                        <a:pt x="3434" y="441"/>
                        <a:pt x="2962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Google Shape;9436;p73">
                  <a:extLst>
                    <a:ext uri="{FF2B5EF4-FFF2-40B4-BE49-F238E27FC236}">
                      <a16:creationId xmlns:a16="http://schemas.microsoft.com/office/drawing/2014/main" id="{821E2BE9-C6F8-D9CF-76B7-128020DFF5A5}"/>
                    </a:ext>
                  </a:extLst>
                </p:cNvPr>
                <p:cNvSpPr/>
                <p:nvPr/>
              </p:nvSpPr>
              <p:spPr>
                <a:xfrm>
                  <a:off x="6160250" y="3633675"/>
                  <a:ext cx="866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4" extrusionOk="0">
                      <a:moveTo>
                        <a:pt x="2112" y="726"/>
                      </a:moveTo>
                      <a:cubicBezTo>
                        <a:pt x="2332" y="726"/>
                        <a:pt x="2458" y="883"/>
                        <a:pt x="2458" y="1072"/>
                      </a:cubicBezTo>
                      <a:cubicBezTo>
                        <a:pt x="2458" y="1261"/>
                        <a:pt x="2332" y="1419"/>
                        <a:pt x="2112" y="1419"/>
                      </a:cubicBezTo>
                      <a:lnTo>
                        <a:pt x="1419" y="1419"/>
                      </a:lnTo>
                      <a:cubicBezTo>
                        <a:pt x="1230" y="1419"/>
                        <a:pt x="1072" y="1261"/>
                        <a:pt x="1072" y="1072"/>
                      </a:cubicBezTo>
                      <a:cubicBezTo>
                        <a:pt x="1072" y="883"/>
                        <a:pt x="1230" y="726"/>
                        <a:pt x="1419" y="726"/>
                      </a:cubicBezTo>
                      <a:close/>
                      <a:moveTo>
                        <a:pt x="1" y="1"/>
                      </a:move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Google Shape;9437;p73">
                  <a:extLst>
                    <a:ext uri="{FF2B5EF4-FFF2-40B4-BE49-F238E27FC236}">
                      <a16:creationId xmlns:a16="http://schemas.microsoft.com/office/drawing/2014/main" id="{C6DCC8B3-6685-CD5D-BBC9-F39CAC2323AA}"/>
                    </a:ext>
                  </a:extLst>
                </p:cNvPr>
                <p:cNvSpPr/>
                <p:nvPr/>
              </p:nvSpPr>
              <p:spPr>
                <a:xfrm>
                  <a:off x="6336675" y="3599025"/>
                  <a:ext cx="858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2774" extrusionOk="0">
                      <a:moveTo>
                        <a:pt x="1986" y="1387"/>
                      </a:moveTo>
                      <a:cubicBezTo>
                        <a:pt x="2206" y="1387"/>
                        <a:pt x="2364" y="1545"/>
                        <a:pt x="2364" y="1765"/>
                      </a:cubicBezTo>
                      <a:cubicBezTo>
                        <a:pt x="2364" y="1954"/>
                        <a:pt x="2206" y="2112"/>
                        <a:pt x="1986" y="2112"/>
                      </a:cubicBezTo>
                      <a:lnTo>
                        <a:pt x="1293" y="2112"/>
                      </a:lnTo>
                      <a:cubicBezTo>
                        <a:pt x="1104" y="2112"/>
                        <a:pt x="946" y="1954"/>
                        <a:pt x="946" y="1765"/>
                      </a:cubicBezTo>
                      <a:cubicBezTo>
                        <a:pt x="946" y="1545"/>
                        <a:pt x="1104" y="1387"/>
                        <a:pt x="1293" y="1387"/>
                      </a:cubicBezTo>
                      <a:close/>
                      <a:moveTo>
                        <a:pt x="1009" y="1"/>
                      </a:moveTo>
                      <a:cubicBezTo>
                        <a:pt x="410" y="1"/>
                        <a:pt x="1" y="473"/>
                        <a:pt x="1" y="1040"/>
                      </a:cubicBezTo>
                      <a:lnTo>
                        <a:pt x="1" y="2773"/>
                      </a:lnTo>
                      <a:lnTo>
                        <a:pt x="3435" y="2773"/>
                      </a:lnTo>
                      <a:lnTo>
                        <a:pt x="3435" y="1040"/>
                      </a:lnTo>
                      <a:lnTo>
                        <a:pt x="3403" y="1040"/>
                      </a:lnTo>
                      <a:cubicBezTo>
                        <a:pt x="3403" y="442"/>
                        <a:pt x="2931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Google Shape;9438;p73">
                  <a:extLst>
                    <a:ext uri="{FF2B5EF4-FFF2-40B4-BE49-F238E27FC236}">
                      <a16:creationId xmlns:a16="http://schemas.microsoft.com/office/drawing/2014/main" id="{E1F41286-BF82-71AB-536A-BFAA389935BA}"/>
                    </a:ext>
                  </a:extLst>
                </p:cNvPr>
                <p:cNvSpPr/>
                <p:nvPr/>
              </p:nvSpPr>
              <p:spPr>
                <a:xfrm>
                  <a:off x="6335100" y="3686450"/>
                  <a:ext cx="866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3466" y="694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Google Shape;9439;p73">
                  <a:extLst>
                    <a:ext uri="{FF2B5EF4-FFF2-40B4-BE49-F238E27FC236}">
                      <a16:creationId xmlns:a16="http://schemas.microsoft.com/office/drawing/2014/main" id="{315F60B8-80E4-F3FC-063A-AFB1AC7166A1}"/>
                    </a:ext>
                  </a:extLst>
                </p:cNvPr>
                <p:cNvSpPr/>
                <p:nvPr/>
              </p:nvSpPr>
              <p:spPr>
                <a:xfrm>
                  <a:off x="6264225" y="3617150"/>
                  <a:ext cx="5357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66" extrusionOk="0">
                      <a:moveTo>
                        <a:pt x="1072" y="0"/>
                      </a:moveTo>
                      <a:cubicBezTo>
                        <a:pt x="473" y="0"/>
                        <a:pt x="0" y="441"/>
                        <a:pt x="0" y="1040"/>
                      </a:cubicBezTo>
                      <a:lnTo>
                        <a:pt x="0" y="3466"/>
                      </a:lnTo>
                      <a:lnTo>
                        <a:pt x="2143" y="3466"/>
                      </a:lnTo>
                      <a:lnTo>
                        <a:pt x="2143" y="1040"/>
                      </a:lnTo>
                      <a:cubicBezTo>
                        <a:pt x="2143" y="441"/>
                        <a:pt x="1670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" name="Google Shape;9440;p73">
                <a:extLst>
                  <a:ext uri="{FF2B5EF4-FFF2-40B4-BE49-F238E27FC236}">
                    <a16:creationId xmlns:a16="http://schemas.microsoft.com/office/drawing/2014/main" id="{DE9FB61D-A1D5-DD52-7986-1FD27EEF3E87}"/>
                  </a:ext>
                </a:extLst>
              </p:cNvPr>
              <p:cNvGrpSpPr/>
              <p:nvPr/>
            </p:nvGrpSpPr>
            <p:grpSpPr>
              <a:xfrm>
                <a:off x="2037247" y="3747903"/>
                <a:ext cx="501923" cy="500571"/>
                <a:chOff x="1310075" y="3253275"/>
                <a:chExt cx="296950" cy="296150"/>
              </a:xfrm>
              <a:grpFill/>
            </p:grpSpPr>
            <p:sp>
              <p:nvSpPr>
                <p:cNvPr id="195" name="Google Shape;9441;p73">
                  <a:extLst>
                    <a:ext uri="{FF2B5EF4-FFF2-40B4-BE49-F238E27FC236}">
                      <a16:creationId xmlns:a16="http://schemas.microsoft.com/office/drawing/2014/main" id="{F4E4A215-C7C5-F229-7376-D263FA756618}"/>
                    </a:ext>
                  </a:extLst>
                </p:cNvPr>
                <p:cNvSpPr/>
                <p:nvPr/>
              </p:nvSpPr>
              <p:spPr>
                <a:xfrm>
                  <a:off x="1423475" y="33596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Google Shape;9442;p73">
                  <a:extLst>
                    <a:ext uri="{FF2B5EF4-FFF2-40B4-BE49-F238E27FC236}">
                      <a16:creationId xmlns:a16="http://schemas.microsoft.com/office/drawing/2014/main" id="{E023DD22-934D-D959-810E-8AFB09F2EA74}"/>
                    </a:ext>
                  </a:extLst>
                </p:cNvPr>
                <p:cNvSpPr/>
                <p:nvPr/>
              </p:nvSpPr>
              <p:spPr>
                <a:xfrm>
                  <a:off x="1310075" y="3253275"/>
                  <a:ext cx="296950" cy="29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46" extrusionOk="0">
                      <a:moveTo>
                        <a:pt x="5923" y="2111"/>
                      </a:moveTo>
                      <a:cubicBezTo>
                        <a:pt x="8003" y="2111"/>
                        <a:pt x="9735" y="3812"/>
                        <a:pt x="9735" y="5923"/>
                      </a:cubicBezTo>
                      <a:cubicBezTo>
                        <a:pt x="9735" y="8034"/>
                        <a:pt x="8034" y="9767"/>
                        <a:pt x="5923" y="9767"/>
                      </a:cubicBezTo>
                      <a:cubicBezTo>
                        <a:pt x="3844" y="9767"/>
                        <a:pt x="2080" y="8065"/>
                        <a:pt x="2080" y="5923"/>
                      </a:cubicBezTo>
                      <a:cubicBezTo>
                        <a:pt x="2111" y="3844"/>
                        <a:pt x="3844" y="2111"/>
                        <a:pt x="5923" y="2111"/>
                      </a:cubicBezTo>
                      <a:close/>
                      <a:moveTo>
                        <a:pt x="5262" y="0"/>
                      </a:moveTo>
                      <a:cubicBezTo>
                        <a:pt x="5104" y="0"/>
                        <a:pt x="4947" y="95"/>
                        <a:pt x="4884" y="252"/>
                      </a:cubicBezTo>
                      <a:lnTo>
                        <a:pt x="4726" y="1166"/>
                      </a:lnTo>
                      <a:cubicBezTo>
                        <a:pt x="4253" y="1292"/>
                        <a:pt x="3844" y="1481"/>
                        <a:pt x="3434" y="1733"/>
                      </a:cubicBezTo>
                      <a:lnTo>
                        <a:pt x="2678" y="1197"/>
                      </a:lnTo>
                      <a:cubicBezTo>
                        <a:pt x="2641" y="1160"/>
                        <a:pt x="2584" y="1142"/>
                        <a:pt x="2523" y="1142"/>
                      </a:cubicBezTo>
                      <a:cubicBezTo>
                        <a:pt x="2429" y="1142"/>
                        <a:pt x="2326" y="1184"/>
                        <a:pt x="2269" y="1260"/>
                      </a:cubicBezTo>
                      <a:lnTo>
                        <a:pt x="1260" y="2237"/>
                      </a:lnTo>
                      <a:cubicBezTo>
                        <a:pt x="1166" y="2363"/>
                        <a:pt x="1166" y="2552"/>
                        <a:pt x="1229" y="2678"/>
                      </a:cubicBezTo>
                      <a:lnTo>
                        <a:pt x="1733" y="3403"/>
                      </a:lnTo>
                      <a:cubicBezTo>
                        <a:pt x="1512" y="3812"/>
                        <a:pt x="1323" y="4253"/>
                        <a:pt x="1197" y="4726"/>
                      </a:cubicBezTo>
                      <a:lnTo>
                        <a:pt x="284" y="4883"/>
                      </a:lnTo>
                      <a:cubicBezTo>
                        <a:pt x="126" y="4915"/>
                        <a:pt x="0" y="5041"/>
                        <a:pt x="0" y="5230"/>
                      </a:cubicBezTo>
                      <a:lnTo>
                        <a:pt x="0" y="6616"/>
                      </a:lnTo>
                      <a:cubicBezTo>
                        <a:pt x="0" y="6805"/>
                        <a:pt x="126" y="6963"/>
                        <a:pt x="284" y="6963"/>
                      </a:cubicBezTo>
                      <a:lnTo>
                        <a:pt x="1197" y="7120"/>
                      </a:lnTo>
                      <a:cubicBezTo>
                        <a:pt x="1292" y="7593"/>
                        <a:pt x="1512" y="8002"/>
                        <a:pt x="1733" y="8412"/>
                      </a:cubicBezTo>
                      <a:lnTo>
                        <a:pt x="1229" y="9168"/>
                      </a:lnTo>
                      <a:cubicBezTo>
                        <a:pt x="1103" y="9263"/>
                        <a:pt x="1166" y="9483"/>
                        <a:pt x="1260" y="9578"/>
                      </a:cubicBezTo>
                      <a:lnTo>
                        <a:pt x="2269" y="10586"/>
                      </a:lnTo>
                      <a:cubicBezTo>
                        <a:pt x="2321" y="10638"/>
                        <a:pt x="2411" y="10661"/>
                        <a:pt x="2497" y="10661"/>
                      </a:cubicBezTo>
                      <a:cubicBezTo>
                        <a:pt x="2568" y="10661"/>
                        <a:pt x="2636" y="10646"/>
                        <a:pt x="2678" y="10617"/>
                      </a:cubicBezTo>
                      <a:lnTo>
                        <a:pt x="3434" y="10113"/>
                      </a:lnTo>
                      <a:cubicBezTo>
                        <a:pt x="3844" y="10334"/>
                        <a:pt x="4253" y="10554"/>
                        <a:pt x="4726" y="10649"/>
                      </a:cubicBezTo>
                      <a:lnTo>
                        <a:pt x="4884" y="11562"/>
                      </a:lnTo>
                      <a:cubicBezTo>
                        <a:pt x="4947" y="11720"/>
                        <a:pt x="5041" y="11846"/>
                        <a:pt x="5262" y="11846"/>
                      </a:cubicBezTo>
                      <a:lnTo>
                        <a:pt x="6616" y="11846"/>
                      </a:lnTo>
                      <a:cubicBezTo>
                        <a:pt x="6774" y="11846"/>
                        <a:pt x="6931" y="11720"/>
                        <a:pt x="6994" y="11562"/>
                      </a:cubicBezTo>
                      <a:lnTo>
                        <a:pt x="7152" y="10649"/>
                      </a:lnTo>
                      <a:cubicBezTo>
                        <a:pt x="7624" y="10523"/>
                        <a:pt x="8034" y="10334"/>
                        <a:pt x="8444" y="10113"/>
                      </a:cubicBezTo>
                      <a:lnTo>
                        <a:pt x="9200" y="10617"/>
                      </a:lnTo>
                      <a:cubicBezTo>
                        <a:pt x="9242" y="10646"/>
                        <a:pt x="9310" y="10661"/>
                        <a:pt x="9381" y="10661"/>
                      </a:cubicBezTo>
                      <a:cubicBezTo>
                        <a:pt x="9467" y="10661"/>
                        <a:pt x="9557" y="10638"/>
                        <a:pt x="9609" y="10586"/>
                      </a:cubicBezTo>
                      <a:lnTo>
                        <a:pt x="10617" y="9578"/>
                      </a:lnTo>
                      <a:cubicBezTo>
                        <a:pt x="10712" y="9483"/>
                        <a:pt x="10712" y="9263"/>
                        <a:pt x="10649" y="9168"/>
                      </a:cubicBezTo>
                      <a:lnTo>
                        <a:pt x="10145" y="8412"/>
                      </a:lnTo>
                      <a:cubicBezTo>
                        <a:pt x="10365" y="8002"/>
                        <a:pt x="10554" y="7593"/>
                        <a:pt x="10680" y="7120"/>
                      </a:cubicBezTo>
                      <a:lnTo>
                        <a:pt x="11594" y="6963"/>
                      </a:lnTo>
                      <a:cubicBezTo>
                        <a:pt x="11752" y="6900"/>
                        <a:pt x="11878" y="6805"/>
                        <a:pt x="11878" y="6616"/>
                      </a:cubicBezTo>
                      <a:lnTo>
                        <a:pt x="11878" y="5230"/>
                      </a:lnTo>
                      <a:cubicBezTo>
                        <a:pt x="11878" y="5072"/>
                        <a:pt x="11752" y="4915"/>
                        <a:pt x="11594" y="4883"/>
                      </a:cubicBezTo>
                      <a:lnTo>
                        <a:pt x="10680" y="4726"/>
                      </a:lnTo>
                      <a:cubicBezTo>
                        <a:pt x="10554" y="4253"/>
                        <a:pt x="10365" y="3812"/>
                        <a:pt x="10145" y="3403"/>
                      </a:cubicBezTo>
                      <a:lnTo>
                        <a:pt x="10649" y="2678"/>
                      </a:lnTo>
                      <a:cubicBezTo>
                        <a:pt x="10775" y="2552"/>
                        <a:pt x="10712" y="2363"/>
                        <a:pt x="10617" y="2237"/>
                      </a:cubicBezTo>
                      <a:lnTo>
                        <a:pt x="9609" y="1260"/>
                      </a:lnTo>
                      <a:cubicBezTo>
                        <a:pt x="9554" y="1187"/>
                        <a:pt x="9455" y="1156"/>
                        <a:pt x="9364" y="1156"/>
                      </a:cubicBezTo>
                      <a:cubicBezTo>
                        <a:pt x="9300" y="1156"/>
                        <a:pt x="9239" y="1171"/>
                        <a:pt x="9200" y="1197"/>
                      </a:cubicBezTo>
                      <a:lnTo>
                        <a:pt x="8444" y="1733"/>
                      </a:lnTo>
                      <a:cubicBezTo>
                        <a:pt x="8034" y="1481"/>
                        <a:pt x="7624" y="1292"/>
                        <a:pt x="7152" y="1166"/>
                      </a:cubicBezTo>
                      <a:lnTo>
                        <a:pt x="6994" y="252"/>
                      </a:lnTo>
                      <a:cubicBezTo>
                        <a:pt x="6931" y="95"/>
                        <a:pt x="6837" y="0"/>
                        <a:pt x="661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Google Shape;9443;p73">
                  <a:extLst>
                    <a:ext uri="{FF2B5EF4-FFF2-40B4-BE49-F238E27FC236}">
                      <a16:creationId xmlns:a16="http://schemas.microsoft.com/office/drawing/2014/main" id="{B151A5B6-3262-3A17-44DF-0A5EDB5693C7}"/>
                    </a:ext>
                  </a:extLst>
                </p:cNvPr>
                <p:cNvSpPr/>
                <p:nvPr/>
              </p:nvSpPr>
              <p:spPr>
                <a:xfrm>
                  <a:off x="1399850" y="3426550"/>
                  <a:ext cx="1166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4" h="2112" extrusionOk="0">
                      <a:moveTo>
                        <a:pt x="725" y="0"/>
                      </a:moveTo>
                      <a:cubicBezTo>
                        <a:pt x="410" y="252"/>
                        <a:pt x="127" y="662"/>
                        <a:pt x="1" y="1103"/>
                      </a:cubicBezTo>
                      <a:cubicBezTo>
                        <a:pt x="599" y="1733"/>
                        <a:pt x="1387" y="2111"/>
                        <a:pt x="2332" y="2111"/>
                      </a:cubicBezTo>
                      <a:cubicBezTo>
                        <a:pt x="3246" y="2111"/>
                        <a:pt x="4065" y="1733"/>
                        <a:pt x="4664" y="1103"/>
                      </a:cubicBezTo>
                      <a:cubicBezTo>
                        <a:pt x="4538" y="662"/>
                        <a:pt x="4254" y="252"/>
                        <a:pt x="3939" y="0"/>
                      </a:cubicBezTo>
                      <a:cubicBezTo>
                        <a:pt x="3561" y="473"/>
                        <a:pt x="2994" y="788"/>
                        <a:pt x="2332" y="788"/>
                      </a:cubicBezTo>
                      <a:cubicBezTo>
                        <a:pt x="1702" y="788"/>
                        <a:pt x="1103" y="473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6" name="Google Shape;9444;p73">
                <a:extLst>
                  <a:ext uri="{FF2B5EF4-FFF2-40B4-BE49-F238E27FC236}">
                    <a16:creationId xmlns:a16="http://schemas.microsoft.com/office/drawing/2014/main" id="{D2E4DC90-4705-FE96-7B35-DE46C9DE74FE}"/>
                  </a:ext>
                </a:extLst>
              </p:cNvPr>
              <p:cNvSpPr/>
              <p:nvPr/>
            </p:nvSpPr>
            <p:spPr>
              <a:xfrm>
                <a:off x="2039216" y="4379924"/>
                <a:ext cx="497951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52" extrusionOk="0">
                    <a:moveTo>
                      <a:pt x="1040" y="0"/>
                    </a:moveTo>
                    <a:cubicBezTo>
                      <a:pt x="441" y="0"/>
                      <a:pt x="0" y="473"/>
                      <a:pt x="0" y="1040"/>
                    </a:cubicBezTo>
                    <a:cubicBezTo>
                      <a:pt x="0" y="1639"/>
                      <a:pt x="473" y="2048"/>
                      <a:pt x="1040" y="2048"/>
                    </a:cubicBezTo>
                    <a:lnTo>
                      <a:pt x="1386" y="2048"/>
                    </a:lnTo>
                    <a:lnTo>
                      <a:pt x="1386" y="2426"/>
                    </a:lnTo>
                    <a:cubicBezTo>
                      <a:pt x="1386" y="2993"/>
                      <a:pt x="1859" y="3434"/>
                      <a:pt x="2426" y="3434"/>
                    </a:cubicBezTo>
                    <a:lnTo>
                      <a:pt x="5577" y="3434"/>
                    </a:lnTo>
                    <a:lnTo>
                      <a:pt x="5577" y="4159"/>
                    </a:lnTo>
                    <a:lnTo>
                      <a:pt x="4537" y="4159"/>
                    </a:lnTo>
                    <a:cubicBezTo>
                      <a:pt x="3938" y="4159"/>
                      <a:pt x="3466" y="4632"/>
                      <a:pt x="3466" y="5167"/>
                    </a:cubicBezTo>
                    <a:lnTo>
                      <a:pt x="3466" y="6585"/>
                    </a:lnTo>
                    <a:cubicBezTo>
                      <a:pt x="3466" y="7183"/>
                      <a:pt x="3938" y="7625"/>
                      <a:pt x="4537" y="7625"/>
                    </a:cubicBezTo>
                    <a:lnTo>
                      <a:pt x="5577" y="7625"/>
                    </a:lnTo>
                    <a:lnTo>
                      <a:pt x="5577" y="8318"/>
                    </a:lnTo>
                    <a:lnTo>
                      <a:pt x="2426" y="8318"/>
                    </a:lnTo>
                    <a:cubicBezTo>
                      <a:pt x="1828" y="8318"/>
                      <a:pt x="1386" y="8790"/>
                      <a:pt x="1386" y="9357"/>
                    </a:cubicBezTo>
                    <a:lnTo>
                      <a:pt x="1386" y="9704"/>
                    </a:lnTo>
                    <a:lnTo>
                      <a:pt x="1040" y="9704"/>
                    </a:lnTo>
                    <a:cubicBezTo>
                      <a:pt x="441" y="9704"/>
                      <a:pt x="0" y="10176"/>
                      <a:pt x="0" y="10744"/>
                    </a:cubicBezTo>
                    <a:cubicBezTo>
                      <a:pt x="0" y="11311"/>
                      <a:pt x="473" y="11752"/>
                      <a:pt x="1040" y="11752"/>
                    </a:cubicBezTo>
                    <a:lnTo>
                      <a:pt x="2426" y="11752"/>
                    </a:lnTo>
                    <a:cubicBezTo>
                      <a:pt x="2993" y="11752"/>
                      <a:pt x="3434" y="11279"/>
                      <a:pt x="3434" y="10744"/>
                    </a:cubicBezTo>
                    <a:cubicBezTo>
                      <a:pt x="3434" y="10145"/>
                      <a:pt x="2962" y="9704"/>
                      <a:pt x="2426" y="9704"/>
                    </a:cubicBezTo>
                    <a:lnTo>
                      <a:pt x="2048" y="9704"/>
                    </a:lnTo>
                    <a:lnTo>
                      <a:pt x="2048" y="9357"/>
                    </a:lnTo>
                    <a:cubicBezTo>
                      <a:pt x="2048" y="9168"/>
                      <a:pt x="2206" y="9011"/>
                      <a:pt x="2426" y="9011"/>
                    </a:cubicBezTo>
                    <a:lnTo>
                      <a:pt x="5577" y="9011"/>
                    </a:lnTo>
                    <a:lnTo>
                      <a:pt x="5577" y="9704"/>
                    </a:lnTo>
                    <a:lnTo>
                      <a:pt x="5199" y="9704"/>
                    </a:lnTo>
                    <a:cubicBezTo>
                      <a:pt x="4631" y="9704"/>
                      <a:pt x="4190" y="10176"/>
                      <a:pt x="4190" y="10744"/>
                    </a:cubicBezTo>
                    <a:cubicBezTo>
                      <a:pt x="4190" y="11311"/>
                      <a:pt x="4663" y="11752"/>
                      <a:pt x="5199" y="11752"/>
                    </a:cubicBezTo>
                    <a:lnTo>
                      <a:pt x="6585" y="11752"/>
                    </a:lnTo>
                    <a:cubicBezTo>
                      <a:pt x="7183" y="11752"/>
                      <a:pt x="7593" y="11279"/>
                      <a:pt x="7593" y="10744"/>
                    </a:cubicBezTo>
                    <a:cubicBezTo>
                      <a:pt x="7593" y="10145"/>
                      <a:pt x="7120" y="9704"/>
                      <a:pt x="6585" y="9704"/>
                    </a:cubicBezTo>
                    <a:lnTo>
                      <a:pt x="6238" y="9704"/>
                    </a:lnTo>
                    <a:lnTo>
                      <a:pt x="6238" y="9011"/>
                    </a:lnTo>
                    <a:lnTo>
                      <a:pt x="9389" y="9011"/>
                    </a:lnTo>
                    <a:cubicBezTo>
                      <a:pt x="9578" y="9011"/>
                      <a:pt x="9735" y="9168"/>
                      <a:pt x="9735" y="9357"/>
                    </a:cubicBezTo>
                    <a:lnTo>
                      <a:pt x="9735" y="9704"/>
                    </a:lnTo>
                    <a:lnTo>
                      <a:pt x="9389" y="9704"/>
                    </a:lnTo>
                    <a:cubicBezTo>
                      <a:pt x="8790" y="9704"/>
                      <a:pt x="8349" y="10176"/>
                      <a:pt x="8349" y="10744"/>
                    </a:cubicBezTo>
                    <a:cubicBezTo>
                      <a:pt x="8349" y="11311"/>
                      <a:pt x="8822" y="11752"/>
                      <a:pt x="9389" y="11752"/>
                    </a:cubicBezTo>
                    <a:lnTo>
                      <a:pt x="10743" y="11752"/>
                    </a:lnTo>
                    <a:cubicBezTo>
                      <a:pt x="11342" y="11752"/>
                      <a:pt x="11783" y="11279"/>
                      <a:pt x="11783" y="10744"/>
                    </a:cubicBezTo>
                    <a:cubicBezTo>
                      <a:pt x="11783" y="10145"/>
                      <a:pt x="11311" y="9704"/>
                      <a:pt x="10743" y="9704"/>
                    </a:cubicBezTo>
                    <a:lnTo>
                      <a:pt x="10397" y="9704"/>
                    </a:lnTo>
                    <a:lnTo>
                      <a:pt x="10397" y="9357"/>
                    </a:lnTo>
                    <a:cubicBezTo>
                      <a:pt x="10397" y="8759"/>
                      <a:pt x="9924" y="8318"/>
                      <a:pt x="9389" y="8318"/>
                    </a:cubicBezTo>
                    <a:lnTo>
                      <a:pt x="6238" y="8318"/>
                    </a:lnTo>
                    <a:lnTo>
                      <a:pt x="6238" y="7625"/>
                    </a:lnTo>
                    <a:lnTo>
                      <a:pt x="7246" y="7625"/>
                    </a:lnTo>
                    <a:cubicBezTo>
                      <a:pt x="7845" y="7625"/>
                      <a:pt x="8318" y="7152"/>
                      <a:pt x="8318" y="6585"/>
                    </a:cubicBezTo>
                    <a:lnTo>
                      <a:pt x="8318" y="5167"/>
                    </a:lnTo>
                    <a:cubicBezTo>
                      <a:pt x="8318" y="4569"/>
                      <a:pt x="7845" y="4159"/>
                      <a:pt x="7246" y="4159"/>
                    </a:cubicBezTo>
                    <a:lnTo>
                      <a:pt x="6238" y="4159"/>
                    </a:lnTo>
                    <a:lnTo>
                      <a:pt x="6238" y="3434"/>
                    </a:lnTo>
                    <a:lnTo>
                      <a:pt x="9389" y="3434"/>
                    </a:lnTo>
                    <a:cubicBezTo>
                      <a:pt x="9956" y="3434"/>
                      <a:pt x="10397" y="2962"/>
                      <a:pt x="10397" y="2426"/>
                    </a:cubicBezTo>
                    <a:lnTo>
                      <a:pt x="10397" y="2048"/>
                    </a:lnTo>
                    <a:lnTo>
                      <a:pt x="10743" y="2048"/>
                    </a:lnTo>
                    <a:cubicBezTo>
                      <a:pt x="11342" y="2048"/>
                      <a:pt x="11783" y="1576"/>
                      <a:pt x="11783" y="1040"/>
                    </a:cubicBezTo>
                    <a:cubicBezTo>
                      <a:pt x="11783" y="441"/>
                      <a:pt x="11311" y="0"/>
                      <a:pt x="10743" y="0"/>
                    </a:cubicBezTo>
                    <a:lnTo>
                      <a:pt x="9389" y="0"/>
                    </a:lnTo>
                    <a:cubicBezTo>
                      <a:pt x="8790" y="0"/>
                      <a:pt x="8349" y="473"/>
                      <a:pt x="8349" y="1040"/>
                    </a:cubicBezTo>
                    <a:cubicBezTo>
                      <a:pt x="8349" y="1639"/>
                      <a:pt x="8822" y="2048"/>
                      <a:pt x="9389" y="2048"/>
                    </a:cubicBezTo>
                    <a:lnTo>
                      <a:pt x="9735" y="2048"/>
                    </a:lnTo>
                    <a:lnTo>
                      <a:pt x="9735" y="2426"/>
                    </a:lnTo>
                    <a:cubicBezTo>
                      <a:pt x="9735" y="2615"/>
                      <a:pt x="9578" y="2773"/>
                      <a:pt x="9389" y="2773"/>
                    </a:cubicBezTo>
                    <a:lnTo>
                      <a:pt x="6238" y="2773"/>
                    </a:lnTo>
                    <a:lnTo>
                      <a:pt x="6238" y="2048"/>
                    </a:lnTo>
                    <a:lnTo>
                      <a:pt x="6585" y="2048"/>
                    </a:lnTo>
                    <a:cubicBezTo>
                      <a:pt x="7183" y="2048"/>
                      <a:pt x="7593" y="1576"/>
                      <a:pt x="7593" y="1040"/>
                    </a:cubicBezTo>
                    <a:cubicBezTo>
                      <a:pt x="7593" y="441"/>
                      <a:pt x="7120" y="0"/>
                      <a:pt x="6585" y="0"/>
                    </a:cubicBezTo>
                    <a:lnTo>
                      <a:pt x="5199" y="0"/>
                    </a:lnTo>
                    <a:cubicBezTo>
                      <a:pt x="4631" y="0"/>
                      <a:pt x="4190" y="473"/>
                      <a:pt x="4190" y="1040"/>
                    </a:cubicBezTo>
                    <a:cubicBezTo>
                      <a:pt x="4190" y="1639"/>
                      <a:pt x="4663" y="2048"/>
                      <a:pt x="5199" y="2048"/>
                    </a:cubicBezTo>
                    <a:lnTo>
                      <a:pt x="5577" y="2048"/>
                    </a:lnTo>
                    <a:lnTo>
                      <a:pt x="5577" y="2773"/>
                    </a:lnTo>
                    <a:lnTo>
                      <a:pt x="2426" y="2773"/>
                    </a:lnTo>
                    <a:cubicBezTo>
                      <a:pt x="2206" y="2773"/>
                      <a:pt x="2048" y="2615"/>
                      <a:pt x="2048" y="2426"/>
                    </a:cubicBezTo>
                    <a:lnTo>
                      <a:pt x="2048" y="2048"/>
                    </a:lnTo>
                    <a:lnTo>
                      <a:pt x="2426" y="2048"/>
                    </a:lnTo>
                    <a:cubicBezTo>
                      <a:pt x="2993" y="2048"/>
                      <a:pt x="3434" y="1576"/>
                      <a:pt x="3434" y="1040"/>
                    </a:cubicBezTo>
                    <a:cubicBezTo>
                      <a:pt x="3434" y="441"/>
                      <a:pt x="2962" y="0"/>
                      <a:pt x="2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7" name="Google Shape;9445;p73">
                <a:extLst>
                  <a:ext uri="{FF2B5EF4-FFF2-40B4-BE49-F238E27FC236}">
                    <a16:creationId xmlns:a16="http://schemas.microsoft.com/office/drawing/2014/main" id="{8E3B439D-7582-B84A-630F-8793D59F4E21}"/>
                  </a:ext>
                </a:extLst>
              </p:cNvPr>
              <p:cNvGrpSpPr/>
              <p:nvPr/>
            </p:nvGrpSpPr>
            <p:grpSpPr>
              <a:xfrm>
                <a:off x="2036572" y="4983505"/>
                <a:ext cx="503276" cy="502894"/>
                <a:chOff x="1310075" y="3980250"/>
                <a:chExt cx="297750" cy="297525"/>
              </a:xfrm>
              <a:grpFill/>
            </p:grpSpPr>
            <p:sp>
              <p:nvSpPr>
                <p:cNvPr id="191" name="Google Shape;9446;p73">
                  <a:extLst>
                    <a:ext uri="{FF2B5EF4-FFF2-40B4-BE49-F238E27FC236}">
                      <a16:creationId xmlns:a16="http://schemas.microsoft.com/office/drawing/2014/main" id="{99EEB19D-2628-C53E-7A0B-83F8D066F8C7}"/>
                    </a:ext>
                  </a:extLst>
                </p:cNvPr>
                <p:cNvSpPr/>
                <p:nvPr/>
              </p:nvSpPr>
              <p:spPr>
                <a:xfrm>
                  <a:off x="1310075" y="3980250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3844" y="4946"/>
                      </a:moveTo>
                      <a:cubicBezTo>
                        <a:pt x="4033" y="4946"/>
                        <a:pt x="4190" y="5104"/>
                        <a:pt x="4190" y="5293"/>
                      </a:cubicBezTo>
                      <a:lnTo>
                        <a:pt x="4190" y="6679"/>
                      </a:lnTo>
                      <a:cubicBezTo>
                        <a:pt x="4190" y="6868"/>
                        <a:pt x="4033" y="7026"/>
                        <a:pt x="3844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6868"/>
                        <a:pt x="2111" y="6679"/>
                      </a:cubicBezTo>
                      <a:lnTo>
                        <a:pt x="2111" y="5293"/>
                      </a:lnTo>
                      <a:cubicBezTo>
                        <a:pt x="2111" y="5104"/>
                        <a:pt x="2269" y="4946"/>
                        <a:pt x="2458" y="4946"/>
                      </a:cubicBezTo>
                      <a:close/>
                      <a:moveTo>
                        <a:pt x="6616" y="3560"/>
                      </a:moveTo>
                      <a:cubicBezTo>
                        <a:pt x="6837" y="3560"/>
                        <a:pt x="6994" y="3718"/>
                        <a:pt x="6994" y="3907"/>
                      </a:cubicBezTo>
                      <a:lnTo>
                        <a:pt x="6994" y="6679"/>
                      </a:lnTo>
                      <a:cubicBezTo>
                        <a:pt x="6994" y="6868"/>
                        <a:pt x="6837" y="7026"/>
                        <a:pt x="6616" y="7026"/>
                      </a:cubicBezTo>
                      <a:lnTo>
                        <a:pt x="5262" y="7026"/>
                      </a:lnTo>
                      <a:cubicBezTo>
                        <a:pt x="5041" y="7026"/>
                        <a:pt x="4884" y="6868"/>
                        <a:pt x="4884" y="6679"/>
                      </a:cubicBezTo>
                      <a:lnTo>
                        <a:pt x="4884" y="3907"/>
                      </a:lnTo>
                      <a:cubicBezTo>
                        <a:pt x="4884" y="3718"/>
                        <a:pt x="5041" y="3560"/>
                        <a:pt x="5262" y="3560"/>
                      </a:cubicBezTo>
                      <a:close/>
                      <a:moveTo>
                        <a:pt x="9389" y="2174"/>
                      </a:moveTo>
                      <a:cubicBezTo>
                        <a:pt x="9578" y="2174"/>
                        <a:pt x="9735" y="2331"/>
                        <a:pt x="9735" y="2520"/>
                      </a:cubicBezTo>
                      <a:lnTo>
                        <a:pt x="9735" y="6679"/>
                      </a:lnTo>
                      <a:cubicBezTo>
                        <a:pt x="9735" y="6868"/>
                        <a:pt x="9578" y="7026"/>
                        <a:pt x="9389" y="7026"/>
                      </a:cubicBezTo>
                      <a:lnTo>
                        <a:pt x="8003" y="7026"/>
                      </a:lnTo>
                      <a:cubicBezTo>
                        <a:pt x="7813" y="7026"/>
                        <a:pt x="7656" y="6868"/>
                        <a:pt x="7656" y="6679"/>
                      </a:cubicBezTo>
                      <a:lnTo>
                        <a:pt x="7656" y="2520"/>
                      </a:lnTo>
                      <a:cubicBezTo>
                        <a:pt x="7656" y="2331"/>
                        <a:pt x="7813" y="2174"/>
                        <a:pt x="8003" y="2174"/>
                      </a:cubicBezTo>
                      <a:close/>
                      <a:moveTo>
                        <a:pt x="5577" y="8412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412"/>
                      </a:lnTo>
                      <a:close/>
                      <a:moveTo>
                        <a:pt x="6396" y="8412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4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78"/>
                      </a:cubicBezTo>
                      <a:lnTo>
                        <a:pt x="5608" y="725"/>
                      </a:lnTo>
                      <a:lnTo>
                        <a:pt x="347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47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58" y="7719"/>
                        <a:pt x="0" y="7876"/>
                        <a:pt x="0" y="8097"/>
                      </a:cubicBezTo>
                      <a:cubicBezTo>
                        <a:pt x="0" y="8286"/>
                        <a:pt x="158" y="8443"/>
                        <a:pt x="378" y="8443"/>
                      </a:cubicBezTo>
                      <a:lnTo>
                        <a:pt x="4726" y="8443"/>
                      </a:lnTo>
                      <a:lnTo>
                        <a:pt x="3560" y="11436"/>
                      </a:lnTo>
                      <a:cubicBezTo>
                        <a:pt x="3466" y="11625"/>
                        <a:pt x="3560" y="11814"/>
                        <a:pt x="3749" y="11877"/>
                      </a:cubicBezTo>
                      <a:cubicBezTo>
                        <a:pt x="3788" y="11893"/>
                        <a:pt x="3831" y="11901"/>
                        <a:pt x="3876" y="11901"/>
                      </a:cubicBezTo>
                      <a:cubicBezTo>
                        <a:pt x="4016" y="11901"/>
                        <a:pt x="4167" y="11824"/>
                        <a:pt x="4190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44" y="11184"/>
                        <a:pt x="6301" y="11027"/>
                        <a:pt x="6301" y="10838"/>
                      </a:cubicBezTo>
                      <a:lnTo>
                        <a:pt x="6301" y="9830"/>
                      </a:lnTo>
                      <a:lnTo>
                        <a:pt x="6994" y="9830"/>
                      </a:lnTo>
                      <a:lnTo>
                        <a:pt x="7719" y="11657"/>
                      </a:lnTo>
                      <a:cubicBezTo>
                        <a:pt x="7791" y="11824"/>
                        <a:pt x="7916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49" y="11783"/>
                        <a:pt x="8444" y="11594"/>
                        <a:pt x="8349" y="11436"/>
                      </a:cubicBezTo>
                      <a:lnTo>
                        <a:pt x="7183" y="8443"/>
                      </a:lnTo>
                      <a:lnTo>
                        <a:pt x="11531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31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31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31" y="725"/>
                      </a:cubicBezTo>
                      <a:lnTo>
                        <a:pt x="6301" y="725"/>
                      </a:lnTo>
                      <a:lnTo>
                        <a:pt x="6301" y="378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Google Shape;9447;p73">
                  <a:extLst>
                    <a:ext uri="{FF2B5EF4-FFF2-40B4-BE49-F238E27FC236}">
                      <a16:creationId xmlns:a16="http://schemas.microsoft.com/office/drawing/2014/main" id="{79F425FD-C33A-68CA-5D66-EE294C7EB435}"/>
                    </a:ext>
                  </a:extLst>
                </p:cNvPr>
                <p:cNvSpPr/>
                <p:nvPr/>
              </p:nvSpPr>
              <p:spPr>
                <a:xfrm>
                  <a:off x="1449475" y="4086575"/>
                  <a:ext cx="173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080" extrusionOk="0">
                      <a:moveTo>
                        <a:pt x="1" y="0"/>
                      </a:moveTo>
                      <a:lnTo>
                        <a:pt x="1" y="2080"/>
                      </a:lnTo>
                      <a:lnTo>
                        <a:pt x="694" y="2080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Google Shape;9448;p73">
                  <a:extLst>
                    <a:ext uri="{FF2B5EF4-FFF2-40B4-BE49-F238E27FC236}">
                      <a16:creationId xmlns:a16="http://schemas.microsoft.com/office/drawing/2014/main" id="{7D2E01AC-D571-33F1-5109-0CE1B3FE147C}"/>
                    </a:ext>
                  </a:extLst>
                </p:cNvPr>
                <p:cNvSpPr/>
                <p:nvPr/>
              </p:nvSpPr>
              <p:spPr>
                <a:xfrm>
                  <a:off x="1380175" y="412122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0" y="0"/>
                      </a:moveTo>
                      <a:lnTo>
                        <a:pt x="0" y="694"/>
                      </a:lnTo>
                      <a:lnTo>
                        <a:pt x="693" y="694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Google Shape;9449;p73">
                  <a:extLst>
                    <a:ext uri="{FF2B5EF4-FFF2-40B4-BE49-F238E27FC236}">
                      <a16:creationId xmlns:a16="http://schemas.microsoft.com/office/drawing/2014/main" id="{6735042E-6C1E-D625-D7E4-705F9B3A2F34}"/>
                    </a:ext>
                  </a:extLst>
                </p:cNvPr>
                <p:cNvSpPr/>
                <p:nvPr/>
              </p:nvSpPr>
              <p:spPr>
                <a:xfrm>
                  <a:off x="1518800" y="4051925"/>
                  <a:ext cx="181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3466" extrusionOk="0">
                      <a:moveTo>
                        <a:pt x="0" y="0"/>
                      </a:moveTo>
                      <a:lnTo>
                        <a:pt x="0" y="3466"/>
                      </a:lnTo>
                      <a:lnTo>
                        <a:pt x="725" y="346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" name="Google Shape;9450;p73">
                <a:extLst>
                  <a:ext uri="{FF2B5EF4-FFF2-40B4-BE49-F238E27FC236}">
                    <a16:creationId xmlns:a16="http://schemas.microsoft.com/office/drawing/2014/main" id="{0523728E-E63D-8181-D928-BED9625BF2C4}"/>
                  </a:ext>
                </a:extLst>
              </p:cNvPr>
              <p:cNvGrpSpPr/>
              <p:nvPr/>
            </p:nvGrpSpPr>
            <p:grpSpPr>
              <a:xfrm>
                <a:off x="5275218" y="3748557"/>
                <a:ext cx="380816" cy="499261"/>
                <a:chOff x="3167275" y="3227275"/>
                <a:chExt cx="225300" cy="295375"/>
              </a:xfrm>
              <a:grpFill/>
            </p:grpSpPr>
            <p:sp>
              <p:nvSpPr>
                <p:cNvPr id="186" name="Google Shape;9451;p73">
                  <a:extLst>
                    <a:ext uri="{FF2B5EF4-FFF2-40B4-BE49-F238E27FC236}">
                      <a16:creationId xmlns:a16="http://schemas.microsoft.com/office/drawing/2014/main" id="{D9FABFDD-7410-C9BC-5331-690539EC1451}"/>
                    </a:ext>
                  </a:extLst>
                </p:cNvPr>
                <p:cNvSpPr/>
                <p:nvPr/>
              </p:nvSpPr>
              <p:spPr>
                <a:xfrm>
                  <a:off x="3167275" y="3227275"/>
                  <a:ext cx="2253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2" h="8318" extrusionOk="0">
                      <a:moveTo>
                        <a:pt x="4538" y="1"/>
                      </a:moveTo>
                      <a:cubicBezTo>
                        <a:pt x="2112" y="1"/>
                        <a:pt x="1" y="1985"/>
                        <a:pt x="32" y="4537"/>
                      </a:cubicBezTo>
                      <a:cubicBezTo>
                        <a:pt x="32" y="5860"/>
                        <a:pt x="631" y="7184"/>
                        <a:pt x="1797" y="8066"/>
                      </a:cubicBezTo>
                      <a:cubicBezTo>
                        <a:pt x="1923" y="8192"/>
                        <a:pt x="2017" y="8223"/>
                        <a:pt x="2049" y="8318"/>
                      </a:cubicBezTo>
                      <a:lnTo>
                        <a:pt x="4160" y="8318"/>
                      </a:lnTo>
                      <a:lnTo>
                        <a:pt x="4160" y="6900"/>
                      </a:lnTo>
                      <a:lnTo>
                        <a:pt x="2427" y="6900"/>
                      </a:lnTo>
                      <a:cubicBezTo>
                        <a:pt x="2238" y="6900"/>
                        <a:pt x="2080" y="6743"/>
                        <a:pt x="2080" y="6554"/>
                      </a:cubicBezTo>
                      <a:lnTo>
                        <a:pt x="2080" y="5829"/>
                      </a:lnTo>
                      <a:cubicBezTo>
                        <a:pt x="2080" y="4852"/>
                        <a:pt x="2679" y="4033"/>
                        <a:pt x="3498" y="3624"/>
                      </a:cubicBezTo>
                      <a:cubicBezTo>
                        <a:pt x="3277" y="3403"/>
                        <a:pt x="3151" y="3088"/>
                        <a:pt x="3151" y="2678"/>
                      </a:cubicBezTo>
                      <a:cubicBezTo>
                        <a:pt x="3151" y="1922"/>
                        <a:pt x="3782" y="1292"/>
                        <a:pt x="4538" y="1292"/>
                      </a:cubicBezTo>
                      <a:cubicBezTo>
                        <a:pt x="5262" y="1292"/>
                        <a:pt x="5892" y="1922"/>
                        <a:pt x="5892" y="2678"/>
                      </a:cubicBezTo>
                      <a:cubicBezTo>
                        <a:pt x="5892" y="3025"/>
                        <a:pt x="5735" y="3340"/>
                        <a:pt x="5546" y="3624"/>
                      </a:cubicBezTo>
                      <a:cubicBezTo>
                        <a:pt x="6365" y="4033"/>
                        <a:pt x="6964" y="4852"/>
                        <a:pt x="6964" y="5829"/>
                      </a:cubicBezTo>
                      <a:lnTo>
                        <a:pt x="6964" y="6554"/>
                      </a:lnTo>
                      <a:cubicBezTo>
                        <a:pt x="6964" y="6743"/>
                        <a:pt x="6806" y="6900"/>
                        <a:pt x="6617" y="6900"/>
                      </a:cubicBezTo>
                      <a:lnTo>
                        <a:pt x="4884" y="6900"/>
                      </a:lnTo>
                      <a:lnTo>
                        <a:pt x="4884" y="8318"/>
                      </a:lnTo>
                      <a:lnTo>
                        <a:pt x="6995" y="8318"/>
                      </a:lnTo>
                      <a:cubicBezTo>
                        <a:pt x="7027" y="8286"/>
                        <a:pt x="7121" y="8192"/>
                        <a:pt x="7247" y="8129"/>
                      </a:cubicBezTo>
                      <a:cubicBezTo>
                        <a:pt x="8413" y="7184"/>
                        <a:pt x="9011" y="5829"/>
                        <a:pt x="9011" y="4506"/>
                      </a:cubicBezTo>
                      <a:cubicBezTo>
                        <a:pt x="9011" y="2017"/>
                        <a:pt x="6995" y="1"/>
                        <a:pt x="45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Google Shape;9452;p73">
                  <a:extLst>
                    <a:ext uri="{FF2B5EF4-FFF2-40B4-BE49-F238E27FC236}">
                      <a16:creationId xmlns:a16="http://schemas.microsoft.com/office/drawing/2014/main" id="{30193493-0183-E382-A777-7C110E1DFD88}"/>
                    </a:ext>
                  </a:extLst>
                </p:cNvPr>
                <p:cNvSpPr/>
                <p:nvPr/>
              </p:nvSpPr>
              <p:spPr>
                <a:xfrm>
                  <a:off x="3262600" y="3278475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Google Shape;9453;p73">
                  <a:extLst>
                    <a:ext uri="{FF2B5EF4-FFF2-40B4-BE49-F238E27FC236}">
                      <a16:creationId xmlns:a16="http://schemas.microsoft.com/office/drawing/2014/main" id="{18EE4176-B717-A0E8-B198-0E4306FC90A1}"/>
                    </a:ext>
                  </a:extLst>
                </p:cNvPr>
                <p:cNvSpPr/>
                <p:nvPr/>
              </p:nvSpPr>
              <p:spPr>
                <a:xfrm>
                  <a:off x="3220050" y="3452525"/>
                  <a:ext cx="1213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1419" extrusionOk="0">
                      <a:moveTo>
                        <a:pt x="1" y="1"/>
                      </a:moveTo>
                      <a:lnTo>
                        <a:pt x="1" y="347"/>
                      </a:lnTo>
                      <a:cubicBezTo>
                        <a:pt x="1" y="946"/>
                        <a:pt x="473" y="1419"/>
                        <a:pt x="1040" y="1419"/>
                      </a:cubicBezTo>
                      <a:lnTo>
                        <a:pt x="3781" y="1419"/>
                      </a:lnTo>
                      <a:cubicBezTo>
                        <a:pt x="4380" y="1419"/>
                        <a:pt x="4853" y="946"/>
                        <a:pt x="4853" y="347"/>
                      </a:cubicBezTo>
                      <a:lnTo>
                        <a:pt x="485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Google Shape;9454;p73">
                  <a:extLst>
                    <a:ext uri="{FF2B5EF4-FFF2-40B4-BE49-F238E27FC236}">
                      <a16:creationId xmlns:a16="http://schemas.microsoft.com/office/drawing/2014/main" id="{A7E2D8AA-9506-F3EB-D77F-E7641B5BCA30}"/>
                    </a:ext>
                  </a:extLst>
                </p:cNvPr>
                <p:cNvSpPr/>
                <p:nvPr/>
              </p:nvSpPr>
              <p:spPr>
                <a:xfrm>
                  <a:off x="3237375" y="3332025"/>
                  <a:ext cx="86675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080" extrusionOk="0">
                      <a:moveTo>
                        <a:pt x="1734" y="1"/>
                      </a:moveTo>
                      <a:cubicBezTo>
                        <a:pt x="789" y="1"/>
                        <a:pt x="1" y="725"/>
                        <a:pt x="1" y="1733"/>
                      </a:cubicBezTo>
                      <a:lnTo>
                        <a:pt x="1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Google Shape;9455;p73">
                  <a:extLst>
                    <a:ext uri="{FF2B5EF4-FFF2-40B4-BE49-F238E27FC236}">
                      <a16:creationId xmlns:a16="http://schemas.microsoft.com/office/drawing/2014/main" id="{C4697EC2-C3EC-2269-C461-7A9CF7FCE1A1}"/>
                    </a:ext>
                  </a:extLst>
                </p:cNvPr>
                <p:cNvSpPr/>
                <p:nvPr/>
              </p:nvSpPr>
              <p:spPr>
                <a:xfrm>
                  <a:off x="3237375" y="35053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2" y="1"/>
                      </a:moveTo>
                      <a:cubicBezTo>
                        <a:pt x="1" y="379"/>
                        <a:pt x="284" y="694"/>
                        <a:pt x="694" y="694"/>
                      </a:cubicBezTo>
                      <a:lnTo>
                        <a:pt x="2773" y="694"/>
                      </a:lnTo>
                      <a:cubicBezTo>
                        <a:pt x="3183" y="694"/>
                        <a:pt x="3498" y="379"/>
                        <a:pt x="34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" name="Google Shape;9456;p73">
                <a:extLst>
                  <a:ext uri="{FF2B5EF4-FFF2-40B4-BE49-F238E27FC236}">
                    <a16:creationId xmlns:a16="http://schemas.microsoft.com/office/drawing/2014/main" id="{DEDFE1F0-6460-6368-5C87-7C90957487F4}"/>
                  </a:ext>
                </a:extLst>
              </p:cNvPr>
              <p:cNvSpPr/>
              <p:nvPr/>
            </p:nvSpPr>
            <p:spPr>
              <a:xfrm>
                <a:off x="5202621" y="4377430"/>
                <a:ext cx="525925" cy="501585"/>
              </a:xfrm>
              <a:custGeom>
                <a:avLst/>
                <a:gdLst/>
                <a:ahLst/>
                <a:cxnLst/>
                <a:rect l="l" t="t" r="r" b="b"/>
                <a:pathLst>
                  <a:path w="12446" h="11870" extrusionOk="0">
                    <a:moveTo>
                      <a:pt x="9421" y="1410"/>
                    </a:moveTo>
                    <a:cubicBezTo>
                      <a:pt x="9775" y="1410"/>
                      <a:pt x="10130" y="1544"/>
                      <a:pt x="10397" y="1812"/>
                    </a:cubicBezTo>
                    <a:cubicBezTo>
                      <a:pt x="10901" y="2316"/>
                      <a:pt x="10901" y="3198"/>
                      <a:pt x="10366" y="3734"/>
                    </a:cubicBezTo>
                    <a:lnTo>
                      <a:pt x="9169" y="4931"/>
                    </a:lnTo>
                    <a:cubicBezTo>
                      <a:pt x="8948" y="5152"/>
                      <a:pt x="8633" y="5278"/>
                      <a:pt x="8318" y="5309"/>
                    </a:cubicBezTo>
                    <a:lnTo>
                      <a:pt x="8476" y="5152"/>
                    </a:lnTo>
                    <a:cubicBezTo>
                      <a:pt x="8854" y="4773"/>
                      <a:pt x="8854" y="4112"/>
                      <a:pt x="8476" y="3702"/>
                    </a:cubicBezTo>
                    <a:cubicBezTo>
                      <a:pt x="8271" y="3513"/>
                      <a:pt x="8003" y="3419"/>
                      <a:pt x="7739" y="3419"/>
                    </a:cubicBezTo>
                    <a:cubicBezTo>
                      <a:pt x="7475" y="3419"/>
                      <a:pt x="7215" y="3513"/>
                      <a:pt x="7026" y="3702"/>
                    </a:cubicBezTo>
                    <a:lnTo>
                      <a:pt x="6869" y="3860"/>
                    </a:lnTo>
                    <a:cubicBezTo>
                      <a:pt x="6900" y="3545"/>
                      <a:pt x="7026" y="3230"/>
                      <a:pt x="7247" y="3009"/>
                    </a:cubicBezTo>
                    <a:lnTo>
                      <a:pt x="8444" y="1812"/>
                    </a:lnTo>
                    <a:cubicBezTo>
                      <a:pt x="8712" y="1544"/>
                      <a:pt x="9066" y="1410"/>
                      <a:pt x="9421" y="1410"/>
                    </a:cubicBezTo>
                    <a:close/>
                    <a:moveTo>
                      <a:pt x="4128" y="6475"/>
                    </a:moveTo>
                    <a:lnTo>
                      <a:pt x="3970" y="6601"/>
                    </a:lnTo>
                    <a:cubicBezTo>
                      <a:pt x="3592" y="7010"/>
                      <a:pt x="3592" y="7672"/>
                      <a:pt x="3970" y="8081"/>
                    </a:cubicBezTo>
                    <a:cubicBezTo>
                      <a:pt x="4175" y="8270"/>
                      <a:pt x="4443" y="8365"/>
                      <a:pt x="4711" y="8365"/>
                    </a:cubicBezTo>
                    <a:cubicBezTo>
                      <a:pt x="4978" y="8365"/>
                      <a:pt x="5246" y="8270"/>
                      <a:pt x="5451" y="8081"/>
                    </a:cubicBezTo>
                    <a:lnTo>
                      <a:pt x="5577" y="7924"/>
                    </a:lnTo>
                    <a:lnTo>
                      <a:pt x="5577" y="7924"/>
                    </a:lnTo>
                    <a:cubicBezTo>
                      <a:pt x="5640" y="8270"/>
                      <a:pt x="5483" y="8586"/>
                      <a:pt x="5231" y="8838"/>
                    </a:cubicBezTo>
                    <a:lnTo>
                      <a:pt x="4065" y="10003"/>
                    </a:lnTo>
                    <a:cubicBezTo>
                      <a:pt x="3781" y="10271"/>
                      <a:pt x="3427" y="10405"/>
                      <a:pt x="3072" y="10405"/>
                    </a:cubicBezTo>
                    <a:cubicBezTo>
                      <a:pt x="2718" y="10405"/>
                      <a:pt x="2364" y="10271"/>
                      <a:pt x="2080" y="10003"/>
                    </a:cubicBezTo>
                    <a:cubicBezTo>
                      <a:pt x="1544" y="9468"/>
                      <a:pt x="1544" y="8586"/>
                      <a:pt x="2080" y="8050"/>
                    </a:cubicBezTo>
                    <a:lnTo>
                      <a:pt x="3277" y="6853"/>
                    </a:lnTo>
                    <a:cubicBezTo>
                      <a:pt x="3498" y="6601"/>
                      <a:pt x="3813" y="6506"/>
                      <a:pt x="4128" y="6475"/>
                    </a:cubicBezTo>
                    <a:close/>
                    <a:moveTo>
                      <a:pt x="9373" y="0"/>
                    </a:moveTo>
                    <a:cubicBezTo>
                      <a:pt x="8665" y="0"/>
                      <a:pt x="7956" y="268"/>
                      <a:pt x="7404" y="804"/>
                    </a:cubicBezTo>
                    <a:lnTo>
                      <a:pt x="6239" y="1970"/>
                    </a:lnTo>
                    <a:cubicBezTo>
                      <a:pt x="5451" y="2757"/>
                      <a:pt x="5199" y="3986"/>
                      <a:pt x="5640" y="4994"/>
                    </a:cubicBezTo>
                    <a:lnTo>
                      <a:pt x="5325" y="5309"/>
                    </a:lnTo>
                    <a:cubicBezTo>
                      <a:pt x="4994" y="5170"/>
                      <a:pt x="4634" y="5100"/>
                      <a:pt x="4270" y="5100"/>
                    </a:cubicBezTo>
                    <a:cubicBezTo>
                      <a:pt x="3562" y="5100"/>
                      <a:pt x="2842" y="5366"/>
                      <a:pt x="2301" y="5908"/>
                    </a:cubicBezTo>
                    <a:lnTo>
                      <a:pt x="1103" y="7105"/>
                    </a:lnTo>
                    <a:cubicBezTo>
                      <a:pt x="1" y="8144"/>
                      <a:pt x="1" y="9940"/>
                      <a:pt x="1103" y="11043"/>
                    </a:cubicBezTo>
                    <a:cubicBezTo>
                      <a:pt x="1655" y="11594"/>
                      <a:pt x="2364" y="11870"/>
                      <a:pt x="3072" y="11870"/>
                    </a:cubicBezTo>
                    <a:cubicBezTo>
                      <a:pt x="3781" y="11870"/>
                      <a:pt x="4490" y="11594"/>
                      <a:pt x="5041" y="11043"/>
                    </a:cubicBezTo>
                    <a:lnTo>
                      <a:pt x="6239" y="9846"/>
                    </a:lnTo>
                    <a:cubicBezTo>
                      <a:pt x="7026" y="9058"/>
                      <a:pt x="7247" y="7829"/>
                      <a:pt x="6806" y="6821"/>
                    </a:cubicBezTo>
                    <a:lnTo>
                      <a:pt x="7121" y="6506"/>
                    </a:lnTo>
                    <a:cubicBezTo>
                      <a:pt x="7473" y="6656"/>
                      <a:pt x="7840" y="6729"/>
                      <a:pt x="8204" y="6729"/>
                    </a:cubicBezTo>
                    <a:cubicBezTo>
                      <a:pt x="8914" y="6729"/>
                      <a:pt x="9614" y="6449"/>
                      <a:pt x="10177" y="5908"/>
                    </a:cubicBezTo>
                    <a:lnTo>
                      <a:pt x="11342" y="4742"/>
                    </a:lnTo>
                    <a:cubicBezTo>
                      <a:pt x="12445" y="3639"/>
                      <a:pt x="12445" y="1907"/>
                      <a:pt x="11342" y="804"/>
                    </a:cubicBezTo>
                    <a:cubicBezTo>
                      <a:pt x="10791" y="268"/>
                      <a:pt x="10082" y="0"/>
                      <a:pt x="93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30" name="Google Shape;9457;p73">
                <a:extLst>
                  <a:ext uri="{FF2B5EF4-FFF2-40B4-BE49-F238E27FC236}">
                    <a16:creationId xmlns:a16="http://schemas.microsoft.com/office/drawing/2014/main" id="{6F1204BE-89C0-E11F-A5C8-785E053EC05D}"/>
                  </a:ext>
                </a:extLst>
              </p:cNvPr>
              <p:cNvGrpSpPr/>
              <p:nvPr/>
            </p:nvGrpSpPr>
            <p:grpSpPr>
              <a:xfrm>
                <a:off x="5213987" y="4985299"/>
                <a:ext cx="503276" cy="499303"/>
                <a:chOff x="3133425" y="3955025"/>
                <a:chExt cx="297750" cy="295400"/>
              </a:xfrm>
              <a:grpFill/>
            </p:grpSpPr>
            <p:sp>
              <p:nvSpPr>
                <p:cNvPr id="183" name="Google Shape;9458;p73">
                  <a:extLst>
                    <a:ext uri="{FF2B5EF4-FFF2-40B4-BE49-F238E27FC236}">
                      <a16:creationId xmlns:a16="http://schemas.microsoft.com/office/drawing/2014/main" id="{C798FB74-1F1E-5850-7C21-866C6CAB80EA}"/>
                    </a:ext>
                  </a:extLst>
                </p:cNvPr>
                <p:cNvSpPr/>
                <p:nvPr/>
              </p:nvSpPr>
              <p:spPr>
                <a:xfrm>
                  <a:off x="3133425" y="4058225"/>
                  <a:ext cx="297750" cy="19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688" extrusionOk="0">
                      <a:moveTo>
                        <a:pt x="5923" y="0"/>
                      </a:moveTo>
                      <a:cubicBezTo>
                        <a:pt x="5325" y="0"/>
                        <a:pt x="4821" y="347"/>
                        <a:pt x="4631" y="914"/>
                      </a:cubicBezTo>
                      <a:cubicBezTo>
                        <a:pt x="4505" y="1166"/>
                        <a:pt x="4505" y="1449"/>
                        <a:pt x="4568" y="1764"/>
                      </a:cubicBezTo>
                      <a:cubicBezTo>
                        <a:pt x="4884" y="1922"/>
                        <a:pt x="5199" y="2016"/>
                        <a:pt x="5577" y="2048"/>
                      </a:cubicBezTo>
                      <a:lnTo>
                        <a:pt x="5577" y="2741"/>
                      </a:lnTo>
                      <a:lnTo>
                        <a:pt x="2458" y="2741"/>
                      </a:lnTo>
                      <a:cubicBezTo>
                        <a:pt x="1859" y="2741"/>
                        <a:pt x="1418" y="3214"/>
                        <a:pt x="1418" y="3781"/>
                      </a:cubicBezTo>
                      <a:lnTo>
                        <a:pt x="1418" y="4190"/>
                      </a:lnTo>
                      <a:cubicBezTo>
                        <a:pt x="630" y="4316"/>
                        <a:pt x="0" y="5041"/>
                        <a:pt x="0" y="5891"/>
                      </a:cubicBezTo>
                      <a:cubicBezTo>
                        <a:pt x="0" y="6837"/>
                        <a:pt x="788" y="7687"/>
                        <a:pt x="1765" y="7687"/>
                      </a:cubicBezTo>
                      <a:cubicBezTo>
                        <a:pt x="2710" y="7687"/>
                        <a:pt x="3497" y="6900"/>
                        <a:pt x="3497" y="5891"/>
                      </a:cubicBezTo>
                      <a:cubicBezTo>
                        <a:pt x="3497" y="5072"/>
                        <a:pt x="2930" y="4316"/>
                        <a:pt x="2143" y="4190"/>
                      </a:cubicBezTo>
                      <a:lnTo>
                        <a:pt x="2143" y="3781"/>
                      </a:lnTo>
                      <a:cubicBezTo>
                        <a:pt x="2143" y="3592"/>
                        <a:pt x="2300" y="3434"/>
                        <a:pt x="2489" y="3434"/>
                      </a:cubicBezTo>
                      <a:lnTo>
                        <a:pt x="5608" y="3434"/>
                      </a:lnTo>
                      <a:lnTo>
                        <a:pt x="5608" y="4127"/>
                      </a:lnTo>
                      <a:cubicBezTo>
                        <a:pt x="4821" y="4285"/>
                        <a:pt x="4222" y="5009"/>
                        <a:pt x="4222" y="5860"/>
                      </a:cubicBezTo>
                      <a:cubicBezTo>
                        <a:pt x="4222" y="6805"/>
                        <a:pt x="5010" y="7656"/>
                        <a:pt x="5955" y="7656"/>
                      </a:cubicBezTo>
                      <a:cubicBezTo>
                        <a:pt x="6900" y="7656"/>
                        <a:pt x="7687" y="6868"/>
                        <a:pt x="7687" y="5860"/>
                      </a:cubicBezTo>
                      <a:cubicBezTo>
                        <a:pt x="7687" y="5041"/>
                        <a:pt x="7089" y="4285"/>
                        <a:pt x="6301" y="4127"/>
                      </a:cubicBezTo>
                      <a:lnTo>
                        <a:pt x="6301" y="3434"/>
                      </a:lnTo>
                      <a:lnTo>
                        <a:pt x="9452" y="3434"/>
                      </a:lnTo>
                      <a:cubicBezTo>
                        <a:pt x="9641" y="3434"/>
                        <a:pt x="9798" y="3592"/>
                        <a:pt x="9798" y="3781"/>
                      </a:cubicBezTo>
                      <a:lnTo>
                        <a:pt x="9798" y="4190"/>
                      </a:lnTo>
                      <a:cubicBezTo>
                        <a:pt x="9011" y="4316"/>
                        <a:pt x="8444" y="5041"/>
                        <a:pt x="8444" y="5891"/>
                      </a:cubicBezTo>
                      <a:cubicBezTo>
                        <a:pt x="8444" y="6837"/>
                        <a:pt x="9231" y="7687"/>
                        <a:pt x="10176" y="7687"/>
                      </a:cubicBezTo>
                      <a:cubicBezTo>
                        <a:pt x="11121" y="7687"/>
                        <a:pt x="11909" y="6900"/>
                        <a:pt x="11909" y="5891"/>
                      </a:cubicBezTo>
                      <a:cubicBezTo>
                        <a:pt x="11783" y="5135"/>
                        <a:pt x="11185" y="4379"/>
                        <a:pt x="10397" y="4222"/>
                      </a:cubicBezTo>
                      <a:lnTo>
                        <a:pt x="10397" y="3812"/>
                      </a:lnTo>
                      <a:cubicBezTo>
                        <a:pt x="10397" y="3245"/>
                        <a:pt x="9924" y="2804"/>
                        <a:pt x="9389" y="2804"/>
                      </a:cubicBezTo>
                      <a:lnTo>
                        <a:pt x="6238" y="2804"/>
                      </a:lnTo>
                      <a:lnTo>
                        <a:pt x="6238" y="2079"/>
                      </a:lnTo>
                      <a:cubicBezTo>
                        <a:pt x="6585" y="2048"/>
                        <a:pt x="6900" y="1922"/>
                        <a:pt x="7215" y="1827"/>
                      </a:cubicBezTo>
                      <a:cubicBezTo>
                        <a:pt x="7341" y="1418"/>
                        <a:pt x="7246" y="977"/>
                        <a:pt x="7057" y="630"/>
                      </a:cubicBezTo>
                      <a:cubicBezTo>
                        <a:pt x="6774" y="221"/>
                        <a:pt x="6396" y="0"/>
                        <a:pt x="59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Google Shape;9459;p73">
                  <a:extLst>
                    <a:ext uri="{FF2B5EF4-FFF2-40B4-BE49-F238E27FC236}">
                      <a16:creationId xmlns:a16="http://schemas.microsoft.com/office/drawing/2014/main" id="{8516B3CA-16EC-5295-8081-A4D8A78F9792}"/>
                    </a:ext>
                  </a:extLst>
                </p:cNvPr>
                <p:cNvSpPr/>
                <p:nvPr/>
              </p:nvSpPr>
              <p:spPr>
                <a:xfrm>
                  <a:off x="3263375" y="40070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284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Google Shape;9460;p73">
                  <a:extLst>
                    <a:ext uri="{FF2B5EF4-FFF2-40B4-BE49-F238E27FC236}">
                      <a16:creationId xmlns:a16="http://schemas.microsoft.com/office/drawing/2014/main" id="{DD2403DF-6951-397F-701F-EA11B0A4A41C}"/>
                    </a:ext>
                  </a:extLst>
                </p:cNvPr>
                <p:cNvSpPr/>
                <p:nvPr/>
              </p:nvSpPr>
              <p:spPr>
                <a:xfrm>
                  <a:off x="3203525" y="3955025"/>
                  <a:ext cx="155175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5420" extrusionOk="0">
                      <a:moveTo>
                        <a:pt x="3119" y="1"/>
                      </a:moveTo>
                      <a:cubicBezTo>
                        <a:pt x="1386" y="1"/>
                        <a:pt x="0" y="1387"/>
                        <a:pt x="0" y="3120"/>
                      </a:cubicBezTo>
                      <a:cubicBezTo>
                        <a:pt x="0" y="4002"/>
                        <a:pt x="410" y="4853"/>
                        <a:pt x="1071" y="5420"/>
                      </a:cubicBezTo>
                      <a:cubicBezTo>
                        <a:pt x="1071" y="5231"/>
                        <a:pt x="1103" y="5042"/>
                        <a:pt x="1197" y="4853"/>
                      </a:cubicBezTo>
                      <a:cubicBezTo>
                        <a:pt x="1323" y="4380"/>
                        <a:pt x="1701" y="3971"/>
                        <a:pt x="2111" y="3750"/>
                      </a:cubicBezTo>
                      <a:cubicBezTo>
                        <a:pt x="1890" y="3498"/>
                        <a:pt x="1733" y="3151"/>
                        <a:pt x="1733" y="2805"/>
                      </a:cubicBezTo>
                      <a:cubicBezTo>
                        <a:pt x="1733" y="2049"/>
                        <a:pt x="2363" y="1419"/>
                        <a:pt x="3119" y="1419"/>
                      </a:cubicBezTo>
                      <a:cubicBezTo>
                        <a:pt x="3844" y="1419"/>
                        <a:pt x="4474" y="2049"/>
                        <a:pt x="4474" y="2805"/>
                      </a:cubicBezTo>
                      <a:cubicBezTo>
                        <a:pt x="4474" y="3151"/>
                        <a:pt x="4348" y="3498"/>
                        <a:pt x="4096" y="3750"/>
                      </a:cubicBezTo>
                      <a:cubicBezTo>
                        <a:pt x="4379" y="3876"/>
                        <a:pt x="4600" y="4097"/>
                        <a:pt x="4789" y="4380"/>
                      </a:cubicBezTo>
                      <a:cubicBezTo>
                        <a:pt x="5009" y="4695"/>
                        <a:pt x="5135" y="5042"/>
                        <a:pt x="5167" y="5420"/>
                      </a:cubicBezTo>
                      <a:cubicBezTo>
                        <a:pt x="5797" y="4853"/>
                        <a:pt x="6207" y="4065"/>
                        <a:pt x="6207" y="3120"/>
                      </a:cubicBezTo>
                      <a:cubicBezTo>
                        <a:pt x="6207" y="1387"/>
                        <a:pt x="4852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oogle Shape;9461;p73">
                <a:extLst>
                  <a:ext uri="{FF2B5EF4-FFF2-40B4-BE49-F238E27FC236}">
                    <a16:creationId xmlns:a16="http://schemas.microsoft.com/office/drawing/2014/main" id="{95CBC8EA-C60C-77B6-8D5D-808F5BFE97CF}"/>
                  </a:ext>
                </a:extLst>
              </p:cNvPr>
              <p:cNvGrpSpPr/>
              <p:nvPr/>
            </p:nvGrpSpPr>
            <p:grpSpPr>
              <a:xfrm>
                <a:off x="8379176" y="3746993"/>
                <a:ext cx="500612" cy="502387"/>
                <a:chOff x="4991425" y="3234750"/>
                <a:chExt cx="296175" cy="297225"/>
              </a:xfrm>
              <a:grpFill/>
            </p:grpSpPr>
            <p:sp>
              <p:nvSpPr>
                <p:cNvPr id="177" name="Google Shape;9462;p73">
                  <a:extLst>
                    <a:ext uri="{FF2B5EF4-FFF2-40B4-BE49-F238E27FC236}">
                      <a16:creationId xmlns:a16="http://schemas.microsoft.com/office/drawing/2014/main" id="{202C1166-453E-1711-9FCC-C3737276B6E0}"/>
                    </a:ext>
                  </a:extLst>
                </p:cNvPr>
                <p:cNvSpPr/>
                <p:nvPr/>
              </p:nvSpPr>
              <p:spPr>
                <a:xfrm>
                  <a:off x="5077275" y="3304450"/>
                  <a:ext cx="122100" cy="9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971" extrusionOk="0">
                      <a:moveTo>
                        <a:pt x="2426" y="1"/>
                      </a:moveTo>
                      <a:cubicBezTo>
                        <a:pt x="1103" y="1"/>
                        <a:pt x="0" y="1104"/>
                        <a:pt x="0" y="2427"/>
                      </a:cubicBezTo>
                      <a:cubicBezTo>
                        <a:pt x="0" y="3025"/>
                        <a:pt x="190" y="3530"/>
                        <a:pt x="536" y="3971"/>
                      </a:cubicBezTo>
                      <a:cubicBezTo>
                        <a:pt x="820" y="3624"/>
                        <a:pt x="1103" y="3309"/>
                        <a:pt x="1481" y="3057"/>
                      </a:cubicBezTo>
                      <a:cubicBezTo>
                        <a:pt x="1261" y="2805"/>
                        <a:pt x="1103" y="2458"/>
                        <a:pt x="1103" y="2112"/>
                      </a:cubicBezTo>
                      <a:cubicBezTo>
                        <a:pt x="1103" y="1356"/>
                        <a:pt x="1733" y="726"/>
                        <a:pt x="2489" y="726"/>
                      </a:cubicBezTo>
                      <a:cubicBezTo>
                        <a:pt x="3214" y="726"/>
                        <a:pt x="3844" y="1356"/>
                        <a:pt x="3844" y="2112"/>
                      </a:cubicBezTo>
                      <a:cubicBezTo>
                        <a:pt x="3844" y="2458"/>
                        <a:pt x="3687" y="2805"/>
                        <a:pt x="3466" y="3057"/>
                      </a:cubicBezTo>
                      <a:cubicBezTo>
                        <a:pt x="3844" y="3246"/>
                        <a:pt x="4128" y="3561"/>
                        <a:pt x="4317" y="3971"/>
                      </a:cubicBezTo>
                      <a:cubicBezTo>
                        <a:pt x="4695" y="3530"/>
                        <a:pt x="4884" y="3025"/>
                        <a:pt x="4884" y="2427"/>
                      </a:cubicBezTo>
                      <a:cubicBezTo>
                        <a:pt x="4884" y="1104"/>
                        <a:pt x="3781" y="1"/>
                        <a:pt x="24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Google Shape;9463;p73">
                  <a:extLst>
                    <a:ext uri="{FF2B5EF4-FFF2-40B4-BE49-F238E27FC236}">
                      <a16:creationId xmlns:a16="http://schemas.microsoft.com/office/drawing/2014/main" id="{28211908-C233-5190-6F58-9B82885462FE}"/>
                    </a:ext>
                  </a:extLst>
                </p:cNvPr>
                <p:cNvSpPr/>
                <p:nvPr/>
              </p:nvSpPr>
              <p:spPr>
                <a:xfrm>
                  <a:off x="5121375" y="3339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Google Shape;9464;p73">
                  <a:extLst>
                    <a:ext uri="{FF2B5EF4-FFF2-40B4-BE49-F238E27FC236}">
                      <a16:creationId xmlns:a16="http://schemas.microsoft.com/office/drawing/2014/main" id="{10F7ECB5-D956-8E1F-2AF1-7BBD523EB11E}"/>
                    </a:ext>
                  </a:extLst>
                </p:cNvPr>
                <p:cNvSpPr/>
                <p:nvPr/>
              </p:nvSpPr>
              <p:spPr>
                <a:xfrm>
                  <a:off x="5009550" y="3234750"/>
                  <a:ext cx="259150" cy="26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0445" extrusionOk="0">
                      <a:moveTo>
                        <a:pt x="5198" y="2159"/>
                      </a:moveTo>
                      <a:cubicBezTo>
                        <a:pt x="6931" y="2159"/>
                        <a:pt x="8286" y="3514"/>
                        <a:pt x="8286" y="5246"/>
                      </a:cubicBezTo>
                      <a:cubicBezTo>
                        <a:pt x="8286" y="6916"/>
                        <a:pt x="6931" y="8365"/>
                        <a:pt x="5198" y="8365"/>
                      </a:cubicBezTo>
                      <a:cubicBezTo>
                        <a:pt x="3340" y="8365"/>
                        <a:pt x="2079" y="6822"/>
                        <a:pt x="2079" y="5246"/>
                      </a:cubicBezTo>
                      <a:cubicBezTo>
                        <a:pt x="2079" y="3514"/>
                        <a:pt x="3497" y="2159"/>
                        <a:pt x="5198" y="2159"/>
                      </a:cubicBezTo>
                      <a:close/>
                      <a:moveTo>
                        <a:pt x="5167" y="1"/>
                      </a:moveTo>
                      <a:cubicBezTo>
                        <a:pt x="5088" y="1"/>
                        <a:pt x="5009" y="17"/>
                        <a:pt x="4946" y="48"/>
                      </a:cubicBezTo>
                      <a:lnTo>
                        <a:pt x="4001" y="836"/>
                      </a:lnTo>
                      <a:lnTo>
                        <a:pt x="2773" y="678"/>
                      </a:lnTo>
                      <a:cubicBezTo>
                        <a:pt x="2756" y="675"/>
                        <a:pt x="2739" y="673"/>
                        <a:pt x="2723" y="673"/>
                      </a:cubicBezTo>
                      <a:cubicBezTo>
                        <a:pt x="2583" y="673"/>
                        <a:pt x="2454" y="786"/>
                        <a:pt x="2426" y="899"/>
                      </a:cubicBezTo>
                      <a:lnTo>
                        <a:pt x="1953" y="2033"/>
                      </a:lnTo>
                      <a:lnTo>
                        <a:pt x="819" y="2505"/>
                      </a:lnTo>
                      <a:cubicBezTo>
                        <a:pt x="662" y="2568"/>
                        <a:pt x="567" y="2694"/>
                        <a:pt x="630" y="2852"/>
                      </a:cubicBezTo>
                      <a:lnTo>
                        <a:pt x="788" y="4081"/>
                      </a:lnTo>
                      <a:lnTo>
                        <a:pt x="32" y="5026"/>
                      </a:lnTo>
                      <a:cubicBezTo>
                        <a:pt x="0" y="5183"/>
                        <a:pt x="0" y="5341"/>
                        <a:pt x="63" y="5467"/>
                      </a:cubicBezTo>
                      <a:lnTo>
                        <a:pt x="819" y="6381"/>
                      </a:lnTo>
                      <a:lnTo>
                        <a:pt x="662" y="7609"/>
                      </a:lnTo>
                      <a:cubicBezTo>
                        <a:pt x="630" y="7767"/>
                        <a:pt x="725" y="7924"/>
                        <a:pt x="851" y="7956"/>
                      </a:cubicBezTo>
                      <a:lnTo>
                        <a:pt x="1985" y="8428"/>
                      </a:lnTo>
                      <a:lnTo>
                        <a:pt x="2457" y="9594"/>
                      </a:lnTo>
                      <a:cubicBezTo>
                        <a:pt x="2536" y="9725"/>
                        <a:pt x="2637" y="9791"/>
                        <a:pt x="2741" y="9791"/>
                      </a:cubicBezTo>
                      <a:cubicBezTo>
                        <a:pt x="2762" y="9791"/>
                        <a:pt x="2783" y="9788"/>
                        <a:pt x="2804" y="9783"/>
                      </a:cubicBezTo>
                      <a:lnTo>
                        <a:pt x="4033" y="9626"/>
                      </a:lnTo>
                      <a:lnTo>
                        <a:pt x="4978" y="10382"/>
                      </a:lnTo>
                      <a:cubicBezTo>
                        <a:pt x="5072" y="10413"/>
                        <a:pt x="5104" y="10445"/>
                        <a:pt x="5167" y="10445"/>
                      </a:cubicBezTo>
                      <a:cubicBezTo>
                        <a:pt x="5261" y="10445"/>
                        <a:pt x="5324" y="10413"/>
                        <a:pt x="5387" y="10382"/>
                      </a:cubicBezTo>
                      <a:lnTo>
                        <a:pt x="6333" y="9626"/>
                      </a:lnTo>
                      <a:lnTo>
                        <a:pt x="7530" y="9783"/>
                      </a:lnTo>
                      <a:cubicBezTo>
                        <a:pt x="7687" y="9783"/>
                        <a:pt x="7876" y="9689"/>
                        <a:pt x="7908" y="9594"/>
                      </a:cubicBezTo>
                      <a:lnTo>
                        <a:pt x="8380" y="8428"/>
                      </a:lnTo>
                      <a:lnTo>
                        <a:pt x="9515" y="7956"/>
                      </a:lnTo>
                      <a:cubicBezTo>
                        <a:pt x="9672" y="7893"/>
                        <a:pt x="9735" y="7767"/>
                        <a:pt x="9704" y="7609"/>
                      </a:cubicBezTo>
                      <a:lnTo>
                        <a:pt x="9546" y="6381"/>
                      </a:lnTo>
                      <a:lnTo>
                        <a:pt x="10302" y="5467"/>
                      </a:lnTo>
                      <a:cubicBezTo>
                        <a:pt x="10365" y="5341"/>
                        <a:pt x="10365" y="5120"/>
                        <a:pt x="10302" y="5026"/>
                      </a:cubicBezTo>
                      <a:lnTo>
                        <a:pt x="9546" y="4081"/>
                      </a:lnTo>
                      <a:lnTo>
                        <a:pt x="9704" y="2852"/>
                      </a:lnTo>
                      <a:cubicBezTo>
                        <a:pt x="9735" y="2694"/>
                        <a:pt x="9641" y="2537"/>
                        <a:pt x="9515" y="2505"/>
                      </a:cubicBezTo>
                      <a:lnTo>
                        <a:pt x="8380" y="2033"/>
                      </a:lnTo>
                      <a:lnTo>
                        <a:pt x="7908" y="899"/>
                      </a:lnTo>
                      <a:cubicBezTo>
                        <a:pt x="7826" y="762"/>
                        <a:pt x="7719" y="672"/>
                        <a:pt x="7589" y="672"/>
                      </a:cubicBezTo>
                      <a:cubicBezTo>
                        <a:pt x="7570" y="672"/>
                        <a:pt x="7550" y="674"/>
                        <a:pt x="7530" y="678"/>
                      </a:cubicBezTo>
                      <a:lnTo>
                        <a:pt x="6333" y="836"/>
                      </a:lnTo>
                      <a:lnTo>
                        <a:pt x="5387" y="48"/>
                      </a:lnTo>
                      <a:cubicBezTo>
                        <a:pt x="5324" y="17"/>
                        <a:pt x="524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Google Shape;9465;p73">
                  <a:extLst>
                    <a:ext uri="{FF2B5EF4-FFF2-40B4-BE49-F238E27FC236}">
                      <a16:creationId xmlns:a16="http://schemas.microsoft.com/office/drawing/2014/main" id="{11876EED-AF1C-031E-D87F-C144CE1B146A}"/>
                    </a:ext>
                  </a:extLst>
                </p:cNvPr>
                <p:cNvSpPr/>
                <p:nvPr/>
              </p:nvSpPr>
              <p:spPr>
                <a:xfrm>
                  <a:off x="5105625" y="3391900"/>
                  <a:ext cx="669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87" extrusionOk="0">
                      <a:moveTo>
                        <a:pt x="1355" y="0"/>
                      </a:moveTo>
                      <a:cubicBezTo>
                        <a:pt x="725" y="0"/>
                        <a:pt x="190" y="441"/>
                        <a:pt x="1" y="977"/>
                      </a:cubicBezTo>
                      <a:cubicBezTo>
                        <a:pt x="410" y="1229"/>
                        <a:pt x="820" y="1386"/>
                        <a:pt x="1355" y="1386"/>
                      </a:cubicBezTo>
                      <a:cubicBezTo>
                        <a:pt x="1859" y="1386"/>
                        <a:pt x="2301" y="1229"/>
                        <a:pt x="2679" y="977"/>
                      </a:cubicBezTo>
                      <a:cubicBezTo>
                        <a:pt x="2521" y="410"/>
                        <a:pt x="1985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Google Shape;9466;p73">
                  <a:extLst>
                    <a:ext uri="{FF2B5EF4-FFF2-40B4-BE49-F238E27FC236}">
                      <a16:creationId xmlns:a16="http://schemas.microsoft.com/office/drawing/2014/main" id="{9666C301-DB17-626A-A11C-893BDD96D03E}"/>
                    </a:ext>
                  </a:extLst>
                </p:cNvPr>
                <p:cNvSpPr/>
                <p:nvPr/>
              </p:nvSpPr>
              <p:spPr>
                <a:xfrm>
                  <a:off x="5192275" y="3443075"/>
                  <a:ext cx="95325" cy="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79" extrusionOk="0">
                      <a:moveTo>
                        <a:pt x="2867" y="1"/>
                      </a:moveTo>
                      <a:cubicBezTo>
                        <a:pt x="2741" y="127"/>
                        <a:pt x="2647" y="221"/>
                        <a:pt x="2489" y="284"/>
                      </a:cubicBezTo>
                      <a:lnTo>
                        <a:pt x="1607" y="631"/>
                      </a:lnTo>
                      <a:lnTo>
                        <a:pt x="1260" y="1482"/>
                      </a:lnTo>
                      <a:cubicBezTo>
                        <a:pt x="1103" y="1891"/>
                        <a:pt x="693" y="2112"/>
                        <a:pt x="284" y="2112"/>
                      </a:cubicBezTo>
                      <a:lnTo>
                        <a:pt x="158" y="2112"/>
                      </a:lnTo>
                      <a:lnTo>
                        <a:pt x="0" y="2080"/>
                      </a:lnTo>
                      <a:lnTo>
                        <a:pt x="1166" y="3372"/>
                      </a:lnTo>
                      <a:cubicBezTo>
                        <a:pt x="1237" y="3443"/>
                        <a:pt x="1343" y="3478"/>
                        <a:pt x="1445" y="3478"/>
                      </a:cubicBezTo>
                      <a:cubicBezTo>
                        <a:pt x="1479" y="3478"/>
                        <a:pt x="1512" y="3474"/>
                        <a:pt x="1544" y="3466"/>
                      </a:cubicBezTo>
                      <a:cubicBezTo>
                        <a:pt x="1638" y="3403"/>
                        <a:pt x="1764" y="3340"/>
                        <a:pt x="1764" y="3183"/>
                      </a:cubicBezTo>
                      <a:lnTo>
                        <a:pt x="2080" y="1639"/>
                      </a:lnTo>
                      <a:lnTo>
                        <a:pt x="3497" y="1324"/>
                      </a:lnTo>
                      <a:cubicBezTo>
                        <a:pt x="3532" y="1338"/>
                        <a:pt x="3563" y="1344"/>
                        <a:pt x="3592" y="1344"/>
                      </a:cubicBezTo>
                      <a:cubicBezTo>
                        <a:pt x="3693" y="1344"/>
                        <a:pt x="3756" y="1265"/>
                        <a:pt x="3781" y="1167"/>
                      </a:cubicBezTo>
                      <a:cubicBezTo>
                        <a:pt x="3812" y="1072"/>
                        <a:pt x="3781" y="946"/>
                        <a:pt x="3686" y="820"/>
                      </a:cubicBezTo>
                      <a:lnTo>
                        <a:pt x="286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Google Shape;9467;p73">
                  <a:extLst>
                    <a:ext uri="{FF2B5EF4-FFF2-40B4-BE49-F238E27FC236}">
                      <a16:creationId xmlns:a16="http://schemas.microsoft.com/office/drawing/2014/main" id="{4179A194-DE9C-5F94-DF77-25BE64DE3714}"/>
                    </a:ext>
                  </a:extLst>
                </p:cNvPr>
                <p:cNvSpPr/>
                <p:nvPr/>
              </p:nvSpPr>
              <p:spPr>
                <a:xfrm>
                  <a:off x="4991425" y="3444650"/>
                  <a:ext cx="95325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93" extrusionOk="0">
                      <a:moveTo>
                        <a:pt x="946" y="1"/>
                      </a:moveTo>
                      <a:lnTo>
                        <a:pt x="126" y="851"/>
                      </a:lnTo>
                      <a:cubicBezTo>
                        <a:pt x="0" y="851"/>
                        <a:pt x="0" y="1009"/>
                        <a:pt x="32" y="1104"/>
                      </a:cubicBezTo>
                      <a:cubicBezTo>
                        <a:pt x="95" y="1230"/>
                        <a:pt x="158" y="1324"/>
                        <a:pt x="315" y="1356"/>
                      </a:cubicBezTo>
                      <a:lnTo>
                        <a:pt x="1733" y="1671"/>
                      </a:lnTo>
                      <a:lnTo>
                        <a:pt x="2048" y="3214"/>
                      </a:lnTo>
                      <a:cubicBezTo>
                        <a:pt x="2080" y="3309"/>
                        <a:pt x="2174" y="3435"/>
                        <a:pt x="2300" y="3466"/>
                      </a:cubicBezTo>
                      <a:cubicBezTo>
                        <a:pt x="2328" y="3485"/>
                        <a:pt x="2361" y="3492"/>
                        <a:pt x="2396" y="3492"/>
                      </a:cubicBezTo>
                      <a:cubicBezTo>
                        <a:pt x="2482" y="3492"/>
                        <a:pt x="2580" y="3448"/>
                        <a:pt x="2647" y="3403"/>
                      </a:cubicBezTo>
                      <a:lnTo>
                        <a:pt x="3813" y="2112"/>
                      </a:lnTo>
                      <a:lnTo>
                        <a:pt x="3813" y="2112"/>
                      </a:lnTo>
                      <a:lnTo>
                        <a:pt x="3624" y="2143"/>
                      </a:lnTo>
                      <a:lnTo>
                        <a:pt x="3561" y="2143"/>
                      </a:lnTo>
                      <a:cubicBezTo>
                        <a:pt x="3119" y="2143"/>
                        <a:pt x="2773" y="1891"/>
                        <a:pt x="2552" y="1513"/>
                      </a:cubicBezTo>
                      <a:lnTo>
                        <a:pt x="2206" y="631"/>
                      </a:lnTo>
                      <a:lnTo>
                        <a:pt x="1355" y="284"/>
                      </a:lnTo>
                      <a:cubicBezTo>
                        <a:pt x="1198" y="221"/>
                        <a:pt x="1072" y="127"/>
                        <a:pt x="9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2" name="Google Shape;9468;p73">
                <a:extLst>
                  <a:ext uri="{FF2B5EF4-FFF2-40B4-BE49-F238E27FC236}">
                    <a16:creationId xmlns:a16="http://schemas.microsoft.com/office/drawing/2014/main" id="{21236300-C3DB-351E-C138-E8A22B94BD12}"/>
                  </a:ext>
                </a:extLst>
              </p:cNvPr>
              <p:cNvGrpSpPr/>
              <p:nvPr/>
            </p:nvGrpSpPr>
            <p:grpSpPr>
              <a:xfrm>
                <a:off x="8379176" y="4407885"/>
                <a:ext cx="500612" cy="440694"/>
                <a:chOff x="4991425" y="3617150"/>
                <a:chExt cx="296175" cy="260725"/>
              </a:xfrm>
              <a:grpFill/>
            </p:grpSpPr>
            <p:sp>
              <p:nvSpPr>
                <p:cNvPr id="170" name="Google Shape;9469;p73">
                  <a:extLst>
                    <a:ext uri="{FF2B5EF4-FFF2-40B4-BE49-F238E27FC236}">
                      <a16:creationId xmlns:a16="http://schemas.microsoft.com/office/drawing/2014/main" id="{E1A01BB2-A7BC-8366-9DA2-D537A01FDA62}"/>
                    </a:ext>
                  </a:extLst>
                </p:cNvPr>
                <p:cNvSpPr/>
                <p:nvPr/>
              </p:nvSpPr>
              <p:spPr>
                <a:xfrm>
                  <a:off x="5069400" y="3738450"/>
                  <a:ext cx="1394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" h="5577" extrusionOk="0">
                      <a:moveTo>
                        <a:pt x="2804" y="0"/>
                      </a:moveTo>
                      <a:cubicBezTo>
                        <a:pt x="1607" y="0"/>
                        <a:pt x="1450" y="725"/>
                        <a:pt x="1009" y="3308"/>
                      </a:cubicBezTo>
                      <a:cubicBezTo>
                        <a:pt x="946" y="3749"/>
                        <a:pt x="851" y="4285"/>
                        <a:pt x="757" y="4883"/>
                      </a:cubicBezTo>
                      <a:lnTo>
                        <a:pt x="347" y="4883"/>
                      </a:lnTo>
                      <a:cubicBezTo>
                        <a:pt x="158" y="4883"/>
                        <a:pt x="0" y="5041"/>
                        <a:pt x="0" y="5230"/>
                      </a:cubicBezTo>
                      <a:cubicBezTo>
                        <a:pt x="0" y="5419"/>
                        <a:pt x="158" y="5576"/>
                        <a:pt x="347" y="5576"/>
                      </a:cubicBezTo>
                      <a:lnTo>
                        <a:pt x="5230" y="5576"/>
                      </a:lnTo>
                      <a:cubicBezTo>
                        <a:pt x="5419" y="5545"/>
                        <a:pt x="5577" y="5387"/>
                        <a:pt x="5577" y="5198"/>
                      </a:cubicBezTo>
                      <a:cubicBezTo>
                        <a:pt x="5577" y="5009"/>
                        <a:pt x="5419" y="4852"/>
                        <a:pt x="5230" y="4852"/>
                      </a:cubicBezTo>
                      <a:lnTo>
                        <a:pt x="4852" y="4852"/>
                      </a:lnTo>
                      <a:cubicBezTo>
                        <a:pt x="4726" y="4253"/>
                        <a:pt x="4632" y="3749"/>
                        <a:pt x="4569" y="3277"/>
                      </a:cubicBezTo>
                      <a:cubicBezTo>
                        <a:pt x="4128" y="756"/>
                        <a:pt x="3970" y="0"/>
                        <a:pt x="28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Google Shape;9470;p73">
                  <a:extLst>
                    <a:ext uri="{FF2B5EF4-FFF2-40B4-BE49-F238E27FC236}">
                      <a16:creationId xmlns:a16="http://schemas.microsoft.com/office/drawing/2014/main" id="{F5BE6191-CFE5-855A-826A-3A241B84DDE2}"/>
                    </a:ext>
                  </a:extLst>
                </p:cNvPr>
                <p:cNvSpPr/>
                <p:nvPr/>
              </p:nvSpPr>
              <p:spPr>
                <a:xfrm>
                  <a:off x="5200150" y="3617150"/>
                  <a:ext cx="693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73" extrusionOk="0">
                      <a:moveTo>
                        <a:pt x="1386" y="0"/>
                      </a:moveTo>
                      <a:cubicBezTo>
                        <a:pt x="630" y="0"/>
                        <a:pt x="0" y="630"/>
                        <a:pt x="0" y="1387"/>
                      </a:cubicBezTo>
                      <a:cubicBezTo>
                        <a:pt x="0" y="2111"/>
                        <a:pt x="630" y="2773"/>
                        <a:pt x="1386" y="2773"/>
                      </a:cubicBezTo>
                      <a:cubicBezTo>
                        <a:pt x="2143" y="2773"/>
                        <a:pt x="2773" y="2111"/>
                        <a:pt x="2773" y="1387"/>
                      </a:cubicBezTo>
                      <a:cubicBezTo>
                        <a:pt x="2773" y="630"/>
                        <a:pt x="2143" y="0"/>
                        <a:pt x="13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Google Shape;9471;p73">
                  <a:extLst>
                    <a:ext uri="{FF2B5EF4-FFF2-40B4-BE49-F238E27FC236}">
                      <a16:creationId xmlns:a16="http://schemas.microsoft.com/office/drawing/2014/main" id="{1E2BE27D-C516-65CE-9CBC-529398EEA642}"/>
                    </a:ext>
                  </a:extLst>
                </p:cNvPr>
                <p:cNvSpPr/>
                <p:nvPr/>
              </p:nvSpPr>
              <p:spPr>
                <a:xfrm>
                  <a:off x="5009550" y="3617150"/>
                  <a:ext cx="685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73" extrusionOk="0">
                      <a:moveTo>
                        <a:pt x="1355" y="0"/>
                      </a:moveTo>
                      <a:cubicBezTo>
                        <a:pt x="599" y="0"/>
                        <a:pt x="0" y="630"/>
                        <a:pt x="0" y="1387"/>
                      </a:cubicBezTo>
                      <a:cubicBezTo>
                        <a:pt x="0" y="2143"/>
                        <a:pt x="599" y="2773"/>
                        <a:pt x="1355" y="2773"/>
                      </a:cubicBezTo>
                      <a:cubicBezTo>
                        <a:pt x="2111" y="2773"/>
                        <a:pt x="2741" y="2143"/>
                        <a:pt x="2741" y="1387"/>
                      </a:cubicBezTo>
                      <a:cubicBezTo>
                        <a:pt x="2741" y="630"/>
                        <a:pt x="2111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Google Shape;9472;p73">
                  <a:extLst>
                    <a:ext uri="{FF2B5EF4-FFF2-40B4-BE49-F238E27FC236}">
                      <a16:creationId xmlns:a16="http://schemas.microsoft.com/office/drawing/2014/main" id="{1B2B9D8B-4FBB-AA38-5336-99878BA2B785}"/>
                    </a:ext>
                  </a:extLst>
                </p:cNvPr>
                <p:cNvSpPr/>
                <p:nvPr/>
              </p:nvSpPr>
              <p:spPr>
                <a:xfrm>
                  <a:off x="4991425" y="3686450"/>
                  <a:ext cx="10477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081" extrusionOk="0">
                      <a:moveTo>
                        <a:pt x="568" y="1"/>
                      </a:moveTo>
                      <a:cubicBezTo>
                        <a:pt x="252" y="347"/>
                        <a:pt x="0" y="851"/>
                        <a:pt x="0" y="1356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33" y="2080"/>
                        <a:pt x="4191" y="1923"/>
                        <a:pt x="4191" y="1734"/>
                      </a:cubicBezTo>
                      <a:lnTo>
                        <a:pt x="4191" y="1356"/>
                      </a:lnTo>
                      <a:cubicBezTo>
                        <a:pt x="4191" y="820"/>
                        <a:pt x="3970" y="347"/>
                        <a:pt x="3624" y="1"/>
                      </a:cubicBezTo>
                      <a:cubicBezTo>
                        <a:pt x="3245" y="410"/>
                        <a:pt x="2678" y="694"/>
                        <a:pt x="2080" y="694"/>
                      </a:cubicBezTo>
                      <a:cubicBezTo>
                        <a:pt x="1513" y="694"/>
                        <a:pt x="946" y="410"/>
                        <a:pt x="5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Google Shape;9473;p73">
                  <a:extLst>
                    <a:ext uri="{FF2B5EF4-FFF2-40B4-BE49-F238E27FC236}">
                      <a16:creationId xmlns:a16="http://schemas.microsoft.com/office/drawing/2014/main" id="{5A9E8530-5F34-308B-54B3-90316A23EA9D}"/>
                    </a:ext>
                  </a:extLst>
                </p:cNvPr>
                <p:cNvSpPr/>
                <p:nvPr/>
              </p:nvSpPr>
              <p:spPr>
                <a:xfrm>
                  <a:off x="5183600" y="3686450"/>
                  <a:ext cx="1040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081" extrusionOk="0">
                      <a:moveTo>
                        <a:pt x="536" y="1"/>
                      </a:moveTo>
                      <a:cubicBezTo>
                        <a:pt x="221" y="347"/>
                        <a:pt x="1" y="851"/>
                        <a:pt x="1" y="1356"/>
                      </a:cubicBezTo>
                      <a:lnTo>
                        <a:pt x="1" y="1702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02" y="2080"/>
                        <a:pt x="4159" y="1923"/>
                        <a:pt x="4159" y="1702"/>
                      </a:cubicBezTo>
                      <a:lnTo>
                        <a:pt x="4159" y="1356"/>
                      </a:lnTo>
                      <a:cubicBezTo>
                        <a:pt x="4159" y="820"/>
                        <a:pt x="3970" y="347"/>
                        <a:pt x="3624" y="1"/>
                      </a:cubicBezTo>
                      <a:cubicBezTo>
                        <a:pt x="3214" y="410"/>
                        <a:pt x="2679" y="694"/>
                        <a:pt x="2080" y="694"/>
                      </a:cubicBezTo>
                      <a:cubicBezTo>
                        <a:pt x="1450" y="694"/>
                        <a:pt x="946" y="410"/>
                        <a:pt x="5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Google Shape;9474;p73">
                  <a:extLst>
                    <a:ext uri="{FF2B5EF4-FFF2-40B4-BE49-F238E27FC236}">
                      <a16:creationId xmlns:a16="http://schemas.microsoft.com/office/drawing/2014/main" id="{C8FA32A5-4434-AC88-BC8A-57B702391007}"/>
                    </a:ext>
                  </a:extLst>
                </p:cNvPr>
                <p:cNvSpPr/>
                <p:nvPr/>
              </p:nvSpPr>
              <p:spPr>
                <a:xfrm>
                  <a:off x="5187550" y="3755775"/>
                  <a:ext cx="1000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2112" extrusionOk="0">
                      <a:moveTo>
                        <a:pt x="0" y="0"/>
                      </a:moveTo>
                      <a:cubicBezTo>
                        <a:pt x="189" y="567"/>
                        <a:pt x="315" y="1229"/>
                        <a:pt x="473" y="2111"/>
                      </a:cubicBezTo>
                      <a:lnTo>
                        <a:pt x="3655" y="2111"/>
                      </a:lnTo>
                      <a:cubicBezTo>
                        <a:pt x="3844" y="2111"/>
                        <a:pt x="4001" y="1954"/>
                        <a:pt x="4001" y="1733"/>
                      </a:cubicBezTo>
                      <a:lnTo>
                        <a:pt x="4001" y="378"/>
                      </a:lnTo>
                      <a:cubicBezTo>
                        <a:pt x="3970" y="158"/>
                        <a:pt x="3844" y="0"/>
                        <a:pt x="36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Google Shape;9475;p73">
                  <a:extLst>
                    <a:ext uri="{FF2B5EF4-FFF2-40B4-BE49-F238E27FC236}">
                      <a16:creationId xmlns:a16="http://schemas.microsoft.com/office/drawing/2014/main" id="{32C91D6F-3DB1-823F-F266-FF7E475B4BA2}"/>
                    </a:ext>
                  </a:extLst>
                </p:cNvPr>
                <p:cNvSpPr/>
                <p:nvPr/>
              </p:nvSpPr>
              <p:spPr>
                <a:xfrm>
                  <a:off x="4991425" y="3755775"/>
                  <a:ext cx="1008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4" h="2080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54"/>
                        <a:pt x="158" y="2080"/>
                        <a:pt x="347" y="2080"/>
                      </a:cubicBezTo>
                      <a:lnTo>
                        <a:pt x="3561" y="2080"/>
                      </a:lnTo>
                      <a:cubicBezTo>
                        <a:pt x="3718" y="1229"/>
                        <a:pt x="3813" y="567"/>
                        <a:pt x="40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" name="Google Shape;9476;p73">
                <a:extLst>
                  <a:ext uri="{FF2B5EF4-FFF2-40B4-BE49-F238E27FC236}">
                    <a16:creationId xmlns:a16="http://schemas.microsoft.com/office/drawing/2014/main" id="{402BD293-6A85-ED05-91F8-78B1F96EB163}"/>
                  </a:ext>
                </a:extLst>
              </p:cNvPr>
              <p:cNvGrpSpPr/>
              <p:nvPr/>
            </p:nvGrpSpPr>
            <p:grpSpPr>
              <a:xfrm>
                <a:off x="8489677" y="4985299"/>
                <a:ext cx="279612" cy="499303"/>
                <a:chOff x="5056800" y="3962900"/>
                <a:chExt cx="165425" cy="295400"/>
              </a:xfrm>
              <a:grpFill/>
            </p:grpSpPr>
            <p:sp>
              <p:nvSpPr>
                <p:cNvPr id="167" name="Google Shape;9477;p73">
                  <a:extLst>
                    <a:ext uri="{FF2B5EF4-FFF2-40B4-BE49-F238E27FC236}">
                      <a16:creationId xmlns:a16="http://schemas.microsoft.com/office/drawing/2014/main" id="{E763A4D5-8AE7-BC23-35A1-7BA91BB69E3B}"/>
                    </a:ext>
                  </a:extLst>
                </p:cNvPr>
                <p:cNvSpPr/>
                <p:nvPr/>
              </p:nvSpPr>
              <p:spPr>
                <a:xfrm>
                  <a:off x="5155250" y="4042450"/>
                  <a:ext cx="66975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4192" extrusionOk="0">
                      <a:moveTo>
                        <a:pt x="0" y="1"/>
                      </a:moveTo>
                      <a:lnTo>
                        <a:pt x="505" y="3467"/>
                      </a:lnTo>
                      <a:lnTo>
                        <a:pt x="1103" y="4065"/>
                      </a:lnTo>
                      <a:cubicBezTo>
                        <a:pt x="1166" y="4128"/>
                        <a:pt x="1261" y="4191"/>
                        <a:pt x="1324" y="4191"/>
                      </a:cubicBezTo>
                      <a:lnTo>
                        <a:pt x="2300" y="4191"/>
                      </a:lnTo>
                      <a:cubicBezTo>
                        <a:pt x="2521" y="4191"/>
                        <a:pt x="2678" y="4034"/>
                        <a:pt x="2678" y="3813"/>
                      </a:cubicBezTo>
                      <a:lnTo>
                        <a:pt x="2678" y="2805"/>
                      </a:lnTo>
                      <a:cubicBezTo>
                        <a:pt x="2678" y="2710"/>
                        <a:pt x="2615" y="2616"/>
                        <a:pt x="2552" y="25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Google Shape;9478;p73">
                  <a:extLst>
                    <a:ext uri="{FF2B5EF4-FFF2-40B4-BE49-F238E27FC236}">
                      <a16:creationId xmlns:a16="http://schemas.microsoft.com/office/drawing/2014/main" id="{07537994-BD8C-7A2A-B105-AB31F8B9C960}"/>
                    </a:ext>
                  </a:extLst>
                </p:cNvPr>
                <p:cNvSpPr/>
                <p:nvPr/>
              </p:nvSpPr>
              <p:spPr>
                <a:xfrm>
                  <a:off x="5065450" y="3962900"/>
                  <a:ext cx="8825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2081" extrusionOk="0">
                      <a:moveTo>
                        <a:pt x="347" y="1"/>
                      </a:moveTo>
                      <a:cubicBezTo>
                        <a:pt x="221" y="1"/>
                        <a:pt x="158" y="33"/>
                        <a:pt x="64" y="159"/>
                      </a:cubicBezTo>
                      <a:cubicBezTo>
                        <a:pt x="1" y="222"/>
                        <a:pt x="1" y="348"/>
                        <a:pt x="32" y="474"/>
                      </a:cubicBezTo>
                      <a:lnTo>
                        <a:pt x="568" y="2080"/>
                      </a:lnTo>
                      <a:lnTo>
                        <a:pt x="2931" y="2080"/>
                      </a:lnTo>
                      <a:lnTo>
                        <a:pt x="3498" y="474"/>
                      </a:lnTo>
                      <a:cubicBezTo>
                        <a:pt x="3529" y="348"/>
                        <a:pt x="3498" y="222"/>
                        <a:pt x="3466" y="159"/>
                      </a:cubicBezTo>
                      <a:cubicBezTo>
                        <a:pt x="3340" y="64"/>
                        <a:pt x="3214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Google Shape;9479;p73">
                  <a:extLst>
                    <a:ext uri="{FF2B5EF4-FFF2-40B4-BE49-F238E27FC236}">
                      <a16:creationId xmlns:a16="http://schemas.microsoft.com/office/drawing/2014/main" id="{C1186B3B-8F65-5DBE-67F2-C3BFE8B84A65}"/>
                    </a:ext>
                  </a:extLst>
                </p:cNvPr>
                <p:cNvSpPr/>
                <p:nvPr/>
              </p:nvSpPr>
              <p:spPr>
                <a:xfrm>
                  <a:off x="5056800" y="4032225"/>
                  <a:ext cx="104000" cy="22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9043" extrusionOk="0">
                      <a:moveTo>
                        <a:pt x="977" y="0"/>
                      </a:moveTo>
                      <a:lnTo>
                        <a:pt x="0" y="6553"/>
                      </a:lnTo>
                      <a:cubicBezTo>
                        <a:pt x="0" y="6648"/>
                        <a:pt x="0" y="6742"/>
                        <a:pt x="63" y="6837"/>
                      </a:cubicBezTo>
                      <a:lnTo>
                        <a:pt x="1796" y="8916"/>
                      </a:lnTo>
                      <a:cubicBezTo>
                        <a:pt x="1859" y="9011"/>
                        <a:pt x="1954" y="9042"/>
                        <a:pt x="2080" y="9042"/>
                      </a:cubicBezTo>
                      <a:cubicBezTo>
                        <a:pt x="2174" y="9042"/>
                        <a:pt x="2269" y="9011"/>
                        <a:pt x="2332" y="8916"/>
                      </a:cubicBezTo>
                      <a:lnTo>
                        <a:pt x="4065" y="6837"/>
                      </a:lnTo>
                      <a:cubicBezTo>
                        <a:pt x="4159" y="6742"/>
                        <a:pt x="4159" y="6679"/>
                        <a:pt x="4159" y="6553"/>
                      </a:cubicBezTo>
                      <a:lnTo>
                        <a:pt x="318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oogle Shape;9480;p73">
                <a:extLst>
                  <a:ext uri="{FF2B5EF4-FFF2-40B4-BE49-F238E27FC236}">
                    <a16:creationId xmlns:a16="http://schemas.microsoft.com/office/drawing/2014/main" id="{D1181785-C26E-C7B9-8546-2D7D0E1D26ED}"/>
                  </a:ext>
                </a:extLst>
              </p:cNvPr>
              <p:cNvGrpSpPr/>
              <p:nvPr/>
            </p:nvGrpSpPr>
            <p:grpSpPr>
              <a:xfrm>
                <a:off x="10279035" y="4985321"/>
                <a:ext cx="501923" cy="499261"/>
                <a:chOff x="6168925" y="3936925"/>
                <a:chExt cx="296950" cy="295375"/>
              </a:xfrm>
              <a:grpFill/>
            </p:grpSpPr>
            <p:sp>
              <p:nvSpPr>
                <p:cNvPr id="161" name="Google Shape;9481;p73">
                  <a:extLst>
                    <a:ext uri="{FF2B5EF4-FFF2-40B4-BE49-F238E27FC236}">
                      <a16:creationId xmlns:a16="http://schemas.microsoft.com/office/drawing/2014/main" id="{3DAEF0E1-2A4B-8F78-8270-A710A57D67C1}"/>
                    </a:ext>
                  </a:extLst>
                </p:cNvPr>
                <p:cNvSpPr/>
                <p:nvPr/>
              </p:nvSpPr>
              <p:spPr>
                <a:xfrm>
                  <a:off x="6220900" y="4164550"/>
                  <a:ext cx="18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cubicBezTo>
                        <a:pt x="568" y="725"/>
                        <a:pt x="725" y="567"/>
                        <a:pt x="725" y="347"/>
                      </a:cubicBez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Google Shape;9482;p73">
                  <a:extLst>
                    <a:ext uri="{FF2B5EF4-FFF2-40B4-BE49-F238E27FC236}">
                      <a16:creationId xmlns:a16="http://schemas.microsoft.com/office/drawing/2014/main" id="{2EC0B719-103B-4087-88EA-A1AD39153D46}"/>
                    </a:ext>
                  </a:extLst>
                </p:cNvPr>
                <p:cNvSpPr/>
                <p:nvPr/>
              </p:nvSpPr>
              <p:spPr>
                <a:xfrm>
                  <a:off x="6168925" y="3972375"/>
                  <a:ext cx="227650" cy="2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6" h="10397" extrusionOk="0">
                      <a:moveTo>
                        <a:pt x="3115" y="2135"/>
                      </a:moveTo>
                      <a:cubicBezTo>
                        <a:pt x="3206" y="2135"/>
                        <a:pt x="3293" y="2158"/>
                        <a:pt x="3340" y="2205"/>
                      </a:cubicBezTo>
                      <a:cubicBezTo>
                        <a:pt x="3466" y="2331"/>
                        <a:pt x="3466" y="2583"/>
                        <a:pt x="3340" y="2678"/>
                      </a:cubicBezTo>
                      <a:lnTo>
                        <a:pt x="2930" y="3119"/>
                      </a:lnTo>
                      <a:lnTo>
                        <a:pt x="3340" y="3560"/>
                      </a:lnTo>
                      <a:cubicBezTo>
                        <a:pt x="3466" y="3686"/>
                        <a:pt x="3466" y="3907"/>
                        <a:pt x="3340" y="4033"/>
                      </a:cubicBezTo>
                      <a:cubicBezTo>
                        <a:pt x="3293" y="4096"/>
                        <a:pt x="3206" y="4127"/>
                        <a:pt x="3115" y="4127"/>
                      </a:cubicBezTo>
                      <a:cubicBezTo>
                        <a:pt x="3025" y="4127"/>
                        <a:pt x="2930" y="4096"/>
                        <a:pt x="2867" y="4033"/>
                      </a:cubicBezTo>
                      <a:lnTo>
                        <a:pt x="2458" y="3592"/>
                      </a:lnTo>
                      <a:lnTo>
                        <a:pt x="2017" y="4033"/>
                      </a:lnTo>
                      <a:cubicBezTo>
                        <a:pt x="1954" y="4096"/>
                        <a:pt x="1867" y="4127"/>
                        <a:pt x="1780" y="4127"/>
                      </a:cubicBezTo>
                      <a:cubicBezTo>
                        <a:pt x="1694" y="4127"/>
                        <a:pt x="1607" y="4096"/>
                        <a:pt x="1544" y="4033"/>
                      </a:cubicBezTo>
                      <a:cubicBezTo>
                        <a:pt x="1418" y="3907"/>
                        <a:pt x="1418" y="3686"/>
                        <a:pt x="1544" y="3560"/>
                      </a:cubicBezTo>
                      <a:lnTo>
                        <a:pt x="1985" y="3119"/>
                      </a:lnTo>
                      <a:lnTo>
                        <a:pt x="1544" y="2678"/>
                      </a:lnTo>
                      <a:cubicBezTo>
                        <a:pt x="1418" y="2583"/>
                        <a:pt x="1418" y="2331"/>
                        <a:pt x="1544" y="2205"/>
                      </a:cubicBezTo>
                      <a:cubicBezTo>
                        <a:pt x="1591" y="2158"/>
                        <a:pt x="1678" y="2135"/>
                        <a:pt x="1769" y="2135"/>
                      </a:cubicBezTo>
                      <a:cubicBezTo>
                        <a:pt x="1859" y="2135"/>
                        <a:pt x="1954" y="2158"/>
                        <a:pt x="2017" y="2205"/>
                      </a:cubicBezTo>
                      <a:lnTo>
                        <a:pt x="2458" y="2646"/>
                      </a:lnTo>
                      <a:lnTo>
                        <a:pt x="2867" y="2205"/>
                      </a:lnTo>
                      <a:cubicBezTo>
                        <a:pt x="2930" y="2158"/>
                        <a:pt x="3025" y="2135"/>
                        <a:pt x="3115" y="2135"/>
                      </a:cubicBezTo>
                      <a:close/>
                      <a:moveTo>
                        <a:pt x="6727" y="2079"/>
                      </a:moveTo>
                      <a:cubicBezTo>
                        <a:pt x="6813" y="2079"/>
                        <a:pt x="6900" y="2111"/>
                        <a:pt x="6963" y="2174"/>
                      </a:cubicBezTo>
                      <a:lnTo>
                        <a:pt x="7688" y="2898"/>
                      </a:lnTo>
                      <a:cubicBezTo>
                        <a:pt x="7719" y="2993"/>
                        <a:pt x="7719" y="3245"/>
                        <a:pt x="7593" y="3371"/>
                      </a:cubicBezTo>
                      <a:cubicBezTo>
                        <a:pt x="7546" y="3418"/>
                        <a:pt x="7459" y="3442"/>
                        <a:pt x="7369" y="3442"/>
                      </a:cubicBezTo>
                      <a:cubicBezTo>
                        <a:pt x="7278" y="3442"/>
                        <a:pt x="7183" y="3418"/>
                        <a:pt x="7120" y="3371"/>
                      </a:cubicBezTo>
                      <a:lnTo>
                        <a:pt x="7026" y="3245"/>
                      </a:lnTo>
                      <a:lnTo>
                        <a:pt x="7026" y="4505"/>
                      </a:lnTo>
                      <a:cubicBezTo>
                        <a:pt x="7026" y="5104"/>
                        <a:pt x="6553" y="5513"/>
                        <a:pt x="5986" y="5513"/>
                      </a:cubicBezTo>
                      <a:lnTo>
                        <a:pt x="3151" y="5513"/>
                      </a:lnTo>
                      <a:cubicBezTo>
                        <a:pt x="2962" y="5513"/>
                        <a:pt x="2804" y="5671"/>
                        <a:pt x="2804" y="5891"/>
                      </a:cubicBezTo>
                      <a:lnTo>
                        <a:pt x="2804" y="7026"/>
                      </a:lnTo>
                      <a:cubicBezTo>
                        <a:pt x="3182" y="7183"/>
                        <a:pt x="3497" y="7530"/>
                        <a:pt x="3497" y="8002"/>
                      </a:cubicBezTo>
                      <a:cubicBezTo>
                        <a:pt x="3497" y="8601"/>
                        <a:pt x="3025" y="9042"/>
                        <a:pt x="2489" y="9042"/>
                      </a:cubicBezTo>
                      <a:cubicBezTo>
                        <a:pt x="1922" y="9042"/>
                        <a:pt x="1450" y="8569"/>
                        <a:pt x="1450" y="8002"/>
                      </a:cubicBezTo>
                      <a:cubicBezTo>
                        <a:pt x="1450" y="7561"/>
                        <a:pt x="1733" y="7183"/>
                        <a:pt x="2174" y="7026"/>
                      </a:cubicBezTo>
                      <a:lnTo>
                        <a:pt x="2174" y="5891"/>
                      </a:lnTo>
                      <a:cubicBezTo>
                        <a:pt x="2174" y="5293"/>
                        <a:pt x="2647" y="4852"/>
                        <a:pt x="3182" y="4852"/>
                      </a:cubicBezTo>
                      <a:lnTo>
                        <a:pt x="6018" y="4852"/>
                      </a:lnTo>
                      <a:cubicBezTo>
                        <a:pt x="6207" y="4852"/>
                        <a:pt x="6364" y="4694"/>
                        <a:pt x="6364" y="4505"/>
                      </a:cubicBezTo>
                      <a:lnTo>
                        <a:pt x="6364" y="3245"/>
                      </a:lnTo>
                      <a:lnTo>
                        <a:pt x="6270" y="3371"/>
                      </a:lnTo>
                      <a:cubicBezTo>
                        <a:pt x="6207" y="3418"/>
                        <a:pt x="6120" y="3442"/>
                        <a:pt x="6034" y="3442"/>
                      </a:cubicBezTo>
                      <a:cubicBezTo>
                        <a:pt x="5947" y="3442"/>
                        <a:pt x="5860" y="3418"/>
                        <a:pt x="5797" y="3371"/>
                      </a:cubicBezTo>
                      <a:cubicBezTo>
                        <a:pt x="5671" y="3245"/>
                        <a:pt x="5671" y="2993"/>
                        <a:pt x="5797" y="2898"/>
                      </a:cubicBezTo>
                      <a:lnTo>
                        <a:pt x="6490" y="2174"/>
                      </a:lnTo>
                      <a:cubicBezTo>
                        <a:pt x="6553" y="2111"/>
                        <a:pt x="6640" y="2079"/>
                        <a:pt x="6727" y="2079"/>
                      </a:cubicBezTo>
                      <a:close/>
                      <a:moveTo>
                        <a:pt x="7369" y="7057"/>
                      </a:moveTo>
                      <a:cubicBezTo>
                        <a:pt x="7459" y="7057"/>
                        <a:pt x="7546" y="7089"/>
                        <a:pt x="7593" y="7152"/>
                      </a:cubicBezTo>
                      <a:cubicBezTo>
                        <a:pt x="7719" y="7246"/>
                        <a:pt x="7719" y="7498"/>
                        <a:pt x="7593" y="7624"/>
                      </a:cubicBezTo>
                      <a:lnTo>
                        <a:pt x="7183" y="8034"/>
                      </a:lnTo>
                      <a:lnTo>
                        <a:pt x="7593" y="8475"/>
                      </a:lnTo>
                      <a:cubicBezTo>
                        <a:pt x="7719" y="8601"/>
                        <a:pt x="7719" y="8821"/>
                        <a:pt x="7593" y="8947"/>
                      </a:cubicBezTo>
                      <a:cubicBezTo>
                        <a:pt x="7546" y="9010"/>
                        <a:pt x="7459" y="9042"/>
                        <a:pt x="7369" y="9042"/>
                      </a:cubicBezTo>
                      <a:cubicBezTo>
                        <a:pt x="7278" y="9042"/>
                        <a:pt x="7183" y="9010"/>
                        <a:pt x="7120" y="8947"/>
                      </a:cubicBezTo>
                      <a:lnTo>
                        <a:pt x="6711" y="8506"/>
                      </a:lnTo>
                      <a:lnTo>
                        <a:pt x="6270" y="8947"/>
                      </a:lnTo>
                      <a:cubicBezTo>
                        <a:pt x="6207" y="9010"/>
                        <a:pt x="6120" y="9042"/>
                        <a:pt x="6034" y="9042"/>
                      </a:cubicBezTo>
                      <a:cubicBezTo>
                        <a:pt x="5947" y="9042"/>
                        <a:pt x="5860" y="9010"/>
                        <a:pt x="5797" y="8947"/>
                      </a:cubicBezTo>
                      <a:cubicBezTo>
                        <a:pt x="5671" y="8821"/>
                        <a:pt x="5671" y="8601"/>
                        <a:pt x="5797" y="8475"/>
                      </a:cubicBezTo>
                      <a:lnTo>
                        <a:pt x="6207" y="8034"/>
                      </a:lnTo>
                      <a:lnTo>
                        <a:pt x="5797" y="7624"/>
                      </a:lnTo>
                      <a:cubicBezTo>
                        <a:pt x="5671" y="7498"/>
                        <a:pt x="5671" y="7246"/>
                        <a:pt x="5797" y="7152"/>
                      </a:cubicBezTo>
                      <a:cubicBezTo>
                        <a:pt x="5845" y="7089"/>
                        <a:pt x="5931" y="7057"/>
                        <a:pt x="6022" y="7057"/>
                      </a:cubicBezTo>
                      <a:cubicBezTo>
                        <a:pt x="6112" y="7057"/>
                        <a:pt x="6207" y="7089"/>
                        <a:pt x="6270" y="7152"/>
                      </a:cubicBezTo>
                      <a:lnTo>
                        <a:pt x="6711" y="7561"/>
                      </a:lnTo>
                      <a:lnTo>
                        <a:pt x="7120" y="7152"/>
                      </a:lnTo>
                      <a:cubicBezTo>
                        <a:pt x="7183" y="7089"/>
                        <a:pt x="7278" y="7057"/>
                        <a:pt x="7369" y="7057"/>
                      </a:cubicBezTo>
                      <a:close/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9388"/>
                      </a:lnTo>
                      <a:cubicBezTo>
                        <a:pt x="0" y="9987"/>
                        <a:pt x="473" y="10397"/>
                        <a:pt x="1040" y="10397"/>
                      </a:cubicBezTo>
                      <a:lnTo>
                        <a:pt x="8003" y="10397"/>
                      </a:lnTo>
                      <a:cubicBezTo>
                        <a:pt x="8601" y="10397"/>
                        <a:pt x="9011" y="9924"/>
                        <a:pt x="9011" y="9388"/>
                      </a:cubicBezTo>
                      <a:lnTo>
                        <a:pt x="9011" y="1040"/>
                      </a:lnTo>
                      <a:cubicBezTo>
                        <a:pt x="9105" y="473"/>
                        <a:pt x="8633" y="0"/>
                        <a:pt x="8034" y="0"/>
                      </a:cubicBezTo>
                      <a:lnTo>
                        <a:pt x="7341" y="0"/>
                      </a:lnTo>
                      <a:cubicBezTo>
                        <a:pt x="7341" y="756"/>
                        <a:pt x="6711" y="1386"/>
                        <a:pt x="5955" y="1386"/>
                      </a:cubicBezTo>
                      <a:lnTo>
                        <a:pt x="3119" y="1386"/>
                      </a:lnTo>
                      <a:cubicBezTo>
                        <a:pt x="2363" y="1386"/>
                        <a:pt x="1733" y="756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Google Shape;9483;p73">
                  <a:extLst>
                    <a:ext uri="{FF2B5EF4-FFF2-40B4-BE49-F238E27FC236}">
                      <a16:creationId xmlns:a16="http://schemas.microsoft.com/office/drawing/2014/main" id="{8236856D-87BB-8C2A-E143-83C36AACD1DA}"/>
                    </a:ext>
                  </a:extLst>
                </p:cNvPr>
                <p:cNvSpPr/>
                <p:nvPr/>
              </p:nvSpPr>
              <p:spPr>
                <a:xfrm>
                  <a:off x="6228775" y="3936925"/>
                  <a:ext cx="106350" cy="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143" extrusionOk="0">
                      <a:moveTo>
                        <a:pt x="2143" y="0"/>
                      </a:moveTo>
                      <a:cubicBezTo>
                        <a:pt x="1860" y="0"/>
                        <a:pt x="1576" y="221"/>
                        <a:pt x="1450" y="473"/>
                      </a:cubicBezTo>
                      <a:lnTo>
                        <a:pt x="1387" y="725"/>
                      </a:lnTo>
                      <a:lnTo>
                        <a:pt x="725" y="725"/>
                      </a:lnTo>
                      <a:cubicBezTo>
                        <a:pt x="316" y="725"/>
                        <a:pt x="1" y="1040"/>
                        <a:pt x="1" y="1418"/>
                      </a:cubicBezTo>
                      <a:cubicBezTo>
                        <a:pt x="1" y="1828"/>
                        <a:pt x="316" y="2143"/>
                        <a:pt x="725" y="2143"/>
                      </a:cubicBezTo>
                      <a:lnTo>
                        <a:pt x="3561" y="2143"/>
                      </a:lnTo>
                      <a:cubicBezTo>
                        <a:pt x="3939" y="2143"/>
                        <a:pt x="4254" y="1828"/>
                        <a:pt x="4254" y="1418"/>
                      </a:cubicBezTo>
                      <a:cubicBezTo>
                        <a:pt x="4254" y="1040"/>
                        <a:pt x="3939" y="725"/>
                        <a:pt x="3561" y="725"/>
                      </a:cubicBezTo>
                      <a:lnTo>
                        <a:pt x="2868" y="725"/>
                      </a:lnTo>
                      <a:lnTo>
                        <a:pt x="2805" y="473"/>
                      </a:lnTo>
                      <a:cubicBezTo>
                        <a:pt x="2710" y="221"/>
                        <a:pt x="2458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Google Shape;9484;p73">
                  <a:extLst>
                    <a:ext uri="{FF2B5EF4-FFF2-40B4-BE49-F238E27FC236}">
                      <a16:creationId xmlns:a16="http://schemas.microsoft.com/office/drawing/2014/main" id="{309D471D-96DC-9FF7-5029-58AF57DD54EA}"/>
                    </a:ext>
                  </a:extLst>
                </p:cNvPr>
                <p:cNvSpPr/>
                <p:nvPr/>
              </p:nvSpPr>
              <p:spPr>
                <a:xfrm>
                  <a:off x="6412300" y="4059000"/>
                  <a:ext cx="52000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223" extrusionOk="0">
                      <a:moveTo>
                        <a:pt x="0" y="1"/>
                      </a:moveTo>
                      <a:lnTo>
                        <a:pt x="0" y="4222"/>
                      </a:lnTo>
                      <a:lnTo>
                        <a:pt x="32" y="4222"/>
                      </a:lnTo>
                      <a:cubicBezTo>
                        <a:pt x="315" y="4002"/>
                        <a:pt x="662" y="3876"/>
                        <a:pt x="1072" y="3876"/>
                      </a:cubicBezTo>
                      <a:cubicBezTo>
                        <a:pt x="1450" y="3876"/>
                        <a:pt x="1796" y="4002"/>
                        <a:pt x="2080" y="4222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Google Shape;9485;p73">
                  <a:extLst>
                    <a:ext uri="{FF2B5EF4-FFF2-40B4-BE49-F238E27FC236}">
                      <a16:creationId xmlns:a16="http://schemas.microsoft.com/office/drawing/2014/main" id="{497BD4BF-FBE2-80B9-9CBE-B56546B926C5}"/>
                    </a:ext>
                  </a:extLst>
                </p:cNvPr>
                <p:cNvSpPr/>
                <p:nvPr/>
              </p:nvSpPr>
              <p:spPr>
                <a:xfrm>
                  <a:off x="6413875" y="4007025"/>
                  <a:ext cx="5200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1387" extrusionOk="0"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2080" y="1386"/>
                      </a:lnTo>
                      <a:lnTo>
                        <a:pt x="2080" y="1040"/>
                      </a:lnTo>
                      <a:cubicBezTo>
                        <a:pt x="2048" y="473"/>
                        <a:pt x="1576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Google Shape;9486;p73">
                  <a:extLst>
                    <a:ext uri="{FF2B5EF4-FFF2-40B4-BE49-F238E27FC236}">
                      <a16:creationId xmlns:a16="http://schemas.microsoft.com/office/drawing/2014/main" id="{598C6B80-5A91-722C-B3BF-EB782F6A1735}"/>
                    </a:ext>
                  </a:extLst>
                </p:cNvPr>
                <p:cNvSpPr/>
                <p:nvPr/>
              </p:nvSpPr>
              <p:spPr>
                <a:xfrm>
                  <a:off x="6417800" y="4173200"/>
                  <a:ext cx="43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734" extrusionOk="0">
                      <a:moveTo>
                        <a:pt x="883" y="1"/>
                      </a:moveTo>
                      <a:cubicBezTo>
                        <a:pt x="537" y="1"/>
                        <a:pt x="190" y="221"/>
                        <a:pt x="1" y="442"/>
                      </a:cubicBezTo>
                      <a:lnTo>
                        <a:pt x="568" y="1545"/>
                      </a:lnTo>
                      <a:cubicBezTo>
                        <a:pt x="600" y="1671"/>
                        <a:pt x="757" y="1734"/>
                        <a:pt x="883" y="1734"/>
                      </a:cubicBezTo>
                      <a:cubicBezTo>
                        <a:pt x="978" y="1734"/>
                        <a:pt x="1104" y="1671"/>
                        <a:pt x="1198" y="1545"/>
                      </a:cubicBezTo>
                      <a:lnTo>
                        <a:pt x="1734" y="442"/>
                      </a:lnTo>
                      <a:cubicBezTo>
                        <a:pt x="1545" y="158"/>
                        <a:pt x="1230" y="1"/>
                        <a:pt x="8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" name="Google Shape;9487;p73">
                <a:extLst>
                  <a:ext uri="{FF2B5EF4-FFF2-40B4-BE49-F238E27FC236}">
                    <a16:creationId xmlns:a16="http://schemas.microsoft.com/office/drawing/2014/main" id="{74D5778A-FCBC-D24C-3589-F0BFBED01041}"/>
                  </a:ext>
                </a:extLst>
              </p:cNvPr>
              <p:cNvGrpSpPr/>
              <p:nvPr/>
            </p:nvGrpSpPr>
            <p:grpSpPr>
              <a:xfrm>
                <a:off x="2672075" y="3748558"/>
                <a:ext cx="497908" cy="499261"/>
                <a:chOff x="1674750" y="3254050"/>
                <a:chExt cx="294575" cy="295375"/>
              </a:xfrm>
              <a:grpFill/>
            </p:grpSpPr>
            <p:sp>
              <p:nvSpPr>
                <p:cNvPr id="158" name="Google Shape;9488;p73">
                  <a:extLst>
                    <a:ext uri="{FF2B5EF4-FFF2-40B4-BE49-F238E27FC236}">
                      <a16:creationId xmlns:a16="http://schemas.microsoft.com/office/drawing/2014/main" id="{3F303A1A-2239-FE57-84D7-700A0E5B5D5D}"/>
                    </a:ext>
                  </a:extLst>
                </p:cNvPr>
                <p:cNvSpPr/>
                <p:nvPr/>
              </p:nvSpPr>
              <p:spPr>
                <a:xfrm>
                  <a:off x="1691275" y="3351700"/>
                  <a:ext cx="278050" cy="1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09" extrusionOk="0">
                      <a:moveTo>
                        <a:pt x="10535" y="0"/>
                      </a:moveTo>
                      <a:cubicBezTo>
                        <a:pt x="10489" y="0"/>
                        <a:pt x="10442" y="10"/>
                        <a:pt x="10397" y="33"/>
                      </a:cubicBezTo>
                      <a:cubicBezTo>
                        <a:pt x="10208" y="64"/>
                        <a:pt x="10114" y="253"/>
                        <a:pt x="10177" y="474"/>
                      </a:cubicBezTo>
                      <a:cubicBezTo>
                        <a:pt x="10334" y="978"/>
                        <a:pt x="10429" y="1482"/>
                        <a:pt x="10429" y="1986"/>
                      </a:cubicBezTo>
                      <a:cubicBezTo>
                        <a:pt x="10429" y="4885"/>
                        <a:pt x="8066" y="7247"/>
                        <a:pt x="5199" y="7247"/>
                      </a:cubicBezTo>
                      <a:cubicBezTo>
                        <a:pt x="3561" y="7247"/>
                        <a:pt x="2017" y="6397"/>
                        <a:pt x="1072" y="5137"/>
                      </a:cubicBezTo>
                      <a:lnTo>
                        <a:pt x="1733" y="5137"/>
                      </a:lnTo>
                      <a:cubicBezTo>
                        <a:pt x="1922" y="5137"/>
                        <a:pt x="2080" y="4979"/>
                        <a:pt x="2080" y="4790"/>
                      </a:cubicBezTo>
                      <a:cubicBezTo>
                        <a:pt x="2080" y="4601"/>
                        <a:pt x="1922" y="4443"/>
                        <a:pt x="1733" y="4443"/>
                      </a:cubicBezTo>
                      <a:lnTo>
                        <a:pt x="347" y="4443"/>
                      </a:lnTo>
                      <a:cubicBezTo>
                        <a:pt x="158" y="4443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47" y="6523"/>
                      </a:cubicBezTo>
                      <a:cubicBezTo>
                        <a:pt x="536" y="6523"/>
                        <a:pt x="694" y="6365"/>
                        <a:pt x="694" y="6176"/>
                      </a:cubicBezTo>
                      <a:lnTo>
                        <a:pt x="694" y="5767"/>
                      </a:lnTo>
                      <a:cubicBezTo>
                        <a:pt x="1796" y="7090"/>
                        <a:pt x="3466" y="7909"/>
                        <a:pt x="5199" y="7909"/>
                      </a:cubicBezTo>
                      <a:cubicBezTo>
                        <a:pt x="8412" y="7909"/>
                        <a:pt x="11122" y="5231"/>
                        <a:pt x="11122" y="1986"/>
                      </a:cubicBezTo>
                      <a:cubicBezTo>
                        <a:pt x="11122" y="1419"/>
                        <a:pt x="10996" y="820"/>
                        <a:pt x="10838" y="222"/>
                      </a:cubicBezTo>
                      <a:cubicBezTo>
                        <a:pt x="10814" y="102"/>
                        <a:pt x="10681" y="0"/>
                        <a:pt x="105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Google Shape;9489;p73">
                  <a:extLst>
                    <a:ext uri="{FF2B5EF4-FFF2-40B4-BE49-F238E27FC236}">
                      <a16:creationId xmlns:a16="http://schemas.microsoft.com/office/drawing/2014/main" id="{F63DF47E-A94C-858A-9B34-C03E4A0B8ECD}"/>
                    </a:ext>
                  </a:extLst>
                </p:cNvPr>
                <p:cNvSpPr/>
                <p:nvPr/>
              </p:nvSpPr>
              <p:spPr>
                <a:xfrm>
                  <a:off x="1674750" y="3254050"/>
                  <a:ext cx="277250" cy="1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0" h="7916" extrusionOk="0">
                      <a:moveTo>
                        <a:pt x="5891" y="1"/>
                      </a:moveTo>
                      <a:cubicBezTo>
                        <a:pt x="2678" y="1"/>
                        <a:pt x="0" y="2679"/>
                        <a:pt x="0" y="5892"/>
                      </a:cubicBezTo>
                      <a:cubicBezTo>
                        <a:pt x="0" y="6491"/>
                        <a:pt x="126" y="7089"/>
                        <a:pt x="284" y="7656"/>
                      </a:cubicBezTo>
                      <a:cubicBezTo>
                        <a:pt x="310" y="7842"/>
                        <a:pt x="448" y="7916"/>
                        <a:pt x="604" y="7916"/>
                      </a:cubicBezTo>
                      <a:cubicBezTo>
                        <a:pt x="633" y="7916"/>
                        <a:pt x="663" y="7913"/>
                        <a:pt x="693" y="7908"/>
                      </a:cubicBezTo>
                      <a:cubicBezTo>
                        <a:pt x="882" y="7877"/>
                        <a:pt x="977" y="7656"/>
                        <a:pt x="945" y="7467"/>
                      </a:cubicBezTo>
                      <a:cubicBezTo>
                        <a:pt x="788" y="6963"/>
                        <a:pt x="662" y="6459"/>
                        <a:pt x="662" y="5892"/>
                      </a:cubicBezTo>
                      <a:cubicBezTo>
                        <a:pt x="662" y="3025"/>
                        <a:pt x="3025" y="662"/>
                        <a:pt x="5891" y="662"/>
                      </a:cubicBezTo>
                      <a:cubicBezTo>
                        <a:pt x="7561" y="662"/>
                        <a:pt x="9105" y="1481"/>
                        <a:pt x="10050" y="2742"/>
                      </a:cubicBezTo>
                      <a:lnTo>
                        <a:pt x="9357" y="2742"/>
                      </a:lnTo>
                      <a:cubicBezTo>
                        <a:pt x="9168" y="2742"/>
                        <a:pt x="9010" y="2899"/>
                        <a:pt x="9010" y="3088"/>
                      </a:cubicBezTo>
                      <a:cubicBezTo>
                        <a:pt x="9010" y="3309"/>
                        <a:pt x="9168" y="3466"/>
                        <a:pt x="9357" y="3466"/>
                      </a:cubicBezTo>
                      <a:lnTo>
                        <a:pt x="10743" y="3466"/>
                      </a:lnTo>
                      <a:cubicBezTo>
                        <a:pt x="10932" y="3466"/>
                        <a:pt x="11090" y="3309"/>
                        <a:pt x="11090" y="3088"/>
                      </a:cubicBezTo>
                      <a:lnTo>
                        <a:pt x="11090" y="1733"/>
                      </a:lnTo>
                      <a:cubicBezTo>
                        <a:pt x="11090" y="1513"/>
                        <a:pt x="10932" y="1355"/>
                        <a:pt x="10743" y="1355"/>
                      </a:cubicBezTo>
                      <a:cubicBezTo>
                        <a:pt x="10554" y="1355"/>
                        <a:pt x="10397" y="1513"/>
                        <a:pt x="10397" y="1733"/>
                      </a:cubicBezTo>
                      <a:lnTo>
                        <a:pt x="10397" y="2111"/>
                      </a:lnTo>
                      <a:cubicBezTo>
                        <a:pt x="9294" y="820"/>
                        <a:pt x="7624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Google Shape;9490;p73">
                  <a:extLst>
                    <a:ext uri="{FF2B5EF4-FFF2-40B4-BE49-F238E27FC236}">
                      <a16:creationId xmlns:a16="http://schemas.microsoft.com/office/drawing/2014/main" id="{4F008142-88E5-29D1-FA2F-1D805A369E69}"/>
                    </a:ext>
                  </a:extLst>
                </p:cNvPr>
                <p:cNvSpPr/>
                <p:nvPr/>
              </p:nvSpPr>
              <p:spPr>
                <a:xfrm>
                  <a:off x="1727500" y="3306825"/>
                  <a:ext cx="189075" cy="1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3" h="7562" extrusionOk="0">
                      <a:moveTo>
                        <a:pt x="3750" y="2048"/>
                      </a:moveTo>
                      <a:cubicBezTo>
                        <a:pt x="3939" y="2048"/>
                        <a:pt x="4097" y="2206"/>
                        <a:pt x="4097" y="2426"/>
                      </a:cubicBezTo>
                      <a:lnTo>
                        <a:pt x="4097" y="3435"/>
                      </a:lnTo>
                      <a:lnTo>
                        <a:pt x="4475" y="3435"/>
                      </a:lnTo>
                      <a:cubicBezTo>
                        <a:pt x="4664" y="3435"/>
                        <a:pt x="4821" y="3592"/>
                        <a:pt x="4821" y="3781"/>
                      </a:cubicBezTo>
                      <a:cubicBezTo>
                        <a:pt x="4821" y="4002"/>
                        <a:pt x="4664" y="4159"/>
                        <a:pt x="4475" y="4159"/>
                      </a:cubicBezTo>
                      <a:lnTo>
                        <a:pt x="3750" y="4159"/>
                      </a:lnTo>
                      <a:cubicBezTo>
                        <a:pt x="3561" y="4159"/>
                        <a:pt x="3403" y="4002"/>
                        <a:pt x="3403" y="3781"/>
                      </a:cubicBezTo>
                      <a:lnTo>
                        <a:pt x="3403" y="2426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3435" y="0"/>
                      </a:moveTo>
                      <a:cubicBezTo>
                        <a:pt x="2647" y="95"/>
                        <a:pt x="1923" y="410"/>
                        <a:pt x="1356" y="883"/>
                      </a:cubicBezTo>
                      <a:lnTo>
                        <a:pt x="2049" y="1576"/>
                      </a:lnTo>
                      <a:cubicBezTo>
                        <a:pt x="2175" y="1702"/>
                        <a:pt x="2175" y="1954"/>
                        <a:pt x="2049" y="2048"/>
                      </a:cubicBezTo>
                      <a:cubicBezTo>
                        <a:pt x="1986" y="2111"/>
                        <a:pt x="1899" y="2143"/>
                        <a:pt x="1812" y="2143"/>
                      </a:cubicBezTo>
                      <a:cubicBezTo>
                        <a:pt x="1726" y="2143"/>
                        <a:pt x="1639" y="2111"/>
                        <a:pt x="1576" y="2048"/>
                      </a:cubicBezTo>
                      <a:lnTo>
                        <a:pt x="883" y="1355"/>
                      </a:lnTo>
                      <a:cubicBezTo>
                        <a:pt x="410" y="1922"/>
                        <a:pt x="95" y="2647"/>
                        <a:pt x="1" y="3435"/>
                      </a:cubicBezTo>
                      <a:lnTo>
                        <a:pt x="1041" y="3435"/>
                      </a:lnTo>
                      <a:cubicBezTo>
                        <a:pt x="1230" y="3435"/>
                        <a:pt x="1387" y="3592"/>
                        <a:pt x="1387" y="3781"/>
                      </a:cubicBezTo>
                      <a:cubicBezTo>
                        <a:pt x="1387" y="3970"/>
                        <a:pt x="1230" y="4128"/>
                        <a:pt x="1041" y="4128"/>
                      </a:cubicBezTo>
                      <a:lnTo>
                        <a:pt x="1" y="4128"/>
                      </a:lnTo>
                      <a:cubicBezTo>
                        <a:pt x="95" y="4915"/>
                        <a:pt x="410" y="5640"/>
                        <a:pt x="883" y="6238"/>
                      </a:cubicBezTo>
                      <a:lnTo>
                        <a:pt x="1576" y="5514"/>
                      </a:lnTo>
                      <a:cubicBezTo>
                        <a:pt x="1639" y="5451"/>
                        <a:pt x="1734" y="5419"/>
                        <a:pt x="1824" y="5419"/>
                      </a:cubicBezTo>
                      <a:cubicBezTo>
                        <a:pt x="1915" y="5419"/>
                        <a:pt x="2001" y="5451"/>
                        <a:pt x="2049" y="5514"/>
                      </a:cubicBezTo>
                      <a:cubicBezTo>
                        <a:pt x="2175" y="5640"/>
                        <a:pt x="2175" y="5860"/>
                        <a:pt x="2049" y="5986"/>
                      </a:cubicBezTo>
                      <a:lnTo>
                        <a:pt x="1356" y="6711"/>
                      </a:lnTo>
                      <a:cubicBezTo>
                        <a:pt x="1923" y="7184"/>
                        <a:pt x="2647" y="7499"/>
                        <a:pt x="3435" y="7562"/>
                      </a:cubicBezTo>
                      <a:lnTo>
                        <a:pt x="3435" y="6553"/>
                      </a:lnTo>
                      <a:cubicBezTo>
                        <a:pt x="3435" y="6333"/>
                        <a:pt x="3592" y="6175"/>
                        <a:pt x="3781" y="6175"/>
                      </a:cubicBezTo>
                      <a:cubicBezTo>
                        <a:pt x="4002" y="6175"/>
                        <a:pt x="4160" y="6333"/>
                        <a:pt x="4160" y="6553"/>
                      </a:cubicBezTo>
                      <a:lnTo>
                        <a:pt x="4160" y="7562"/>
                      </a:lnTo>
                      <a:cubicBezTo>
                        <a:pt x="4947" y="7499"/>
                        <a:pt x="5640" y="7184"/>
                        <a:pt x="6239" y="6711"/>
                      </a:cubicBezTo>
                      <a:lnTo>
                        <a:pt x="5514" y="5986"/>
                      </a:lnTo>
                      <a:cubicBezTo>
                        <a:pt x="5420" y="5860"/>
                        <a:pt x="5420" y="5640"/>
                        <a:pt x="5514" y="5514"/>
                      </a:cubicBezTo>
                      <a:cubicBezTo>
                        <a:pt x="5577" y="5451"/>
                        <a:pt x="5672" y="5419"/>
                        <a:pt x="5762" y="5419"/>
                      </a:cubicBezTo>
                      <a:cubicBezTo>
                        <a:pt x="5853" y="5419"/>
                        <a:pt x="5940" y="5451"/>
                        <a:pt x="5987" y="5514"/>
                      </a:cubicBezTo>
                      <a:lnTo>
                        <a:pt x="6711" y="6238"/>
                      </a:lnTo>
                      <a:cubicBezTo>
                        <a:pt x="7184" y="5640"/>
                        <a:pt x="7499" y="4915"/>
                        <a:pt x="7562" y="4128"/>
                      </a:cubicBezTo>
                      <a:lnTo>
                        <a:pt x="6554" y="4128"/>
                      </a:lnTo>
                      <a:cubicBezTo>
                        <a:pt x="6365" y="4128"/>
                        <a:pt x="6207" y="3970"/>
                        <a:pt x="6207" y="3781"/>
                      </a:cubicBezTo>
                      <a:cubicBezTo>
                        <a:pt x="6207" y="3592"/>
                        <a:pt x="6365" y="3435"/>
                        <a:pt x="6554" y="3435"/>
                      </a:cubicBezTo>
                      <a:lnTo>
                        <a:pt x="7562" y="3435"/>
                      </a:lnTo>
                      <a:cubicBezTo>
                        <a:pt x="7499" y="2647"/>
                        <a:pt x="7184" y="1922"/>
                        <a:pt x="6711" y="1355"/>
                      </a:cubicBezTo>
                      <a:lnTo>
                        <a:pt x="5987" y="2048"/>
                      </a:lnTo>
                      <a:cubicBezTo>
                        <a:pt x="5940" y="2111"/>
                        <a:pt x="5853" y="2143"/>
                        <a:pt x="5762" y="2143"/>
                      </a:cubicBezTo>
                      <a:cubicBezTo>
                        <a:pt x="5672" y="2143"/>
                        <a:pt x="5577" y="2111"/>
                        <a:pt x="5514" y="2048"/>
                      </a:cubicBezTo>
                      <a:cubicBezTo>
                        <a:pt x="5420" y="1922"/>
                        <a:pt x="5420" y="1702"/>
                        <a:pt x="5514" y="1576"/>
                      </a:cubicBezTo>
                      <a:lnTo>
                        <a:pt x="6239" y="883"/>
                      </a:lnTo>
                      <a:cubicBezTo>
                        <a:pt x="5640" y="410"/>
                        <a:pt x="4947" y="95"/>
                        <a:pt x="4160" y="0"/>
                      </a:cubicBezTo>
                      <a:lnTo>
                        <a:pt x="4160" y="1040"/>
                      </a:lnTo>
                      <a:cubicBezTo>
                        <a:pt x="4160" y="1229"/>
                        <a:pt x="4002" y="1387"/>
                        <a:pt x="3781" y="1387"/>
                      </a:cubicBezTo>
                      <a:cubicBezTo>
                        <a:pt x="3592" y="1387"/>
                        <a:pt x="3435" y="1229"/>
                        <a:pt x="3435" y="1040"/>
                      </a:cubicBezTo>
                      <a:lnTo>
                        <a:pt x="343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oogle Shape;9491;p73">
                <a:extLst>
                  <a:ext uri="{FF2B5EF4-FFF2-40B4-BE49-F238E27FC236}">
                    <a16:creationId xmlns:a16="http://schemas.microsoft.com/office/drawing/2014/main" id="{8B4328D2-5559-DFF5-127B-EC225CFA2D26}"/>
                  </a:ext>
                </a:extLst>
              </p:cNvPr>
              <p:cNvGrpSpPr/>
              <p:nvPr/>
            </p:nvGrpSpPr>
            <p:grpSpPr>
              <a:xfrm>
                <a:off x="2692697" y="4378602"/>
                <a:ext cx="456666" cy="499261"/>
                <a:chOff x="1687350" y="3618725"/>
                <a:chExt cx="270175" cy="295375"/>
              </a:xfrm>
              <a:grpFill/>
            </p:grpSpPr>
            <p:sp>
              <p:nvSpPr>
                <p:cNvPr id="155" name="Google Shape;9492;p73">
                  <a:extLst>
                    <a:ext uri="{FF2B5EF4-FFF2-40B4-BE49-F238E27FC236}">
                      <a16:creationId xmlns:a16="http://schemas.microsoft.com/office/drawing/2014/main" id="{AF9897FE-02A7-9F51-940B-62A4BD6C0D67}"/>
                    </a:ext>
                  </a:extLst>
                </p:cNvPr>
                <p:cNvSpPr/>
                <p:nvPr/>
              </p:nvSpPr>
              <p:spPr>
                <a:xfrm>
                  <a:off x="1829900" y="3808550"/>
                  <a:ext cx="181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418" extrusionOk="0">
                      <a:moveTo>
                        <a:pt x="1" y="0"/>
                      </a:moveTo>
                      <a:lnTo>
                        <a:pt x="1" y="1418"/>
                      </a:lnTo>
                      <a:lnTo>
                        <a:pt x="379" y="1418"/>
                      </a:lnTo>
                      <a:cubicBezTo>
                        <a:pt x="568" y="1418"/>
                        <a:pt x="725" y="1260"/>
                        <a:pt x="725" y="1040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Google Shape;9493;p73">
                  <a:extLst>
                    <a:ext uri="{FF2B5EF4-FFF2-40B4-BE49-F238E27FC236}">
                      <a16:creationId xmlns:a16="http://schemas.microsoft.com/office/drawing/2014/main" id="{C44D1288-3D8E-D2E6-B209-8ABEE09E0991}"/>
                    </a:ext>
                  </a:extLst>
                </p:cNvPr>
                <p:cNvSpPr/>
                <p:nvPr/>
              </p:nvSpPr>
              <p:spPr>
                <a:xfrm>
                  <a:off x="1795250" y="3755775"/>
                  <a:ext cx="1812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418" extrusionOk="0">
                      <a:moveTo>
                        <a:pt x="378" y="0"/>
                      </a:moveTo>
                      <a:cubicBezTo>
                        <a:pt x="189" y="0"/>
                        <a:pt x="0" y="158"/>
                        <a:pt x="0" y="378"/>
                      </a:cubicBezTo>
                      <a:lnTo>
                        <a:pt x="0" y="1071"/>
                      </a:lnTo>
                      <a:cubicBezTo>
                        <a:pt x="0" y="1260"/>
                        <a:pt x="189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Google Shape;9494;p73">
                  <a:extLst>
                    <a:ext uri="{FF2B5EF4-FFF2-40B4-BE49-F238E27FC236}">
                      <a16:creationId xmlns:a16="http://schemas.microsoft.com/office/drawing/2014/main" id="{E65AEDF5-E066-B80C-37E9-EFCFE7DA119C}"/>
                    </a:ext>
                  </a:extLst>
                </p:cNvPr>
                <p:cNvSpPr/>
                <p:nvPr/>
              </p:nvSpPr>
              <p:spPr>
                <a:xfrm>
                  <a:off x="1687350" y="3618725"/>
                  <a:ext cx="2701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7" h="11815" extrusionOk="0">
                      <a:moveTo>
                        <a:pt x="6459" y="662"/>
                      </a:moveTo>
                      <a:cubicBezTo>
                        <a:pt x="6868" y="662"/>
                        <a:pt x="7183" y="977"/>
                        <a:pt x="7183" y="1355"/>
                      </a:cubicBezTo>
                      <a:cubicBezTo>
                        <a:pt x="7183" y="1765"/>
                        <a:pt x="6868" y="2080"/>
                        <a:pt x="6459" y="2080"/>
                      </a:cubicBezTo>
                      <a:lnTo>
                        <a:pt x="6459" y="1702"/>
                      </a:lnTo>
                      <a:cubicBezTo>
                        <a:pt x="6459" y="1513"/>
                        <a:pt x="6301" y="1355"/>
                        <a:pt x="6112" y="1355"/>
                      </a:cubicBezTo>
                      <a:lnTo>
                        <a:pt x="4726" y="1355"/>
                      </a:lnTo>
                      <a:cubicBezTo>
                        <a:pt x="4537" y="1355"/>
                        <a:pt x="4379" y="1513"/>
                        <a:pt x="4379" y="1702"/>
                      </a:cubicBezTo>
                      <a:lnTo>
                        <a:pt x="4379" y="2080"/>
                      </a:lnTo>
                      <a:cubicBezTo>
                        <a:pt x="3970" y="2017"/>
                        <a:pt x="3655" y="1702"/>
                        <a:pt x="3655" y="1355"/>
                      </a:cubicBezTo>
                      <a:cubicBezTo>
                        <a:pt x="3655" y="977"/>
                        <a:pt x="3970" y="662"/>
                        <a:pt x="4379" y="662"/>
                      </a:cubicBezTo>
                      <a:close/>
                      <a:moveTo>
                        <a:pt x="5387" y="4128"/>
                      </a:moveTo>
                      <a:cubicBezTo>
                        <a:pt x="5608" y="4128"/>
                        <a:pt x="5766" y="4285"/>
                        <a:pt x="5766" y="4474"/>
                      </a:cubicBezTo>
                      <a:lnTo>
                        <a:pt x="5766" y="4821"/>
                      </a:lnTo>
                      <a:lnTo>
                        <a:pt x="6112" y="4821"/>
                      </a:lnTo>
                      <a:cubicBezTo>
                        <a:pt x="6711" y="4821"/>
                        <a:pt x="7120" y="5293"/>
                        <a:pt x="7120" y="5860"/>
                      </a:cubicBezTo>
                      <a:cubicBezTo>
                        <a:pt x="7120" y="6049"/>
                        <a:pt x="6963" y="6207"/>
                        <a:pt x="6774" y="6207"/>
                      </a:cubicBezTo>
                      <a:cubicBezTo>
                        <a:pt x="6585" y="6207"/>
                        <a:pt x="6427" y="6049"/>
                        <a:pt x="6427" y="5860"/>
                      </a:cubicBezTo>
                      <a:cubicBezTo>
                        <a:pt x="6427" y="5640"/>
                        <a:pt x="6270" y="5482"/>
                        <a:pt x="6081" y="5482"/>
                      </a:cubicBezTo>
                      <a:lnTo>
                        <a:pt x="5703" y="5482"/>
                      </a:lnTo>
                      <a:lnTo>
                        <a:pt x="5703" y="6868"/>
                      </a:lnTo>
                      <a:lnTo>
                        <a:pt x="6081" y="6868"/>
                      </a:lnTo>
                      <a:cubicBezTo>
                        <a:pt x="6648" y="6868"/>
                        <a:pt x="7089" y="7341"/>
                        <a:pt x="7089" y="7908"/>
                      </a:cubicBezTo>
                      <a:lnTo>
                        <a:pt x="7089" y="8601"/>
                      </a:lnTo>
                      <a:cubicBezTo>
                        <a:pt x="7089" y="9200"/>
                        <a:pt x="6616" y="9641"/>
                        <a:pt x="6081" y="9641"/>
                      </a:cubicBezTo>
                      <a:lnTo>
                        <a:pt x="5703" y="9641"/>
                      </a:lnTo>
                      <a:lnTo>
                        <a:pt x="5703" y="9987"/>
                      </a:lnTo>
                      <a:cubicBezTo>
                        <a:pt x="5703" y="10176"/>
                        <a:pt x="5545" y="10334"/>
                        <a:pt x="5356" y="10334"/>
                      </a:cubicBezTo>
                      <a:cubicBezTo>
                        <a:pt x="5167" y="10334"/>
                        <a:pt x="5009" y="10176"/>
                        <a:pt x="5009" y="9987"/>
                      </a:cubicBezTo>
                      <a:lnTo>
                        <a:pt x="5009" y="9704"/>
                      </a:lnTo>
                      <a:lnTo>
                        <a:pt x="4631" y="9704"/>
                      </a:lnTo>
                      <a:cubicBezTo>
                        <a:pt x="4064" y="9704"/>
                        <a:pt x="3623" y="9231"/>
                        <a:pt x="3623" y="8664"/>
                      </a:cubicBezTo>
                      <a:cubicBezTo>
                        <a:pt x="3623" y="8475"/>
                        <a:pt x="3781" y="8318"/>
                        <a:pt x="3970" y="8318"/>
                      </a:cubicBezTo>
                      <a:cubicBezTo>
                        <a:pt x="4159" y="8318"/>
                        <a:pt x="4316" y="8475"/>
                        <a:pt x="4316" y="8664"/>
                      </a:cubicBezTo>
                      <a:cubicBezTo>
                        <a:pt x="4316" y="8885"/>
                        <a:pt x="4505" y="9042"/>
                        <a:pt x="4694" y="9042"/>
                      </a:cubicBezTo>
                      <a:lnTo>
                        <a:pt x="5041" y="9042"/>
                      </a:lnTo>
                      <a:lnTo>
                        <a:pt x="5041" y="7625"/>
                      </a:lnTo>
                      <a:lnTo>
                        <a:pt x="4694" y="7625"/>
                      </a:lnTo>
                      <a:lnTo>
                        <a:pt x="4694" y="7593"/>
                      </a:lnTo>
                      <a:cubicBezTo>
                        <a:pt x="4096" y="7593"/>
                        <a:pt x="3655" y="7120"/>
                        <a:pt x="3655" y="6553"/>
                      </a:cubicBezTo>
                      <a:lnTo>
                        <a:pt x="3655" y="5860"/>
                      </a:lnTo>
                      <a:cubicBezTo>
                        <a:pt x="3655" y="5262"/>
                        <a:pt x="4127" y="4821"/>
                        <a:pt x="4694" y="4821"/>
                      </a:cubicBezTo>
                      <a:lnTo>
                        <a:pt x="5041" y="4821"/>
                      </a:lnTo>
                      <a:lnTo>
                        <a:pt x="5041" y="4474"/>
                      </a:lnTo>
                      <a:cubicBezTo>
                        <a:pt x="5041" y="4285"/>
                        <a:pt x="5198" y="4128"/>
                        <a:pt x="5387" y="4128"/>
                      </a:cubicBezTo>
                      <a:close/>
                      <a:moveTo>
                        <a:pt x="4379" y="0"/>
                      </a:moveTo>
                      <a:cubicBezTo>
                        <a:pt x="3623" y="0"/>
                        <a:pt x="2993" y="662"/>
                        <a:pt x="2993" y="1387"/>
                      </a:cubicBezTo>
                      <a:cubicBezTo>
                        <a:pt x="2993" y="2143"/>
                        <a:pt x="3623" y="2773"/>
                        <a:pt x="4379" y="2773"/>
                      </a:cubicBezTo>
                      <a:lnTo>
                        <a:pt x="4379" y="2899"/>
                      </a:lnTo>
                      <a:cubicBezTo>
                        <a:pt x="3781" y="3025"/>
                        <a:pt x="3277" y="3277"/>
                        <a:pt x="2804" y="3592"/>
                      </a:cubicBezTo>
                      <a:lnTo>
                        <a:pt x="2332" y="3056"/>
                      </a:lnTo>
                      <a:lnTo>
                        <a:pt x="2584" y="2804"/>
                      </a:lnTo>
                      <a:cubicBezTo>
                        <a:pt x="2710" y="2710"/>
                        <a:pt x="2710" y="2458"/>
                        <a:pt x="2615" y="2332"/>
                      </a:cubicBezTo>
                      <a:lnTo>
                        <a:pt x="1701" y="1292"/>
                      </a:lnTo>
                      <a:cubicBezTo>
                        <a:pt x="1630" y="1203"/>
                        <a:pt x="1529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6"/>
                      </a:lnTo>
                      <a:cubicBezTo>
                        <a:pt x="1090" y="3770"/>
                        <a:pt x="1183" y="3809"/>
                        <a:pt x="1279" y="3809"/>
                      </a:cubicBezTo>
                      <a:cubicBezTo>
                        <a:pt x="1365" y="3809"/>
                        <a:pt x="1453" y="3777"/>
                        <a:pt x="1512" y="3718"/>
                      </a:cubicBezTo>
                      <a:lnTo>
                        <a:pt x="1764" y="3497"/>
                      </a:lnTo>
                      <a:lnTo>
                        <a:pt x="2237" y="4033"/>
                      </a:lnTo>
                      <a:cubicBezTo>
                        <a:pt x="1418" y="4852"/>
                        <a:pt x="914" y="5986"/>
                        <a:pt x="914" y="7247"/>
                      </a:cubicBezTo>
                      <a:cubicBezTo>
                        <a:pt x="914" y="9735"/>
                        <a:pt x="2930" y="11815"/>
                        <a:pt x="5387" y="11815"/>
                      </a:cubicBezTo>
                      <a:cubicBezTo>
                        <a:pt x="7876" y="11815"/>
                        <a:pt x="9893" y="9798"/>
                        <a:pt x="9893" y="7247"/>
                      </a:cubicBezTo>
                      <a:cubicBezTo>
                        <a:pt x="9893" y="5986"/>
                        <a:pt x="9389" y="4852"/>
                        <a:pt x="8538" y="4033"/>
                      </a:cubicBezTo>
                      <a:lnTo>
                        <a:pt x="9011" y="3497"/>
                      </a:lnTo>
                      <a:lnTo>
                        <a:pt x="9294" y="3718"/>
                      </a:lnTo>
                      <a:cubicBezTo>
                        <a:pt x="9368" y="3777"/>
                        <a:pt x="9450" y="3809"/>
                        <a:pt x="9528" y="3809"/>
                      </a:cubicBezTo>
                      <a:cubicBezTo>
                        <a:pt x="9616" y="3809"/>
                        <a:pt x="9700" y="3770"/>
                        <a:pt x="9767" y="3686"/>
                      </a:cubicBezTo>
                      <a:lnTo>
                        <a:pt x="10680" y="2615"/>
                      </a:lnTo>
                      <a:cubicBezTo>
                        <a:pt x="10806" y="2458"/>
                        <a:pt x="10806" y="2269"/>
                        <a:pt x="10649" y="2143"/>
                      </a:cubicBezTo>
                      <a:lnTo>
                        <a:pt x="9578" y="1229"/>
                      </a:lnTo>
                      <a:cubicBezTo>
                        <a:pt x="9509" y="1188"/>
                        <a:pt x="9434" y="1165"/>
                        <a:pt x="9361" y="1165"/>
                      </a:cubicBezTo>
                      <a:cubicBezTo>
                        <a:pt x="9267" y="1165"/>
                        <a:pt x="9176" y="1203"/>
                        <a:pt x="9105" y="1292"/>
                      </a:cubicBezTo>
                      <a:lnTo>
                        <a:pt x="8191" y="2332"/>
                      </a:lnTo>
                      <a:cubicBezTo>
                        <a:pt x="8065" y="2489"/>
                        <a:pt x="8065" y="2710"/>
                        <a:pt x="8223" y="2804"/>
                      </a:cubicBezTo>
                      <a:lnTo>
                        <a:pt x="8506" y="3056"/>
                      </a:lnTo>
                      <a:lnTo>
                        <a:pt x="8034" y="3592"/>
                      </a:lnTo>
                      <a:cubicBezTo>
                        <a:pt x="7561" y="3245"/>
                        <a:pt x="7057" y="3025"/>
                        <a:pt x="6459" y="2899"/>
                      </a:cubicBezTo>
                      <a:lnTo>
                        <a:pt x="6459" y="2773"/>
                      </a:lnTo>
                      <a:cubicBezTo>
                        <a:pt x="7215" y="2773"/>
                        <a:pt x="7845" y="2143"/>
                        <a:pt x="7845" y="1387"/>
                      </a:cubicBezTo>
                      <a:cubicBezTo>
                        <a:pt x="7845" y="662"/>
                        <a:pt x="7215" y="0"/>
                        <a:pt x="64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" name="Google Shape;9495;p73">
                <a:extLst>
                  <a:ext uri="{FF2B5EF4-FFF2-40B4-BE49-F238E27FC236}">
                    <a16:creationId xmlns:a16="http://schemas.microsoft.com/office/drawing/2014/main" id="{459BFB02-CA2B-5D6A-8F0D-06AEB0522B13}"/>
                  </a:ext>
                </a:extLst>
              </p:cNvPr>
              <p:cNvGrpSpPr/>
              <p:nvPr/>
            </p:nvGrpSpPr>
            <p:grpSpPr>
              <a:xfrm>
                <a:off x="2669392" y="4985321"/>
                <a:ext cx="503276" cy="499261"/>
                <a:chOff x="1672375" y="3982600"/>
                <a:chExt cx="297750" cy="295375"/>
              </a:xfrm>
              <a:grpFill/>
            </p:grpSpPr>
            <p:sp>
              <p:nvSpPr>
                <p:cNvPr id="152" name="Google Shape;9496;p73">
                  <a:extLst>
                    <a:ext uri="{FF2B5EF4-FFF2-40B4-BE49-F238E27FC236}">
                      <a16:creationId xmlns:a16="http://schemas.microsoft.com/office/drawing/2014/main" id="{5E0A49E2-01E2-0765-5ECA-BFA5A056344F}"/>
                    </a:ext>
                  </a:extLst>
                </p:cNvPr>
                <p:cNvSpPr/>
                <p:nvPr/>
              </p:nvSpPr>
              <p:spPr>
                <a:xfrm>
                  <a:off x="1796825" y="398260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Google Shape;9497;p73">
                  <a:extLst>
                    <a:ext uri="{FF2B5EF4-FFF2-40B4-BE49-F238E27FC236}">
                      <a16:creationId xmlns:a16="http://schemas.microsoft.com/office/drawing/2014/main" id="{4A53E096-2A66-A088-F43D-9E186527F00C}"/>
                    </a:ext>
                  </a:extLst>
                </p:cNvPr>
                <p:cNvSpPr/>
                <p:nvPr/>
              </p:nvSpPr>
              <p:spPr>
                <a:xfrm>
                  <a:off x="1672375" y="4092075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Google Shape;9498;p73">
                  <a:extLst>
                    <a:ext uri="{FF2B5EF4-FFF2-40B4-BE49-F238E27FC236}">
                      <a16:creationId xmlns:a16="http://schemas.microsoft.com/office/drawing/2014/main" id="{731F121E-7DE2-E5BB-46B4-3B8E6AD369AC}"/>
                    </a:ext>
                  </a:extLst>
                </p:cNvPr>
                <p:cNvSpPr/>
                <p:nvPr/>
              </p:nvSpPr>
              <p:spPr>
                <a:xfrm>
                  <a:off x="1778700" y="4051125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8" name="Google Shape;9499;p73">
                <a:extLst>
                  <a:ext uri="{FF2B5EF4-FFF2-40B4-BE49-F238E27FC236}">
                    <a16:creationId xmlns:a16="http://schemas.microsoft.com/office/drawing/2014/main" id="{5FAE4C9A-30C1-C96D-CF35-ADB81597ECBD}"/>
                  </a:ext>
                </a:extLst>
              </p:cNvPr>
              <p:cNvGrpSpPr/>
              <p:nvPr/>
            </p:nvGrpSpPr>
            <p:grpSpPr>
              <a:xfrm>
                <a:off x="5851479" y="3747882"/>
                <a:ext cx="500612" cy="500612"/>
                <a:chOff x="3497300" y="3227275"/>
                <a:chExt cx="296175" cy="296175"/>
              </a:xfrm>
              <a:grpFill/>
            </p:grpSpPr>
            <p:sp>
              <p:nvSpPr>
                <p:cNvPr id="144" name="Google Shape;9500;p73">
                  <a:extLst>
                    <a:ext uri="{FF2B5EF4-FFF2-40B4-BE49-F238E27FC236}">
                      <a16:creationId xmlns:a16="http://schemas.microsoft.com/office/drawing/2014/main" id="{86C59AB4-8D2C-B988-4EFF-28AB547A4149}"/>
                    </a:ext>
                  </a:extLst>
                </p:cNvPr>
                <p:cNvSpPr/>
                <p:nvPr/>
              </p:nvSpPr>
              <p:spPr>
                <a:xfrm>
                  <a:off x="3609925" y="33399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cubicBezTo>
                        <a:pt x="1" y="2112"/>
                        <a:pt x="631" y="2742"/>
                        <a:pt x="1387" y="2742"/>
                      </a:cubicBezTo>
                      <a:cubicBezTo>
                        <a:pt x="2143" y="2742"/>
                        <a:pt x="2773" y="2112"/>
                        <a:pt x="2773" y="1355"/>
                      </a:cubicBezTo>
                      <a:cubicBezTo>
                        <a:pt x="2773" y="631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Google Shape;9501;p73">
                  <a:extLst>
                    <a:ext uri="{FF2B5EF4-FFF2-40B4-BE49-F238E27FC236}">
                      <a16:creationId xmlns:a16="http://schemas.microsoft.com/office/drawing/2014/main" id="{F82E57A3-0D12-3466-EF90-44B60022C20F}"/>
                    </a:ext>
                  </a:extLst>
                </p:cNvPr>
                <p:cNvSpPr/>
                <p:nvPr/>
              </p:nvSpPr>
              <p:spPr>
                <a:xfrm>
                  <a:off x="3531175" y="3227275"/>
                  <a:ext cx="866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7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741" y="3466"/>
                        <a:pt x="3466" y="2678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Google Shape;9502;p73">
                  <a:extLst>
                    <a:ext uri="{FF2B5EF4-FFF2-40B4-BE49-F238E27FC236}">
                      <a16:creationId xmlns:a16="http://schemas.microsoft.com/office/drawing/2014/main" id="{ADD9FE9F-F2DD-F503-AAC3-D26232864534}"/>
                    </a:ext>
                  </a:extLst>
                </p:cNvPr>
                <p:cNvSpPr/>
                <p:nvPr/>
              </p:nvSpPr>
              <p:spPr>
                <a:xfrm>
                  <a:off x="3670575" y="32272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8"/>
                        <a:pt x="788" y="3466"/>
                        <a:pt x="1733" y="3466"/>
                      </a:cubicBezTo>
                      <a:cubicBezTo>
                        <a:pt x="2679" y="3466"/>
                        <a:pt x="3466" y="2678"/>
                        <a:pt x="3466" y="1733"/>
                      </a:cubicBez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Google Shape;9503;p73">
                  <a:extLst>
                    <a:ext uri="{FF2B5EF4-FFF2-40B4-BE49-F238E27FC236}">
                      <a16:creationId xmlns:a16="http://schemas.microsoft.com/office/drawing/2014/main" id="{86E3AAB3-D48D-C2CB-3E66-A888195F6E29}"/>
                    </a:ext>
                  </a:extLst>
                </p:cNvPr>
                <p:cNvSpPr/>
                <p:nvPr/>
              </p:nvSpPr>
              <p:spPr>
                <a:xfrm>
                  <a:off x="3622525" y="3421825"/>
                  <a:ext cx="4177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" h="1009" extrusionOk="0">
                      <a:moveTo>
                        <a:pt x="1" y="0"/>
                      </a:moveTo>
                      <a:lnTo>
                        <a:pt x="851" y="1008"/>
                      </a:lnTo>
                      <a:lnTo>
                        <a:pt x="1671" y="0"/>
                      </a:lnTo>
                      <a:lnTo>
                        <a:pt x="1671" y="0"/>
                      </a:lnTo>
                      <a:cubicBezTo>
                        <a:pt x="1450" y="126"/>
                        <a:pt x="1167" y="158"/>
                        <a:pt x="851" y="158"/>
                      </a:cubicBezTo>
                      <a:cubicBezTo>
                        <a:pt x="568" y="158"/>
                        <a:pt x="284" y="9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Google Shape;9504;p73">
                  <a:extLst>
                    <a:ext uri="{FF2B5EF4-FFF2-40B4-BE49-F238E27FC236}">
                      <a16:creationId xmlns:a16="http://schemas.microsoft.com/office/drawing/2014/main" id="{D1A36B8A-A9F9-53CD-4669-AC2522F83723}"/>
                    </a:ext>
                  </a:extLst>
                </p:cNvPr>
                <p:cNvSpPr/>
                <p:nvPr/>
              </p:nvSpPr>
              <p:spPr>
                <a:xfrm>
                  <a:off x="3566600" y="34163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261" y="1"/>
                      </a:moveTo>
                      <a:cubicBezTo>
                        <a:pt x="474" y="599"/>
                        <a:pt x="1" y="1513"/>
                        <a:pt x="1" y="2490"/>
                      </a:cubicBezTo>
                      <a:lnTo>
                        <a:pt x="1" y="3907"/>
                      </a:lnTo>
                      <a:cubicBezTo>
                        <a:pt x="1" y="4096"/>
                        <a:pt x="158" y="4254"/>
                        <a:pt x="379" y="4254"/>
                      </a:cubicBezTo>
                      <a:lnTo>
                        <a:pt x="2805" y="4254"/>
                      </a:lnTo>
                      <a:lnTo>
                        <a:pt x="2805" y="1891"/>
                      </a:lnTo>
                      <a:lnTo>
                        <a:pt x="12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Google Shape;9505;p73">
                  <a:extLst>
                    <a:ext uri="{FF2B5EF4-FFF2-40B4-BE49-F238E27FC236}">
                      <a16:creationId xmlns:a16="http://schemas.microsoft.com/office/drawing/2014/main" id="{7227729C-56F3-DA56-DCB5-03C90BB14481}"/>
                    </a:ext>
                  </a:extLst>
                </p:cNvPr>
                <p:cNvSpPr/>
                <p:nvPr/>
              </p:nvSpPr>
              <p:spPr>
                <a:xfrm>
                  <a:off x="3653250" y="34171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544" y="0"/>
                      </a:moveTo>
                      <a:lnTo>
                        <a:pt x="1" y="1890"/>
                      </a:lnTo>
                      <a:lnTo>
                        <a:pt x="1" y="4253"/>
                      </a:lnTo>
                      <a:lnTo>
                        <a:pt x="2458" y="4253"/>
                      </a:lnTo>
                      <a:cubicBezTo>
                        <a:pt x="2647" y="4253"/>
                        <a:pt x="2804" y="4096"/>
                        <a:pt x="2804" y="3907"/>
                      </a:cubicBezTo>
                      <a:lnTo>
                        <a:pt x="2804" y="2489"/>
                      </a:lnTo>
                      <a:cubicBezTo>
                        <a:pt x="2773" y="1481"/>
                        <a:pt x="2300" y="567"/>
                        <a:pt x="15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Google Shape;9506;p73">
                  <a:extLst>
                    <a:ext uri="{FF2B5EF4-FFF2-40B4-BE49-F238E27FC236}">
                      <a16:creationId xmlns:a16="http://schemas.microsoft.com/office/drawing/2014/main" id="{B6466C52-A2B2-4DC7-5A79-92C107B361D8}"/>
                    </a:ext>
                  </a:extLst>
                </p:cNvPr>
                <p:cNvSpPr/>
                <p:nvPr/>
              </p:nvSpPr>
              <p:spPr>
                <a:xfrm>
                  <a:off x="3655625" y="3310775"/>
                  <a:ext cx="1378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4348" extrusionOk="0">
                      <a:moveTo>
                        <a:pt x="3686" y="1512"/>
                      </a:moveTo>
                      <a:cubicBezTo>
                        <a:pt x="3907" y="1512"/>
                        <a:pt x="4064" y="1670"/>
                        <a:pt x="4064" y="1859"/>
                      </a:cubicBezTo>
                      <a:cubicBezTo>
                        <a:pt x="4064" y="2048"/>
                        <a:pt x="3907" y="2205"/>
                        <a:pt x="3686" y="2205"/>
                      </a:cubicBezTo>
                      <a:lnTo>
                        <a:pt x="2993" y="2205"/>
                      </a:lnTo>
                      <a:cubicBezTo>
                        <a:pt x="2804" y="2205"/>
                        <a:pt x="2646" y="2048"/>
                        <a:pt x="2646" y="1859"/>
                      </a:cubicBezTo>
                      <a:cubicBezTo>
                        <a:pt x="2646" y="1670"/>
                        <a:pt x="2804" y="1512"/>
                        <a:pt x="2993" y="1512"/>
                      </a:cubicBezTo>
                      <a:close/>
                      <a:moveTo>
                        <a:pt x="4127" y="0"/>
                      </a:moveTo>
                      <a:cubicBezTo>
                        <a:pt x="3686" y="536"/>
                        <a:pt x="3056" y="851"/>
                        <a:pt x="2331" y="851"/>
                      </a:cubicBezTo>
                      <a:cubicBezTo>
                        <a:pt x="1607" y="851"/>
                        <a:pt x="977" y="504"/>
                        <a:pt x="536" y="63"/>
                      </a:cubicBezTo>
                      <a:cubicBezTo>
                        <a:pt x="347" y="221"/>
                        <a:pt x="158" y="378"/>
                        <a:pt x="0" y="567"/>
                      </a:cubicBezTo>
                      <a:cubicBezTo>
                        <a:pt x="945" y="756"/>
                        <a:pt x="1638" y="1575"/>
                        <a:pt x="1638" y="2615"/>
                      </a:cubicBezTo>
                      <a:cubicBezTo>
                        <a:pt x="1638" y="2930"/>
                        <a:pt x="1575" y="3214"/>
                        <a:pt x="1449" y="3466"/>
                      </a:cubicBezTo>
                      <a:cubicBezTo>
                        <a:pt x="1859" y="3718"/>
                        <a:pt x="2205" y="4001"/>
                        <a:pt x="2520" y="4348"/>
                      </a:cubicBezTo>
                      <a:lnTo>
                        <a:pt x="5167" y="4348"/>
                      </a:lnTo>
                      <a:cubicBezTo>
                        <a:pt x="5356" y="4348"/>
                        <a:pt x="5513" y="4190"/>
                        <a:pt x="5513" y="4001"/>
                      </a:cubicBezTo>
                      <a:lnTo>
                        <a:pt x="5513" y="2615"/>
                      </a:lnTo>
                      <a:cubicBezTo>
                        <a:pt x="5482" y="1512"/>
                        <a:pt x="4915" y="567"/>
                        <a:pt x="41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Google Shape;9507;p73">
                  <a:extLst>
                    <a:ext uri="{FF2B5EF4-FFF2-40B4-BE49-F238E27FC236}">
                      <a16:creationId xmlns:a16="http://schemas.microsoft.com/office/drawing/2014/main" id="{C1E0EAC8-5E36-7B41-F4F7-F5B0036D7B89}"/>
                    </a:ext>
                  </a:extLst>
                </p:cNvPr>
                <p:cNvSpPr/>
                <p:nvPr/>
              </p:nvSpPr>
              <p:spPr>
                <a:xfrm>
                  <a:off x="3497300" y="3309975"/>
                  <a:ext cx="136275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4349" extrusionOk="0">
                      <a:moveTo>
                        <a:pt x="2426" y="1544"/>
                      </a:moveTo>
                      <a:cubicBezTo>
                        <a:pt x="2615" y="1544"/>
                        <a:pt x="2773" y="1702"/>
                        <a:pt x="2773" y="1891"/>
                      </a:cubicBezTo>
                      <a:cubicBezTo>
                        <a:pt x="2773" y="2080"/>
                        <a:pt x="2615" y="2237"/>
                        <a:pt x="2426" y="2237"/>
                      </a:cubicBezTo>
                      <a:lnTo>
                        <a:pt x="1733" y="2237"/>
                      </a:lnTo>
                      <a:cubicBezTo>
                        <a:pt x="1513" y="2237"/>
                        <a:pt x="1355" y="2080"/>
                        <a:pt x="1355" y="1891"/>
                      </a:cubicBezTo>
                      <a:cubicBezTo>
                        <a:pt x="1355" y="1702"/>
                        <a:pt x="1513" y="1544"/>
                        <a:pt x="1733" y="1544"/>
                      </a:cubicBezTo>
                      <a:close/>
                      <a:moveTo>
                        <a:pt x="1324" y="1"/>
                      </a:moveTo>
                      <a:cubicBezTo>
                        <a:pt x="536" y="568"/>
                        <a:pt x="1" y="1513"/>
                        <a:pt x="1" y="2552"/>
                      </a:cubicBezTo>
                      <a:lnTo>
                        <a:pt x="1" y="3939"/>
                      </a:lnTo>
                      <a:cubicBezTo>
                        <a:pt x="1" y="4191"/>
                        <a:pt x="95" y="4348"/>
                        <a:pt x="316" y="4348"/>
                      </a:cubicBezTo>
                      <a:lnTo>
                        <a:pt x="2930" y="4348"/>
                      </a:lnTo>
                      <a:cubicBezTo>
                        <a:pt x="3214" y="3970"/>
                        <a:pt x="3561" y="3655"/>
                        <a:pt x="4002" y="3466"/>
                      </a:cubicBezTo>
                      <a:cubicBezTo>
                        <a:pt x="3876" y="3183"/>
                        <a:pt x="3813" y="2930"/>
                        <a:pt x="3813" y="2615"/>
                      </a:cubicBezTo>
                      <a:cubicBezTo>
                        <a:pt x="3813" y="1607"/>
                        <a:pt x="4506" y="757"/>
                        <a:pt x="5451" y="568"/>
                      </a:cubicBezTo>
                      <a:cubicBezTo>
                        <a:pt x="5293" y="347"/>
                        <a:pt x="5104" y="190"/>
                        <a:pt x="4915" y="32"/>
                      </a:cubicBezTo>
                      <a:cubicBezTo>
                        <a:pt x="4474" y="505"/>
                        <a:pt x="3844" y="820"/>
                        <a:pt x="3151" y="820"/>
                      </a:cubicBezTo>
                      <a:cubicBezTo>
                        <a:pt x="2426" y="820"/>
                        <a:pt x="1796" y="505"/>
                        <a:pt x="13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9" name="Google Shape;9508;p73">
                <a:extLst>
                  <a:ext uri="{FF2B5EF4-FFF2-40B4-BE49-F238E27FC236}">
                    <a16:creationId xmlns:a16="http://schemas.microsoft.com/office/drawing/2014/main" id="{995218BC-FF0C-E8B5-D9C4-7F232897C0F1}"/>
                  </a:ext>
                </a:extLst>
              </p:cNvPr>
              <p:cNvGrpSpPr/>
              <p:nvPr/>
            </p:nvGrpSpPr>
            <p:grpSpPr>
              <a:xfrm>
                <a:off x="5852154" y="4379933"/>
                <a:ext cx="499261" cy="496599"/>
                <a:chOff x="3497300" y="3591950"/>
                <a:chExt cx="295375" cy="293800"/>
              </a:xfrm>
              <a:grpFill/>
            </p:grpSpPr>
            <p:sp>
              <p:nvSpPr>
                <p:cNvPr id="136" name="Google Shape;9509;p73">
                  <a:extLst>
                    <a:ext uri="{FF2B5EF4-FFF2-40B4-BE49-F238E27FC236}">
                      <a16:creationId xmlns:a16="http://schemas.microsoft.com/office/drawing/2014/main" id="{6105450B-455F-432A-9A5D-7B3CA6715CA2}"/>
                    </a:ext>
                  </a:extLst>
                </p:cNvPr>
                <p:cNvSpPr/>
                <p:nvPr/>
              </p:nvSpPr>
              <p:spPr>
                <a:xfrm>
                  <a:off x="3628825" y="3724275"/>
                  <a:ext cx="18150" cy="1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62" extrusionOk="0">
                      <a:moveTo>
                        <a:pt x="375" y="0"/>
                      </a:moveTo>
                      <a:cubicBezTo>
                        <a:pt x="292" y="0"/>
                        <a:pt x="206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cubicBezTo>
                        <a:pt x="190" y="630"/>
                        <a:pt x="277" y="662"/>
                        <a:pt x="363" y="662"/>
                      </a:cubicBezTo>
                      <a:cubicBezTo>
                        <a:pt x="450" y="662"/>
                        <a:pt x="536" y="630"/>
                        <a:pt x="599" y="567"/>
                      </a:cubicBezTo>
                      <a:cubicBezTo>
                        <a:pt x="725" y="441"/>
                        <a:pt x="725" y="221"/>
                        <a:pt x="599" y="95"/>
                      </a:cubicBezTo>
                      <a:cubicBezTo>
                        <a:pt x="536" y="32"/>
                        <a:pt x="458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Google Shape;9510;p73">
                  <a:extLst>
                    <a:ext uri="{FF2B5EF4-FFF2-40B4-BE49-F238E27FC236}">
                      <a16:creationId xmlns:a16="http://schemas.microsoft.com/office/drawing/2014/main" id="{009B80F8-7CBB-C24E-CDE7-25FA361EEF2F}"/>
                    </a:ext>
                  </a:extLst>
                </p:cNvPr>
                <p:cNvSpPr/>
                <p:nvPr/>
              </p:nvSpPr>
              <p:spPr>
                <a:xfrm>
                  <a:off x="3590250" y="3689400"/>
                  <a:ext cx="945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1" h="3467" extrusionOk="0">
                      <a:moveTo>
                        <a:pt x="1922" y="710"/>
                      </a:moveTo>
                      <a:cubicBezTo>
                        <a:pt x="2190" y="710"/>
                        <a:pt x="2458" y="812"/>
                        <a:pt x="2647" y="1017"/>
                      </a:cubicBezTo>
                      <a:cubicBezTo>
                        <a:pt x="3088" y="1395"/>
                        <a:pt x="3088" y="2088"/>
                        <a:pt x="2647" y="2466"/>
                      </a:cubicBezTo>
                      <a:cubicBezTo>
                        <a:pt x="2458" y="2671"/>
                        <a:pt x="2190" y="2773"/>
                        <a:pt x="1922" y="2773"/>
                      </a:cubicBezTo>
                      <a:cubicBezTo>
                        <a:pt x="1654" y="2773"/>
                        <a:pt x="1386" y="2671"/>
                        <a:pt x="1197" y="2466"/>
                      </a:cubicBezTo>
                      <a:cubicBezTo>
                        <a:pt x="788" y="2088"/>
                        <a:pt x="788" y="1395"/>
                        <a:pt x="1197" y="1017"/>
                      </a:cubicBezTo>
                      <a:cubicBezTo>
                        <a:pt x="1386" y="812"/>
                        <a:pt x="1654" y="710"/>
                        <a:pt x="1922" y="710"/>
                      </a:cubicBezTo>
                      <a:close/>
                      <a:moveTo>
                        <a:pt x="1930" y="1"/>
                      </a:moveTo>
                      <a:cubicBezTo>
                        <a:pt x="1489" y="1"/>
                        <a:pt x="1040" y="182"/>
                        <a:pt x="693" y="544"/>
                      </a:cubicBezTo>
                      <a:cubicBezTo>
                        <a:pt x="0" y="1206"/>
                        <a:pt x="0" y="2309"/>
                        <a:pt x="693" y="2970"/>
                      </a:cubicBezTo>
                      <a:cubicBezTo>
                        <a:pt x="1024" y="3301"/>
                        <a:pt x="1473" y="3466"/>
                        <a:pt x="1918" y="3466"/>
                      </a:cubicBezTo>
                      <a:cubicBezTo>
                        <a:pt x="2363" y="3466"/>
                        <a:pt x="2804" y="3301"/>
                        <a:pt x="3119" y="2970"/>
                      </a:cubicBezTo>
                      <a:cubicBezTo>
                        <a:pt x="3781" y="2309"/>
                        <a:pt x="3781" y="1206"/>
                        <a:pt x="3119" y="544"/>
                      </a:cubicBezTo>
                      <a:cubicBezTo>
                        <a:pt x="2804" y="182"/>
                        <a:pt x="2371" y="1"/>
                        <a:pt x="19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Google Shape;9511;p73">
                  <a:extLst>
                    <a:ext uri="{FF2B5EF4-FFF2-40B4-BE49-F238E27FC236}">
                      <a16:creationId xmlns:a16="http://schemas.microsoft.com/office/drawing/2014/main" id="{148B46D6-B381-7163-A199-316354E102D1}"/>
                    </a:ext>
                  </a:extLst>
                </p:cNvPr>
                <p:cNvSpPr/>
                <p:nvPr/>
              </p:nvSpPr>
              <p:spPr>
                <a:xfrm>
                  <a:off x="3674525" y="3601400"/>
                  <a:ext cx="118150" cy="1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" h="4758" extrusionOk="0">
                      <a:moveTo>
                        <a:pt x="3533" y="0"/>
                      </a:moveTo>
                      <a:cubicBezTo>
                        <a:pt x="3442" y="0"/>
                        <a:pt x="3355" y="32"/>
                        <a:pt x="3308" y="95"/>
                      </a:cubicBezTo>
                      <a:lnTo>
                        <a:pt x="0" y="3308"/>
                      </a:lnTo>
                      <a:cubicBezTo>
                        <a:pt x="410" y="3623"/>
                        <a:pt x="788" y="4127"/>
                        <a:pt x="1953" y="4758"/>
                      </a:cubicBezTo>
                      <a:lnTo>
                        <a:pt x="4600" y="2678"/>
                      </a:lnTo>
                      <a:cubicBezTo>
                        <a:pt x="4663" y="2615"/>
                        <a:pt x="4726" y="2521"/>
                        <a:pt x="4726" y="2395"/>
                      </a:cubicBezTo>
                      <a:cubicBezTo>
                        <a:pt x="4726" y="1544"/>
                        <a:pt x="4348" y="693"/>
                        <a:pt x="3781" y="95"/>
                      </a:cubicBezTo>
                      <a:cubicBezTo>
                        <a:pt x="3718" y="32"/>
                        <a:pt x="3623" y="0"/>
                        <a:pt x="35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Google Shape;9512;p73">
                  <a:extLst>
                    <a:ext uri="{FF2B5EF4-FFF2-40B4-BE49-F238E27FC236}">
                      <a16:creationId xmlns:a16="http://schemas.microsoft.com/office/drawing/2014/main" id="{636569F7-27AA-0F8C-4188-2B22CCF09FE5}"/>
                    </a:ext>
                  </a:extLst>
                </p:cNvPr>
                <p:cNvSpPr/>
                <p:nvPr/>
              </p:nvSpPr>
              <p:spPr>
                <a:xfrm>
                  <a:off x="3631200" y="3774675"/>
                  <a:ext cx="103200" cy="1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096" extrusionOk="0">
                      <a:moveTo>
                        <a:pt x="2048" y="0"/>
                      </a:moveTo>
                      <a:cubicBezTo>
                        <a:pt x="1985" y="32"/>
                        <a:pt x="1985" y="63"/>
                        <a:pt x="1954" y="126"/>
                      </a:cubicBezTo>
                      <a:cubicBezTo>
                        <a:pt x="1506" y="546"/>
                        <a:pt x="859" y="767"/>
                        <a:pt x="235" y="767"/>
                      </a:cubicBezTo>
                      <a:cubicBezTo>
                        <a:pt x="156" y="767"/>
                        <a:pt x="78" y="764"/>
                        <a:pt x="0" y="756"/>
                      </a:cubicBezTo>
                      <a:lnTo>
                        <a:pt x="0" y="756"/>
                      </a:lnTo>
                      <a:cubicBezTo>
                        <a:pt x="567" y="1670"/>
                        <a:pt x="1355" y="3749"/>
                        <a:pt x="1418" y="3875"/>
                      </a:cubicBezTo>
                      <a:cubicBezTo>
                        <a:pt x="1450" y="4001"/>
                        <a:pt x="1607" y="4096"/>
                        <a:pt x="1733" y="4096"/>
                      </a:cubicBezTo>
                      <a:cubicBezTo>
                        <a:pt x="1891" y="4096"/>
                        <a:pt x="1985" y="4033"/>
                        <a:pt x="2048" y="3875"/>
                      </a:cubicBezTo>
                      <a:lnTo>
                        <a:pt x="2426" y="2647"/>
                      </a:lnTo>
                      <a:lnTo>
                        <a:pt x="3182" y="2647"/>
                      </a:lnTo>
                      <a:cubicBezTo>
                        <a:pt x="4128" y="2647"/>
                        <a:pt x="2710" y="63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Google Shape;9513;p73">
                  <a:extLst>
                    <a:ext uri="{FF2B5EF4-FFF2-40B4-BE49-F238E27FC236}">
                      <a16:creationId xmlns:a16="http://schemas.microsoft.com/office/drawing/2014/main" id="{B9A50DC0-313B-8BF9-6E58-6F2135C30A58}"/>
                    </a:ext>
                  </a:extLst>
                </p:cNvPr>
                <p:cNvSpPr/>
                <p:nvPr/>
              </p:nvSpPr>
              <p:spPr>
                <a:xfrm>
                  <a:off x="3691850" y="3726625"/>
                  <a:ext cx="89800" cy="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" h="3562" extrusionOk="0">
                      <a:moveTo>
                        <a:pt x="252" y="1"/>
                      </a:moveTo>
                      <a:cubicBezTo>
                        <a:pt x="284" y="410"/>
                        <a:pt x="189" y="883"/>
                        <a:pt x="0" y="1292"/>
                      </a:cubicBezTo>
                      <a:cubicBezTo>
                        <a:pt x="630" y="1922"/>
                        <a:pt x="1134" y="2615"/>
                        <a:pt x="1544" y="3466"/>
                      </a:cubicBezTo>
                      <a:cubicBezTo>
                        <a:pt x="1565" y="3530"/>
                        <a:pt x="1634" y="3562"/>
                        <a:pt x="1715" y="3562"/>
                      </a:cubicBezTo>
                      <a:cubicBezTo>
                        <a:pt x="1874" y="3562"/>
                        <a:pt x="2080" y="3443"/>
                        <a:pt x="2080" y="3214"/>
                      </a:cubicBezTo>
                      <a:lnTo>
                        <a:pt x="2080" y="2458"/>
                      </a:lnTo>
                      <a:lnTo>
                        <a:pt x="3308" y="2080"/>
                      </a:lnTo>
                      <a:cubicBezTo>
                        <a:pt x="3497" y="1985"/>
                        <a:pt x="3592" y="1891"/>
                        <a:pt x="3592" y="1733"/>
                      </a:cubicBezTo>
                      <a:cubicBezTo>
                        <a:pt x="3592" y="1576"/>
                        <a:pt x="3497" y="1450"/>
                        <a:pt x="3340" y="1418"/>
                      </a:cubicBezTo>
                      <a:cubicBezTo>
                        <a:pt x="3182" y="1355"/>
                        <a:pt x="1134" y="568"/>
                        <a:pt x="25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Google Shape;9514;p73">
                  <a:extLst>
                    <a:ext uri="{FF2B5EF4-FFF2-40B4-BE49-F238E27FC236}">
                      <a16:creationId xmlns:a16="http://schemas.microsoft.com/office/drawing/2014/main" id="{2A7DC7FA-91AB-AC3B-04D0-49A4A8908A98}"/>
                    </a:ext>
                  </a:extLst>
                </p:cNvPr>
                <p:cNvSpPr/>
                <p:nvPr/>
              </p:nvSpPr>
              <p:spPr>
                <a:xfrm>
                  <a:off x="3505175" y="3767575"/>
                  <a:ext cx="120525" cy="11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727" extrusionOk="0">
                      <a:moveTo>
                        <a:pt x="3372" y="1"/>
                      </a:moveTo>
                      <a:lnTo>
                        <a:pt x="95" y="3277"/>
                      </a:lnTo>
                      <a:cubicBezTo>
                        <a:pt x="1" y="3435"/>
                        <a:pt x="1" y="3687"/>
                        <a:pt x="158" y="3781"/>
                      </a:cubicBezTo>
                      <a:cubicBezTo>
                        <a:pt x="788" y="4411"/>
                        <a:pt x="1607" y="4727"/>
                        <a:pt x="2458" y="4727"/>
                      </a:cubicBezTo>
                      <a:cubicBezTo>
                        <a:pt x="2584" y="4727"/>
                        <a:pt x="2679" y="4695"/>
                        <a:pt x="2742" y="4632"/>
                      </a:cubicBezTo>
                      <a:lnTo>
                        <a:pt x="4821" y="1986"/>
                      </a:lnTo>
                      <a:cubicBezTo>
                        <a:pt x="4254" y="851"/>
                        <a:pt x="3718" y="442"/>
                        <a:pt x="33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Google Shape;9515;p73">
                  <a:extLst>
                    <a:ext uri="{FF2B5EF4-FFF2-40B4-BE49-F238E27FC236}">
                      <a16:creationId xmlns:a16="http://schemas.microsoft.com/office/drawing/2014/main" id="{AE09A9BB-CF96-CFC6-2DCA-FBF5E48B387C}"/>
                    </a:ext>
                  </a:extLst>
                </p:cNvPr>
                <p:cNvSpPr/>
                <p:nvPr/>
              </p:nvSpPr>
              <p:spPr>
                <a:xfrm>
                  <a:off x="3631200" y="3591950"/>
                  <a:ext cx="1040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3372" extrusionOk="0">
                      <a:moveTo>
                        <a:pt x="2836" y="0"/>
                      </a:moveTo>
                      <a:cubicBezTo>
                        <a:pt x="2678" y="0"/>
                        <a:pt x="2584" y="32"/>
                        <a:pt x="2521" y="95"/>
                      </a:cubicBezTo>
                      <a:lnTo>
                        <a:pt x="0" y="3245"/>
                      </a:lnTo>
                      <a:cubicBezTo>
                        <a:pt x="90" y="3238"/>
                        <a:pt x="181" y="3234"/>
                        <a:pt x="272" y="3234"/>
                      </a:cubicBezTo>
                      <a:cubicBezTo>
                        <a:pt x="568" y="3234"/>
                        <a:pt x="870" y="3275"/>
                        <a:pt x="1135" y="3371"/>
                      </a:cubicBezTo>
                      <a:cubicBezTo>
                        <a:pt x="1324" y="3119"/>
                        <a:pt x="3939" y="567"/>
                        <a:pt x="4159" y="347"/>
                      </a:cubicBezTo>
                      <a:cubicBezTo>
                        <a:pt x="3718" y="158"/>
                        <a:pt x="3308" y="0"/>
                        <a:pt x="28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Google Shape;9516;p73">
                  <a:extLst>
                    <a:ext uri="{FF2B5EF4-FFF2-40B4-BE49-F238E27FC236}">
                      <a16:creationId xmlns:a16="http://schemas.microsoft.com/office/drawing/2014/main" id="{A7E20CA3-FCCB-3E83-D4D4-6BDC91908124}"/>
                    </a:ext>
                  </a:extLst>
                </p:cNvPr>
                <p:cNvSpPr/>
                <p:nvPr/>
              </p:nvSpPr>
              <p:spPr>
                <a:xfrm>
                  <a:off x="3497300" y="3721900"/>
                  <a:ext cx="84300" cy="10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4286" extrusionOk="0">
                      <a:moveTo>
                        <a:pt x="3246" y="1"/>
                      </a:moveTo>
                      <a:lnTo>
                        <a:pt x="95" y="2552"/>
                      </a:lnTo>
                      <a:cubicBezTo>
                        <a:pt x="32" y="2615"/>
                        <a:pt x="1" y="2710"/>
                        <a:pt x="1" y="2836"/>
                      </a:cubicBezTo>
                      <a:cubicBezTo>
                        <a:pt x="1" y="3340"/>
                        <a:pt x="95" y="3844"/>
                        <a:pt x="347" y="4285"/>
                      </a:cubicBezTo>
                      <a:lnTo>
                        <a:pt x="3372" y="1261"/>
                      </a:lnTo>
                      <a:cubicBezTo>
                        <a:pt x="3214" y="851"/>
                        <a:pt x="3183" y="410"/>
                        <a:pt x="32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0" name="Google Shape;9517;p73">
                <a:extLst>
                  <a:ext uri="{FF2B5EF4-FFF2-40B4-BE49-F238E27FC236}">
                    <a16:creationId xmlns:a16="http://schemas.microsoft.com/office/drawing/2014/main" id="{44776265-5632-D592-DB34-DE98A968C176}"/>
                  </a:ext>
                </a:extLst>
              </p:cNvPr>
              <p:cNvGrpSpPr/>
              <p:nvPr/>
            </p:nvGrpSpPr>
            <p:grpSpPr>
              <a:xfrm>
                <a:off x="5852154" y="4985299"/>
                <a:ext cx="499261" cy="499303"/>
                <a:chOff x="3497300" y="3955025"/>
                <a:chExt cx="295375" cy="295400"/>
              </a:xfrm>
              <a:grpFill/>
            </p:grpSpPr>
            <p:sp>
              <p:nvSpPr>
                <p:cNvPr id="133" name="Google Shape;9518;p73">
                  <a:extLst>
                    <a:ext uri="{FF2B5EF4-FFF2-40B4-BE49-F238E27FC236}">
                      <a16:creationId xmlns:a16="http://schemas.microsoft.com/office/drawing/2014/main" id="{F67CB48D-C2FE-FDAC-531F-F678A65A1A9C}"/>
                    </a:ext>
                  </a:extLst>
                </p:cNvPr>
                <p:cNvSpPr/>
                <p:nvPr/>
              </p:nvSpPr>
              <p:spPr>
                <a:xfrm>
                  <a:off x="3660350" y="4035375"/>
                  <a:ext cx="1323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3" h="6207" extrusionOk="0">
                      <a:moveTo>
                        <a:pt x="4663" y="0"/>
                      </a:moveTo>
                      <a:lnTo>
                        <a:pt x="0" y="2773"/>
                      </a:lnTo>
                      <a:lnTo>
                        <a:pt x="4127" y="6207"/>
                      </a:lnTo>
                      <a:cubicBezTo>
                        <a:pt x="4852" y="5199"/>
                        <a:pt x="5293" y="4033"/>
                        <a:pt x="5293" y="2678"/>
                      </a:cubicBezTo>
                      <a:cubicBezTo>
                        <a:pt x="5293" y="1733"/>
                        <a:pt x="5041" y="851"/>
                        <a:pt x="46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Google Shape;9519;p73">
                  <a:extLst>
                    <a:ext uri="{FF2B5EF4-FFF2-40B4-BE49-F238E27FC236}">
                      <a16:creationId xmlns:a16="http://schemas.microsoft.com/office/drawing/2014/main" id="{D5D58236-7208-0B22-A9E0-F8F16B7648D6}"/>
                    </a:ext>
                  </a:extLst>
                </p:cNvPr>
                <p:cNvSpPr/>
                <p:nvPr/>
              </p:nvSpPr>
              <p:spPr>
                <a:xfrm>
                  <a:off x="3653250" y="3955025"/>
                  <a:ext cx="114225" cy="13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9" h="5326" extrusionOk="0">
                      <a:moveTo>
                        <a:pt x="1" y="1"/>
                      </a:moveTo>
                      <a:lnTo>
                        <a:pt x="1" y="5325"/>
                      </a:lnTo>
                      <a:lnTo>
                        <a:pt x="4569" y="2679"/>
                      </a:lnTo>
                      <a:cubicBezTo>
                        <a:pt x="3561" y="1167"/>
                        <a:pt x="1891" y="127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Google Shape;9520;p73">
                  <a:extLst>
                    <a:ext uri="{FF2B5EF4-FFF2-40B4-BE49-F238E27FC236}">
                      <a16:creationId xmlns:a16="http://schemas.microsoft.com/office/drawing/2014/main" id="{FA2B578B-6FD4-86C9-78E4-CF09AC42D2B6}"/>
                    </a:ext>
                  </a:extLst>
                </p:cNvPr>
                <p:cNvSpPr/>
                <p:nvPr/>
              </p:nvSpPr>
              <p:spPr>
                <a:xfrm>
                  <a:off x="3497300" y="3955025"/>
                  <a:ext cx="25600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0" h="11816" extrusionOk="0">
                      <a:moveTo>
                        <a:pt x="5577" y="1"/>
                      </a:moveTo>
                      <a:cubicBezTo>
                        <a:pt x="2521" y="190"/>
                        <a:pt x="1" y="2805"/>
                        <a:pt x="1" y="5892"/>
                      </a:cubicBezTo>
                      <a:cubicBezTo>
                        <a:pt x="1" y="9137"/>
                        <a:pt x="2678" y="11815"/>
                        <a:pt x="5923" y="11815"/>
                      </a:cubicBezTo>
                      <a:cubicBezTo>
                        <a:pt x="7625" y="11815"/>
                        <a:pt x="9168" y="11059"/>
                        <a:pt x="10240" y="9925"/>
                      </a:cubicBezTo>
                      <a:lnTo>
                        <a:pt x="5703" y="6176"/>
                      </a:lnTo>
                      <a:cubicBezTo>
                        <a:pt x="5608" y="6144"/>
                        <a:pt x="5577" y="5987"/>
                        <a:pt x="5577" y="5892"/>
                      </a:cubicBezTo>
                      <a:lnTo>
                        <a:pt x="55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" name="Google Shape;9521;p73">
                <a:extLst>
                  <a:ext uri="{FF2B5EF4-FFF2-40B4-BE49-F238E27FC236}">
                    <a16:creationId xmlns:a16="http://schemas.microsoft.com/office/drawing/2014/main" id="{F3DB732B-8E6D-8169-D7C5-3341E2BC76AE}"/>
                  </a:ext>
                </a:extLst>
              </p:cNvPr>
              <p:cNvGrpSpPr/>
              <p:nvPr/>
            </p:nvGrpSpPr>
            <p:grpSpPr>
              <a:xfrm>
                <a:off x="9033293" y="3748917"/>
                <a:ext cx="468667" cy="498542"/>
                <a:chOff x="5364750" y="3235150"/>
                <a:chExt cx="277275" cy="294950"/>
              </a:xfrm>
              <a:grpFill/>
            </p:grpSpPr>
            <p:sp>
              <p:nvSpPr>
                <p:cNvPr id="125" name="Google Shape;9522;p73">
                  <a:extLst>
                    <a:ext uri="{FF2B5EF4-FFF2-40B4-BE49-F238E27FC236}">
                      <a16:creationId xmlns:a16="http://schemas.microsoft.com/office/drawing/2014/main" id="{657BE7B4-EB64-139B-68EE-049D503A31C0}"/>
                    </a:ext>
                  </a:extLst>
                </p:cNvPr>
                <p:cNvSpPr/>
                <p:nvPr/>
              </p:nvSpPr>
              <p:spPr>
                <a:xfrm>
                  <a:off x="5502600" y="3235150"/>
                  <a:ext cx="173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65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cubicBezTo>
                        <a:pt x="0" y="1607"/>
                        <a:pt x="158" y="1765"/>
                        <a:pt x="347" y="1765"/>
                      </a:cubicBezTo>
                      <a:cubicBezTo>
                        <a:pt x="536" y="1765"/>
                        <a:pt x="693" y="1607"/>
                        <a:pt x="693" y="1418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Google Shape;9523;p73">
                  <a:extLst>
                    <a:ext uri="{FF2B5EF4-FFF2-40B4-BE49-F238E27FC236}">
                      <a16:creationId xmlns:a16="http://schemas.microsoft.com/office/drawing/2014/main" id="{822D98C4-641E-DA80-1905-9473DC5CCB59}"/>
                    </a:ext>
                  </a:extLst>
                </p:cNvPr>
                <p:cNvSpPr/>
                <p:nvPr/>
              </p:nvSpPr>
              <p:spPr>
                <a:xfrm>
                  <a:off x="5555375" y="3253850"/>
                  <a:ext cx="35450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64" extrusionOk="0">
                      <a:moveTo>
                        <a:pt x="1071" y="1"/>
                      </a:moveTo>
                      <a:cubicBezTo>
                        <a:pt x="977" y="1"/>
                        <a:pt x="882" y="24"/>
                        <a:pt x="819" y="72"/>
                      </a:cubicBezTo>
                      <a:lnTo>
                        <a:pt x="126" y="796"/>
                      </a:lnTo>
                      <a:cubicBezTo>
                        <a:pt x="0" y="922"/>
                        <a:pt x="0" y="1143"/>
                        <a:pt x="126" y="1269"/>
                      </a:cubicBezTo>
                      <a:cubicBezTo>
                        <a:pt x="189" y="1332"/>
                        <a:pt x="268" y="1363"/>
                        <a:pt x="350" y="1363"/>
                      </a:cubicBezTo>
                      <a:cubicBezTo>
                        <a:pt x="433" y="1363"/>
                        <a:pt x="520" y="1332"/>
                        <a:pt x="599" y="1269"/>
                      </a:cubicBezTo>
                      <a:lnTo>
                        <a:pt x="1323" y="544"/>
                      </a:lnTo>
                      <a:cubicBezTo>
                        <a:pt x="1418" y="418"/>
                        <a:pt x="1418" y="198"/>
                        <a:pt x="1323" y="72"/>
                      </a:cubicBezTo>
                      <a:cubicBezTo>
                        <a:pt x="1260" y="24"/>
                        <a:pt x="1166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Google Shape;9524;p73">
                  <a:extLst>
                    <a:ext uri="{FF2B5EF4-FFF2-40B4-BE49-F238E27FC236}">
                      <a16:creationId xmlns:a16="http://schemas.microsoft.com/office/drawing/2014/main" id="{73532F00-991F-A776-2E36-DB9780BF96AF}"/>
                    </a:ext>
                  </a:extLst>
                </p:cNvPr>
                <p:cNvSpPr/>
                <p:nvPr/>
              </p:nvSpPr>
              <p:spPr>
                <a:xfrm>
                  <a:off x="5606550" y="335722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Google Shape;9525;p73">
                  <a:extLst>
                    <a:ext uri="{FF2B5EF4-FFF2-40B4-BE49-F238E27FC236}">
                      <a16:creationId xmlns:a16="http://schemas.microsoft.com/office/drawing/2014/main" id="{538A4776-D47E-5743-4AC5-E4C23BE4767E}"/>
                    </a:ext>
                  </a:extLst>
                </p:cNvPr>
                <p:cNvSpPr/>
                <p:nvPr/>
              </p:nvSpPr>
              <p:spPr>
                <a:xfrm>
                  <a:off x="5364750" y="335722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694"/>
                        <a:pt x="347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Google Shape;9526;p73">
                  <a:extLst>
                    <a:ext uri="{FF2B5EF4-FFF2-40B4-BE49-F238E27FC236}">
                      <a16:creationId xmlns:a16="http://schemas.microsoft.com/office/drawing/2014/main" id="{7B8C271A-39C7-63E4-135A-10ACCDC6F21A}"/>
                    </a:ext>
                  </a:extLst>
                </p:cNvPr>
                <p:cNvSpPr/>
                <p:nvPr/>
              </p:nvSpPr>
              <p:spPr>
                <a:xfrm>
                  <a:off x="5433275" y="3253850"/>
                  <a:ext cx="35475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64" extrusionOk="0">
                      <a:moveTo>
                        <a:pt x="363" y="1"/>
                      </a:moveTo>
                      <a:cubicBezTo>
                        <a:pt x="276" y="1"/>
                        <a:pt x="190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820" y="1269"/>
                      </a:lnTo>
                      <a:cubicBezTo>
                        <a:pt x="883" y="1332"/>
                        <a:pt x="977" y="1363"/>
                        <a:pt x="1072" y="1363"/>
                      </a:cubicBezTo>
                      <a:cubicBezTo>
                        <a:pt x="1166" y="1363"/>
                        <a:pt x="1261" y="1332"/>
                        <a:pt x="1324" y="1269"/>
                      </a:cubicBezTo>
                      <a:cubicBezTo>
                        <a:pt x="1418" y="1143"/>
                        <a:pt x="1418" y="922"/>
                        <a:pt x="1324" y="796"/>
                      </a:cubicBezTo>
                      <a:lnTo>
                        <a:pt x="599" y="72"/>
                      </a:lnTo>
                      <a:cubicBezTo>
                        <a:pt x="536" y="24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Google Shape;9527;p73">
                  <a:extLst>
                    <a:ext uri="{FF2B5EF4-FFF2-40B4-BE49-F238E27FC236}">
                      <a16:creationId xmlns:a16="http://schemas.microsoft.com/office/drawing/2014/main" id="{9EC591DD-9644-D016-B3D7-E36F03339E6F}"/>
                    </a:ext>
                  </a:extLst>
                </p:cNvPr>
                <p:cNvSpPr/>
                <p:nvPr/>
              </p:nvSpPr>
              <p:spPr>
                <a:xfrm>
                  <a:off x="5380500" y="3287775"/>
                  <a:ext cx="37050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039" extrusionOk="0">
                      <a:moveTo>
                        <a:pt x="396" y="0"/>
                      </a:moveTo>
                      <a:cubicBezTo>
                        <a:pt x="267" y="0"/>
                        <a:pt x="132" y="81"/>
                        <a:pt x="64" y="195"/>
                      </a:cubicBezTo>
                      <a:cubicBezTo>
                        <a:pt x="1" y="353"/>
                        <a:pt x="64" y="573"/>
                        <a:pt x="221" y="668"/>
                      </a:cubicBezTo>
                      <a:lnTo>
                        <a:pt x="946" y="1015"/>
                      </a:lnTo>
                      <a:cubicBezTo>
                        <a:pt x="987" y="1031"/>
                        <a:pt x="1032" y="1039"/>
                        <a:pt x="1077" y="1039"/>
                      </a:cubicBezTo>
                      <a:cubicBezTo>
                        <a:pt x="1209" y="1039"/>
                        <a:pt x="1349" y="974"/>
                        <a:pt x="1419" y="857"/>
                      </a:cubicBezTo>
                      <a:cubicBezTo>
                        <a:pt x="1482" y="699"/>
                        <a:pt x="1419" y="447"/>
                        <a:pt x="1261" y="384"/>
                      </a:cubicBezTo>
                      <a:lnTo>
                        <a:pt x="536" y="38"/>
                      </a:lnTo>
                      <a:cubicBezTo>
                        <a:pt x="493" y="12"/>
                        <a:pt x="445" y="0"/>
                        <a:pt x="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Google Shape;9528;p73">
                  <a:extLst>
                    <a:ext uri="{FF2B5EF4-FFF2-40B4-BE49-F238E27FC236}">
                      <a16:creationId xmlns:a16="http://schemas.microsoft.com/office/drawing/2014/main" id="{83EF3771-9CB5-05C0-CC9D-CFADFB919626}"/>
                    </a:ext>
                  </a:extLst>
                </p:cNvPr>
                <p:cNvSpPr/>
                <p:nvPr/>
              </p:nvSpPr>
              <p:spPr>
                <a:xfrm>
                  <a:off x="5588450" y="3288075"/>
                  <a:ext cx="37025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" h="1072" extrusionOk="0">
                      <a:moveTo>
                        <a:pt x="1110" y="0"/>
                      </a:moveTo>
                      <a:cubicBezTo>
                        <a:pt x="1049" y="0"/>
                        <a:pt x="983" y="18"/>
                        <a:pt x="914" y="57"/>
                      </a:cubicBezTo>
                      <a:lnTo>
                        <a:pt x="221" y="404"/>
                      </a:lnTo>
                      <a:cubicBezTo>
                        <a:pt x="63" y="498"/>
                        <a:pt x="0" y="687"/>
                        <a:pt x="63" y="877"/>
                      </a:cubicBezTo>
                      <a:cubicBezTo>
                        <a:pt x="132" y="991"/>
                        <a:pt x="250" y="1072"/>
                        <a:pt x="382" y="1072"/>
                      </a:cubicBezTo>
                      <a:cubicBezTo>
                        <a:pt x="432" y="1072"/>
                        <a:pt x="484" y="1060"/>
                        <a:pt x="536" y="1034"/>
                      </a:cubicBezTo>
                      <a:lnTo>
                        <a:pt x="1260" y="687"/>
                      </a:lnTo>
                      <a:cubicBezTo>
                        <a:pt x="1418" y="593"/>
                        <a:pt x="1481" y="404"/>
                        <a:pt x="1418" y="215"/>
                      </a:cubicBezTo>
                      <a:cubicBezTo>
                        <a:pt x="1353" y="85"/>
                        <a:pt x="1244" y="0"/>
                        <a:pt x="11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Google Shape;9529;p73">
                  <a:extLst>
                    <a:ext uri="{FF2B5EF4-FFF2-40B4-BE49-F238E27FC236}">
                      <a16:creationId xmlns:a16="http://schemas.microsoft.com/office/drawing/2014/main" id="{6B569CEC-09D7-14DA-9AFC-B1DFDF337A25}"/>
                    </a:ext>
                  </a:extLst>
                </p:cNvPr>
                <p:cNvSpPr/>
                <p:nvPr/>
              </p:nvSpPr>
              <p:spPr>
                <a:xfrm>
                  <a:off x="5412025" y="3286350"/>
                  <a:ext cx="177225" cy="24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9" h="9750" extrusionOk="0">
                      <a:moveTo>
                        <a:pt x="3529" y="0"/>
                      </a:moveTo>
                      <a:cubicBezTo>
                        <a:pt x="3151" y="0"/>
                        <a:pt x="2836" y="315"/>
                        <a:pt x="2836" y="725"/>
                      </a:cubicBezTo>
                      <a:lnTo>
                        <a:pt x="2836" y="1418"/>
                      </a:lnTo>
                      <a:cubicBezTo>
                        <a:pt x="2836" y="1040"/>
                        <a:pt x="2520" y="725"/>
                        <a:pt x="2111" y="725"/>
                      </a:cubicBezTo>
                      <a:cubicBezTo>
                        <a:pt x="1733" y="725"/>
                        <a:pt x="1418" y="1040"/>
                        <a:pt x="1418" y="1418"/>
                      </a:cubicBezTo>
                      <a:lnTo>
                        <a:pt x="1418" y="2143"/>
                      </a:lnTo>
                      <a:cubicBezTo>
                        <a:pt x="1544" y="2143"/>
                        <a:pt x="1638" y="2080"/>
                        <a:pt x="1764" y="2080"/>
                      </a:cubicBezTo>
                      <a:lnTo>
                        <a:pt x="3497" y="2080"/>
                      </a:lnTo>
                      <a:cubicBezTo>
                        <a:pt x="4253" y="2080"/>
                        <a:pt x="4883" y="2710"/>
                        <a:pt x="4883" y="3466"/>
                      </a:cubicBezTo>
                      <a:cubicBezTo>
                        <a:pt x="4883" y="4096"/>
                        <a:pt x="4474" y="4600"/>
                        <a:pt x="3907" y="4758"/>
                      </a:cubicBezTo>
                      <a:cubicBezTo>
                        <a:pt x="4064" y="5073"/>
                        <a:pt x="4159" y="5482"/>
                        <a:pt x="4159" y="5860"/>
                      </a:cubicBezTo>
                      <a:cubicBezTo>
                        <a:pt x="4159" y="6081"/>
                        <a:pt x="4001" y="6238"/>
                        <a:pt x="3812" y="6238"/>
                      </a:cubicBezTo>
                      <a:cubicBezTo>
                        <a:pt x="3623" y="6238"/>
                        <a:pt x="3466" y="6081"/>
                        <a:pt x="3466" y="5860"/>
                      </a:cubicBezTo>
                      <a:cubicBezTo>
                        <a:pt x="3466" y="4915"/>
                        <a:pt x="2678" y="4128"/>
                        <a:pt x="1733" y="4128"/>
                      </a:cubicBezTo>
                      <a:lnTo>
                        <a:pt x="3466" y="4128"/>
                      </a:lnTo>
                      <a:cubicBezTo>
                        <a:pt x="3844" y="4128"/>
                        <a:pt x="4159" y="3812"/>
                        <a:pt x="4159" y="3434"/>
                      </a:cubicBezTo>
                      <a:cubicBezTo>
                        <a:pt x="4159" y="3025"/>
                        <a:pt x="3844" y="2710"/>
                        <a:pt x="3466" y="2710"/>
                      </a:cubicBezTo>
                      <a:lnTo>
                        <a:pt x="1733" y="2710"/>
                      </a:lnTo>
                      <a:cubicBezTo>
                        <a:pt x="788" y="2710"/>
                        <a:pt x="0" y="3497"/>
                        <a:pt x="0" y="4443"/>
                      </a:cubicBezTo>
                      <a:lnTo>
                        <a:pt x="0" y="5167"/>
                      </a:lnTo>
                      <a:cubicBezTo>
                        <a:pt x="0" y="6112"/>
                        <a:pt x="536" y="6963"/>
                        <a:pt x="1386" y="7372"/>
                      </a:cubicBezTo>
                      <a:lnTo>
                        <a:pt x="1386" y="8318"/>
                      </a:lnTo>
                      <a:cubicBezTo>
                        <a:pt x="977" y="8318"/>
                        <a:pt x="662" y="8633"/>
                        <a:pt x="662" y="9011"/>
                      </a:cubicBezTo>
                      <a:lnTo>
                        <a:pt x="662" y="9389"/>
                      </a:lnTo>
                      <a:cubicBezTo>
                        <a:pt x="662" y="9578"/>
                        <a:pt x="819" y="9735"/>
                        <a:pt x="1008" y="9735"/>
                      </a:cubicBezTo>
                      <a:lnTo>
                        <a:pt x="5860" y="9735"/>
                      </a:lnTo>
                      <a:cubicBezTo>
                        <a:pt x="5923" y="9745"/>
                        <a:pt x="5979" y="9749"/>
                        <a:pt x="6029" y="9749"/>
                      </a:cubicBezTo>
                      <a:cubicBezTo>
                        <a:pt x="6305" y="9749"/>
                        <a:pt x="6396" y="9612"/>
                        <a:pt x="6396" y="9452"/>
                      </a:cubicBezTo>
                      <a:lnTo>
                        <a:pt x="6396" y="9105"/>
                      </a:lnTo>
                      <a:cubicBezTo>
                        <a:pt x="6396" y="8696"/>
                        <a:pt x="6112" y="8381"/>
                        <a:pt x="5702" y="8381"/>
                      </a:cubicBezTo>
                      <a:lnTo>
                        <a:pt x="5702" y="7436"/>
                      </a:lnTo>
                      <a:cubicBezTo>
                        <a:pt x="6522" y="7057"/>
                        <a:pt x="7089" y="6175"/>
                        <a:pt x="7089" y="5230"/>
                      </a:cubicBezTo>
                      <a:lnTo>
                        <a:pt x="7089" y="2143"/>
                      </a:lnTo>
                      <a:cubicBezTo>
                        <a:pt x="7089" y="1733"/>
                        <a:pt x="6774" y="1418"/>
                        <a:pt x="6364" y="1418"/>
                      </a:cubicBezTo>
                      <a:cubicBezTo>
                        <a:pt x="5986" y="1418"/>
                        <a:pt x="5671" y="1733"/>
                        <a:pt x="5671" y="2143"/>
                      </a:cubicBezTo>
                      <a:lnTo>
                        <a:pt x="5671" y="1418"/>
                      </a:lnTo>
                      <a:cubicBezTo>
                        <a:pt x="5671" y="1040"/>
                        <a:pt x="5356" y="725"/>
                        <a:pt x="4946" y="725"/>
                      </a:cubicBezTo>
                      <a:cubicBezTo>
                        <a:pt x="4568" y="725"/>
                        <a:pt x="4253" y="1040"/>
                        <a:pt x="4253" y="1418"/>
                      </a:cubicBezTo>
                      <a:lnTo>
                        <a:pt x="4253" y="725"/>
                      </a:lnTo>
                      <a:cubicBezTo>
                        <a:pt x="4253" y="315"/>
                        <a:pt x="3938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2" name="Google Shape;9530;p73">
                <a:extLst>
                  <a:ext uri="{FF2B5EF4-FFF2-40B4-BE49-F238E27FC236}">
                    <a16:creationId xmlns:a16="http://schemas.microsoft.com/office/drawing/2014/main" id="{F19D07B7-5C7A-1A90-2B98-4698BEA94CC7}"/>
                  </a:ext>
                </a:extLst>
              </p:cNvPr>
              <p:cNvGrpSpPr/>
              <p:nvPr/>
            </p:nvGrpSpPr>
            <p:grpSpPr>
              <a:xfrm>
                <a:off x="9016645" y="4376595"/>
                <a:ext cx="501965" cy="503276"/>
                <a:chOff x="5355300" y="3598250"/>
                <a:chExt cx="296975" cy="297750"/>
              </a:xfrm>
              <a:grpFill/>
            </p:grpSpPr>
            <p:sp>
              <p:nvSpPr>
                <p:cNvPr id="117" name="Google Shape;9531;p73">
                  <a:extLst>
                    <a:ext uri="{FF2B5EF4-FFF2-40B4-BE49-F238E27FC236}">
                      <a16:creationId xmlns:a16="http://schemas.microsoft.com/office/drawing/2014/main" id="{ABA4A345-1AAF-1153-4FAC-1E89BC8E812F}"/>
                    </a:ext>
                  </a:extLst>
                </p:cNvPr>
                <p:cNvSpPr/>
                <p:nvPr/>
              </p:nvSpPr>
              <p:spPr>
                <a:xfrm>
                  <a:off x="5355300" y="3703000"/>
                  <a:ext cx="35475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657" extrusionOk="0">
                      <a:moveTo>
                        <a:pt x="410" y="0"/>
                      </a:moveTo>
                      <a:cubicBezTo>
                        <a:pt x="221" y="0"/>
                        <a:pt x="64" y="158"/>
                        <a:pt x="64" y="347"/>
                      </a:cubicBezTo>
                      <a:cubicBezTo>
                        <a:pt x="1" y="2867"/>
                        <a:pt x="1" y="4789"/>
                        <a:pt x="1" y="7310"/>
                      </a:cubicBezTo>
                      <a:cubicBezTo>
                        <a:pt x="1" y="7530"/>
                        <a:pt x="158" y="7656"/>
                        <a:pt x="379" y="7656"/>
                      </a:cubicBezTo>
                      <a:cubicBezTo>
                        <a:pt x="568" y="7656"/>
                        <a:pt x="725" y="7530"/>
                        <a:pt x="725" y="7310"/>
                      </a:cubicBezTo>
                      <a:lnTo>
                        <a:pt x="725" y="1355"/>
                      </a:lnTo>
                      <a:lnTo>
                        <a:pt x="1418" y="1355"/>
                      </a:ln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Google Shape;9532;p73">
                  <a:extLst>
                    <a:ext uri="{FF2B5EF4-FFF2-40B4-BE49-F238E27FC236}">
                      <a16:creationId xmlns:a16="http://schemas.microsoft.com/office/drawing/2014/main" id="{A5901C23-8ECA-ECDF-6368-EEB6A15F4978}"/>
                    </a:ext>
                  </a:extLst>
                </p:cNvPr>
                <p:cNvSpPr/>
                <p:nvPr/>
              </p:nvSpPr>
              <p:spPr>
                <a:xfrm>
                  <a:off x="5389175" y="3773100"/>
                  <a:ext cx="1229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4916" extrusionOk="0">
                      <a:moveTo>
                        <a:pt x="2080" y="0"/>
                      </a:moveTo>
                      <a:lnTo>
                        <a:pt x="2080" y="693"/>
                      </a:lnTo>
                      <a:lnTo>
                        <a:pt x="1733" y="693"/>
                      </a:lnTo>
                      <a:cubicBezTo>
                        <a:pt x="788" y="693"/>
                        <a:pt x="0" y="1481"/>
                        <a:pt x="0" y="2458"/>
                      </a:cubicBezTo>
                      <a:cubicBezTo>
                        <a:pt x="0" y="2678"/>
                        <a:pt x="158" y="2836"/>
                        <a:pt x="347" y="2836"/>
                      </a:cubicBezTo>
                      <a:lnTo>
                        <a:pt x="2080" y="2836"/>
                      </a:lnTo>
                      <a:lnTo>
                        <a:pt x="2080" y="3529"/>
                      </a:lnTo>
                      <a:lnTo>
                        <a:pt x="1072" y="3529"/>
                      </a:lnTo>
                      <a:cubicBezTo>
                        <a:pt x="473" y="3529"/>
                        <a:pt x="32" y="4001"/>
                        <a:pt x="32" y="4569"/>
                      </a:cubicBezTo>
                      <a:cubicBezTo>
                        <a:pt x="32" y="4758"/>
                        <a:pt x="189" y="4915"/>
                        <a:pt x="410" y="4915"/>
                      </a:cubicBezTo>
                      <a:cubicBezTo>
                        <a:pt x="599" y="4915"/>
                        <a:pt x="757" y="4758"/>
                        <a:pt x="757" y="4569"/>
                      </a:cubicBezTo>
                      <a:cubicBezTo>
                        <a:pt x="757" y="4348"/>
                        <a:pt x="914" y="4190"/>
                        <a:pt x="1103" y="4190"/>
                      </a:cubicBezTo>
                      <a:lnTo>
                        <a:pt x="2143" y="4190"/>
                      </a:lnTo>
                      <a:lnTo>
                        <a:pt x="2143" y="4569"/>
                      </a:lnTo>
                      <a:cubicBezTo>
                        <a:pt x="2143" y="4758"/>
                        <a:pt x="2300" y="4915"/>
                        <a:pt x="2489" y="4915"/>
                      </a:cubicBezTo>
                      <a:cubicBezTo>
                        <a:pt x="2678" y="4915"/>
                        <a:pt x="2836" y="4758"/>
                        <a:pt x="2836" y="4569"/>
                      </a:cubicBezTo>
                      <a:lnTo>
                        <a:pt x="2836" y="4190"/>
                      </a:lnTo>
                      <a:lnTo>
                        <a:pt x="3876" y="4190"/>
                      </a:lnTo>
                      <a:cubicBezTo>
                        <a:pt x="4065" y="4190"/>
                        <a:pt x="4222" y="4348"/>
                        <a:pt x="4222" y="4569"/>
                      </a:cubicBezTo>
                      <a:cubicBezTo>
                        <a:pt x="4222" y="4758"/>
                        <a:pt x="4380" y="4915"/>
                        <a:pt x="4569" y="4915"/>
                      </a:cubicBezTo>
                      <a:cubicBezTo>
                        <a:pt x="4758" y="4915"/>
                        <a:pt x="4915" y="4758"/>
                        <a:pt x="4915" y="4569"/>
                      </a:cubicBezTo>
                      <a:cubicBezTo>
                        <a:pt x="4915" y="3970"/>
                        <a:pt x="4443" y="3529"/>
                        <a:pt x="3907" y="3529"/>
                      </a:cubicBezTo>
                      <a:lnTo>
                        <a:pt x="2867" y="3529"/>
                      </a:lnTo>
                      <a:lnTo>
                        <a:pt x="2867" y="2836"/>
                      </a:lnTo>
                      <a:lnTo>
                        <a:pt x="4537" y="2836"/>
                      </a:lnTo>
                      <a:lnTo>
                        <a:pt x="4537" y="2773"/>
                      </a:lnTo>
                      <a:cubicBezTo>
                        <a:pt x="4726" y="2773"/>
                        <a:pt x="4884" y="2615"/>
                        <a:pt x="4884" y="2426"/>
                      </a:cubicBezTo>
                      <a:cubicBezTo>
                        <a:pt x="4884" y="1481"/>
                        <a:pt x="4096" y="662"/>
                        <a:pt x="3151" y="662"/>
                      </a:cubicBezTo>
                      <a:lnTo>
                        <a:pt x="2804" y="662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Google Shape;9533;p73">
                  <a:extLst>
                    <a:ext uri="{FF2B5EF4-FFF2-40B4-BE49-F238E27FC236}">
                      <a16:creationId xmlns:a16="http://schemas.microsoft.com/office/drawing/2014/main" id="{FEEC94C7-7B73-6509-F332-8189242AB9AC}"/>
                    </a:ext>
                  </a:extLst>
                </p:cNvPr>
                <p:cNvSpPr/>
                <p:nvPr/>
              </p:nvSpPr>
              <p:spPr>
                <a:xfrm>
                  <a:off x="5527800" y="3598250"/>
                  <a:ext cx="1055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1418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63" y="1103"/>
                        <a:pt x="378" y="1418"/>
                        <a:pt x="725" y="1418"/>
                      </a:cubicBezTo>
                      <a:lnTo>
                        <a:pt x="3875" y="1418"/>
                      </a:lnTo>
                      <a:cubicBezTo>
                        <a:pt x="4064" y="1418"/>
                        <a:pt x="4222" y="1260"/>
                        <a:pt x="4222" y="1071"/>
                      </a:cubicBezTo>
                      <a:lnTo>
                        <a:pt x="4222" y="378"/>
                      </a:lnTo>
                      <a:cubicBezTo>
                        <a:pt x="4222" y="158"/>
                        <a:pt x="4064" y="0"/>
                        <a:pt x="38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Google Shape;9534;p73">
                  <a:extLst>
                    <a:ext uri="{FF2B5EF4-FFF2-40B4-BE49-F238E27FC236}">
                      <a16:creationId xmlns:a16="http://schemas.microsoft.com/office/drawing/2014/main" id="{8A7E796E-3ACA-1602-B7B3-7DDA2469DD51}"/>
                    </a:ext>
                  </a:extLst>
                </p:cNvPr>
                <p:cNvSpPr/>
                <p:nvPr/>
              </p:nvSpPr>
              <p:spPr>
                <a:xfrm>
                  <a:off x="5545900" y="3651800"/>
                  <a:ext cx="1048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2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3845" y="1418"/>
                      </a:lnTo>
                      <a:cubicBezTo>
                        <a:pt x="4065" y="1418"/>
                        <a:pt x="4191" y="1261"/>
                        <a:pt x="4191" y="1072"/>
                      </a:cubicBezTo>
                      <a:lnTo>
                        <a:pt x="4191" y="347"/>
                      </a:lnTo>
                      <a:cubicBezTo>
                        <a:pt x="4191" y="158"/>
                        <a:pt x="4065" y="1"/>
                        <a:pt x="38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Google Shape;9535;p73">
                  <a:extLst>
                    <a:ext uri="{FF2B5EF4-FFF2-40B4-BE49-F238E27FC236}">
                      <a16:creationId xmlns:a16="http://schemas.microsoft.com/office/drawing/2014/main" id="{36C14301-C033-51F6-8549-7E003BCE77E8}"/>
                    </a:ext>
                  </a:extLst>
                </p:cNvPr>
                <p:cNvSpPr/>
                <p:nvPr/>
              </p:nvSpPr>
              <p:spPr>
                <a:xfrm>
                  <a:off x="5529375" y="3754975"/>
                  <a:ext cx="122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1419" extrusionOk="0">
                      <a:moveTo>
                        <a:pt x="0" y="1"/>
                      </a:moveTo>
                      <a:lnTo>
                        <a:pt x="0" y="1418"/>
                      </a:lnTo>
                      <a:lnTo>
                        <a:pt x="4884" y="1418"/>
                      </a:lnTo>
                      <a:lnTo>
                        <a:pt x="4884" y="1"/>
                      </a:lnTo>
                      <a:lnTo>
                        <a:pt x="2773" y="1"/>
                      </a:lnTo>
                      <a:lnTo>
                        <a:pt x="2773" y="347"/>
                      </a:lnTo>
                      <a:cubicBezTo>
                        <a:pt x="2773" y="568"/>
                        <a:pt x="2615" y="725"/>
                        <a:pt x="2426" y="725"/>
                      </a:cubicBezTo>
                      <a:cubicBezTo>
                        <a:pt x="2237" y="725"/>
                        <a:pt x="2080" y="568"/>
                        <a:pt x="2080" y="347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Google Shape;9536;p73">
                  <a:extLst>
                    <a:ext uri="{FF2B5EF4-FFF2-40B4-BE49-F238E27FC236}">
                      <a16:creationId xmlns:a16="http://schemas.microsoft.com/office/drawing/2014/main" id="{BDAF3913-CF6A-87E2-27A7-96F58D846EAA}"/>
                    </a:ext>
                  </a:extLst>
                </p:cNvPr>
                <p:cNvSpPr/>
                <p:nvPr/>
              </p:nvSpPr>
              <p:spPr>
                <a:xfrm>
                  <a:off x="5511250" y="3703000"/>
                  <a:ext cx="140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1356" extrusionOk="0">
                      <a:moveTo>
                        <a:pt x="1" y="0"/>
                      </a:moveTo>
                      <a:lnTo>
                        <a:pt x="1" y="1355"/>
                      </a:lnTo>
                      <a:lnTo>
                        <a:pt x="5609" y="1355"/>
                      </a:lnTo>
                      <a:lnTo>
                        <a:pt x="5609" y="347"/>
                      </a:lnTo>
                      <a:cubicBezTo>
                        <a:pt x="5577" y="158"/>
                        <a:pt x="5451" y="0"/>
                        <a:pt x="52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Google Shape;9537;p73">
                  <a:extLst>
                    <a:ext uri="{FF2B5EF4-FFF2-40B4-BE49-F238E27FC236}">
                      <a16:creationId xmlns:a16="http://schemas.microsoft.com/office/drawing/2014/main" id="{2A6E22A2-B8B8-4566-F2E3-C8994818247A}"/>
                    </a:ext>
                  </a:extLst>
                </p:cNvPr>
                <p:cNvSpPr/>
                <p:nvPr/>
              </p:nvSpPr>
              <p:spPr>
                <a:xfrm>
                  <a:off x="5529375" y="3808550"/>
                  <a:ext cx="1229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3498" extrusionOk="0">
                      <a:moveTo>
                        <a:pt x="0" y="0"/>
                      </a:moveTo>
                      <a:lnTo>
                        <a:pt x="0" y="3151"/>
                      </a:lnTo>
                      <a:cubicBezTo>
                        <a:pt x="0" y="3340"/>
                        <a:pt x="158" y="3497"/>
                        <a:pt x="347" y="3497"/>
                      </a:cubicBezTo>
                      <a:cubicBezTo>
                        <a:pt x="536" y="3497"/>
                        <a:pt x="693" y="3340"/>
                        <a:pt x="693" y="3151"/>
                      </a:cubicBezTo>
                      <a:lnTo>
                        <a:pt x="693" y="1418"/>
                      </a:lnTo>
                      <a:lnTo>
                        <a:pt x="4190" y="1418"/>
                      </a:lnTo>
                      <a:lnTo>
                        <a:pt x="4190" y="3151"/>
                      </a:lnTo>
                      <a:cubicBezTo>
                        <a:pt x="4190" y="3340"/>
                        <a:pt x="4348" y="3497"/>
                        <a:pt x="4569" y="3497"/>
                      </a:cubicBezTo>
                      <a:cubicBezTo>
                        <a:pt x="4758" y="3497"/>
                        <a:pt x="4915" y="3340"/>
                        <a:pt x="4915" y="3151"/>
                      </a:cubicBezTo>
                      <a:lnTo>
                        <a:pt x="4915" y="0"/>
                      </a:lnTo>
                      <a:lnTo>
                        <a:pt x="2773" y="0"/>
                      </a:lnTo>
                      <a:lnTo>
                        <a:pt x="2773" y="347"/>
                      </a:lnTo>
                      <a:cubicBezTo>
                        <a:pt x="2773" y="536"/>
                        <a:pt x="2615" y="693"/>
                        <a:pt x="2426" y="693"/>
                      </a:cubicBezTo>
                      <a:cubicBezTo>
                        <a:pt x="2237" y="693"/>
                        <a:pt x="2080" y="536"/>
                        <a:pt x="2080" y="347"/>
                      </a:cubicBez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Google Shape;9538;p73">
                  <a:extLst>
                    <a:ext uri="{FF2B5EF4-FFF2-40B4-BE49-F238E27FC236}">
                      <a16:creationId xmlns:a16="http://schemas.microsoft.com/office/drawing/2014/main" id="{B8077088-DB92-31CD-8611-413E2C21BE38}"/>
                    </a:ext>
                  </a:extLst>
                </p:cNvPr>
                <p:cNvSpPr/>
                <p:nvPr/>
              </p:nvSpPr>
              <p:spPr>
                <a:xfrm>
                  <a:off x="5408075" y="3651025"/>
                  <a:ext cx="86675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4159" extrusionOk="0">
                      <a:moveTo>
                        <a:pt x="1733" y="0"/>
                      </a:moveTo>
                      <a:cubicBezTo>
                        <a:pt x="788" y="0"/>
                        <a:pt x="1" y="788"/>
                        <a:pt x="1" y="1733"/>
                      </a:cubicBezTo>
                      <a:lnTo>
                        <a:pt x="1" y="3812"/>
                      </a:lnTo>
                      <a:cubicBezTo>
                        <a:pt x="1" y="4001"/>
                        <a:pt x="158" y="4159"/>
                        <a:pt x="347" y="4159"/>
                      </a:cubicBezTo>
                      <a:lnTo>
                        <a:pt x="3120" y="4159"/>
                      </a:lnTo>
                      <a:cubicBezTo>
                        <a:pt x="3309" y="4159"/>
                        <a:pt x="3466" y="4001"/>
                        <a:pt x="3466" y="3812"/>
                      </a:cubicBez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3" name="Google Shape;9539;p73">
                <a:extLst>
                  <a:ext uri="{FF2B5EF4-FFF2-40B4-BE49-F238E27FC236}">
                    <a16:creationId xmlns:a16="http://schemas.microsoft.com/office/drawing/2014/main" id="{B5BF5A20-B68E-AED4-FE09-74D7995B4168}"/>
                  </a:ext>
                </a:extLst>
              </p:cNvPr>
              <p:cNvGrpSpPr/>
              <p:nvPr/>
            </p:nvGrpSpPr>
            <p:grpSpPr>
              <a:xfrm>
                <a:off x="9022644" y="5073172"/>
                <a:ext cx="489964" cy="323559"/>
                <a:chOff x="5358450" y="4015675"/>
                <a:chExt cx="289875" cy="191425"/>
              </a:xfrm>
              <a:grpFill/>
            </p:grpSpPr>
            <p:sp>
              <p:nvSpPr>
                <p:cNvPr id="113" name="Google Shape;9540;p73">
                  <a:extLst>
                    <a:ext uri="{FF2B5EF4-FFF2-40B4-BE49-F238E27FC236}">
                      <a16:creationId xmlns:a16="http://schemas.microsoft.com/office/drawing/2014/main" id="{78A109A8-A8F0-EFFE-90FD-F46233A23DE5}"/>
                    </a:ext>
                  </a:extLst>
                </p:cNvPr>
                <p:cNvSpPr/>
                <p:nvPr/>
              </p:nvSpPr>
              <p:spPr>
                <a:xfrm>
                  <a:off x="5358450" y="4015675"/>
                  <a:ext cx="289875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5" h="3561" extrusionOk="0">
                      <a:moveTo>
                        <a:pt x="5798" y="1"/>
                      </a:moveTo>
                      <a:cubicBezTo>
                        <a:pt x="2773" y="1"/>
                        <a:pt x="316" y="3120"/>
                        <a:pt x="1" y="3561"/>
                      </a:cubicBezTo>
                      <a:cubicBezTo>
                        <a:pt x="1229" y="2679"/>
                        <a:pt x="3561" y="1734"/>
                        <a:pt x="5798" y="1734"/>
                      </a:cubicBezTo>
                      <a:cubicBezTo>
                        <a:pt x="7751" y="1734"/>
                        <a:pt x="10051" y="2490"/>
                        <a:pt x="11595" y="3561"/>
                      </a:cubicBezTo>
                      <a:cubicBezTo>
                        <a:pt x="11280" y="3120"/>
                        <a:pt x="8822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Google Shape;9541;p73">
                  <a:extLst>
                    <a:ext uri="{FF2B5EF4-FFF2-40B4-BE49-F238E27FC236}">
                      <a16:creationId xmlns:a16="http://schemas.microsoft.com/office/drawing/2014/main" id="{A203F205-0D52-CAF0-02D4-322676FD2EC4}"/>
                    </a:ext>
                  </a:extLst>
                </p:cNvPr>
                <p:cNvSpPr/>
                <p:nvPr/>
              </p:nvSpPr>
              <p:spPr>
                <a:xfrm>
                  <a:off x="5494725" y="41015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693" y="568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Google Shape;9542;p73">
                  <a:extLst>
                    <a:ext uri="{FF2B5EF4-FFF2-40B4-BE49-F238E27FC236}">
                      <a16:creationId xmlns:a16="http://schemas.microsoft.com/office/drawing/2014/main" id="{46DBF76C-1164-E3CE-657E-119B4EC54ED9}"/>
                    </a:ext>
                  </a:extLst>
                </p:cNvPr>
                <p:cNvSpPr/>
                <p:nvPr/>
              </p:nvSpPr>
              <p:spPr>
                <a:xfrm>
                  <a:off x="5460050" y="4077125"/>
                  <a:ext cx="86675" cy="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120" extrusionOk="0">
                      <a:moveTo>
                        <a:pt x="1734" y="315"/>
                      </a:moveTo>
                      <a:cubicBezTo>
                        <a:pt x="2332" y="315"/>
                        <a:pt x="2773" y="788"/>
                        <a:pt x="2773" y="1323"/>
                      </a:cubicBezTo>
                      <a:cubicBezTo>
                        <a:pt x="2773" y="1922"/>
                        <a:pt x="2269" y="2363"/>
                        <a:pt x="1734" y="2363"/>
                      </a:cubicBezTo>
                      <a:cubicBezTo>
                        <a:pt x="1135" y="2363"/>
                        <a:pt x="694" y="1890"/>
                        <a:pt x="694" y="1323"/>
                      </a:cubicBezTo>
                      <a:cubicBezTo>
                        <a:pt x="663" y="788"/>
                        <a:pt x="1135" y="315"/>
                        <a:pt x="1734" y="315"/>
                      </a:cubicBezTo>
                      <a:close/>
                      <a:moveTo>
                        <a:pt x="1734" y="0"/>
                      </a:moveTo>
                      <a:cubicBezTo>
                        <a:pt x="1324" y="0"/>
                        <a:pt x="978" y="32"/>
                        <a:pt x="599" y="63"/>
                      </a:cubicBezTo>
                      <a:cubicBezTo>
                        <a:pt x="190" y="378"/>
                        <a:pt x="1" y="851"/>
                        <a:pt x="1" y="1386"/>
                      </a:cubicBezTo>
                      <a:cubicBezTo>
                        <a:pt x="1" y="2332"/>
                        <a:pt x="789" y="3119"/>
                        <a:pt x="1734" y="3119"/>
                      </a:cubicBezTo>
                      <a:cubicBezTo>
                        <a:pt x="2679" y="3119"/>
                        <a:pt x="3466" y="2332"/>
                        <a:pt x="3466" y="1386"/>
                      </a:cubicBezTo>
                      <a:cubicBezTo>
                        <a:pt x="3466" y="851"/>
                        <a:pt x="3214" y="378"/>
                        <a:pt x="2868" y="63"/>
                      </a:cubicBezTo>
                      <a:cubicBezTo>
                        <a:pt x="2521" y="32"/>
                        <a:pt x="2112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Google Shape;9543;p73">
                  <a:extLst>
                    <a:ext uri="{FF2B5EF4-FFF2-40B4-BE49-F238E27FC236}">
                      <a16:creationId xmlns:a16="http://schemas.microsoft.com/office/drawing/2014/main" id="{5CEED346-08F0-1206-2C32-5754685C96E0}"/>
                    </a:ext>
                  </a:extLst>
                </p:cNvPr>
                <p:cNvSpPr/>
                <p:nvPr/>
              </p:nvSpPr>
              <p:spPr>
                <a:xfrm>
                  <a:off x="5362400" y="4084200"/>
                  <a:ext cx="2820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0" h="4916" extrusionOk="0">
                      <a:moveTo>
                        <a:pt x="3466" y="1"/>
                      </a:moveTo>
                      <a:lnTo>
                        <a:pt x="3466" y="1"/>
                      </a:lnTo>
                      <a:cubicBezTo>
                        <a:pt x="2332" y="253"/>
                        <a:pt x="1103" y="820"/>
                        <a:pt x="0" y="1576"/>
                      </a:cubicBezTo>
                      <a:cubicBezTo>
                        <a:pt x="693" y="2395"/>
                        <a:pt x="2899" y="4915"/>
                        <a:pt x="5640" y="4915"/>
                      </a:cubicBezTo>
                      <a:cubicBezTo>
                        <a:pt x="8349" y="4884"/>
                        <a:pt x="10617" y="2395"/>
                        <a:pt x="11279" y="1576"/>
                      </a:cubicBezTo>
                      <a:cubicBezTo>
                        <a:pt x="10176" y="820"/>
                        <a:pt x="8948" y="253"/>
                        <a:pt x="7814" y="1"/>
                      </a:cubicBezTo>
                      <a:lnTo>
                        <a:pt x="7814" y="1"/>
                      </a:lnTo>
                      <a:cubicBezTo>
                        <a:pt x="7971" y="347"/>
                        <a:pt x="8097" y="694"/>
                        <a:pt x="8097" y="1103"/>
                      </a:cubicBezTo>
                      <a:cubicBezTo>
                        <a:pt x="8097" y="2427"/>
                        <a:pt x="6994" y="3529"/>
                        <a:pt x="5640" y="3529"/>
                      </a:cubicBezTo>
                      <a:cubicBezTo>
                        <a:pt x="4316" y="3529"/>
                        <a:pt x="3214" y="2427"/>
                        <a:pt x="3214" y="1103"/>
                      </a:cubicBezTo>
                      <a:cubicBezTo>
                        <a:pt x="3214" y="694"/>
                        <a:pt x="3277" y="347"/>
                        <a:pt x="34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4" name="Google Shape;9544;p73">
                <a:extLst>
                  <a:ext uri="{FF2B5EF4-FFF2-40B4-BE49-F238E27FC236}">
                    <a16:creationId xmlns:a16="http://schemas.microsoft.com/office/drawing/2014/main" id="{343AB4DD-8E74-239A-A17C-27829BB4D07A}"/>
                  </a:ext>
                </a:extLst>
              </p:cNvPr>
              <p:cNvGrpSpPr/>
              <p:nvPr/>
            </p:nvGrpSpPr>
            <p:grpSpPr>
              <a:xfrm>
                <a:off x="10925482" y="3765480"/>
                <a:ext cx="501965" cy="465413"/>
                <a:chOff x="6543825" y="3202075"/>
                <a:chExt cx="296975" cy="275350"/>
              </a:xfrm>
              <a:grpFill/>
            </p:grpSpPr>
            <p:sp>
              <p:nvSpPr>
                <p:cNvPr id="106" name="Google Shape;9545;p73">
                  <a:extLst>
                    <a:ext uri="{FF2B5EF4-FFF2-40B4-BE49-F238E27FC236}">
                      <a16:creationId xmlns:a16="http://schemas.microsoft.com/office/drawing/2014/main" id="{2BC76C94-BCA6-3807-168C-D1D4AAF9EF3F}"/>
                    </a:ext>
                  </a:extLst>
                </p:cNvPr>
                <p:cNvSpPr/>
                <p:nvPr/>
              </p:nvSpPr>
              <p:spPr>
                <a:xfrm>
                  <a:off x="6683250" y="3202075"/>
                  <a:ext cx="17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3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355"/>
                      </a:lnTo>
                      <a:cubicBezTo>
                        <a:pt x="0" y="1576"/>
                        <a:pt x="158" y="1733"/>
                        <a:pt x="347" y="1733"/>
                      </a:cubicBezTo>
                      <a:cubicBezTo>
                        <a:pt x="536" y="1733"/>
                        <a:pt x="693" y="1576"/>
                        <a:pt x="693" y="1355"/>
                      </a:cubicBezTo>
                      <a:lnTo>
                        <a:pt x="693" y="347"/>
                      </a:ln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Google Shape;9546;p73">
                  <a:extLst>
                    <a:ext uri="{FF2B5EF4-FFF2-40B4-BE49-F238E27FC236}">
                      <a16:creationId xmlns:a16="http://schemas.microsoft.com/office/drawing/2014/main" id="{50B6D039-6714-EED7-7D68-9D13BFE69F1B}"/>
                    </a:ext>
                  </a:extLst>
                </p:cNvPr>
                <p:cNvSpPr/>
                <p:nvPr/>
              </p:nvSpPr>
              <p:spPr>
                <a:xfrm>
                  <a:off x="6613925" y="3236125"/>
                  <a:ext cx="35475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8" extrusionOk="0">
                      <a:moveTo>
                        <a:pt x="363" y="1"/>
                      </a:moveTo>
                      <a:cubicBezTo>
                        <a:pt x="276" y="1"/>
                        <a:pt x="190" y="40"/>
                        <a:pt x="127" y="119"/>
                      </a:cubicBezTo>
                      <a:cubicBezTo>
                        <a:pt x="1" y="245"/>
                        <a:pt x="1" y="466"/>
                        <a:pt x="127" y="592"/>
                      </a:cubicBezTo>
                      <a:lnTo>
                        <a:pt x="820" y="1316"/>
                      </a:lnTo>
                      <a:cubicBezTo>
                        <a:pt x="883" y="1364"/>
                        <a:pt x="969" y="1387"/>
                        <a:pt x="1056" y="1387"/>
                      </a:cubicBezTo>
                      <a:cubicBezTo>
                        <a:pt x="1143" y="1387"/>
                        <a:pt x="1229" y="1364"/>
                        <a:pt x="1292" y="1316"/>
                      </a:cubicBezTo>
                      <a:cubicBezTo>
                        <a:pt x="1418" y="1190"/>
                        <a:pt x="1418" y="938"/>
                        <a:pt x="1292" y="844"/>
                      </a:cubicBezTo>
                      <a:lnTo>
                        <a:pt x="599" y="119"/>
                      </a:lnTo>
                      <a:cubicBezTo>
                        <a:pt x="536" y="40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Google Shape;9547;p73">
                  <a:extLst>
                    <a:ext uri="{FF2B5EF4-FFF2-40B4-BE49-F238E27FC236}">
                      <a16:creationId xmlns:a16="http://schemas.microsoft.com/office/drawing/2014/main" id="{F19C668F-D8DD-C627-3AB9-0D709F2DB474}"/>
                    </a:ext>
                  </a:extLst>
                </p:cNvPr>
                <p:cNvSpPr/>
                <p:nvPr/>
              </p:nvSpPr>
              <p:spPr>
                <a:xfrm>
                  <a:off x="6734425" y="3236425"/>
                  <a:ext cx="35475" cy="3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76" extrusionOk="0">
                      <a:moveTo>
                        <a:pt x="1054" y="0"/>
                      </a:moveTo>
                      <a:cubicBezTo>
                        <a:pt x="976" y="0"/>
                        <a:pt x="894" y="33"/>
                        <a:pt x="820" y="107"/>
                      </a:cubicBezTo>
                      <a:lnTo>
                        <a:pt x="95" y="832"/>
                      </a:lnTo>
                      <a:cubicBezTo>
                        <a:pt x="1" y="926"/>
                        <a:pt x="1" y="1178"/>
                        <a:pt x="95" y="1304"/>
                      </a:cubicBezTo>
                      <a:cubicBezTo>
                        <a:pt x="158" y="1352"/>
                        <a:pt x="253" y="1375"/>
                        <a:pt x="344" y="1375"/>
                      </a:cubicBezTo>
                      <a:cubicBezTo>
                        <a:pt x="434" y="1375"/>
                        <a:pt x="521" y="1352"/>
                        <a:pt x="568" y="1304"/>
                      </a:cubicBezTo>
                      <a:lnTo>
                        <a:pt x="1293" y="580"/>
                      </a:lnTo>
                      <a:cubicBezTo>
                        <a:pt x="1419" y="454"/>
                        <a:pt x="1419" y="233"/>
                        <a:pt x="1293" y="107"/>
                      </a:cubicBezTo>
                      <a:cubicBezTo>
                        <a:pt x="1226" y="41"/>
                        <a:pt x="1142" y="0"/>
                        <a:pt x="10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Google Shape;9548;p73">
                  <a:extLst>
                    <a:ext uri="{FF2B5EF4-FFF2-40B4-BE49-F238E27FC236}">
                      <a16:creationId xmlns:a16="http://schemas.microsoft.com/office/drawing/2014/main" id="{3EF43D55-FD12-26FB-0274-E06AAD3F1DD7}"/>
                    </a:ext>
                  </a:extLst>
                </p:cNvPr>
                <p:cNvSpPr/>
                <p:nvPr/>
              </p:nvSpPr>
              <p:spPr>
                <a:xfrm>
                  <a:off x="6805325" y="3322575"/>
                  <a:ext cx="354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3" extrusionOk="0">
                      <a:moveTo>
                        <a:pt x="0" y="1"/>
                      </a:moveTo>
                      <a:lnTo>
                        <a:pt x="0" y="4852"/>
                      </a:lnTo>
                      <a:lnTo>
                        <a:pt x="1040" y="4852"/>
                      </a:lnTo>
                      <a:cubicBezTo>
                        <a:pt x="1261" y="4852"/>
                        <a:pt x="1418" y="4695"/>
                        <a:pt x="1418" y="4506"/>
                      </a:cubicBezTo>
                      <a:lnTo>
                        <a:pt x="1418" y="316"/>
                      </a:lnTo>
                      <a:cubicBezTo>
                        <a:pt x="1355" y="158"/>
                        <a:pt x="1198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Google Shape;9549;p73">
                  <a:extLst>
                    <a:ext uri="{FF2B5EF4-FFF2-40B4-BE49-F238E27FC236}">
                      <a16:creationId xmlns:a16="http://schemas.microsoft.com/office/drawing/2014/main" id="{8AA40DFB-267D-728F-173E-0BBC3647BCE2}"/>
                    </a:ext>
                  </a:extLst>
                </p:cNvPr>
                <p:cNvSpPr/>
                <p:nvPr/>
              </p:nvSpPr>
              <p:spPr>
                <a:xfrm>
                  <a:off x="6543825" y="3323275"/>
                  <a:ext cx="35475" cy="12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6" extrusionOk="0">
                      <a:moveTo>
                        <a:pt x="323" y="0"/>
                      </a:moveTo>
                      <a:cubicBezTo>
                        <a:pt x="132" y="0"/>
                        <a:pt x="1" y="149"/>
                        <a:pt x="1" y="351"/>
                      </a:cubicBezTo>
                      <a:lnTo>
                        <a:pt x="1" y="4509"/>
                      </a:lnTo>
                      <a:cubicBezTo>
                        <a:pt x="1" y="4698"/>
                        <a:pt x="158" y="4856"/>
                        <a:pt x="379" y="4856"/>
                      </a:cubicBezTo>
                      <a:lnTo>
                        <a:pt x="1418" y="4856"/>
                      </a:lnTo>
                      <a:lnTo>
                        <a:pt x="1418" y="4"/>
                      </a:lnTo>
                      <a:lnTo>
                        <a:pt x="379" y="4"/>
                      </a:lnTo>
                      <a:cubicBezTo>
                        <a:pt x="360" y="1"/>
                        <a:pt x="341" y="0"/>
                        <a:pt x="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Google Shape;9550;p73">
                  <a:extLst>
                    <a:ext uri="{FF2B5EF4-FFF2-40B4-BE49-F238E27FC236}">
                      <a16:creationId xmlns:a16="http://schemas.microsoft.com/office/drawing/2014/main" id="{9F2F55F0-1B2F-DA82-02EE-68F38F0D9607}"/>
                    </a:ext>
                  </a:extLst>
                </p:cNvPr>
                <p:cNvSpPr/>
                <p:nvPr/>
              </p:nvSpPr>
              <p:spPr>
                <a:xfrm>
                  <a:off x="6643075" y="3332025"/>
                  <a:ext cx="143375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4160" extrusionOk="0">
                      <a:moveTo>
                        <a:pt x="1639" y="1"/>
                      </a:moveTo>
                      <a:cubicBezTo>
                        <a:pt x="1450" y="1"/>
                        <a:pt x="1198" y="158"/>
                        <a:pt x="1072" y="379"/>
                      </a:cubicBezTo>
                      <a:lnTo>
                        <a:pt x="0" y="2490"/>
                      </a:lnTo>
                      <a:cubicBezTo>
                        <a:pt x="158" y="2584"/>
                        <a:pt x="378" y="2616"/>
                        <a:pt x="567" y="2616"/>
                      </a:cubicBezTo>
                      <a:cubicBezTo>
                        <a:pt x="1072" y="2616"/>
                        <a:pt x="1544" y="2364"/>
                        <a:pt x="1796" y="1891"/>
                      </a:cubicBezTo>
                      <a:lnTo>
                        <a:pt x="2017" y="1418"/>
                      </a:lnTo>
                      <a:lnTo>
                        <a:pt x="2710" y="1418"/>
                      </a:lnTo>
                      <a:cubicBezTo>
                        <a:pt x="2899" y="1418"/>
                        <a:pt x="3056" y="1481"/>
                        <a:pt x="3182" y="1607"/>
                      </a:cubicBezTo>
                      <a:lnTo>
                        <a:pt x="5734" y="4159"/>
                      </a:lnTo>
                      <a:lnTo>
                        <a:pt x="573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Google Shape;9551;p73">
                  <a:extLst>
                    <a:ext uri="{FF2B5EF4-FFF2-40B4-BE49-F238E27FC236}">
                      <a16:creationId xmlns:a16="http://schemas.microsoft.com/office/drawing/2014/main" id="{C0F3B7F9-0D47-C43B-D706-7C800B5A164C}"/>
                    </a:ext>
                  </a:extLst>
                </p:cNvPr>
                <p:cNvSpPr/>
                <p:nvPr/>
              </p:nvSpPr>
              <p:spPr>
                <a:xfrm>
                  <a:off x="6595025" y="3288700"/>
                  <a:ext cx="175675" cy="18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7549" extrusionOk="0">
                      <a:moveTo>
                        <a:pt x="2206" y="1"/>
                      </a:moveTo>
                      <a:cubicBezTo>
                        <a:pt x="1828" y="1"/>
                        <a:pt x="1481" y="221"/>
                        <a:pt x="1261" y="568"/>
                      </a:cubicBezTo>
                      <a:lnTo>
                        <a:pt x="946" y="1198"/>
                      </a:lnTo>
                      <a:cubicBezTo>
                        <a:pt x="914" y="1324"/>
                        <a:pt x="757" y="1419"/>
                        <a:pt x="631" y="1419"/>
                      </a:cubicBezTo>
                      <a:lnTo>
                        <a:pt x="1" y="1419"/>
                      </a:lnTo>
                      <a:lnTo>
                        <a:pt x="1" y="6239"/>
                      </a:lnTo>
                      <a:lnTo>
                        <a:pt x="1576" y="6239"/>
                      </a:lnTo>
                      <a:lnTo>
                        <a:pt x="2584" y="7247"/>
                      </a:lnTo>
                      <a:cubicBezTo>
                        <a:pt x="2768" y="7431"/>
                        <a:pt x="3054" y="7548"/>
                        <a:pt x="3330" y="7548"/>
                      </a:cubicBezTo>
                      <a:cubicBezTo>
                        <a:pt x="3431" y="7548"/>
                        <a:pt x="3531" y="7533"/>
                        <a:pt x="3624" y="7499"/>
                      </a:cubicBezTo>
                      <a:lnTo>
                        <a:pt x="6585" y="6554"/>
                      </a:lnTo>
                      <a:cubicBezTo>
                        <a:pt x="6743" y="6522"/>
                        <a:pt x="6900" y="6396"/>
                        <a:pt x="7026" y="6302"/>
                      </a:cubicBezTo>
                      <a:lnTo>
                        <a:pt x="4537" y="3813"/>
                      </a:lnTo>
                      <a:lnTo>
                        <a:pt x="4380" y="3813"/>
                      </a:lnTo>
                      <a:lnTo>
                        <a:pt x="4348" y="3844"/>
                      </a:lnTo>
                      <a:cubicBezTo>
                        <a:pt x="4033" y="4506"/>
                        <a:pt x="3340" y="4947"/>
                        <a:pt x="2647" y="5042"/>
                      </a:cubicBezTo>
                      <a:cubicBezTo>
                        <a:pt x="2601" y="5044"/>
                        <a:pt x="2556" y="5046"/>
                        <a:pt x="2511" y="5046"/>
                      </a:cubicBezTo>
                      <a:cubicBezTo>
                        <a:pt x="2046" y="5046"/>
                        <a:pt x="1698" y="4899"/>
                        <a:pt x="1324" y="4727"/>
                      </a:cubicBezTo>
                      <a:cubicBezTo>
                        <a:pt x="1103" y="4632"/>
                        <a:pt x="1040" y="4412"/>
                        <a:pt x="1166" y="4254"/>
                      </a:cubicBezTo>
                      <a:lnTo>
                        <a:pt x="2363" y="1797"/>
                      </a:lnTo>
                      <a:cubicBezTo>
                        <a:pt x="2615" y="1324"/>
                        <a:pt x="3088" y="1041"/>
                        <a:pt x="3592" y="1041"/>
                      </a:cubicBezTo>
                      <a:lnTo>
                        <a:pt x="5104" y="1041"/>
                      </a:lnTo>
                      <a:cubicBezTo>
                        <a:pt x="5167" y="852"/>
                        <a:pt x="5262" y="631"/>
                        <a:pt x="5262" y="347"/>
                      </a:cubicBezTo>
                      <a:cubicBezTo>
                        <a:pt x="5262" y="158"/>
                        <a:pt x="5104" y="1"/>
                        <a:pt x="48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oogle Shape;9552;p73">
                <a:extLst>
                  <a:ext uri="{FF2B5EF4-FFF2-40B4-BE49-F238E27FC236}">
                    <a16:creationId xmlns:a16="http://schemas.microsoft.com/office/drawing/2014/main" id="{0810D338-0255-099D-50EE-BACDAECC47FD}"/>
                  </a:ext>
                </a:extLst>
              </p:cNvPr>
              <p:cNvGrpSpPr/>
              <p:nvPr/>
            </p:nvGrpSpPr>
            <p:grpSpPr>
              <a:xfrm>
                <a:off x="3302959" y="3747882"/>
                <a:ext cx="500612" cy="500612"/>
                <a:chOff x="2037825" y="3254050"/>
                <a:chExt cx="296175" cy="296175"/>
              </a:xfrm>
              <a:grpFill/>
            </p:grpSpPr>
            <p:sp>
              <p:nvSpPr>
                <p:cNvPr id="100" name="Google Shape;9553;p73">
                  <a:extLst>
                    <a:ext uri="{FF2B5EF4-FFF2-40B4-BE49-F238E27FC236}">
                      <a16:creationId xmlns:a16="http://schemas.microsoft.com/office/drawing/2014/main" id="{1B37DB6E-37AC-98A1-3B98-C09B448F346F}"/>
                    </a:ext>
                  </a:extLst>
                </p:cNvPr>
                <p:cNvSpPr/>
                <p:nvPr/>
              </p:nvSpPr>
              <p:spPr>
                <a:xfrm>
                  <a:off x="2063825" y="3254050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9"/>
                        <a:pt x="788" y="3466"/>
                        <a:pt x="1733" y="3466"/>
                      </a:cubicBezTo>
                      <a:cubicBezTo>
                        <a:pt x="2678" y="3466"/>
                        <a:pt x="3466" y="2679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Google Shape;9554;p73">
                  <a:extLst>
                    <a:ext uri="{FF2B5EF4-FFF2-40B4-BE49-F238E27FC236}">
                      <a16:creationId xmlns:a16="http://schemas.microsoft.com/office/drawing/2014/main" id="{1FCC100A-FD55-CDA2-E470-3E75E6C273CD}"/>
                    </a:ext>
                  </a:extLst>
                </p:cNvPr>
                <p:cNvSpPr/>
                <p:nvPr/>
              </p:nvSpPr>
              <p:spPr>
                <a:xfrm>
                  <a:off x="2178025" y="3289500"/>
                  <a:ext cx="104000" cy="6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7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95" y="662"/>
                        <a:pt x="316" y="662"/>
                      </a:cubicBezTo>
                      <a:lnTo>
                        <a:pt x="2395" y="662"/>
                      </a:lnTo>
                      <a:cubicBezTo>
                        <a:pt x="2584" y="662"/>
                        <a:pt x="2742" y="820"/>
                        <a:pt x="2742" y="1009"/>
                      </a:cubicBezTo>
                      <a:lnTo>
                        <a:pt x="2742" y="1576"/>
                      </a:lnTo>
                      <a:lnTo>
                        <a:pt x="2616" y="1450"/>
                      </a:lnTo>
                      <a:cubicBezTo>
                        <a:pt x="2568" y="1387"/>
                        <a:pt x="2482" y="1355"/>
                        <a:pt x="2391" y="1355"/>
                      </a:cubicBezTo>
                      <a:cubicBezTo>
                        <a:pt x="2301" y="1355"/>
                        <a:pt x="2206" y="1387"/>
                        <a:pt x="2143" y="1450"/>
                      </a:cubicBezTo>
                      <a:cubicBezTo>
                        <a:pt x="2049" y="1576"/>
                        <a:pt x="2049" y="1796"/>
                        <a:pt x="2143" y="1922"/>
                      </a:cubicBezTo>
                      <a:lnTo>
                        <a:pt x="2868" y="2647"/>
                      </a:lnTo>
                      <a:cubicBezTo>
                        <a:pt x="2931" y="2694"/>
                        <a:pt x="3017" y="2718"/>
                        <a:pt x="3104" y="2718"/>
                      </a:cubicBezTo>
                      <a:cubicBezTo>
                        <a:pt x="3191" y="2718"/>
                        <a:pt x="3277" y="2694"/>
                        <a:pt x="3340" y="2647"/>
                      </a:cubicBezTo>
                      <a:lnTo>
                        <a:pt x="4033" y="1922"/>
                      </a:lnTo>
                      <a:cubicBezTo>
                        <a:pt x="4159" y="1796"/>
                        <a:pt x="4159" y="1576"/>
                        <a:pt x="4033" y="1450"/>
                      </a:cubicBezTo>
                      <a:cubicBezTo>
                        <a:pt x="3986" y="1387"/>
                        <a:pt x="3899" y="1355"/>
                        <a:pt x="3809" y="1355"/>
                      </a:cubicBezTo>
                      <a:cubicBezTo>
                        <a:pt x="3718" y="1355"/>
                        <a:pt x="3624" y="1387"/>
                        <a:pt x="3561" y="1450"/>
                      </a:cubicBezTo>
                      <a:lnTo>
                        <a:pt x="3466" y="1576"/>
                      </a:lnTo>
                      <a:lnTo>
                        <a:pt x="3466" y="1009"/>
                      </a:lnTo>
                      <a:cubicBezTo>
                        <a:pt x="3466" y="441"/>
                        <a:pt x="2994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Google Shape;9555;p73">
                  <a:extLst>
                    <a:ext uri="{FF2B5EF4-FFF2-40B4-BE49-F238E27FC236}">
                      <a16:creationId xmlns:a16="http://schemas.microsoft.com/office/drawing/2014/main" id="{0E99F730-C176-AA4E-697D-453A59974578}"/>
                    </a:ext>
                  </a:extLst>
                </p:cNvPr>
                <p:cNvSpPr/>
                <p:nvPr/>
              </p:nvSpPr>
              <p:spPr>
                <a:xfrm>
                  <a:off x="2070125" y="3444225"/>
                  <a:ext cx="106350" cy="6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763" extrusionOk="0">
                      <a:moveTo>
                        <a:pt x="1095" y="0"/>
                      </a:moveTo>
                      <a:cubicBezTo>
                        <a:pt x="1002" y="0"/>
                        <a:pt x="904" y="28"/>
                        <a:pt x="820" y="112"/>
                      </a:cubicBezTo>
                      <a:lnTo>
                        <a:pt x="127" y="805"/>
                      </a:lnTo>
                      <a:cubicBezTo>
                        <a:pt x="1" y="931"/>
                        <a:pt x="1" y="1184"/>
                        <a:pt x="127" y="1278"/>
                      </a:cubicBezTo>
                      <a:cubicBezTo>
                        <a:pt x="190" y="1341"/>
                        <a:pt x="276" y="1373"/>
                        <a:pt x="363" y="1373"/>
                      </a:cubicBezTo>
                      <a:cubicBezTo>
                        <a:pt x="449" y="1373"/>
                        <a:pt x="536" y="1341"/>
                        <a:pt x="599" y="1278"/>
                      </a:cubicBezTo>
                      <a:lnTo>
                        <a:pt x="725" y="1184"/>
                      </a:lnTo>
                      <a:lnTo>
                        <a:pt x="725" y="1719"/>
                      </a:lnTo>
                      <a:cubicBezTo>
                        <a:pt x="725" y="2318"/>
                        <a:pt x="1198" y="2759"/>
                        <a:pt x="1733" y="2759"/>
                      </a:cubicBezTo>
                      <a:lnTo>
                        <a:pt x="3813" y="2759"/>
                      </a:lnTo>
                      <a:cubicBezTo>
                        <a:pt x="3837" y="2761"/>
                        <a:pt x="3861" y="2763"/>
                        <a:pt x="3883" y="2763"/>
                      </a:cubicBezTo>
                      <a:cubicBezTo>
                        <a:pt x="4122" y="2763"/>
                        <a:pt x="4254" y="2616"/>
                        <a:pt x="4254" y="2444"/>
                      </a:cubicBezTo>
                      <a:cubicBezTo>
                        <a:pt x="4254" y="2223"/>
                        <a:pt x="4096" y="2066"/>
                        <a:pt x="3907" y="2066"/>
                      </a:cubicBezTo>
                      <a:lnTo>
                        <a:pt x="1828" y="2066"/>
                      </a:lnTo>
                      <a:cubicBezTo>
                        <a:pt x="1639" y="2066"/>
                        <a:pt x="1481" y="1908"/>
                        <a:pt x="1481" y="1719"/>
                      </a:cubicBezTo>
                      <a:lnTo>
                        <a:pt x="1481" y="1184"/>
                      </a:lnTo>
                      <a:lnTo>
                        <a:pt x="1576" y="1278"/>
                      </a:lnTo>
                      <a:cubicBezTo>
                        <a:pt x="1639" y="1341"/>
                        <a:pt x="1733" y="1373"/>
                        <a:pt x="1824" y="1373"/>
                      </a:cubicBezTo>
                      <a:cubicBezTo>
                        <a:pt x="1914" y="1373"/>
                        <a:pt x="2001" y="1341"/>
                        <a:pt x="2048" y="1278"/>
                      </a:cubicBezTo>
                      <a:cubicBezTo>
                        <a:pt x="2174" y="1184"/>
                        <a:pt x="2174" y="931"/>
                        <a:pt x="2048" y="805"/>
                      </a:cubicBezTo>
                      <a:lnTo>
                        <a:pt x="1355" y="112"/>
                      </a:lnTo>
                      <a:cubicBezTo>
                        <a:pt x="1292" y="81"/>
                        <a:pt x="1261" y="81"/>
                        <a:pt x="1229" y="18"/>
                      </a:cubicBezTo>
                      <a:cubicBezTo>
                        <a:pt x="1187" y="7"/>
                        <a:pt x="1142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Google Shape;9556;p73">
                  <a:extLst>
                    <a:ext uri="{FF2B5EF4-FFF2-40B4-BE49-F238E27FC236}">
                      <a16:creationId xmlns:a16="http://schemas.microsoft.com/office/drawing/2014/main" id="{ED43223C-4F49-00CA-4220-041845D799F3}"/>
                    </a:ext>
                  </a:extLst>
                </p:cNvPr>
                <p:cNvSpPr/>
                <p:nvPr/>
              </p:nvSpPr>
              <p:spPr>
                <a:xfrm>
                  <a:off x="2219775" y="3375350"/>
                  <a:ext cx="89025" cy="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35" extrusionOk="0">
                      <a:moveTo>
                        <a:pt x="1796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47"/>
                        <a:pt x="788" y="3434"/>
                        <a:pt x="1796" y="3434"/>
                      </a:cubicBezTo>
                      <a:cubicBezTo>
                        <a:pt x="2741" y="3434"/>
                        <a:pt x="3561" y="2647"/>
                        <a:pt x="3561" y="1733"/>
                      </a:cubicBezTo>
                      <a:cubicBezTo>
                        <a:pt x="3561" y="788"/>
                        <a:pt x="2773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Google Shape;9557;p73">
                  <a:extLst>
                    <a:ext uri="{FF2B5EF4-FFF2-40B4-BE49-F238E27FC236}">
                      <a16:creationId xmlns:a16="http://schemas.microsoft.com/office/drawing/2014/main" id="{9FB90141-07CA-9C30-C07F-4626916BBB2F}"/>
                    </a:ext>
                  </a:extLst>
                </p:cNvPr>
                <p:cNvSpPr/>
                <p:nvPr/>
              </p:nvSpPr>
              <p:spPr>
                <a:xfrm>
                  <a:off x="2037825" y="3339125"/>
                  <a:ext cx="138650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3529" extrusionOk="0">
                      <a:moveTo>
                        <a:pt x="1072" y="0"/>
                      </a:moveTo>
                      <a:cubicBezTo>
                        <a:pt x="442" y="536"/>
                        <a:pt x="32" y="1292"/>
                        <a:pt x="32" y="2143"/>
                      </a:cubicBezTo>
                      <a:lnTo>
                        <a:pt x="32" y="3182"/>
                      </a:lnTo>
                      <a:cubicBezTo>
                        <a:pt x="1" y="3371"/>
                        <a:pt x="158" y="3529"/>
                        <a:pt x="347" y="3529"/>
                      </a:cubicBezTo>
                      <a:lnTo>
                        <a:pt x="5199" y="3529"/>
                      </a:lnTo>
                      <a:cubicBezTo>
                        <a:pt x="5388" y="3529"/>
                        <a:pt x="5546" y="3371"/>
                        <a:pt x="5546" y="3182"/>
                      </a:cubicBezTo>
                      <a:lnTo>
                        <a:pt x="5546" y="2143"/>
                      </a:lnTo>
                      <a:cubicBezTo>
                        <a:pt x="5546" y="1292"/>
                        <a:pt x="5168" y="536"/>
                        <a:pt x="4538" y="0"/>
                      </a:cubicBezTo>
                      <a:cubicBezTo>
                        <a:pt x="4096" y="473"/>
                        <a:pt x="3466" y="756"/>
                        <a:pt x="2805" y="756"/>
                      </a:cubicBezTo>
                      <a:cubicBezTo>
                        <a:pt x="2143" y="756"/>
                        <a:pt x="1513" y="504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Google Shape;9558;p73">
                  <a:extLst>
                    <a:ext uri="{FF2B5EF4-FFF2-40B4-BE49-F238E27FC236}">
                      <a16:creationId xmlns:a16="http://schemas.microsoft.com/office/drawing/2014/main" id="{DD5EF719-13AF-D488-6383-5CA6F499B8EA}"/>
                    </a:ext>
                  </a:extLst>
                </p:cNvPr>
                <p:cNvSpPr/>
                <p:nvPr/>
              </p:nvSpPr>
              <p:spPr>
                <a:xfrm>
                  <a:off x="2193775" y="3460400"/>
                  <a:ext cx="140225" cy="8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3593" extrusionOk="0">
                      <a:moveTo>
                        <a:pt x="1009" y="1"/>
                      </a:moveTo>
                      <a:cubicBezTo>
                        <a:pt x="379" y="537"/>
                        <a:pt x="1" y="1261"/>
                        <a:pt x="1" y="2143"/>
                      </a:cubicBezTo>
                      <a:lnTo>
                        <a:pt x="1" y="3246"/>
                      </a:lnTo>
                      <a:cubicBezTo>
                        <a:pt x="1" y="3435"/>
                        <a:pt x="158" y="3592"/>
                        <a:pt x="347" y="3592"/>
                      </a:cubicBezTo>
                      <a:lnTo>
                        <a:pt x="5262" y="3592"/>
                      </a:lnTo>
                      <a:cubicBezTo>
                        <a:pt x="5451" y="3592"/>
                        <a:pt x="5609" y="3435"/>
                        <a:pt x="5609" y="3246"/>
                      </a:cubicBezTo>
                      <a:lnTo>
                        <a:pt x="5609" y="2143"/>
                      </a:lnTo>
                      <a:cubicBezTo>
                        <a:pt x="5577" y="1261"/>
                        <a:pt x="5199" y="537"/>
                        <a:pt x="4569" y="1"/>
                      </a:cubicBezTo>
                      <a:cubicBezTo>
                        <a:pt x="4128" y="474"/>
                        <a:pt x="3498" y="757"/>
                        <a:pt x="2773" y="757"/>
                      </a:cubicBezTo>
                      <a:cubicBezTo>
                        <a:pt x="2080" y="757"/>
                        <a:pt x="1450" y="474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6" name="Google Shape;9559;p73">
                <a:extLst>
                  <a:ext uri="{FF2B5EF4-FFF2-40B4-BE49-F238E27FC236}">
                    <a16:creationId xmlns:a16="http://schemas.microsoft.com/office/drawing/2014/main" id="{DA9FCF29-8F17-2809-3E15-1836AA1B4545}"/>
                  </a:ext>
                </a:extLst>
              </p:cNvPr>
              <p:cNvGrpSpPr/>
              <p:nvPr/>
            </p:nvGrpSpPr>
            <p:grpSpPr>
              <a:xfrm>
                <a:off x="3300297" y="4378750"/>
                <a:ext cx="505937" cy="498964"/>
                <a:chOff x="2034675" y="3617925"/>
                <a:chExt cx="299325" cy="295200"/>
              </a:xfrm>
              <a:grpFill/>
            </p:grpSpPr>
            <p:sp>
              <p:nvSpPr>
                <p:cNvPr id="95" name="Google Shape;9560;p73">
                  <a:extLst>
                    <a:ext uri="{FF2B5EF4-FFF2-40B4-BE49-F238E27FC236}">
                      <a16:creationId xmlns:a16="http://schemas.microsoft.com/office/drawing/2014/main" id="{4B00E7E1-62B0-5786-925D-5B37E44A0187}"/>
                    </a:ext>
                  </a:extLst>
                </p:cNvPr>
                <p:cNvSpPr/>
                <p:nvPr/>
              </p:nvSpPr>
              <p:spPr>
                <a:xfrm>
                  <a:off x="2195350" y="3721900"/>
                  <a:ext cx="693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56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lnTo>
                        <a:pt x="2773" y="1355"/>
                      </a:lnTo>
                      <a:cubicBezTo>
                        <a:pt x="2773" y="599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Google Shape;9561;p73">
                  <a:extLst>
                    <a:ext uri="{FF2B5EF4-FFF2-40B4-BE49-F238E27FC236}">
                      <a16:creationId xmlns:a16="http://schemas.microsoft.com/office/drawing/2014/main" id="{D5A9929B-6A21-76ED-C936-6E107DD014FB}"/>
                    </a:ext>
                  </a:extLst>
                </p:cNvPr>
                <p:cNvSpPr/>
                <p:nvPr/>
              </p:nvSpPr>
              <p:spPr>
                <a:xfrm>
                  <a:off x="2211900" y="3669125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Google Shape;9562;p73">
                  <a:extLst>
                    <a:ext uri="{FF2B5EF4-FFF2-40B4-BE49-F238E27FC236}">
                      <a16:creationId xmlns:a16="http://schemas.microsoft.com/office/drawing/2014/main" id="{723A612E-4309-C7C7-7C2C-D73BCFF53A55}"/>
                    </a:ext>
                  </a:extLst>
                </p:cNvPr>
                <p:cNvSpPr/>
                <p:nvPr/>
              </p:nvSpPr>
              <p:spPr>
                <a:xfrm>
                  <a:off x="2125250" y="3617925"/>
                  <a:ext cx="2087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0" h="8350" extrusionOk="0">
                      <a:moveTo>
                        <a:pt x="4128" y="1387"/>
                      </a:moveTo>
                      <a:cubicBezTo>
                        <a:pt x="4884" y="1387"/>
                        <a:pt x="5514" y="2017"/>
                        <a:pt x="5514" y="2773"/>
                      </a:cubicBezTo>
                      <a:cubicBezTo>
                        <a:pt x="5514" y="3120"/>
                        <a:pt x="5357" y="3466"/>
                        <a:pt x="5136" y="3718"/>
                      </a:cubicBezTo>
                      <a:cubicBezTo>
                        <a:pt x="5766" y="4065"/>
                        <a:pt x="6176" y="4727"/>
                        <a:pt x="6176" y="5514"/>
                      </a:cubicBezTo>
                      <a:lnTo>
                        <a:pt x="6176" y="5892"/>
                      </a:lnTo>
                      <a:lnTo>
                        <a:pt x="6270" y="5892"/>
                      </a:lnTo>
                      <a:cubicBezTo>
                        <a:pt x="6270" y="6081"/>
                        <a:pt x="6113" y="6239"/>
                        <a:pt x="5924" y="6239"/>
                      </a:cubicBezTo>
                      <a:lnTo>
                        <a:pt x="2458" y="6239"/>
                      </a:lnTo>
                      <a:cubicBezTo>
                        <a:pt x="2238" y="6239"/>
                        <a:pt x="2080" y="6081"/>
                        <a:pt x="2080" y="5892"/>
                      </a:cubicBezTo>
                      <a:lnTo>
                        <a:pt x="2080" y="5514"/>
                      </a:lnTo>
                      <a:cubicBezTo>
                        <a:pt x="2080" y="4727"/>
                        <a:pt x="2521" y="4065"/>
                        <a:pt x="3151" y="3718"/>
                      </a:cubicBezTo>
                      <a:cubicBezTo>
                        <a:pt x="2931" y="3466"/>
                        <a:pt x="2773" y="3120"/>
                        <a:pt x="2773" y="2773"/>
                      </a:cubicBezTo>
                      <a:cubicBezTo>
                        <a:pt x="2773" y="2017"/>
                        <a:pt x="3403" y="1387"/>
                        <a:pt x="4128" y="1387"/>
                      </a:cubicBezTo>
                      <a:close/>
                      <a:moveTo>
                        <a:pt x="4191" y="1"/>
                      </a:moveTo>
                      <a:cubicBezTo>
                        <a:pt x="1891" y="1"/>
                        <a:pt x="1" y="1860"/>
                        <a:pt x="1" y="4191"/>
                      </a:cubicBezTo>
                      <a:cubicBezTo>
                        <a:pt x="1" y="6522"/>
                        <a:pt x="1860" y="8350"/>
                        <a:pt x="4191" y="8350"/>
                      </a:cubicBezTo>
                      <a:cubicBezTo>
                        <a:pt x="6459" y="8350"/>
                        <a:pt x="8350" y="6522"/>
                        <a:pt x="8350" y="4191"/>
                      </a:cubicBezTo>
                      <a:cubicBezTo>
                        <a:pt x="8350" y="1860"/>
                        <a:pt x="6459" y="1"/>
                        <a:pt x="41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Google Shape;9563;p73">
                  <a:extLst>
                    <a:ext uri="{FF2B5EF4-FFF2-40B4-BE49-F238E27FC236}">
                      <a16:creationId xmlns:a16="http://schemas.microsoft.com/office/drawing/2014/main" id="{E281AB34-3B91-3366-B42C-F393160CD128}"/>
                    </a:ext>
                  </a:extLst>
                </p:cNvPr>
                <p:cNvSpPr/>
                <p:nvPr/>
              </p:nvSpPr>
              <p:spPr>
                <a:xfrm>
                  <a:off x="2107150" y="3771525"/>
                  <a:ext cx="73275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" h="2899" extrusionOk="0">
                      <a:moveTo>
                        <a:pt x="504" y="0"/>
                      </a:moveTo>
                      <a:lnTo>
                        <a:pt x="378" y="126"/>
                      </a:lnTo>
                      <a:cubicBezTo>
                        <a:pt x="0" y="536"/>
                        <a:pt x="0" y="1198"/>
                        <a:pt x="378" y="1576"/>
                      </a:cubicBezTo>
                      <a:lnTo>
                        <a:pt x="1355" y="2584"/>
                      </a:lnTo>
                      <a:cubicBezTo>
                        <a:pt x="1576" y="2773"/>
                        <a:pt x="1828" y="2899"/>
                        <a:pt x="2111" y="2899"/>
                      </a:cubicBezTo>
                      <a:cubicBezTo>
                        <a:pt x="2395" y="2899"/>
                        <a:pt x="2678" y="2773"/>
                        <a:pt x="2867" y="2584"/>
                      </a:cubicBezTo>
                      <a:lnTo>
                        <a:pt x="2930" y="2458"/>
                      </a:lnTo>
                      <a:cubicBezTo>
                        <a:pt x="1828" y="1985"/>
                        <a:pt x="977" y="1071"/>
                        <a:pt x="5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Google Shape;9564;p73">
                  <a:extLst>
                    <a:ext uri="{FF2B5EF4-FFF2-40B4-BE49-F238E27FC236}">
                      <a16:creationId xmlns:a16="http://schemas.microsoft.com/office/drawing/2014/main" id="{3FABD853-C840-E79D-3F16-DDBFDAD1E92C}"/>
                    </a:ext>
                  </a:extLst>
                </p:cNvPr>
                <p:cNvSpPr/>
                <p:nvPr/>
              </p:nvSpPr>
              <p:spPr>
                <a:xfrm>
                  <a:off x="2034675" y="3816425"/>
                  <a:ext cx="100050" cy="9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3868" extrusionOk="0">
                      <a:moveTo>
                        <a:pt x="2521" y="0"/>
                      </a:moveTo>
                      <a:lnTo>
                        <a:pt x="410" y="2111"/>
                      </a:lnTo>
                      <a:cubicBezTo>
                        <a:pt x="1" y="2520"/>
                        <a:pt x="1" y="3182"/>
                        <a:pt x="410" y="3560"/>
                      </a:cubicBezTo>
                      <a:cubicBezTo>
                        <a:pt x="599" y="3765"/>
                        <a:pt x="867" y="3867"/>
                        <a:pt x="1135" y="3867"/>
                      </a:cubicBezTo>
                      <a:cubicBezTo>
                        <a:pt x="1403" y="3867"/>
                        <a:pt x="1671" y="3765"/>
                        <a:pt x="1860" y="3560"/>
                      </a:cubicBezTo>
                      <a:lnTo>
                        <a:pt x="4002" y="1449"/>
                      </a:lnTo>
                      <a:cubicBezTo>
                        <a:pt x="3907" y="1418"/>
                        <a:pt x="3844" y="1323"/>
                        <a:pt x="3750" y="1260"/>
                      </a:cubicBezTo>
                      <a:lnTo>
                        <a:pt x="2773" y="252"/>
                      </a:lnTo>
                      <a:cubicBezTo>
                        <a:pt x="2679" y="189"/>
                        <a:pt x="2616" y="95"/>
                        <a:pt x="25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oogle Shape;9565;p73">
                <a:extLst>
                  <a:ext uri="{FF2B5EF4-FFF2-40B4-BE49-F238E27FC236}">
                    <a16:creationId xmlns:a16="http://schemas.microsoft.com/office/drawing/2014/main" id="{24E44911-B520-8011-478C-8F501B122B42}"/>
                  </a:ext>
                </a:extLst>
              </p:cNvPr>
              <p:cNvGrpSpPr/>
              <p:nvPr/>
            </p:nvGrpSpPr>
            <p:grpSpPr>
              <a:xfrm>
                <a:off x="3302959" y="4985321"/>
                <a:ext cx="500612" cy="499261"/>
                <a:chOff x="2037825" y="3981825"/>
                <a:chExt cx="296175" cy="295375"/>
              </a:xfrm>
              <a:grpFill/>
            </p:grpSpPr>
            <p:sp>
              <p:nvSpPr>
                <p:cNvPr id="92" name="Google Shape;9566;p73">
                  <a:extLst>
                    <a:ext uri="{FF2B5EF4-FFF2-40B4-BE49-F238E27FC236}">
                      <a16:creationId xmlns:a16="http://schemas.microsoft.com/office/drawing/2014/main" id="{3628444E-59BE-FF9B-1AA3-673AE7C8EF94}"/>
                    </a:ext>
                  </a:extLst>
                </p:cNvPr>
                <p:cNvSpPr/>
                <p:nvPr/>
              </p:nvSpPr>
              <p:spPr>
                <a:xfrm>
                  <a:off x="2072500" y="4085775"/>
                  <a:ext cx="882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3467" extrusionOk="0">
                      <a:moveTo>
                        <a:pt x="1764" y="1"/>
                      </a:moveTo>
                      <a:cubicBezTo>
                        <a:pt x="819" y="1"/>
                        <a:pt x="0" y="788"/>
                        <a:pt x="0" y="1734"/>
                      </a:cubicBezTo>
                      <a:cubicBezTo>
                        <a:pt x="0" y="2679"/>
                        <a:pt x="819" y="3466"/>
                        <a:pt x="1764" y="3466"/>
                      </a:cubicBezTo>
                      <a:cubicBezTo>
                        <a:pt x="2709" y="3466"/>
                        <a:pt x="3529" y="2679"/>
                        <a:pt x="3529" y="1734"/>
                      </a:cubicBezTo>
                      <a:cubicBezTo>
                        <a:pt x="3529" y="788"/>
                        <a:pt x="2741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Google Shape;9567;p73">
                  <a:extLst>
                    <a:ext uri="{FF2B5EF4-FFF2-40B4-BE49-F238E27FC236}">
                      <a16:creationId xmlns:a16="http://schemas.microsoft.com/office/drawing/2014/main" id="{D133633F-041F-FBB1-6158-636AD83CA0E6}"/>
                    </a:ext>
                  </a:extLst>
                </p:cNvPr>
                <p:cNvSpPr/>
                <p:nvPr/>
              </p:nvSpPr>
              <p:spPr>
                <a:xfrm>
                  <a:off x="2176450" y="398182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733"/>
                      </a:moveTo>
                      <a:cubicBezTo>
                        <a:pt x="3372" y="1733"/>
                        <a:pt x="3529" y="1890"/>
                        <a:pt x="3529" y="2079"/>
                      </a:cubicBezTo>
                      <a:cubicBezTo>
                        <a:pt x="3529" y="2268"/>
                        <a:pt x="3372" y="2426"/>
                        <a:pt x="3151" y="2426"/>
                      </a:cubicBezTo>
                      <a:cubicBezTo>
                        <a:pt x="2962" y="2426"/>
                        <a:pt x="2805" y="2268"/>
                        <a:pt x="2805" y="2079"/>
                      </a:cubicBezTo>
                      <a:cubicBezTo>
                        <a:pt x="2805" y="1890"/>
                        <a:pt x="2962" y="1733"/>
                        <a:pt x="3151" y="1733"/>
                      </a:cubicBezTo>
                      <a:close/>
                      <a:moveTo>
                        <a:pt x="3151" y="2773"/>
                      </a:moveTo>
                      <a:cubicBezTo>
                        <a:pt x="3372" y="2773"/>
                        <a:pt x="3529" y="2930"/>
                        <a:pt x="3529" y="3151"/>
                      </a:cubicBezTo>
                      <a:lnTo>
                        <a:pt x="3529" y="4505"/>
                      </a:lnTo>
                      <a:cubicBezTo>
                        <a:pt x="3529" y="4726"/>
                        <a:pt x="3372" y="4883"/>
                        <a:pt x="3151" y="4883"/>
                      </a:cubicBezTo>
                      <a:cubicBezTo>
                        <a:pt x="2962" y="4883"/>
                        <a:pt x="2805" y="4726"/>
                        <a:pt x="2805" y="4505"/>
                      </a:cubicBezTo>
                      <a:lnTo>
                        <a:pt x="2805" y="3151"/>
                      </a:lnTo>
                      <a:cubicBezTo>
                        <a:pt x="2805" y="2930"/>
                        <a:pt x="2962" y="2773"/>
                        <a:pt x="3151" y="2773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64" y="1418"/>
                        <a:pt x="64" y="3088"/>
                      </a:cubicBezTo>
                      <a:cubicBezTo>
                        <a:pt x="64" y="3655"/>
                        <a:pt x="158" y="4159"/>
                        <a:pt x="442" y="4631"/>
                      </a:cubicBezTo>
                      <a:lnTo>
                        <a:pt x="64" y="5765"/>
                      </a:lnTo>
                      <a:cubicBezTo>
                        <a:pt x="1" y="5892"/>
                        <a:pt x="64" y="6018"/>
                        <a:pt x="127" y="6112"/>
                      </a:cubicBezTo>
                      <a:cubicBezTo>
                        <a:pt x="190" y="6207"/>
                        <a:pt x="379" y="6238"/>
                        <a:pt x="473" y="6238"/>
                      </a:cubicBezTo>
                      <a:lnTo>
                        <a:pt x="1796" y="5923"/>
                      </a:lnTo>
                      <a:cubicBezTo>
                        <a:pt x="2206" y="6175"/>
                        <a:pt x="2679" y="6238"/>
                        <a:pt x="3214" y="6238"/>
                      </a:cubicBezTo>
                      <a:cubicBezTo>
                        <a:pt x="4947" y="6238"/>
                        <a:pt x="6302" y="4820"/>
                        <a:pt x="6302" y="3119"/>
                      </a:cubicBezTo>
                      <a:cubicBezTo>
                        <a:pt x="6270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Google Shape;9568;p73">
                  <a:extLst>
                    <a:ext uri="{FF2B5EF4-FFF2-40B4-BE49-F238E27FC236}">
                      <a16:creationId xmlns:a16="http://schemas.microsoft.com/office/drawing/2014/main" id="{3001060F-5E19-D54F-1BE2-C94D5BD0C84B}"/>
                    </a:ext>
                  </a:extLst>
                </p:cNvPr>
                <p:cNvSpPr/>
                <p:nvPr/>
              </p:nvSpPr>
              <p:spPr>
                <a:xfrm>
                  <a:off x="2037825" y="4168475"/>
                  <a:ext cx="157550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9" extrusionOk="0">
                      <a:moveTo>
                        <a:pt x="1356" y="1"/>
                      </a:moveTo>
                      <a:cubicBezTo>
                        <a:pt x="568" y="568"/>
                        <a:pt x="1" y="1513"/>
                        <a:pt x="1" y="2553"/>
                      </a:cubicBezTo>
                      <a:lnTo>
                        <a:pt x="1" y="3970"/>
                      </a:lnTo>
                      <a:cubicBezTo>
                        <a:pt x="1" y="4222"/>
                        <a:pt x="158" y="4348"/>
                        <a:pt x="347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2" y="4191"/>
                        <a:pt x="6302" y="3970"/>
                      </a:cubicBezTo>
                      <a:lnTo>
                        <a:pt x="6302" y="2553"/>
                      </a:lnTo>
                      <a:cubicBezTo>
                        <a:pt x="6302" y="1513"/>
                        <a:pt x="5798" y="599"/>
                        <a:pt x="4947" y="1"/>
                      </a:cubicBezTo>
                      <a:cubicBezTo>
                        <a:pt x="4538" y="505"/>
                        <a:pt x="3844" y="820"/>
                        <a:pt x="3151" y="820"/>
                      </a:cubicBezTo>
                      <a:cubicBezTo>
                        <a:pt x="2427" y="820"/>
                        <a:pt x="1765" y="505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8" name="Google Shape;9569;p73">
                <a:extLst>
                  <a:ext uri="{FF2B5EF4-FFF2-40B4-BE49-F238E27FC236}">
                    <a16:creationId xmlns:a16="http://schemas.microsoft.com/office/drawing/2014/main" id="{F223351E-B532-77AA-721A-027110F5C6D0}"/>
                  </a:ext>
                </a:extLst>
              </p:cNvPr>
              <p:cNvGrpSpPr/>
              <p:nvPr/>
            </p:nvGrpSpPr>
            <p:grpSpPr>
              <a:xfrm>
                <a:off x="6475073" y="3793814"/>
                <a:ext cx="500612" cy="408748"/>
                <a:chOff x="3860400" y="3254050"/>
                <a:chExt cx="296175" cy="241825"/>
              </a:xfrm>
              <a:grpFill/>
            </p:grpSpPr>
            <p:sp>
              <p:nvSpPr>
                <p:cNvPr id="85" name="Google Shape;9570;p73">
                  <a:extLst>
                    <a:ext uri="{FF2B5EF4-FFF2-40B4-BE49-F238E27FC236}">
                      <a16:creationId xmlns:a16="http://schemas.microsoft.com/office/drawing/2014/main" id="{B2AD486E-2BBF-AEC7-8315-2E7902A678EA}"/>
                    </a:ext>
                  </a:extLst>
                </p:cNvPr>
                <p:cNvSpPr/>
                <p:nvPr/>
              </p:nvSpPr>
              <p:spPr>
                <a:xfrm>
                  <a:off x="4112425" y="3358025"/>
                  <a:ext cx="44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419" y="725"/>
                      </a:lnTo>
                      <a:cubicBezTo>
                        <a:pt x="1608" y="725"/>
                        <a:pt x="1765" y="567"/>
                        <a:pt x="1765" y="378"/>
                      </a:cubicBezTo>
                      <a:cubicBezTo>
                        <a:pt x="1734" y="158"/>
                        <a:pt x="1608" y="0"/>
                        <a:pt x="14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Google Shape;9571;p73">
                  <a:extLst>
                    <a:ext uri="{FF2B5EF4-FFF2-40B4-BE49-F238E27FC236}">
                      <a16:creationId xmlns:a16="http://schemas.microsoft.com/office/drawing/2014/main" id="{3EBA6A3B-1FEA-9336-F041-3476E23783ED}"/>
                    </a:ext>
                  </a:extLst>
                </p:cNvPr>
                <p:cNvSpPr/>
                <p:nvPr/>
              </p:nvSpPr>
              <p:spPr>
                <a:xfrm>
                  <a:off x="4102200" y="3393475"/>
                  <a:ext cx="37050" cy="3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355" extrusionOk="0">
                      <a:moveTo>
                        <a:pt x="394" y="0"/>
                      </a:moveTo>
                      <a:cubicBezTo>
                        <a:pt x="308" y="0"/>
                        <a:pt x="221" y="32"/>
                        <a:pt x="158" y="95"/>
                      </a:cubicBezTo>
                      <a:cubicBezTo>
                        <a:pt x="0" y="221"/>
                        <a:pt x="0" y="410"/>
                        <a:pt x="158" y="567"/>
                      </a:cubicBezTo>
                      <a:lnTo>
                        <a:pt x="882" y="1260"/>
                      </a:lnTo>
                      <a:cubicBezTo>
                        <a:pt x="945" y="1323"/>
                        <a:pt x="1032" y="1355"/>
                        <a:pt x="1119" y="1355"/>
                      </a:cubicBezTo>
                      <a:cubicBezTo>
                        <a:pt x="1205" y="1355"/>
                        <a:pt x="1292" y="1323"/>
                        <a:pt x="1355" y="1260"/>
                      </a:cubicBezTo>
                      <a:cubicBezTo>
                        <a:pt x="1481" y="1134"/>
                        <a:pt x="1481" y="914"/>
                        <a:pt x="1355" y="788"/>
                      </a:cubicBezTo>
                      <a:lnTo>
                        <a:pt x="630" y="95"/>
                      </a:lnTo>
                      <a:cubicBezTo>
                        <a:pt x="567" y="32"/>
                        <a:pt x="481" y="0"/>
                        <a:pt x="3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Google Shape;9572;p73">
                  <a:extLst>
                    <a:ext uri="{FF2B5EF4-FFF2-40B4-BE49-F238E27FC236}">
                      <a16:creationId xmlns:a16="http://schemas.microsoft.com/office/drawing/2014/main" id="{2DA4BE63-3D49-2C6D-4916-33FF5E328219}"/>
                    </a:ext>
                  </a:extLst>
                </p:cNvPr>
                <p:cNvSpPr/>
                <p:nvPr/>
              </p:nvSpPr>
              <p:spPr>
                <a:xfrm>
                  <a:off x="4103775" y="33060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56" y="1"/>
                      </a:moveTo>
                      <a:cubicBezTo>
                        <a:pt x="969" y="1"/>
                        <a:pt x="882" y="32"/>
                        <a:pt x="819" y="96"/>
                      </a:cubicBezTo>
                      <a:lnTo>
                        <a:pt x="95" y="789"/>
                      </a:lnTo>
                      <a:cubicBezTo>
                        <a:pt x="0" y="915"/>
                        <a:pt x="0" y="1135"/>
                        <a:pt x="95" y="1261"/>
                      </a:cubicBezTo>
                      <a:cubicBezTo>
                        <a:pt x="158" y="1340"/>
                        <a:pt x="252" y="1379"/>
                        <a:pt x="343" y="1379"/>
                      </a:cubicBezTo>
                      <a:cubicBezTo>
                        <a:pt x="434" y="1379"/>
                        <a:pt x="520" y="1340"/>
                        <a:pt x="567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6"/>
                      </a:cubicBezTo>
                      <a:cubicBezTo>
                        <a:pt x="1229" y="32"/>
                        <a:pt x="1142" y="1"/>
                        <a:pt x="1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Google Shape;9573;p73">
                  <a:extLst>
                    <a:ext uri="{FF2B5EF4-FFF2-40B4-BE49-F238E27FC236}">
                      <a16:creationId xmlns:a16="http://schemas.microsoft.com/office/drawing/2014/main" id="{F7C27A01-C50B-515E-879A-247D094B5D3A}"/>
                    </a:ext>
                  </a:extLst>
                </p:cNvPr>
                <p:cNvSpPr/>
                <p:nvPr/>
              </p:nvSpPr>
              <p:spPr>
                <a:xfrm>
                  <a:off x="3860400" y="3306025"/>
                  <a:ext cx="105550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4192" extrusionOk="0">
                      <a:moveTo>
                        <a:pt x="2489" y="1"/>
                      </a:moveTo>
                      <a:cubicBezTo>
                        <a:pt x="2048" y="1"/>
                        <a:pt x="1639" y="285"/>
                        <a:pt x="1481" y="726"/>
                      </a:cubicBezTo>
                      <a:lnTo>
                        <a:pt x="1418" y="726"/>
                      </a:lnTo>
                      <a:cubicBezTo>
                        <a:pt x="662" y="726"/>
                        <a:pt x="0" y="1356"/>
                        <a:pt x="0" y="2080"/>
                      </a:cubicBezTo>
                      <a:cubicBezTo>
                        <a:pt x="0" y="2836"/>
                        <a:pt x="630" y="3467"/>
                        <a:pt x="1418" y="3467"/>
                      </a:cubicBezTo>
                      <a:lnTo>
                        <a:pt x="1481" y="3467"/>
                      </a:lnTo>
                      <a:cubicBezTo>
                        <a:pt x="1639" y="3845"/>
                        <a:pt x="2017" y="4191"/>
                        <a:pt x="2489" y="4191"/>
                      </a:cubicBezTo>
                      <a:lnTo>
                        <a:pt x="4222" y="4191"/>
                      </a:lnTo>
                      <a:lnTo>
                        <a:pt x="422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Google Shape;9574;p73">
                  <a:extLst>
                    <a:ext uri="{FF2B5EF4-FFF2-40B4-BE49-F238E27FC236}">
                      <a16:creationId xmlns:a16="http://schemas.microsoft.com/office/drawing/2014/main" id="{23B49887-B04B-0443-B7F4-4BDAAF14B598}"/>
                    </a:ext>
                  </a:extLst>
                </p:cNvPr>
                <p:cNvSpPr/>
                <p:nvPr/>
              </p:nvSpPr>
              <p:spPr>
                <a:xfrm>
                  <a:off x="4050225" y="3254050"/>
                  <a:ext cx="354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50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7625"/>
                      </a:lnTo>
                      <a:cubicBezTo>
                        <a:pt x="0" y="8034"/>
                        <a:pt x="315" y="8349"/>
                        <a:pt x="725" y="8349"/>
                      </a:cubicBezTo>
                      <a:cubicBezTo>
                        <a:pt x="1134" y="8286"/>
                        <a:pt x="1418" y="8003"/>
                        <a:pt x="1418" y="7625"/>
                      </a:cubicBezTo>
                      <a:lnTo>
                        <a:pt x="1418" y="694"/>
                      </a:ln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Google Shape;9575;p73">
                  <a:extLst>
                    <a:ext uri="{FF2B5EF4-FFF2-40B4-BE49-F238E27FC236}">
                      <a16:creationId xmlns:a16="http://schemas.microsoft.com/office/drawing/2014/main" id="{7BEC80DD-CCB1-0F32-52FC-E4AC9F81D5FB}"/>
                    </a:ext>
                  </a:extLst>
                </p:cNvPr>
                <p:cNvSpPr/>
                <p:nvPr/>
              </p:nvSpPr>
              <p:spPr>
                <a:xfrm>
                  <a:off x="3912375" y="3426550"/>
                  <a:ext cx="512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773" extrusionOk="0">
                      <a:moveTo>
                        <a:pt x="1" y="0"/>
                      </a:moveTo>
                      <a:lnTo>
                        <a:pt x="1" y="1764"/>
                      </a:lnTo>
                      <a:cubicBezTo>
                        <a:pt x="1" y="2363"/>
                        <a:pt x="473" y="2773"/>
                        <a:pt x="1040" y="2773"/>
                      </a:cubicBezTo>
                      <a:cubicBezTo>
                        <a:pt x="1607" y="2773"/>
                        <a:pt x="2048" y="2300"/>
                        <a:pt x="2048" y="1764"/>
                      </a:cubicBezTo>
                      <a:lnTo>
                        <a:pt x="2048" y="32"/>
                      </a:lnTo>
                      <a:lnTo>
                        <a:pt x="316" y="32"/>
                      </a:lnTo>
                      <a:cubicBezTo>
                        <a:pt x="253" y="32"/>
                        <a:pt x="127" y="32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Google Shape;9576;p73">
                  <a:extLst>
                    <a:ext uri="{FF2B5EF4-FFF2-40B4-BE49-F238E27FC236}">
                      <a16:creationId xmlns:a16="http://schemas.microsoft.com/office/drawing/2014/main" id="{F1687867-1A78-2C99-05C8-72B63DE722BA}"/>
                    </a:ext>
                  </a:extLst>
                </p:cNvPr>
                <p:cNvSpPr/>
                <p:nvPr/>
              </p:nvSpPr>
              <p:spPr>
                <a:xfrm>
                  <a:off x="3982475" y="3275325"/>
                  <a:ext cx="52000" cy="1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6554" extrusionOk="0">
                      <a:moveTo>
                        <a:pt x="2080" y="0"/>
                      </a:moveTo>
                      <a:lnTo>
                        <a:pt x="1765" y="315"/>
                      </a:lnTo>
                      <a:cubicBezTo>
                        <a:pt x="1292" y="788"/>
                        <a:pt x="662" y="1071"/>
                        <a:pt x="1" y="1166"/>
                      </a:cubicBezTo>
                      <a:lnTo>
                        <a:pt x="1" y="5419"/>
                      </a:lnTo>
                      <a:cubicBezTo>
                        <a:pt x="662" y="5482"/>
                        <a:pt x="1292" y="5766"/>
                        <a:pt x="1765" y="6238"/>
                      </a:cubicBezTo>
                      <a:lnTo>
                        <a:pt x="2080" y="6553"/>
                      </a:ln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9" name="Google Shape;9577;p73">
                <a:extLst>
                  <a:ext uri="{FF2B5EF4-FFF2-40B4-BE49-F238E27FC236}">
                    <a16:creationId xmlns:a16="http://schemas.microsoft.com/office/drawing/2014/main" id="{1705067A-0785-DAAC-7DA4-D5B9624CE760}"/>
                  </a:ext>
                </a:extLst>
              </p:cNvPr>
              <p:cNvGrpSpPr/>
              <p:nvPr/>
            </p:nvGrpSpPr>
            <p:grpSpPr>
              <a:xfrm>
                <a:off x="6474397" y="4377925"/>
                <a:ext cx="501965" cy="500612"/>
                <a:chOff x="3859600" y="3591950"/>
                <a:chExt cx="296975" cy="296175"/>
              </a:xfrm>
              <a:grpFill/>
            </p:grpSpPr>
            <p:sp>
              <p:nvSpPr>
                <p:cNvPr id="82" name="Google Shape;9578;p73">
                  <a:extLst>
                    <a:ext uri="{FF2B5EF4-FFF2-40B4-BE49-F238E27FC236}">
                      <a16:creationId xmlns:a16="http://schemas.microsoft.com/office/drawing/2014/main" id="{4E7467B5-32DB-2BBE-733B-239A884E18F2}"/>
                    </a:ext>
                  </a:extLst>
                </p:cNvPr>
                <p:cNvSpPr/>
                <p:nvPr/>
              </p:nvSpPr>
              <p:spPr>
                <a:xfrm>
                  <a:off x="4034450" y="3766000"/>
                  <a:ext cx="122125" cy="1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885" extrusionOk="0">
                      <a:moveTo>
                        <a:pt x="2395" y="1324"/>
                      </a:moveTo>
                      <a:cubicBezTo>
                        <a:pt x="2616" y="1324"/>
                        <a:pt x="2773" y="1482"/>
                        <a:pt x="2773" y="1702"/>
                      </a:cubicBezTo>
                      <a:lnTo>
                        <a:pt x="2773" y="2049"/>
                      </a:lnTo>
                      <a:lnTo>
                        <a:pt x="3120" y="2049"/>
                      </a:lnTo>
                      <a:cubicBezTo>
                        <a:pt x="3309" y="2049"/>
                        <a:pt x="3466" y="2206"/>
                        <a:pt x="3466" y="2395"/>
                      </a:cubicBezTo>
                      <a:cubicBezTo>
                        <a:pt x="3466" y="2584"/>
                        <a:pt x="3309" y="2742"/>
                        <a:pt x="3120" y="2742"/>
                      </a:cubicBezTo>
                      <a:lnTo>
                        <a:pt x="2395" y="2742"/>
                      </a:lnTo>
                      <a:cubicBezTo>
                        <a:pt x="2206" y="2742"/>
                        <a:pt x="2049" y="2584"/>
                        <a:pt x="2049" y="2395"/>
                      </a:cubicBezTo>
                      <a:lnTo>
                        <a:pt x="2049" y="1702"/>
                      </a:lnTo>
                      <a:cubicBezTo>
                        <a:pt x="2049" y="1482"/>
                        <a:pt x="2206" y="1324"/>
                        <a:pt x="2395" y="1324"/>
                      </a:cubicBezTo>
                      <a:close/>
                      <a:moveTo>
                        <a:pt x="2458" y="1"/>
                      </a:moveTo>
                      <a:cubicBezTo>
                        <a:pt x="1104" y="1"/>
                        <a:pt x="1" y="1103"/>
                        <a:pt x="1" y="2427"/>
                      </a:cubicBezTo>
                      <a:cubicBezTo>
                        <a:pt x="1" y="3781"/>
                        <a:pt x="1104" y="4884"/>
                        <a:pt x="2458" y="4884"/>
                      </a:cubicBezTo>
                      <a:cubicBezTo>
                        <a:pt x="3782" y="4884"/>
                        <a:pt x="4884" y="3781"/>
                        <a:pt x="4884" y="2427"/>
                      </a:cubicBezTo>
                      <a:cubicBezTo>
                        <a:pt x="4853" y="1072"/>
                        <a:pt x="3782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Google Shape;9579;p73">
                  <a:extLst>
                    <a:ext uri="{FF2B5EF4-FFF2-40B4-BE49-F238E27FC236}">
                      <a16:creationId xmlns:a16="http://schemas.microsoft.com/office/drawing/2014/main" id="{043B2910-7754-D1C4-1AD9-4BB24BCC948B}"/>
                    </a:ext>
                  </a:extLst>
                </p:cNvPr>
                <p:cNvSpPr/>
                <p:nvPr/>
              </p:nvSpPr>
              <p:spPr>
                <a:xfrm>
                  <a:off x="3860400" y="3679375"/>
                  <a:ext cx="260725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6932" extrusionOk="0">
                      <a:moveTo>
                        <a:pt x="2426" y="662"/>
                      </a:moveTo>
                      <a:cubicBezTo>
                        <a:pt x="2647" y="662"/>
                        <a:pt x="2804" y="819"/>
                        <a:pt x="2804" y="1008"/>
                      </a:cubicBezTo>
                      <a:cubicBezTo>
                        <a:pt x="2804" y="1197"/>
                        <a:pt x="2647" y="1355"/>
                        <a:pt x="2426" y="1355"/>
                      </a:cubicBezTo>
                      <a:lnTo>
                        <a:pt x="1733" y="1355"/>
                      </a:lnTo>
                      <a:cubicBezTo>
                        <a:pt x="1544" y="1355"/>
                        <a:pt x="1387" y="1197"/>
                        <a:pt x="1387" y="1008"/>
                      </a:cubicBezTo>
                      <a:cubicBezTo>
                        <a:pt x="1387" y="819"/>
                        <a:pt x="1544" y="662"/>
                        <a:pt x="1733" y="662"/>
                      </a:cubicBezTo>
                      <a:close/>
                      <a:moveTo>
                        <a:pt x="4537" y="662"/>
                      </a:moveTo>
                      <a:cubicBezTo>
                        <a:pt x="4726" y="662"/>
                        <a:pt x="4884" y="819"/>
                        <a:pt x="4884" y="1008"/>
                      </a:cubicBezTo>
                      <a:cubicBezTo>
                        <a:pt x="4884" y="1197"/>
                        <a:pt x="4695" y="1355"/>
                        <a:pt x="4537" y="1355"/>
                      </a:cubicBezTo>
                      <a:lnTo>
                        <a:pt x="3812" y="1355"/>
                      </a:lnTo>
                      <a:cubicBezTo>
                        <a:pt x="3623" y="1355"/>
                        <a:pt x="3466" y="1197"/>
                        <a:pt x="3466" y="1008"/>
                      </a:cubicBezTo>
                      <a:cubicBezTo>
                        <a:pt x="3466" y="819"/>
                        <a:pt x="3623" y="662"/>
                        <a:pt x="3812" y="662"/>
                      </a:cubicBezTo>
                      <a:close/>
                      <a:moveTo>
                        <a:pt x="6648" y="662"/>
                      </a:moveTo>
                      <a:cubicBezTo>
                        <a:pt x="6837" y="662"/>
                        <a:pt x="6994" y="819"/>
                        <a:pt x="6994" y="1008"/>
                      </a:cubicBezTo>
                      <a:cubicBezTo>
                        <a:pt x="6994" y="1197"/>
                        <a:pt x="6837" y="1355"/>
                        <a:pt x="6648" y="1355"/>
                      </a:cubicBezTo>
                      <a:lnTo>
                        <a:pt x="5955" y="1355"/>
                      </a:lnTo>
                      <a:cubicBezTo>
                        <a:pt x="5734" y="1355"/>
                        <a:pt x="5577" y="1197"/>
                        <a:pt x="5577" y="1008"/>
                      </a:cubicBezTo>
                      <a:cubicBezTo>
                        <a:pt x="5577" y="819"/>
                        <a:pt x="5734" y="662"/>
                        <a:pt x="5955" y="662"/>
                      </a:cubicBezTo>
                      <a:close/>
                      <a:moveTo>
                        <a:pt x="8727" y="662"/>
                      </a:moveTo>
                      <a:cubicBezTo>
                        <a:pt x="8948" y="662"/>
                        <a:pt x="9105" y="819"/>
                        <a:pt x="9105" y="1008"/>
                      </a:cubicBezTo>
                      <a:cubicBezTo>
                        <a:pt x="9105" y="1197"/>
                        <a:pt x="8948" y="1355"/>
                        <a:pt x="8727" y="1355"/>
                      </a:cubicBezTo>
                      <a:lnTo>
                        <a:pt x="8034" y="1355"/>
                      </a:lnTo>
                      <a:cubicBezTo>
                        <a:pt x="7845" y="1355"/>
                        <a:pt x="7688" y="1197"/>
                        <a:pt x="7688" y="1008"/>
                      </a:cubicBezTo>
                      <a:cubicBezTo>
                        <a:pt x="7688" y="819"/>
                        <a:pt x="7845" y="662"/>
                        <a:pt x="8034" y="662"/>
                      </a:cubicBezTo>
                      <a:close/>
                      <a:moveTo>
                        <a:pt x="2426" y="2080"/>
                      </a:moveTo>
                      <a:cubicBezTo>
                        <a:pt x="2647" y="2080"/>
                        <a:pt x="2804" y="2237"/>
                        <a:pt x="2804" y="2426"/>
                      </a:cubicBezTo>
                      <a:cubicBezTo>
                        <a:pt x="2804" y="2647"/>
                        <a:pt x="2647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44" y="2773"/>
                        <a:pt x="1387" y="2647"/>
                        <a:pt x="1387" y="2426"/>
                      </a:cubicBezTo>
                      <a:cubicBezTo>
                        <a:pt x="1387" y="2206"/>
                        <a:pt x="1544" y="2080"/>
                        <a:pt x="1733" y="2080"/>
                      </a:cubicBezTo>
                      <a:close/>
                      <a:moveTo>
                        <a:pt x="4537" y="2080"/>
                      </a:moveTo>
                      <a:cubicBezTo>
                        <a:pt x="4726" y="2080"/>
                        <a:pt x="4884" y="2237"/>
                        <a:pt x="4884" y="2426"/>
                      </a:cubicBezTo>
                      <a:cubicBezTo>
                        <a:pt x="4884" y="2647"/>
                        <a:pt x="4695" y="2773"/>
                        <a:pt x="4537" y="2773"/>
                      </a:cubicBezTo>
                      <a:lnTo>
                        <a:pt x="3812" y="2773"/>
                      </a:lnTo>
                      <a:cubicBezTo>
                        <a:pt x="3623" y="2773"/>
                        <a:pt x="3466" y="2647"/>
                        <a:pt x="3466" y="2426"/>
                      </a:cubicBezTo>
                      <a:cubicBezTo>
                        <a:pt x="3466" y="2206"/>
                        <a:pt x="3623" y="2080"/>
                        <a:pt x="3812" y="2080"/>
                      </a:cubicBezTo>
                      <a:close/>
                      <a:moveTo>
                        <a:pt x="6648" y="2080"/>
                      </a:moveTo>
                      <a:cubicBezTo>
                        <a:pt x="6837" y="2080"/>
                        <a:pt x="6994" y="2237"/>
                        <a:pt x="6994" y="2426"/>
                      </a:cubicBezTo>
                      <a:cubicBezTo>
                        <a:pt x="6994" y="2647"/>
                        <a:pt x="6837" y="2773"/>
                        <a:pt x="6648" y="2773"/>
                      </a:cubicBezTo>
                      <a:lnTo>
                        <a:pt x="5955" y="2773"/>
                      </a:lnTo>
                      <a:cubicBezTo>
                        <a:pt x="5734" y="2773"/>
                        <a:pt x="5577" y="2647"/>
                        <a:pt x="5577" y="2426"/>
                      </a:cubicBezTo>
                      <a:cubicBezTo>
                        <a:pt x="5577" y="2206"/>
                        <a:pt x="5734" y="2080"/>
                        <a:pt x="5955" y="2080"/>
                      </a:cubicBezTo>
                      <a:close/>
                      <a:moveTo>
                        <a:pt x="8727" y="2080"/>
                      </a:moveTo>
                      <a:cubicBezTo>
                        <a:pt x="8948" y="2080"/>
                        <a:pt x="9105" y="2237"/>
                        <a:pt x="9105" y="2426"/>
                      </a:cubicBezTo>
                      <a:cubicBezTo>
                        <a:pt x="9105" y="2647"/>
                        <a:pt x="8948" y="2773"/>
                        <a:pt x="8727" y="2773"/>
                      </a:cubicBezTo>
                      <a:lnTo>
                        <a:pt x="8034" y="2773"/>
                      </a:lnTo>
                      <a:cubicBezTo>
                        <a:pt x="7845" y="2773"/>
                        <a:pt x="7688" y="2647"/>
                        <a:pt x="7688" y="2426"/>
                      </a:cubicBezTo>
                      <a:cubicBezTo>
                        <a:pt x="7688" y="2206"/>
                        <a:pt x="7845" y="2080"/>
                        <a:pt x="8034" y="2080"/>
                      </a:cubicBezTo>
                      <a:close/>
                      <a:moveTo>
                        <a:pt x="2426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cubicBezTo>
                        <a:pt x="2804" y="4001"/>
                        <a:pt x="2647" y="4159"/>
                        <a:pt x="2426" y="4159"/>
                      </a:cubicBezTo>
                      <a:lnTo>
                        <a:pt x="1733" y="4159"/>
                      </a:lnTo>
                      <a:cubicBezTo>
                        <a:pt x="1544" y="4159"/>
                        <a:pt x="1387" y="4001"/>
                        <a:pt x="1387" y="3812"/>
                      </a:cubicBezTo>
                      <a:cubicBezTo>
                        <a:pt x="1387" y="3623"/>
                        <a:pt x="1544" y="3466"/>
                        <a:pt x="1733" y="3466"/>
                      </a:cubicBezTo>
                      <a:close/>
                      <a:moveTo>
                        <a:pt x="4537" y="3466"/>
                      </a:moveTo>
                      <a:cubicBezTo>
                        <a:pt x="4726" y="3466"/>
                        <a:pt x="4884" y="3623"/>
                        <a:pt x="4884" y="3812"/>
                      </a:cubicBezTo>
                      <a:cubicBezTo>
                        <a:pt x="4884" y="4001"/>
                        <a:pt x="4695" y="4159"/>
                        <a:pt x="4537" y="4159"/>
                      </a:cubicBezTo>
                      <a:lnTo>
                        <a:pt x="3812" y="4159"/>
                      </a:lnTo>
                      <a:cubicBezTo>
                        <a:pt x="3623" y="4159"/>
                        <a:pt x="3466" y="4001"/>
                        <a:pt x="3466" y="3812"/>
                      </a:cubicBezTo>
                      <a:cubicBezTo>
                        <a:pt x="3466" y="3623"/>
                        <a:pt x="3623" y="3466"/>
                        <a:pt x="3812" y="3466"/>
                      </a:cubicBezTo>
                      <a:close/>
                      <a:moveTo>
                        <a:pt x="6648" y="3466"/>
                      </a:moveTo>
                      <a:cubicBezTo>
                        <a:pt x="6837" y="3466"/>
                        <a:pt x="6994" y="3623"/>
                        <a:pt x="6994" y="3812"/>
                      </a:cubicBezTo>
                      <a:cubicBezTo>
                        <a:pt x="6994" y="4001"/>
                        <a:pt x="6837" y="4159"/>
                        <a:pt x="6648" y="4159"/>
                      </a:cubicBezTo>
                      <a:lnTo>
                        <a:pt x="5955" y="4159"/>
                      </a:lnTo>
                      <a:cubicBezTo>
                        <a:pt x="5734" y="4159"/>
                        <a:pt x="5577" y="4001"/>
                        <a:pt x="5577" y="3812"/>
                      </a:cubicBezTo>
                      <a:cubicBezTo>
                        <a:pt x="5577" y="3623"/>
                        <a:pt x="5734" y="3466"/>
                        <a:pt x="5955" y="3466"/>
                      </a:cubicBezTo>
                      <a:close/>
                      <a:moveTo>
                        <a:pt x="2426" y="4852"/>
                      </a:moveTo>
                      <a:cubicBezTo>
                        <a:pt x="2647" y="4852"/>
                        <a:pt x="2804" y="5010"/>
                        <a:pt x="2804" y="5199"/>
                      </a:cubicBezTo>
                      <a:cubicBezTo>
                        <a:pt x="2804" y="5388"/>
                        <a:pt x="2647" y="5545"/>
                        <a:pt x="2426" y="5545"/>
                      </a:cubicBezTo>
                      <a:lnTo>
                        <a:pt x="1733" y="5545"/>
                      </a:lnTo>
                      <a:cubicBezTo>
                        <a:pt x="1544" y="5545"/>
                        <a:pt x="1387" y="5388"/>
                        <a:pt x="1387" y="5199"/>
                      </a:cubicBezTo>
                      <a:cubicBezTo>
                        <a:pt x="1387" y="5010"/>
                        <a:pt x="1544" y="4852"/>
                        <a:pt x="1733" y="4852"/>
                      </a:cubicBezTo>
                      <a:close/>
                      <a:moveTo>
                        <a:pt x="4537" y="4852"/>
                      </a:moveTo>
                      <a:cubicBezTo>
                        <a:pt x="4726" y="4852"/>
                        <a:pt x="4884" y="5010"/>
                        <a:pt x="4884" y="5199"/>
                      </a:cubicBezTo>
                      <a:cubicBezTo>
                        <a:pt x="4884" y="5388"/>
                        <a:pt x="4695" y="5545"/>
                        <a:pt x="4537" y="5545"/>
                      </a:cubicBezTo>
                      <a:lnTo>
                        <a:pt x="3812" y="5545"/>
                      </a:lnTo>
                      <a:cubicBezTo>
                        <a:pt x="3623" y="5545"/>
                        <a:pt x="3466" y="5388"/>
                        <a:pt x="3466" y="5199"/>
                      </a:cubicBezTo>
                      <a:cubicBezTo>
                        <a:pt x="3466" y="5010"/>
                        <a:pt x="3623" y="4852"/>
                        <a:pt x="3812" y="4852"/>
                      </a:cubicBezTo>
                      <a:close/>
                      <a:moveTo>
                        <a:pt x="0" y="0"/>
                      </a:moveTo>
                      <a:lnTo>
                        <a:pt x="0" y="5892"/>
                      </a:lnTo>
                      <a:cubicBezTo>
                        <a:pt x="0" y="6459"/>
                        <a:pt x="473" y="6931"/>
                        <a:pt x="1071" y="6931"/>
                      </a:cubicBezTo>
                      <a:lnTo>
                        <a:pt x="6490" y="6931"/>
                      </a:lnTo>
                      <a:cubicBezTo>
                        <a:pt x="6364" y="6616"/>
                        <a:pt x="6301" y="6270"/>
                        <a:pt x="6301" y="5892"/>
                      </a:cubicBezTo>
                      <a:cubicBezTo>
                        <a:pt x="6301" y="5797"/>
                        <a:pt x="6333" y="5671"/>
                        <a:pt x="6333" y="5545"/>
                      </a:cubicBezTo>
                      <a:lnTo>
                        <a:pt x="5955" y="5545"/>
                      </a:lnTo>
                      <a:cubicBezTo>
                        <a:pt x="5734" y="5545"/>
                        <a:pt x="5577" y="5388"/>
                        <a:pt x="5577" y="5199"/>
                      </a:cubicBezTo>
                      <a:cubicBezTo>
                        <a:pt x="5577" y="5010"/>
                        <a:pt x="5734" y="4852"/>
                        <a:pt x="5955" y="4852"/>
                      </a:cubicBezTo>
                      <a:lnTo>
                        <a:pt x="6490" y="4852"/>
                      </a:lnTo>
                      <a:cubicBezTo>
                        <a:pt x="6931" y="3623"/>
                        <a:pt x="8066" y="2741"/>
                        <a:pt x="9420" y="2741"/>
                      </a:cubicBezTo>
                      <a:cubicBezTo>
                        <a:pt x="9767" y="2741"/>
                        <a:pt x="10113" y="2836"/>
                        <a:pt x="10428" y="2962"/>
                      </a:cubicBezTo>
                      <a:lnTo>
                        <a:pt x="104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Google Shape;9580;p73">
                  <a:extLst>
                    <a:ext uri="{FF2B5EF4-FFF2-40B4-BE49-F238E27FC236}">
                      <a16:creationId xmlns:a16="http://schemas.microsoft.com/office/drawing/2014/main" id="{ED81BE9F-41D6-C082-0244-641C04D30864}"/>
                    </a:ext>
                  </a:extLst>
                </p:cNvPr>
                <p:cNvSpPr/>
                <p:nvPr/>
              </p:nvSpPr>
              <p:spPr>
                <a:xfrm>
                  <a:off x="3859600" y="3591950"/>
                  <a:ext cx="26152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1" h="2836" extrusionOk="0">
                      <a:moveTo>
                        <a:pt x="1734" y="0"/>
                      </a:moveTo>
                      <a:cubicBezTo>
                        <a:pt x="1513" y="0"/>
                        <a:pt x="1356" y="158"/>
                        <a:pt x="1356" y="347"/>
                      </a:cubicBezTo>
                      <a:lnTo>
                        <a:pt x="1356" y="693"/>
                      </a:lnTo>
                      <a:lnTo>
                        <a:pt x="1009" y="693"/>
                      </a:lnTo>
                      <a:cubicBezTo>
                        <a:pt x="410" y="693"/>
                        <a:pt x="1" y="1166"/>
                        <a:pt x="1" y="1733"/>
                      </a:cubicBezTo>
                      <a:lnTo>
                        <a:pt x="1" y="2836"/>
                      </a:lnTo>
                      <a:lnTo>
                        <a:pt x="10429" y="2836"/>
                      </a:lnTo>
                      <a:lnTo>
                        <a:pt x="10429" y="1733"/>
                      </a:lnTo>
                      <a:lnTo>
                        <a:pt x="10460" y="1733"/>
                      </a:lnTo>
                      <a:cubicBezTo>
                        <a:pt x="10460" y="1134"/>
                        <a:pt x="9988" y="693"/>
                        <a:pt x="9421" y="693"/>
                      </a:cubicBezTo>
                      <a:lnTo>
                        <a:pt x="9074" y="693"/>
                      </a:lnTo>
                      <a:lnTo>
                        <a:pt x="9074" y="347"/>
                      </a:lnTo>
                      <a:cubicBezTo>
                        <a:pt x="9074" y="158"/>
                        <a:pt x="8917" y="0"/>
                        <a:pt x="8728" y="0"/>
                      </a:cubicBezTo>
                      <a:cubicBezTo>
                        <a:pt x="8539" y="0"/>
                        <a:pt x="8381" y="158"/>
                        <a:pt x="8381" y="347"/>
                      </a:cubicBezTo>
                      <a:lnTo>
                        <a:pt x="8381" y="693"/>
                      </a:lnTo>
                      <a:lnTo>
                        <a:pt x="6995" y="693"/>
                      </a:lnTo>
                      <a:lnTo>
                        <a:pt x="6995" y="347"/>
                      </a:lnTo>
                      <a:cubicBezTo>
                        <a:pt x="6995" y="158"/>
                        <a:pt x="6837" y="0"/>
                        <a:pt x="6648" y="0"/>
                      </a:cubicBezTo>
                      <a:cubicBezTo>
                        <a:pt x="6459" y="0"/>
                        <a:pt x="6302" y="158"/>
                        <a:pt x="6302" y="347"/>
                      </a:cubicBezTo>
                      <a:lnTo>
                        <a:pt x="6302" y="693"/>
                      </a:lnTo>
                      <a:lnTo>
                        <a:pt x="4159" y="693"/>
                      </a:lnTo>
                      <a:lnTo>
                        <a:pt x="4159" y="347"/>
                      </a:lnTo>
                      <a:cubicBezTo>
                        <a:pt x="4159" y="158"/>
                        <a:pt x="4002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0" name="Google Shape;9581;p73">
                <a:extLst>
                  <a:ext uri="{FF2B5EF4-FFF2-40B4-BE49-F238E27FC236}">
                    <a16:creationId xmlns:a16="http://schemas.microsoft.com/office/drawing/2014/main" id="{8C5A72AD-20A8-D219-7A83-C70D6E445CB2}"/>
                  </a:ext>
                </a:extLst>
              </p:cNvPr>
              <p:cNvGrpSpPr/>
              <p:nvPr/>
            </p:nvGrpSpPr>
            <p:grpSpPr>
              <a:xfrm>
                <a:off x="6475073" y="4984646"/>
                <a:ext cx="500612" cy="500612"/>
                <a:chOff x="3860400" y="3955025"/>
                <a:chExt cx="296175" cy="296175"/>
              </a:xfrm>
              <a:grpFill/>
            </p:grpSpPr>
            <p:sp>
              <p:nvSpPr>
                <p:cNvPr id="77" name="Google Shape;9582;p73">
                  <a:extLst>
                    <a:ext uri="{FF2B5EF4-FFF2-40B4-BE49-F238E27FC236}">
                      <a16:creationId xmlns:a16="http://schemas.microsoft.com/office/drawing/2014/main" id="{70D02220-AC06-DFCE-06AD-D6224EE8054B}"/>
                    </a:ext>
                  </a:extLst>
                </p:cNvPr>
                <p:cNvSpPr/>
                <p:nvPr/>
              </p:nvSpPr>
              <p:spPr>
                <a:xfrm>
                  <a:off x="3973825" y="3955025"/>
                  <a:ext cx="685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42" extrusionOk="0">
                      <a:moveTo>
                        <a:pt x="1355" y="1"/>
                      </a:moveTo>
                      <a:cubicBezTo>
                        <a:pt x="630" y="1"/>
                        <a:pt x="0" y="631"/>
                        <a:pt x="0" y="1387"/>
                      </a:cubicBezTo>
                      <a:cubicBezTo>
                        <a:pt x="0" y="2112"/>
                        <a:pt x="630" y="2742"/>
                        <a:pt x="1355" y="2742"/>
                      </a:cubicBezTo>
                      <a:cubicBezTo>
                        <a:pt x="2111" y="2742"/>
                        <a:pt x="2741" y="2112"/>
                        <a:pt x="2741" y="1387"/>
                      </a:cubicBezTo>
                      <a:cubicBezTo>
                        <a:pt x="2741" y="631"/>
                        <a:pt x="2142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Google Shape;9583;p73">
                  <a:extLst>
                    <a:ext uri="{FF2B5EF4-FFF2-40B4-BE49-F238E27FC236}">
                      <a16:creationId xmlns:a16="http://schemas.microsoft.com/office/drawing/2014/main" id="{19D3F249-11BB-E415-4F6C-B2031AEA8708}"/>
                    </a:ext>
                  </a:extLst>
                </p:cNvPr>
                <p:cNvSpPr/>
                <p:nvPr/>
              </p:nvSpPr>
              <p:spPr>
                <a:xfrm>
                  <a:off x="3947025" y="40219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1"/>
                      </a:moveTo>
                      <a:cubicBezTo>
                        <a:pt x="316" y="442"/>
                        <a:pt x="1" y="1104"/>
                        <a:pt x="1" y="1797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8"/>
                        <a:pt x="347" y="2868"/>
                      </a:cubicBezTo>
                      <a:lnTo>
                        <a:pt x="4506" y="2868"/>
                      </a:lnTo>
                      <a:cubicBezTo>
                        <a:pt x="4727" y="2868"/>
                        <a:pt x="4884" y="2710"/>
                        <a:pt x="4884" y="2521"/>
                      </a:cubicBezTo>
                      <a:lnTo>
                        <a:pt x="4884" y="1860"/>
                      </a:lnTo>
                      <a:cubicBezTo>
                        <a:pt x="4884" y="1135"/>
                        <a:pt x="4569" y="473"/>
                        <a:pt x="4034" y="32"/>
                      </a:cubicBezTo>
                      <a:cubicBezTo>
                        <a:pt x="3655" y="473"/>
                        <a:pt x="3120" y="788"/>
                        <a:pt x="2427" y="788"/>
                      </a:cubicBezTo>
                      <a:cubicBezTo>
                        <a:pt x="1797" y="788"/>
                        <a:pt x="1198" y="473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Google Shape;9584;p73">
                  <a:extLst>
                    <a:ext uri="{FF2B5EF4-FFF2-40B4-BE49-F238E27FC236}">
                      <a16:creationId xmlns:a16="http://schemas.microsoft.com/office/drawing/2014/main" id="{E3C50734-2E9B-371D-D6A9-637AC5D7ED4D}"/>
                    </a:ext>
                  </a:extLst>
                </p:cNvPr>
                <p:cNvSpPr/>
                <p:nvPr/>
              </p:nvSpPr>
              <p:spPr>
                <a:xfrm>
                  <a:off x="4086450" y="4145650"/>
                  <a:ext cx="701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191" extrusionOk="0">
                      <a:moveTo>
                        <a:pt x="0" y="0"/>
                      </a:moveTo>
                      <a:lnTo>
                        <a:pt x="0" y="4190"/>
                      </a:lnTo>
                      <a:lnTo>
                        <a:pt x="2458" y="4190"/>
                      </a:lnTo>
                      <a:cubicBezTo>
                        <a:pt x="2647" y="4190"/>
                        <a:pt x="2804" y="4033"/>
                        <a:pt x="2804" y="3844"/>
                      </a:cubicBezTo>
                      <a:lnTo>
                        <a:pt x="2804" y="315"/>
                      </a:lnTo>
                      <a:cubicBezTo>
                        <a:pt x="2773" y="158"/>
                        <a:pt x="2647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Google Shape;9585;p73">
                  <a:extLst>
                    <a:ext uri="{FF2B5EF4-FFF2-40B4-BE49-F238E27FC236}">
                      <a16:creationId xmlns:a16="http://schemas.microsoft.com/office/drawing/2014/main" id="{F370A261-6C91-17BE-C7BA-54A64E69B50F}"/>
                    </a:ext>
                  </a:extLst>
                </p:cNvPr>
                <p:cNvSpPr/>
                <p:nvPr/>
              </p:nvSpPr>
              <p:spPr>
                <a:xfrm>
                  <a:off x="3860400" y="4180300"/>
                  <a:ext cx="70125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805" extrusionOk="0">
                      <a:moveTo>
                        <a:pt x="347" y="0"/>
                      </a:moveTo>
                      <a:cubicBezTo>
                        <a:pt x="158" y="0"/>
                        <a:pt x="0" y="189"/>
                        <a:pt x="0" y="347"/>
                      </a:cubicBezTo>
                      <a:lnTo>
                        <a:pt x="0" y="2458"/>
                      </a:lnTo>
                      <a:cubicBezTo>
                        <a:pt x="0" y="2678"/>
                        <a:pt x="158" y="2804"/>
                        <a:pt x="347" y="2804"/>
                      </a:cubicBezTo>
                      <a:lnTo>
                        <a:pt x="2804" y="2804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Google Shape;9586;p73">
                  <a:extLst>
                    <a:ext uri="{FF2B5EF4-FFF2-40B4-BE49-F238E27FC236}">
                      <a16:creationId xmlns:a16="http://schemas.microsoft.com/office/drawing/2014/main" id="{FB4C46DD-DC38-50F9-DEAD-84D822746DA0}"/>
                    </a:ext>
                  </a:extLst>
                </p:cNvPr>
                <p:cNvSpPr/>
                <p:nvPr/>
              </p:nvSpPr>
              <p:spPr>
                <a:xfrm>
                  <a:off x="3947025" y="4111775"/>
                  <a:ext cx="1221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577" extrusionOk="0">
                      <a:moveTo>
                        <a:pt x="2466" y="1377"/>
                      </a:moveTo>
                      <a:cubicBezTo>
                        <a:pt x="2522" y="1377"/>
                        <a:pt x="2582" y="1392"/>
                        <a:pt x="2647" y="1418"/>
                      </a:cubicBezTo>
                      <a:cubicBezTo>
                        <a:pt x="2742" y="1450"/>
                        <a:pt x="2836" y="1607"/>
                        <a:pt x="2836" y="1733"/>
                      </a:cubicBezTo>
                      <a:lnTo>
                        <a:pt x="2836" y="3497"/>
                      </a:lnTo>
                      <a:lnTo>
                        <a:pt x="3183" y="3497"/>
                      </a:lnTo>
                      <a:cubicBezTo>
                        <a:pt x="3372" y="3497"/>
                        <a:pt x="3529" y="3655"/>
                        <a:pt x="3529" y="3844"/>
                      </a:cubicBezTo>
                      <a:cubicBezTo>
                        <a:pt x="3529" y="4033"/>
                        <a:pt x="3340" y="4159"/>
                        <a:pt x="3151" y="4159"/>
                      </a:cubicBezTo>
                      <a:lnTo>
                        <a:pt x="1765" y="4159"/>
                      </a:lnTo>
                      <a:cubicBezTo>
                        <a:pt x="1576" y="4159"/>
                        <a:pt x="1419" y="4002"/>
                        <a:pt x="1419" y="3812"/>
                      </a:cubicBezTo>
                      <a:cubicBezTo>
                        <a:pt x="1419" y="3623"/>
                        <a:pt x="1576" y="3466"/>
                        <a:pt x="1765" y="3466"/>
                      </a:cubicBezTo>
                      <a:lnTo>
                        <a:pt x="2112" y="3466"/>
                      </a:lnTo>
                      <a:lnTo>
                        <a:pt x="2112" y="2552"/>
                      </a:lnTo>
                      <a:lnTo>
                        <a:pt x="1986" y="2678"/>
                      </a:lnTo>
                      <a:cubicBezTo>
                        <a:pt x="1938" y="2726"/>
                        <a:pt x="1852" y="2749"/>
                        <a:pt x="1765" y="2749"/>
                      </a:cubicBezTo>
                      <a:cubicBezTo>
                        <a:pt x="1679" y="2749"/>
                        <a:pt x="1592" y="2726"/>
                        <a:pt x="1545" y="2678"/>
                      </a:cubicBezTo>
                      <a:cubicBezTo>
                        <a:pt x="1419" y="2552"/>
                        <a:pt x="1419" y="2300"/>
                        <a:pt x="1545" y="2206"/>
                      </a:cubicBezTo>
                      <a:lnTo>
                        <a:pt x="2238" y="1481"/>
                      </a:lnTo>
                      <a:cubicBezTo>
                        <a:pt x="2312" y="1407"/>
                        <a:pt x="2385" y="1377"/>
                        <a:pt x="2466" y="1377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5577"/>
                      </a:lnTo>
                      <a:lnTo>
                        <a:pt x="4853" y="5577"/>
                      </a:lnTo>
                      <a:cubicBezTo>
                        <a:pt x="4884" y="3245"/>
                        <a:pt x="4884" y="2678"/>
                        <a:pt x="4884" y="347"/>
                      </a:cubicBezTo>
                      <a:cubicBezTo>
                        <a:pt x="4884" y="158"/>
                        <a:pt x="4727" y="0"/>
                        <a:pt x="45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1" name="Google Shape;9587;p73">
                <a:extLst>
                  <a:ext uri="{FF2B5EF4-FFF2-40B4-BE49-F238E27FC236}">
                    <a16:creationId xmlns:a16="http://schemas.microsoft.com/office/drawing/2014/main" id="{B2376F7D-9751-96C5-38A8-CAB8DC9350AE}"/>
                  </a:ext>
                </a:extLst>
              </p:cNvPr>
              <p:cNvGrpSpPr/>
              <p:nvPr/>
            </p:nvGrpSpPr>
            <p:grpSpPr>
              <a:xfrm>
                <a:off x="9642831" y="3748557"/>
                <a:ext cx="508599" cy="499261"/>
                <a:chOff x="5716825" y="3235950"/>
                <a:chExt cx="300900" cy="295375"/>
              </a:xfrm>
              <a:grpFill/>
            </p:grpSpPr>
            <p:sp>
              <p:nvSpPr>
                <p:cNvPr id="73" name="Google Shape;9588;p73">
                  <a:extLst>
                    <a:ext uri="{FF2B5EF4-FFF2-40B4-BE49-F238E27FC236}">
                      <a16:creationId xmlns:a16="http://schemas.microsoft.com/office/drawing/2014/main" id="{3E441CD6-3858-88EA-6BAC-2808BFF1EE9E}"/>
                    </a:ext>
                  </a:extLst>
                </p:cNvPr>
                <p:cNvSpPr/>
                <p:nvPr/>
              </p:nvSpPr>
              <p:spPr>
                <a:xfrm>
                  <a:off x="5716825" y="3309975"/>
                  <a:ext cx="137075" cy="14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61" extrusionOk="0">
                      <a:moveTo>
                        <a:pt x="2584" y="1"/>
                      </a:moveTo>
                      <a:lnTo>
                        <a:pt x="410" y="2206"/>
                      </a:lnTo>
                      <a:cubicBezTo>
                        <a:pt x="1" y="2615"/>
                        <a:pt x="1" y="3277"/>
                        <a:pt x="410" y="3655"/>
                      </a:cubicBezTo>
                      <a:lnTo>
                        <a:pt x="2584" y="5860"/>
                      </a:lnTo>
                      <a:lnTo>
                        <a:pt x="3781" y="4632"/>
                      </a:lnTo>
                      <a:cubicBezTo>
                        <a:pt x="3844" y="4584"/>
                        <a:pt x="3939" y="4561"/>
                        <a:pt x="4029" y="4561"/>
                      </a:cubicBezTo>
                      <a:cubicBezTo>
                        <a:pt x="4120" y="4561"/>
                        <a:pt x="4206" y="4584"/>
                        <a:pt x="4254" y="4632"/>
                      </a:cubicBezTo>
                      <a:lnTo>
                        <a:pt x="4726" y="5104"/>
                      </a:lnTo>
                      <a:cubicBezTo>
                        <a:pt x="4789" y="5167"/>
                        <a:pt x="4884" y="5199"/>
                        <a:pt x="4974" y="5199"/>
                      </a:cubicBezTo>
                      <a:cubicBezTo>
                        <a:pt x="5065" y="5199"/>
                        <a:pt x="5152" y="5167"/>
                        <a:pt x="5199" y="5104"/>
                      </a:cubicBezTo>
                      <a:cubicBezTo>
                        <a:pt x="5325" y="5010"/>
                        <a:pt x="5325" y="4758"/>
                        <a:pt x="5199" y="4632"/>
                      </a:cubicBezTo>
                      <a:lnTo>
                        <a:pt x="4726" y="4159"/>
                      </a:lnTo>
                      <a:cubicBezTo>
                        <a:pt x="4632" y="4065"/>
                        <a:pt x="4632" y="3813"/>
                        <a:pt x="4726" y="3687"/>
                      </a:cubicBezTo>
                      <a:lnTo>
                        <a:pt x="5482" y="2962"/>
                      </a:lnTo>
                      <a:lnTo>
                        <a:pt x="5010" y="2489"/>
                      </a:lnTo>
                      <a:lnTo>
                        <a:pt x="4789" y="2710"/>
                      </a:lnTo>
                      <a:cubicBezTo>
                        <a:pt x="4584" y="2915"/>
                        <a:pt x="4317" y="3017"/>
                        <a:pt x="4049" y="3017"/>
                      </a:cubicBezTo>
                      <a:cubicBezTo>
                        <a:pt x="3781" y="3017"/>
                        <a:pt x="3513" y="2915"/>
                        <a:pt x="3309" y="2710"/>
                      </a:cubicBezTo>
                      <a:cubicBezTo>
                        <a:pt x="2930" y="2332"/>
                        <a:pt x="2930" y="1670"/>
                        <a:pt x="3309" y="1261"/>
                      </a:cubicBezTo>
                      <a:lnTo>
                        <a:pt x="3561" y="1040"/>
                      </a:lnTo>
                      <a:lnTo>
                        <a:pt x="258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Google Shape;9589;p73">
                  <a:extLst>
                    <a:ext uri="{FF2B5EF4-FFF2-40B4-BE49-F238E27FC236}">
                      <a16:creationId xmlns:a16="http://schemas.microsoft.com/office/drawing/2014/main" id="{63B7C591-6EDD-26FE-3D62-CC57ACAC8B33}"/>
                    </a:ext>
                  </a:extLst>
                </p:cNvPr>
                <p:cNvSpPr/>
                <p:nvPr/>
              </p:nvSpPr>
              <p:spPr>
                <a:xfrm>
                  <a:off x="5794025" y="3235950"/>
                  <a:ext cx="145725" cy="1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9" h="5356" extrusionOk="0">
                      <a:moveTo>
                        <a:pt x="2926" y="0"/>
                      </a:moveTo>
                      <a:cubicBezTo>
                        <a:pt x="2662" y="0"/>
                        <a:pt x="2394" y="95"/>
                        <a:pt x="2205" y="284"/>
                      </a:cubicBezTo>
                      <a:lnTo>
                        <a:pt x="0" y="2457"/>
                      </a:lnTo>
                      <a:lnTo>
                        <a:pt x="1229" y="3686"/>
                      </a:lnTo>
                      <a:cubicBezTo>
                        <a:pt x="1323" y="3781"/>
                        <a:pt x="1323" y="4033"/>
                        <a:pt x="1229" y="4127"/>
                      </a:cubicBezTo>
                      <a:lnTo>
                        <a:pt x="725" y="4600"/>
                      </a:lnTo>
                      <a:cubicBezTo>
                        <a:pt x="630" y="4726"/>
                        <a:pt x="630" y="4978"/>
                        <a:pt x="725" y="5072"/>
                      </a:cubicBezTo>
                      <a:cubicBezTo>
                        <a:pt x="788" y="5135"/>
                        <a:pt x="882" y="5167"/>
                        <a:pt x="977" y="5167"/>
                      </a:cubicBezTo>
                      <a:cubicBezTo>
                        <a:pt x="1071" y="5167"/>
                        <a:pt x="1166" y="5135"/>
                        <a:pt x="1229" y="5072"/>
                      </a:cubicBezTo>
                      <a:lnTo>
                        <a:pt x="1701" y="4600"/>
                      </a:lnTo>
                      <a:cubicBezTo>
                        <a:pt x="1749" y="4553"/>
                        <a:pt x="1835" y="4529"/>
                        <a:pt x="1926" y="4529"/>
                      </a:cubicBezTo>
                      <a:cubicBezTo>
                        <a:pt x="2016" y="4529"/>
                        <a:pt x="2111" y="4553"/>
                        <a:pt x="2174" y="4600"/>
                      </a:cubicBezTo>
                      <a:lnTo>
                        <a:pt x="2898" y="5356"/>
                      </a:lnTo>
                      <a:lnTo>
                        <a:pt x="3371" y="4883"/>
                      </a:lnTo>
                      <a:lnTo>
                        <a:pt x="3151" y="4663"/>
                      </a:lnTo>
                      <a:cubicBezTo>
                        <a:pt x="2741" y="4253"/>
                        <a:pt x="2741" y="3592"/>
                        <a:pt x="3151" y="3214"/>
                      </a:cubicBezTo>
                      <a:cubicBezTo>
                        <a:pt x="3340" y="3009"/>
                        <a:pt x="3607" y="2906"/>
                        <a:pt x="3875" y="2906"/>
                      </a:cubicBezTo>
                      <a:cubicBezTo>
                        <a:pt x="4143" y="2906"/>
                        <a:pt x="4411" y="3009"/>
                        <a:pt x="4600" y="3214"/>
                      </a:cubicBezTo>
                      <a:lnTo>
                        <a:pt x="4852" y="3434"/>
                      </a:lnTo>
                      <a:lnTo>
                        <a:pt x="5828" y="2457"/>
                      </a:lnTo>
                      <a:lnTo>
                        <a:pt x="3623" y="284"/>
                      </a:lnTo>
                      <a:cubicBezTo>
                        <a:pt x="3450" y="95"/>
                        <a:pt x="3190" y="0"/>
                        <a:pt x="29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Google Shape;9590;p73">
                  <a:extLst>
                    <a:ext uri="{FF2B5EF4-FFF2-40B4-BE49-F238E27FC236}">
                      <a16:creationId xmlns:a16="http://schemas.microsoft.com/office/drawing/2014/main" id="{3FBEB364-6F5E-7C2E-349E-050A4005D126}"/>
                    </a:ext>
                  </a:extLst>
                </p:cNvPr>
                <p:cNvSpPr/>
                <p:nvPr/>
              </p:nvSpPr>
              <p:spPr>
                <a:xfrm>
                  <a:off x="5880650" y="3309975"/>
                  <a:ext cx="137075" cy="1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29" extrusionOk="0">
                      <a:moveTo>
                        <a:pt x="2899" y="1"/>
                      </a:moveTo>
                      <a:lnTo>
                        <a:pt x="1702" y="1229"/>
                      </a:lnTo>
                      <a:cubicBezTo>
                        <a:pt x="1639" y="1292"/>
                        <a:pt x="1544" y="1324"/>
                        <a:pt x="1450" y="1324"/>
                      </a:cubicBezTo>
                      <a:cubicBezTo>
                        <a:pt x="1355" y="1324"/>
                        <a:pt x="1261" y="1292"/>
                        <a:pt x="1198" y="1229"/>
                      </a:cubicBezTo>
                      <a:lnTo>
                        <a:pt x="725" y="757"/>
                      </a:lnTo>
                      <a:cubicBezTo>
                        <a:pt x="678" y="694"/>
                        <a:pt x="591" y="662"/>
                        <a:pt x="501" y="662"/>
                      </a:cubicBezTo>
                      <a:cubicBezTo>
                        <a:pt x="410" y="662"/>
                        <a:pt x="316" y="694"/>
                        <a:pt x="253" y="757"/>
                      </a:cubicBezTo>
                      <a:cubicBezTo>
                        <a:pt x="158" y="883"/>
                        <a:pt x="158" y="1103"/>
                        <a:pt x="253" y="1229"/>
                      </a:cubicBezTo>
                      <a:lnTo>
                        <a:pt x="725" y="1702"/>
                      </a:lnTo>
                      <a:cubicBezTo>
                        <a:pt x="851" y="1828"/>
                        <a:pt x="851" y="2048"/>
                        <a:pt x="725" y="2174"/>
                      </a:cubicBezTo>
                      <a:lnTo>
                        <a:pt x="1" y="2899"/>
                      </a:lnTo>
                      <a:lnTo>
                        <a:pt x="473" y="3372"/>
                      </a:lnTo>
                      <a:lnTo>
                        <a:pt x="694" y="3151"/>
                      </a:lnTo>
                      <a:cubicBezTo>
                        <a:pt x="898" y="2946"/>
                        <a:pt x="1166" y="2844"/>
                        <a:pt x="1434" y="2844"/>
                      </a:cubicBezTo>
                      <a:cubicBezTo>
                        <a:pt x="1702" y="2844"/>
                        <a:pt x="1970" y="2946"/>
                        <a:pt x="2174" y="3151"/>
                      </a:cubicBezTo>
                      <a:cubicBezTo>
                        <a:pt x="2552" y="3529"/>
                        <a:pt x="2552" y="4222"/>
                        <a:pt x="2174" y="4600"/>
                      </a:cubicBezTo>
                      <a:lnTo>
                        <a:pt x="1922" y="4852"/>
                      </a:lnTo>
                      <a:lnTo>
                        <a:pt x="2899" y="5829"/>
                      </a:lnTo>
                      <a:lnTo>
                        <a:pt x="5073" y="3655"/>
                      </a:lnTo>
                      <a:cubicBezTo>
                        <a:pt x="5482" y="3277"/>
                        <a:pt x="5482" y="2615"/>
                        <a:pt x="5073" y="2206"/>
                      </a:cubicBezTo>
                      <a:lnTo>
                        <a:pt x="289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Google Shape;9591;p73">
                  <a:extLst>
                    <a:ext uri="{FF2B5EF4-FFF2-40B4-BE49-F238E27FC236}">
                      <a16:creationId xmlns:a16="http://schemas.microsoft.com/office/drawing/2014/main" id="{12AD25A2-58BE-A5DE-C5E7-A57B40BCC501}"/>
                    </a:ext>
                  </a:extLst>
                </p:cNvPr>
                <p:cNvSpPr/>
                <p:nvPr/>
              </p:nvSpPr>
              <p:spPr>
                <a:xfrm>
                  <a:off x="5794025" y="3396625"/>
                  <a:ext cx="1473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5388" extrusionOk="0">
                      <a:moveTo>
                        <a:pt x="2993" y="0"/>
                      </a:moveTo>
                      <a:lnTo>
                        <a:pt x="2520" y="473"/>
                      </a:lnTo>
                      <a:lnTo>
                        <a:pt x="2741" y="725"/>
                      </a:lnTo>
                      <a:cubicBezTo>
                        <a:pt x="3151" y="1103"/>
                        <a:pt x="3151" y="1764"/>
                        <a:pt x="2741" y="2174"/>
                      </a:cubicBezTo>
                      <a:cubicBezTo>
                        <a:pt x="2505" y="2363"/>
                        <a:pt x="2221" y="2457"/>
                        <a:pt x="1949" y="2457"/>
                      </a:cubicBezTo>
                      <a:cubicBezTo>
                        <a:pt x="1678" y="2457"/>
                        <a:pt x="1418" y="2363"/>
                        <a:pt x="1229" y="2174"/>
                      </a:cubicBezTo>
                      <a:lnTo>
                        <a:pt x="977" y="1922"/>
                      </a:lnTo>
                      <a:lnTo>
                        <a:pt x="0" y="2930"/>
                      </a:lnTo>
                      <a:lnTo>
                        <a:pt x="2205" y="5072"/>
                      </a:lnTo>
                      <a:cubicBezTo>
                        <a:pt x="2394" y="5293"/>
                        <a:pt x="2678" y="5387"/>
                        <a:pt x="2930" y="5387"/>
                      </a:cubicBezTo>
                      <a:cubicBezTo>
                        <a:pt x="3214" y="5387"/>
                        <a:pt x="3497" y="5293"/>
                        <a:pt x="3686" y="5072"/>
                      </a:cubicBezTo>
                      <a:lnTo>
                        <a:pt x="5891" y="2930"/>
                      </a:lnTo>
                      <a:lnTo>
                        <a:pt x="4663" y="1701"/>
                      </a:lnTo>
                      <a:cubicBezTo>
                        <a:pt x="4568" y="1575"/>
                        <a:pt x="4568" y="1355"/>
                        <a:pt x="4663" y="1229"/>
                      </a:cubicBezTo>
                      <a:lnTo>
                        <a:pt x="5167" y="756"/>
                      </a:lnTo>
                      <a:cubicBezTo>
                        <a:pt x="5261" y="630"/>
                        <a:pt x="5261" y="410"/>
                        <a:pt x="5167" y="284"/>
                      </a:cubicBezTo>
                      <a:cubicBezTo>
                        <a:pt x="5104" y="221"/>
                        <a:pt x="5009" y="189"/>
                        <a:pt x="4915" y="189"/>
                      </a:cubicBezTo>
                      <a:cubicBezTo>
                        <a:pt x="4820" y="189"/>
                        <a:pt x="4726" y="221"/>
                        <a:pt x="4663" y="284"/>
                      </a:cubicBezTo>
                      <a:lnTo>
                        <a:pt x="4190" y="756"/>
                      </a:lnTo>
                      <a:cubicBezTo>
                        <a:pt x="4143" y="819"/>
                        <a:pt x="4056" y="851"/>
                        <a:pt x="3966" y="851"/>
                      </a:cubicBezTo>
                      <a:cubicBezTo>
                        <a:pt x="3875" y="851"/>
                        <a:pt x="3781" y="819"/>
                        <a:pt x="3718" y="756"/>
                      </a:cubicBezTo>
                      <a:lnTo>
                        <a:pt x="29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" name="Google Shape;9592;p73">
                <a:extLst>
                  <a:ext uri="{FF2B5EF4-FFF2-40B4-BE49-F238E27FC236}">
                    <a16:creationId xmlns:a16="http://schemas.microsoft.com/office/drawing/2014/main" id="{06847C40-3937-0802-4EC4-40792329C0DF}"/>
                  </a:ext>
                </a:extLst>
              </p:cNvPr>
              <p:cNvGrpSpPr/>
              <p:nvPr/>
            </p:nvGrpSpPr>
            <p:grpSpPr>
              <a:xfrm>
                <a:off x="9661466" y="4393899"/>
                <a:ext cx="471329" cy="468667"/>
                <a:chOff x="5727850" y="3609275"/>
                <a:chExt cx="278850" cy="277275"/>
              </a:xfrm>
              <a:grpFill/>
            </p:grpSpPr>
            <p:sp>
              <p:nvSpPr>
                <p:cNvPr id="68" name="Google Shape;9593;p73">
                  <a:extLst>
                    <a:ext uri="{FF2B5EF4-FFF2-40B4-BE49-F238E27FC236}">
                      <a16:creationId xmlns:a16="http://schemas.microsoft.com/office/drawing/2014/main" id="{FA16913F-64D4-4534-47EC-CAB0E88631D7}"/>
                    </a:ext>
                  </a:extLst>
                </p:cNvPr>
                <p:cNvSpPr/>
                <p:nvPr/>
              </p:nvSpPr>
              <p:spPr>
                <a:xfrm>
                  <a:off x="5884600" y="3765225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6" y="662"/>
                      </a:moveTo>
                      <a:cubicBezTo>
                        <a:pt x="2646" y="662"/>
                        <a:pt x="2804" y="819"/>
                        <a:pt x="2804" y="1008"/>
                      </a:cubicBezTo>
                      <a:cubicBezTo>
                        <a:pt x="2804" y="1197"/>
                        <a:pt x="2646" y="1355"/>
                        <a:pt x="2426" y="1355"/>
                      </a:cubicBezTo>
                      <a:cubicBezTo>
                        <a:pt x="2237" y="1355"/>
                        <a:pt x="2079" y="1197"/>
                        <a:pt x="2079" y="1008"/>
                      </a:cubicBezTo>
                      <a:cubicBezTo>
                        <a:pt x="2079" y="819"/>
                        <a:pt x="2237" y="662"/>
                        <a:pt x="2426" y="662"/>
                      </a:cubicBezTo>
                      <a:close/>
                      <a:moveTo>
                        <a:pt x="2426" y="1670"/>
                      </a:moveTo>
                      <a:cubicBezTo>
                        <a:pt x="2646" y="1670"/>
                        <a:pt x="2804" y="1828"/>
                        <a:pt x="2804" y="2048"/>
                      </a:cubicBezTo>
                      <a:lnTo>
                        <a:pt x="2804" y="3781"/>
                      </a:lnTo>
                      <a:cubicBezTo>
                        <a:pt x="2804" y="3970"/>
                        <a:pt x="2646" y="4127"/>
                        <a:pt x="2426" y="4127"/>
                      </a:cubicBezTo>
                      <a:cubicBezTo>
                        <a:pt x="2237" y="4127"/>
                        <a:pt x="2079" y="3970"/>
                        <a:pt x="2079" y="3781"/>
                      </a:cubicBezTo>
                      <a:lnTo>
                        <a:pt x="2079" y="2048"/>
                      </a:lnTo>
                      <a:cubicBezTo>
                        <a:pt x="2079" y="1828"/>
                        <a:pt x="2237" y="1670"/>
                        <a:pt x="2426" y="1670"/>
                      </a:cubicBezTo>
                      <a:close/>
                      <a:moveTo>
                        <a:pt x="2426" y="0"/>
                      </a:moveTo>
                      <a:cubicBezTo>
                        <a:pt x="1103" y="0"/>
                        <a:pt x="0" y="1103"/>
                        <a:pt x="0" y="2426"/>
                      </a:cubicBezTo>
                      <a:cubicBezTo>
                        <a:pt x="0" y="3749"/>
                        <a:pt x="1103" y="4852"/>
                        <a:pt x="2426" y="4852"/>
                      </a:cubicBezTo>
                      <a:cubicBezTo>
                        <a:pt x="3781" y="4852"/>
                        <a:pt x="4883" y="3749"/>
                        <a:pt x="4883" y="2426"/>
                      </a:cubicBezTo>
                      <a:cubicBezTo>
                        <a:pt x="4883" y="1040"/>
                        <a:pt x="3781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Google Shape;9594;p73">
                  <a:extLst>
                    <a:ext uri="{FF2B5EF4-FFF2-40B4-BE49-F238E27FC236}">
                      <a16:creationId xmlns:a16="http://schemas.microsoft.com/office/drawing/2014/main" id="{B7ECB362-0A43-F094-91E5-6646834D89E1}"/>
                    </a:ext>
                  </a:extLst>
                </p:cNvPr>
                <p:cNvSpPr/>
                <p:nvPr/>
              </p:nvSpPr>
              <p:spPr>
                <a:xfrm>
                  <a:off x="5727850" y="3669125"/>
                  <a:ext cx="35475" cy="21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8665" extrusionOk="0">
                      <a:moveTo>
                        <a:pt x="32" y="1"/>
                      </a:moveTo>
                      <a:lnTo>
                        <a:pt x="32" y="7310"/>
                      </a:lnTo>
                      <a:cubicBezTo>
                        <a:pt x="1" y="8034"/>
                        <a:pt x="631" y="8665"/>
                        <a:pt x="1418" y="8665"/>
                      </a:cubicBezTo>
                      <a:lnTo>
                        <a:pt x="1418" y="347"/>
                      </a:lnTo>
                      <a:lnTo>
                        <a:pt x="1072" y="347"/>
                      </a:lnTo>
                      <a:cubicBezTo>
                        <a:pt x="662" y="347"/>
                        <a:pt x="316" y="253"/>
                        <a:pt x="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Google Shape;9595;p73">
                  <a:extLst>
                    <a:ext uri="{FF2B5EF4-FFF2-40B4-BE49-F238E27FC236}">
                      <a16:creationId xmlns:a16="http://schemas.microsoft.com/office/drawing/2014/main" id="{3897A2A5-B3C0-F261-4F3C-935A0212C69A}"/>
                    </a:ext>
                  </a:extLst>
                </p:cNvPr>
                <p:cNvSpPr/>
                <p:nvPr/>
              </p:nvSpPr>
              <p:spPr>
                <a:xfrm>
                  <a:off x="5779825" y="3677800"/>
                  <a:ext cx="1749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6" h="8318" extrusionOk="0">
                      <a:moveTo>
                        <a:pt x="5262" y="693"/>
                      </a:moveTo>
                      <a:cubicBezTo>
                        <a:pt x="5451" y="693"/>
                        <a:pt x="5609" y="851"/>
                        <a:pt x="5609" y="1040"/>
                      </a:cubicBezTo>
                      <a:cubicBezTo>
                        <a:pt x="5609" y="1229"/>
                        <a:pt x="5451" y="1386"/>
                        <a:pt x="5262" y="1386"/>
                      </a:cubicBezTo>
                      <a:lnTo>
                        <a:pt x="1072" y="1386"/>
                      </a:lnTo>
                      <a:cubicBezTo>
                        <a:pt x="883" y="1386"/>
                        <a:pt x="726" y="1229"/>
                        <a:pt x="726" y="1040"/>
                      </a:cubicBezTo>
                      <a:cubicBezTo>
                        <a:pt x="726" y="851"/>
                        <a:pt x="883" y="693"/>
                        <a:pt x="1072" y="693"/>
                      </a:cubicBezTo>
                      <a:close/>
                      <a:moveTo>
                        <a:pt x="5262" y="2080"/>
                      </a:moveTo>
                      <a:cubicBezTo>
                        <a:pt x="5451" y="2080"/>
                        <a:pt x="5609" y="2237"/>
                        <a:pt x="5609" y="2426"/>
                      </a:cubicBezTo>
                      <a:cubicBezTo>
                        <a:pt x="5609" y="2615"/>
                        <a:pt x="5451" y="2773"/>
                        <a:pt x="5262" y="2773"/>
                      </a:cubicBezTo>
                      <a:lnTo>
                        <a:pt x="1072" y="2773"/>
                      </a:lnTo>
                      <a:cubicBezTo>
                        <a:pt x="883" y="2773"/>
                        <a:pt x="726" y="2615"/>
                        <a:pt x="726" y="2426"/>
                      </a:cubicBezTo>
                      <a:cubicBezTo>
                        <a:pt x="726" y="2237"/>
                        <a:pt x="883" y="2080"/>
                        <a:pt x="1072" y="2080"/>
                      </a:cubicBezTo>
                      <a:close/>
                      <a:moveTo>
                        <a:pt x="1" y="0"/>
                      </a:moveTo>
                      <a:lnTo>
                        <a:pt x="1" y="8318"/>
                      </a:lnTo>
                      <a:lnTo>
                        <a:pt x="4695" y="8318"/>
                      </a:lnTo>
                      <a:cubicBezTo>
                        <a:pt x="4002" y="7750"/>
                        <a:pt x="3498" y="6868"/>
                        <a:pt x="3498" y="5892"/>
                      </a:cubicBezTo>
                      <a:cubicBezTo>
                        <a:pt x="3498" y="5766"/>
                        <a:pt x="3561" y="5640"/>
                        <a:pt x="3561" y="5545"/>
                      </a:cubicBezTo>
                      <a:lnTo>
                        <a:pt x="1072" y="5545"/>
                      </a:lnTo>
                      <a:cubicBezTo>
                        <a:pt x="883" y="5545"/>
                        <a:pt x="726" y="5388"/>
                        <a:pt x="726" y="5167"/>
                      </a:cubicBezTo>
                      <a:lnTo>
                        <a:pt x="726" y="3812"/>
                      </a:lnTo>
                      <a:cubicBezTo>
                        <a:pt x="726" y="3592"/>
                        <a:pt x="883" y="3434"/>
                        <a:pt x="1072" y="3434"/>
                      </a:cubicBezTo>
                      <a:lnTo>
                        <a:pt x="4695" y="3434"/>
                      </a:lnTo>
                      <a:cubicBezTo>
                        <a:pt x="5199" y="3056"/>
                        <a:pt x="5861" y="2773"/>
                        <a:pt x="6617" y="2773"/>
                      </a:cubicBezTo>
                      <a:cubicBezTo>
                        <a:pt x="6743" y="2773"/>
                        <a:pt x="6869" y="2804"/>
                        <a:pt x="6995" y="2804"/>
                      </a:cubicBezTo>
                      <a:lnTo>
                        <a:pt x="69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Google Shape;9596;p73">
                  <a:extLst>
                    <a:ext uri="{FF2B5EF4-FFF2-40B4-BE49-F238E27FC236}">
                      <a16:creationId xmlns:a16="http://schemas.microsoft.com/office/drawing/2014/main" id="{2C5B18DA-97AB-50E7-A090-C6FCCAB694E9}"/>
                    </a:ext>
                  </a:extLst>
                </p:cNvPr>
                <p:cNvSpPr/>
                <p:nvPr/>
              </p:nvSpPr>
              <p:spPr>
                <a:xfrm>
                  <a:off x="5815275" y="3781750"/>
                  <a:ext cx="662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8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2301" y="694"/>
                      </a:lnTo>
                      <a:cubicBezTo>
                        <a:pt x="2364" y="473"/>
                        <a:pt x="2490" y="221"/>
                        <a:pt x="26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Google Shape;9597;p73">
                  <a:extLst>
                    <a:ext uri="{FF2B5EF4-FFF2-40B4-BE49-F238E27FC236}">
                      <a16:creationId xmlns:a16="http://schemas.microsoft.com/office/drawing/2014/main" id="{F699FFEC-63A6-100E-6C0D-A394A82B12C1}"/>
                    </a:ext>
                  </a:extLst>
                </p:cNvPr>
                <p:cNvSpPr/>
                <p:nvPr/>
              </p:nvSpPr>
              <p:spPr>
                <a:xfrm>
                  <a:off x="5727850" y="3609275"/>
                  <a:ext cx="2260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2049" extrusionOk="0">
                      <a:moveTo>
                        <a:pt x="1072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cubicBezTo>
                        <a:pt x="1" y="1576"/>
                        <a:pt x="473" y="2048"/>
                        <a:pt x="1072" y="2048"/>
                      </a:cubicBezTo>
                      <a:lnTo>
                        <a:pt x="9043" y="2048"/>
                      </a:lnTo>
                      <a:cubicBezTo>
                        <a:pt x="8475" y="2048"/>
                        <a:pt x="8034" y="1576"/>
                        <a:pt x="8034" y="1040"/>
                      </a:cubicBezTo>
                      <a:cubicBezTo>
                        <a:pt x="8034" y="441"/>
                        <a:pt x="8507" y="0"/>
                        <a:pt x="90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" name="Google Shape;9598;p73">
                <a:extLst>
                  <a:ext uri="{FF2B5EF4-FFF2-40B4-BE49-F238E27FC236}">
                    <a16:creationId xmlns:a16="http://schemas.microsoft.com/office/drawing/2014/main" id="{862D4125-1278-F079-8E9F-430E1A4EF965}"/>
                  </a:ext>
                </a:extLst>
              </p:cNvPr>
              <p:cNvGrpSpPr/>
              <p:nvPr/>
            </p:nvGrpSpPr>
            <p:grpSpPr>
              <a:xfrm>
                <a:off x="9677461" y="4985321"/>
                <a:ext cx="439341" cy="499261"/>
                <a:chOff x="5736525" y="3963700"/>
                <a:chExt cx="259925" cy="295375"/>
              </a:xfrm>
              <a:grpFill/>
            </p:grpSpPr>
            <p:sp>
              <p:nvSpPr>
                <p:cNvPr id="61" name="Google Shape;9599;p73">
                  <a:extLst>
                    <a:ext uri="{FF2B5EF4-FFF2-40B4-BE49-F238E27FC236}">
                      <a16:creationId xmlns:a16="http://schemas.microsoft.com/office/drawing/2014/main" id="{43A1B1C9-4F31-D91F-3C74-3581FF368491}"/>
                    </a:ext>
                  </a:extLst>
                </p:cNvPr>
                <p:cNvSpPr/>
                <p:nvPr/>
              </p:nvSpPr>
              <p:spPr>
                <a:xfrm>
                  <a:off x="5736525" y="4153525"/>
                  <a:ext cx="121300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222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3875"/>
                      </a:lnTo>
                      <a:cubicBezTo>
                        <a:pt x="0" y="4064"/>
                        <a:pt x="158" y="4222"/>
                        <a:pt x="378" y="4222"/>
                      </a:cubicBezTo>
                      <a:lnTo>
                        <a:pt x="4852" y="4222"/>
                      </a:lnTo>
                      <a:lnTo>
                        <a:pt x="4852" y="2584"/>
                      </a:lnTo>
                      <a:lnTo>
                        <a:pt x="23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Google Shape;9600;p73">
                  <a:extLst>
                    <a:ext uri="{FF2B5EF4-FFF2-40B4-BE49-F238E27FC236}">
                      <a16:creationId xmlns:a16="http://schemas.microsoft.com/office/drawing/2014/main" id="{7438990C-5EA7-7176-BE32-7180B16FDD3D}"/>
                    </a:ext>
                  </a:extLst>
                </p:cNvPr>
                <p:cNvSpPr/>
                <p:nvPr/>
              </p:nvSpPr>
              <p:spPr>
                <a:xfrm>
                  <a:off x="5833400" y="41684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2678" y="1"/>
                      </a:moveTo>
                      <a:lnTo>
                        <a:pt x="2678" y="1"/>
                      </a:lnTo>
                      <a:cubicBezTo>
                        <a:pt x="2458" y="32"/>
                        <a:pt x="2237" y="127"/>
                        <a:pt x="1985" y="127"/>
                      </a:cubicBezTo>
                      <a:lnTo>
                        <a:pt x="662" y="127"/>
                      </a:lnTo>
                      <a:cubicBezTo>
                        <a:pt x="441" y="127"/>
                        <a:pt x="221" y="95"/>
                        <a:pt x="0" y="1"/>
                      </a:cubicBezTo>
                      <a:lnTo>
                        <a:pt x="0" y="1"/>
                      </a:lnTo>
                      <a:lnTo>
                        <a:pt x="1323" y="1355"/>
                      </a:lnTo>
                      <a:lnTo>
                        <a:pt x="267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Google Shape;9601;p73">
                  <a:extLst>
                    <a:ext uri="{FF2B5EF4-FFF2-40B4-BE49-F238E27FC236}">
                      <a16:creationId xmlns:a16="http://schemas.microsoft.com/office/drawing/2014/main" id="{D4FD283B-2414-75B0-A09A-CEC968239091}"/>
                    </a:ext>
                  </a:extLst>
                </p:cNvPr>
                <p:cNvSpPr/>
                <p:nvPr/>
              </p:nvSpPr>
              <p:spPr>
                <a:xfrm>
                  <a:off x="5875925" y="4153525"/>
                  <a:ext cx="120525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222" extrusionOk="0">
                      <a:moveTo>
                        <a:pt x="2426" y="2048"/>
                      </a:moveTo>
                      <a:cubicBezTo>
                        <a:pt x="2615" y="2048"/>
                        <a:pt x="2773" y="2205"/>
                        <a:pt x="2773" y="2426"/>
                      </a:cubicBezTo>
                      <a:cubicBezTo>
                        <a:pt x="2773" y="2615"/>
                        <a:pt x="2615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13" y="2773"/>
                        <a:pt x="1355" y="2615"/>
                        <a:pt x="1355" y="2426"/>
                      </a:cubicBezTo>
                      <a:cubicBezTo>
                        <a:pt x="1355" y="2205"/>
                        <a:pt x="1513" y="2048"/>
                        <a:pt x="1733" y="2048"/>
                      </a:cubicBezTo>
                      <a:close/>
                      <a:moveTo>
                        <a:pt x="2552" y="0"/>
                      </a:moveTo>
                      <a:lnTo>
                        <a:pt x="1" y="2584"/>
                      </a:lnTo>
                      <a:lnTo>
                        <a:pt x="1" y="4222"/>
                      </a:lnTo>
                      <a:lnTo>
                        <a:pt x="4474" y="4222"/>
                      </a:lnTo>
                      <a:cubicBezTo>
                        <a:pt x="4663" y="4222"/>
                        <a:pt x="4821" y="4064"/>
                        <a:pt x="4821" y="3875"/>
                      </a:cubicBezTo>
                      <a:lnTo>
                        <a:pt x="4821" y="1733"/>
                      </a:lnTo>
                      <a:cubicBezTo>
                        <a:pt x="4821" y="788"/>
                        <a:pt x="4033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Google Shape;9602;p73">
                  <a:extLst>
                    <a:ext uri="{FF2B5EF4-FFF2-40B4-BE49-F238E27FC236}">
                      <a16:creationId xmlns:a16="http://schemas.microsoft.com/office/drawing/2014/main" id="{3706361C-F4C4-D17A-397A-C8EB3CA062CA}"/>
                    </a:ext>
                  </a:extLst>
                </p:cNvPr>
                <p:cNvSpPr/>
                <p:nvPr/>
              </p:nvSpPr>
              <p:spPr>
                <a:xfrm>
                  <a:off x="5754625" y="3963700"/>
                  <a:ext cx="22450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6176" extrusionOk="0">
                      <a:moveTo>
                        <a:pt x="3120" y="1"/>
                      </a:moveTo>
                      <a:cubicBezTo>
                        <a:pt x="1387" y="1"/>
                        <a:pt x="1" y="1418"/>
                        <a:pt x="1" y="3119"/>
                      </a:cubicBezTo>
                      <a:lnTo>
                        <a:pt x="1" y="4506"/>
                      </a:lnTo>
                      <a:cubicBezTo>
                        <a:pt x="1" y="5325"/>
                        <a:pt x="568" y="6018"/>
                        <a:pt x="1355" y="6175"/>
                      </a:cubicBezTo>
                      <a:lnTo>
                        <a:pt x="1355" y="2773"/>
                      </a:lnTo>
                      <a:lnTo>
                        <a:pt x="1009" y="2773"/>
                      </a:lnTo>
                      <a:cubicBezTo>
                        <a:pt x="914" y="2773"/>
                        <a:pt x="820" y="2804"/>
                        <a:pt x="694" y="2804"/>
                      </a:cubicBezTo>
                      <a:cubicBezTo>
                        <a:pt x="851" y="1607"/>
                        <a:pt x="1860" y="662"/>
                        <a:pt x="3120" y="662"/>
                      </a:cubicBezTo>
                      <a:lnTo>
                        <a:pt x="5861" y="662"/>
                      </a:lnTo>
                      <a:cubicBezTo>
                        <a:pt x="7089" y="662"/>
                        <a:pt x="8098" y="1607"/>
                        <a:pt x="8255" y="2804"/>
                      </a:cubicBezTo>
                      <a:cubicBezTo>
                        <a:pt x="8161" y="2773"/>
                        <a:pt x="8066" y="2773"/>
                        <a:pt x="7940" y="2773"/>
                      </a:cubicBezTo>
                      <a:lnTo>
                        <a:pt x="7593" y="2773"/>
                      </a:lnTo>
                      <a:lnTo>
                        <a:pt x="7593" y="6175"/>
                      </a:lnTo>
                      <a:cubicBezTo>
                        <a:pt x="8381" y="6018"/>
                        <a:pt x="8980" y="5325"/>
                        <a:pt x="8980" y="4506"/>
                      </a:cubicBezTo>
                      <a:lnTo>
                        <a:pt x="8980" y="3119"/>
                      </a:lnTo>
                      <a:cubicBezTo>
                        <a:pt x="8980" y="1387"/>
                        <a:pt x="7562" y="1"/>
                        <a:pt x="58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Google Shape;9603;p73">
                  <a:extLst>
                    <a:ext uri="{FF2B5EF4-FFF2-40B4-BE49-F238E27FC236}">
                      <a16:creationId xmlns:a16="http://schemas.microsoft.com/office/drawing/2014/main" id="{E418D05E-CD97-B6AF-2583-0345D64B0B90}"/>
                    </a:ext>
                  </a:extLst>
                </p:cNvPr>
                <p:cNvSpPr/>
                <p:nvPr/>
              </p:nvSpPr>
              <p:spPr>
                <a:xfrm>
                  <a:off x="5806625" y="3998350"/>
                  <a:ext cx="6932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081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1733" y="2080"/>
                      </a:lnTo>
                      <a:cubicBezTo>
                        <a:pt x="2300" y="2049"/>
                        <a:pt x="2773" y="1607"/>
                        <a:pt x="2773" y="1009"/>
                      </a:cubicBezTo>
                      <a:lnTo>
                        <a:pt x="27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Google Shape;9604;p73">
                  <a:extLst>
                    <a:ext uri="{FF2B5EF4-FFF2-40B4-BE49-F238E27FC236}">
                      <a16:creationId xmlns:a16="http://schemas.microsoft.com/office/drawing/2014/main" id="{4883633C-0DCB-2FF3-4570-FFCECBF8BFD4}"/>
                    </a:ext>
                  </a:extLst>
                </p:cNvPr>
                <p:cNvSpPr/>
                <p:nvPr/>
              </p:nvSpPr>
              <p:spPr>
                <a:xfrm>
                  <a:off x="5893250" y="3999150"/>
                  <a:ext cx="346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049" extrusionOk="0">
                      <a:moveTo>
                        <a:pt x="1" y="0"/>
                      </a:moveTo>
                      <a:lnTo>
                        <a:pt x="1" y="1040"/>
                      </a:lnTo>
                      <a:cubicBezTo>
                        <a:pt x="1" y="1607"/>
                        <a:pt x="473" y="2048"/>
                        <a:pt x="1040" y="2048"/>
                      </a:cubicBezTo>
                      <a:lnTo>
                        <a:pt x="1387" y="2048"/>
                      </a:lnTo>
                      <a:lnTo>
                        <a:pt x="1387" y="1701"/>
                      </a:lnTo>
                      <a:cubicBezTo>
                        <a:pt x="1387" y="882"/>
                        <a:pt x="788" y="158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Google Shape;9605;p73">
                  <a:extLst>
                    <a:ext uri="{FF2B5EF4-FFF2-40B4-BE49-F238E27FC236}">
                      <a16:creationId xmlns:a16="http://schemas.microsoft.com/office/drawing/2014/main" id="{A484B649-44A8-368B-0A3F-205411F9E066}"/>
                    </a:ext>
                  </a:extLst>
                </p:cNvPr>
                <p:cNvSpPr/>
                <p:nvPr/>
              </p:nvSpPr>
              <p:spPr>
                <a:xfrm>
                  <a:off x="5806625" y="4049550"/>
                  <a:ext cx="1213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160" extrusionOk="0">
                      <a:moveTo>
                        <a:pt x="3119" y="1"/>
                      </a:moveTo>
                      <a:cubicBezTo>
                        <a:pt x="2804" y="442"/>
                        <a:pt x="2300" y="694"/>
                        <a:pt x="1733" y="694"/>
                      </a:cubicBezTo>
                      <a:lnTo>
                        <a:pt x="0" y="694"/>
                      </a:lnTo>
                      <a:lnTo>
                        <a:pt x="0" y="2426"/>
                      </a:lnTo>
                      <a:cubicBezTo>
                        <a:pt x="0" y="3372"/>
                        <a:pt x="788" y="4159"/>
                        <a:pt x="1733" y="4159"/>
                      </a:cubicBezTo>
                      <a:lnTo>
                        <a:pt x="3119" y="4159"/>
                      </a:lnTo>
                      <a:cubicBezTo>
                        <a:pt x="4064" y="4159"/>
                        <a:pt x="4852" y="3372"/>
                        <a:pt x="4852" y="2426"/>
                      </a:cubicBezTo>
                      <a:lnTo>
                        <a:pt x="4852" y="694"/>
                      </a:lnTo>
                      <a:lnTo>
                        <a:pt x="4505" y="694"/>
                      </a:lnTo>
                      <a:cubicBezTo>
                        <a:pt x="3938" y="694"/>
                        <a:pt x="3434" y="442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4" name="Google Shape;9606;p73">
                <a:extLst>
                  <a:ext uri="{FF2B5EF4-FFF2-40B4-BE49-F238E27FC236}">
                    <a16:creationId xmlns:a16="http://schemas.microsoft.com/office/drawing/2014/main" id="{EFB89E6E-35DB-2303-FC96-6DBB9908CCCD}"/>
                  </a:ext>
                </a:extLst>
              </p:cNvPr>
              <p:cNvGrpSpPr/>
              <p:nvPr/>
            </p:nvGrpSpPr>
            <p:grpSpPr>
              <a:xfrm>
                <a:off x="10925482" y="4377925"/>
                <a:ext cx="501965" cy="500612"/>
                <a:chOff x="6553275" y="3604550"/>
                <a:chExt cx="296975" cy="296175"/>
              </a:xfrm>
              <a:grpFill/>
            </p:grpSpPr>
            <p:sp>
              <p:nvSpPr>
                <p:cNvPr id="55" name="Google Shape;9607;p73">
                  <a:extLst>
                    <a:ext uri="{FF2B5EF4-FFF2-40B4-BE49-F238E27FC236}">
                      <a16:creationId xmlns:a16="http://schemas.microsoft.com/office/drawing/2014/main" id="{C880518A-8EE0-0C84-F03D-113DD6FFDC46}"/>
                    </a:ext>
                  </a:extLst>
                </p:cNvPr>
                <p:cNvSpPr/>
                <p:nvPr/>
              </p:nvSpPr>
              <p:spPr>
                <a:xfrm>
                  <a:off x="6657250" y="3604550"/>
                  <a:ext cx="86650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6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678" y="3466"/>
                        <a:pt x="3466" y="2678"/>
                        <a:pt x="3466" y="1733"/>
                      </a:cubicBez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Google Shape;9608;p73">
                  <a:extLst>
                    <a:ext uri="{FF2B5EF4-FFF2-40B4-BE49-F238E27FC236}">
                      <a16:creationId xmlns:a16="http://schemas.microsoft.com/office/drawing/2014/main" id="{22320C70-5927-D35D-9F02-51C7440252C8}"/>
                    </a:ext>
                  </a:extLst>
                </p:cNvPr>
                <p:cNvSpPr/>
                <p:nvPr/>
              </p:nvSpPr>
              <p:spPr>
                <a:xfrm>
                  <a:off x="6553275" y="3777825"/>
                  <a:ext cx="2969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9" h="4916" extrusionOk="0">
                      <a:moveTo>
                        <a:pt x="694" y="0"/>
                      </a:moveTo>
                      <a:cubicBezTo>
                        <a:pt x="316" y="0"/>
                        <a:pt x="1" y="315"/>
                        <a:pt x="1" y="693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694" y="4569"/>
                      </a:lnTo>
                      <a:cubicBezTo>
                        <a:pt x="694" y="4758"/>
                        <a:pt x="851" y="4915"/>
                        <a:pt x="1040" y="4915"/>
                      </a:cubicBezTo>
                      <a:lnTo>
                        <a:pt x="10807" y="4915"/>
                      </a:lnTo>
                      <a:cubicBezTo>
                        <a:pt x="11028" y="4915"/>
                        <a:pt x="11185" y="4758"/>
                        <a:pt x="11185" y="4569"/>
                      </a:cubicBezTo>
                      <a:lnTo>
                        <a:pt x="11185" y="1418"/>
                      </a:lnTo>
                      <a:cubicBezTo>
                        <a:pt x="11563" y="1418"/>
                        <a:pt x="11878" y="1103"/>
                        <a:pt x="11878" y="693"/>
                      </a:cubicBezTo>
                      <a:cubicBezTo>
                        <a:pt x="11815" y="315"/>
                        <a:pt x="11500" y="0"/>
                        <a:pt x="111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Google Shape;9609;p73">
                  <a:extLst>
                    <a:ext uri="{FF2B5EF4-FFF2-40B4-BE49-F238E27FC236}">
                      <a16:creationId xmlns:a16="http://schemas.microsoft.com/office/drawing/2014/main" id="{E700520C-CB68-0D54-F350-2073C059F2E6}"/>
                    </a:ext>
                  </a:extLst>
                </p:cNvPr>
                <p:cNvSpPr/>
                <p:nvPr/>
              </p:nvSpPr>
              <p:spPr>
                <a:xfrm>
                  <a:off x="67557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90" y="0"/>
                      </a:moveTo>
                      <a:cubicBezTo>
                        <a:pt x="190" y="126"/>
                        <a:pt x="253" y="221"/>
                        <a:pt x="253" y="347"/>
                      </a:cubicBezTo>
                      <a:cubicBezTo>
                        <a:pt x="253" y="693"/>
                        <a:pt x="158" y="1071"/>
                        <a:pt x="1" y="1386"/>
                      </a:cubicBezTo>
                      <a:cubicBezTo>
                        <a:pt x="977" y="2079"/>
                        <a:pt x="1607" y="3182"/>
                        <a:pt x="1607" y="4474"/>
                      </a:cubicBezTo>
                      <a:lnTo>
                        <a:pt x="1607" y="4852"/>
                      </a:lnTo>
                      <a:lnTo>
                        <a:pt x="2994" y="4852"/>
                      </a:lnTo>
                      <a:lnTo>
                        <a:pt x="2489" y="756"/>
                      </a:lnTo>
                      <a:cubicBezTo>
                        <a:pt x="2363" y="315"/>
                        <a:pt x="1922" y="0"/>
                        <a:pt x="14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Google Shape;9610;p73">
                  <a:extLst>
                    <a:ext uri="{FF2B5EF4-FFF2-40B4-BE49-F238E27FC236}">
                      <a16:creationId xmlns:a16="http://schemas.microsoft.com/office/drawing/2014/main" id="{55C93001-9236-7005-33DE-2780EACA7230}"/>
                    </a:ext>
                  </a:extLst>
                </p:cNvPr>
                <p:cNvSpPr/>
                <p:nvPr/>
              </p:nvSpPr>
              <p:spPr>
                <a:xfrm>
                  <a:off x="65706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545" y="0"/>
                      </a:moveTo>
                      <a:cubicBezTo>
                        <a:pt x="1072" y="0"/>
                        <a:pt x="663" y="315"/>
                        <a:pt x="505" y="788"/>
                      </a:cubicBezTo>
                      <a:lnTo>
                        <a:pt x="1" y="4852"/>
                      </a:lnTo>
                      <a:lnTo>
                        <a:pt x="1356" y="4852"/>
                      </a:lnTo>
                      <a:lnTo>
                        <a:pt x="1356" y="4474"/>
                      </a:lnTo>
                      <a:lnTo>
                        <a:pt x="1387" y="4474"/>
                      </a:lnTo>
                      <a:cubicBezTo>
                        <a:pt x="1387" y="3182"/>
                        <a:pt x="2017" y="2048"/>
                        <a:pt x="2994" y="1386"/>
                      </a:cubicBezTo>
                      <a:cubicBezTo>
                        <a:pt x="2836" y="1071"/>
                        <a:pt x="2773" y="693"/>
                        <a:pt x="2773" y="347"/>
                      </a:cubicBezTo>
                      <a:cubicBezTo>
                        <a:pt x="2773" y="221"/>
                        <a:pt x="2773" y="95"/>
                        <a:pt x="28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Google Shape;9611;p73">
                  <a:extLst>
                    <a:ext uri="{FF2B5EF4-FFF2-40B4-BE49-F238E27FC236}">
                      <a16:creationId xmlns:a16="http://schemas.microsoft.com/office/drawing/2014/main" id="{FC75087B-9823-109D-2966-956A5DCC898D}"/>
                    </a:ext>
                  </a:extLst>
                </p:cNvPr>
                <p:cNvSpPr/>
                <p:nvPr/>
              </p:nvSpPr>
              <p:spPr>
                <a:xfrm>
                  <a:off x="6707650" y="3688025"/>
                  <a:ext cx="7092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837" extrusionOk="0">
                      <a:moveTo>
                        <a:pt x="1482" y="1"/>
                      </a:moveTo>
                      <a:cubicBezTo>
                        <a:pt x="1450" y="32"/>
                        <a:pt x="1418" y="64"/>
                        <a:pt x="1324" y="127"/>
                      </a:cubicBezTo>
                      <a:cubicBezTo>
                        <a:pt x="1324" y="190"/>
                        <a:pt x="1292" y="253"/>
                        <a:pt x="1261" y="284"/>
                      </a:cubicBezTo>
                      <a:lnTo>
                        <a:pt x="1" y="1923"/>
                      </a:lnTo>
                      <a:lnTo>
                        <a:pt x="1" y="2836"/>
                      </a:lnTo>
                      <a:lnTo>
                        <a:pt x="2742" y="2836"/>
                      </a:lnTo>
                      <a:lnTo>
                        <a:pt x="2742" y="2553"/>
                      </a:lnTo>
                      <a:lnTo>
                        <a:pt x="2836" y="2553"/>
                      </a:lnTo>
                      <a:cubicBezTo>
                        <a:pt x="2836" y="1513"/>
                        <a:pt x="2332" y="599"/>
                        <a:pt x="148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Google Shape;9612;p73">
                  <a:extLst>
                    <a:ext uri="{FF2B5EF4-FFF2-40B4-BE49-F238E27FC236}">
                      <a16:creationId xmlns:a16="http://schemas.microsoft.com/office/drawing/2014/main" id="{69DE4CA1-A028-3FE4-E91D-C6FFC3AA7704}"/>
                    </a:ext>
                  </a:extLst>
                </p:cNvPr>
                <p:cNvSpPr/>
                <p:nvPr/>
              </p:nvSpPr>
              <p:spPr>
                <a:xfrm>
                  <a:off x="6621025" y="3688825"/>
                  <a:ext cx="709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931" extrusionOk="0">
                      <a:moveTo>
                        <a:pt x="1323" y="0"/>
                      </a:moveTo>
                      <a:cubicBezTo>
                        <a:pt x="536" y="567"/>
                        <a:pt x="0" y="1513"/>
                        <a:pt x="0" y="2584"/>
                      </a:cubicBezTo>
                      <a:lnTo>
                        <a:pt x="0" y="2930"/>
                      </a:lnTo>
                      <a:lnTo>
                        <a:pt x="2741" y="2930"/>
                      </a:lnTo>
                      <a:lnTo>
                        <a:pt x="2741" y="1922"/>
                      </a:lnTo>
                      <a:lnTo>
                        <a:pt x="2836" y="1922"/>
                      </a:lnTo>
                      <a:lnTo>
                        <a:pt x="1575" y="284"/>
                      </a:lnTo>
                      <a:cubicBezTo>
                        <a:pt x="1512" y="252"/>
                        <a:pt x="1512" y="158"/>
                        <a:pt x="1481" y="126"/>
                      </a:cubicBezTo>
                      <a:cubicBezTo>
                        <a:pt x="1449" y="95"/>
                        <a:pt x="1355" y="63"/>
                        <a:pt x="1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471" name="TextBox 470">
            <a:extLst>
              <a:ext uri="{FF2B5EF4-FFF2-40B4-BE49-F238E27FC236}">
                <a16:creationId xmlns:a16="http://schemas.microsoft.com/office/drawing/2014/main" id="{9927CD74-163D-91E6-9796-807613C96138}"/>
              </a:ext>
            </a:extLst>
          </p:cNvPr>
          <p:cNvSpPr txBox="1"/>
          <p:nvPr/>
        </p:nvSpPr>
        <p:spPr>
          <a:xfrm>
            <a:off x="0" y="39687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3422725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916BC8-F51E-C81C-F9FB-F26BAC6BF02C}"/>
              </a:ext>
            </a:extLst>
          </p:cNvPr>
          <p:cNvSpPr txBox="1"/>
          <p:nvPr/>
        </p:nvSpPr>
        <p:spPr>
          <a:xfrm>
            <a:off x="0" y="39687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Icons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DD8097-FC37-B5A3-F579-B15677CF56F2}"/>
              </a:ext>
            </a:extLst>
          </p:cNvPr>
          <p:cNvGrpSpPr/>
          <p:nvPr/>
        </p:nvGrpSpPr>
        <p:grpSpPr>
          <a:xfrm>
            <a:off x="397192" y="1476392"/>
            <a:ext cx="11397616" cy="4614289"/>
            <a:chOff x="397192" y="1548962"/>
            <a:chExt cx="11397616" cy="4614289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DF07B9-28F0-8489-BE8E-63D90B11A4A9}"/>
                </a:ext>
              </a:extLst>
            </p:cNvPr>
            <p:cNvGrpSpPr/>
            <p:nvPr/>
          </p:nvGrpSpPr>
          <p:grpSpPr>
            <a:xfrm>
              <a:off x="420547" y="3548838"/>
              <a:ext cx="11373408" cy="644982"/>
              <a:chOff x="420547" y="3453239"/>
              <a:chExt cx="11373408" cy="644982"/>
            </a:xfrm>
            <a:grpFill/>
          </p:grpSpPr>
          <p:sp>
            <p:nvSpPr>
              <p:cNvPr id="188" name="Google Shape;12426;p89">
                <a:extLst>
                  <a:ext uri="{FF2B5EF4-FFF2-40B4-BE49-F238E27FC236}">
                    <a16:creationId xmlns:a16="http://schemas.microsoft.com/office/drawing/2014/main" id="{26F9E5E4-A968-8C13-F673-0982BD75CA1C}"/>
                  </a:ext>
                </a:extLst>
              </p:cNvPr>
              <p:cNvSpPr/>
              <p:nvPr/>
            </p:nvSpPr>
            <p:spPr>
              <a:xfrm>
                <a:off x="420547" y="3454119"/>
                <a:ext cx="649979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689" extrusionOk="0">
                    <a:moveTo>
                      <a:pt x="7026" y="757"/>
                    </a:moveTo>
                    <a:lnTo>
                      <a:pt x="7026" y="2710"/>
                    </a:lnTo>
                    <a:lnTo>
                      <a:pt x="5829" y="2710"/>
                    </a:lnTo>
                    <a:cubicBezTo>
                      <a:pt x="5924" y="2332"/>
                      <a:pt x="6081" y="1954"/>
                      <a:pt x="6176" y="1702"/>
                    </a:cubicBezTo>
                    <a:cubicBezTo>
                      <a:pt x="6428" y="1229"/>
                      <a:pt x="6711" y="914"/>
                      <a:pt x="7026" y="757"/>
                    </a:cubicBezTo>
                    <a:close/>
                    <a:moveTo>
                      <a:pt x="7688" y="757"/>
                    </a:moveTo>
                    <a:cubicBezTo>
                      <a:pt x="8003" y="914"/>
                      <a:pt x="8287" y="1229"/>
                      <a:pt x="8507" y="1702"/>
                    </a:cubicBezTo>
                    <a:cubicBezTo>
                      <a:pt x="8665" y="2017"/>
                      <a:pt x="8791" y="2364"/>
                      <a:pt x="8854" y="2710"/>
                    </a:cubicBezTo>
                    <a:lnTo>
                      <a:pt x="7688" y="2710"/>
                    </a:lnTo>
                    <a:lnTo>
                      <a:pt x="7688" y="757"/>
                    </a:lnTo>
                    <a:close/>
                    <a:moveTo>
                      <a:pt x="8917" y="977"/>
                    </a:moveTo>
                    <a:cubicBezTo>
                      <a:pt x="9704" y="1387"/>
                      <a:pt x="10334" y="1954"/>
                      <a:pt x="10712" y="2710"/>
                    </a:cubicBezTo>
                    <a:lnTo>
                      <a:pt x="9578" y="2710"/>
                    </a:lnTo>
                    <a:cubicBezTo>
                      <a:pt x="9452" y="2206"/>
                      <a:pt x="9295" y="1765"/>
                      <a:pt x="9106" y="1387"/>
                    </a:cubicBezTo>
                    <a:cubicBezTo>
                      <a:pt x="9011" y="1261"/>
                      <a:pt x="8948" y="1103"/>
                      <a:pt x="8917" y="977"/>
                    </a:cubicBezTo>
                    <a:close/>
                    <a:moveTo>
                      <a:pt x="5798" y="1009"/>
                    </a:moveTo>
                    <a:lnTo>
                      <a:pt x="5798" y="1009"/>
                    </a:lnTo>
                    <a:cubicBezTo>
                      <a:pt x="5703" y="1135"/>
                      <a:pt x="5640" y="1261"/>
                      <a:pt x="5609" y="1418"/>
                    </a:cubicBezTo>
                    <a:cubicBezTo>
                      <a:pt x="5388" y="1796"/>
                      <a:pt x="5231" y="2269"/>
                      <a:pt x="5136" y="2742"/>
                    </a:cubicBezTo>
                    <a:lnTo>
                      <a:pt x="3970" y="2742"/>
                    </a:lnTo>
                    <a:cubicBezTo>
                      <a:pt x="4380" y="1954"/>
                      <a:pt x="5042" y="1387"/>
                      <a:pt x="5798" y="1009"/>
                    </a:cubicBezTo>
                    <a:close/>
                    <a:moveTo>
                      <a:pt x="5010" y="3435"/>
                    </a:moveTo>
                    <a:cubicBezTo>
                      <a:pt x="4978" y="3750"/>
                      <a:pt x="4915" y="4096"/>
                      <a:pt x="4915" y="4443"/>
                    </a:cubicBezTo>
                    <a:cubicBezTo>
                      <a:pt x="4978" y="4789"/>
                      <a:pt x="4978" y="5167"/>
                      <a:pt x="5010" y="5482"/>
                    </a:cubicBezTo>
                    <a:lnTo>
                      <a:pt x="3718" y="5482"/>
                    </a:lnTo>
                    <a:cubicBezTo>
                      <a:pt x="3624" y="5167"/>
                      <a:pt x="3561" y="4789"/>
                      <a:pt x="3561" y="4443"/>
                    </a:cubicBezTo>
                    <a:cubicBezTo>
                      <a:pt x="3561" y="4096"/>
                      <a:pt x="3592" y="3750"/>
                      <a:pt x="3718" y="3435"/>
                    </a:cubicBezTo>
                    <a:close/>
                    <a:moveTo>
                      <a:pt x="7026" y="3435"/>
                    </a:moveTo>
                    <a:lnTo>
                      <a:pt x="7026" y="5482"/>
                    </a:lnTo>
                    <a:lnTo>
                      <a:pt x="5703" y="5482"/>
                    </a:lnTo>
                    <a:cubicBezTo>
                      <a:pt x="5672" y="5136"/>
                      <a:pt x="5640" y="4789"/>
                      <a:pt x="5640" y="4443"/>
                    </a:cubicBezTo>
                    <a:cubicBezTo>
                      <a:pt x="5640" y="4096"/>
                      <a:pt x="5672" y="3718"/>
                      <a:pt x="5703" y="3435"/>
                    </a:cubicBezTo>
                    <a:close/>
                    <a:moveTo>
                      <a:pt x="8980" y="3435"/>
                    </a:moveTo>
                    <a:cubicBezTo>
                      <a:pt x="9011" y="3750"/>
                      <a:pt x="9074" y="4096"/>
                      <a:pt x="9074" y="4443"/>
                    </a:cubicBezTo>
                    <a:cubicBezTo>
                      <a:pt x="9074" y="4789"/>
                      <a:pt x="9011" y="5167"/>
                      <a:pt x="8980" y="5482"/>
                    </a:cubicBezTo>
                    <a:lnTo>
                      <a:pt x="7688" y="5482"/>
                    </a:lnTo>
                    <a:lnTo>
                      <a:pt x="7688" y="3435"/>
                    </a:lnTo>
                    <a:close/>
                    <a:moveTo>
                      <a:pt x="10996" y="3435"/>
                    </a:moveTo>
                    <a:cubicBezTo>
                      <a:pt x="11059" y="3750"/>
                      <a:pt x="11153" y="4096"/>
                      <a:pt x="11153" y="4443"/>
                    </a:cubicBezTo>
                    <a:cubicBezTo>
                      <a:pt x="11153" y="4789"/>
                      <a:pt x="11122" y="5167"/>
                      <a:pt x="10996" y="5482"/>
                    </a:cubicBezTo>
                    <a:lnTo>
                      <a:pt x="9704" y="5482"/>
                    </a:lnTo>
                    <a:cubicBezTo>
                      <a:pt x="9736" y="5136"/>
                      <a:pt x="9767" y="4789"/>
                      <a:pt x="9767" y="4443"/>
                    </a:cubicBezTo>
                    <a:cubicBezTo>
                      <a:pt x="9736" y="4096"/>
                      <a:pt x="9736" y="3750"/>
                      <a:pt x="9704" y="3435"/>
                    </a:cubicBezTo>
                    <a:close/>
                    <a:moveTo>
                      <a:pt x="5136" y="6144"/>
                    </a:moveTo>
                    <a:cubicBezTo>
                      <a:pt x="5231" y="6648"/>
                      <a:pt x="5388" y="7089"/>
                      <a:pt x="5609" y="7467"/>
                    </a:cubicBezTo>
                    <a:cubicBezTo>
                      <a:pt x="5672" y="7593"/>
                      <a:pt x="5766" y="7751"/>
                      <a:pt x="5798" y="7877"/>
                    </a:cubicBezTo>
                    <a:cubicBezTo>
                      <a:pt x="5042" y="7530"/>
                      <a:pt x="4380" y="6932"/>
                      <a:pt x="3970" y="6144"/>
                    </a:cubicBezTo>
                    <a:close/>
                    <a:moveTo>
                      <a:pt x="10712" y="6144"/>
                    </a:moveTo>
                    <a:cubicBezTo>
                      <a:pt x="10334" y="6932"/>
                      <a:pt x="9704" y="7530"/>
                      <a:pt x="8917" y="7877"/>
                    </a:cubicBezTo>
                    <a:cubicBezTo>
                      <a:pt x="8980" y="7751"/>
                      <a:pt x="9074" y="7625"/>
                      <a:pt x="9106" y="7467"/>
                    </a:cubicBezTo>
                    <a:cubicBezTo>
                      <a:pt x="9295" y="7089"/>
                      <a:pt x="9452" y="6617"/>
                      <a:pt x="9578" y="6144"/>
                    </a:cubicBezTo>
                    <a:close/>
                    <a:moveTo>
                      <a:pt x="7026" y="6144"/>
                    </a:moveTo>
                    <a:lnTo>
                      <a:pt x="7026" y="8097"/>
                    </a:lnTo>
                    <a:cubicBezTo>
                      <a:pt x="6743" y="7940"/>
                      <a:pt x="6428" y="7625"/>
                      <a:pt x="6239" y="7152"/>
                    </a:cubicBezTo>
                    <a:cubicBezTo>
                      <a:pt x="6081" y="6837"/>
                      <a:pt x="5955" y="6491"/>
                      <a:pt x="5861" y="6144"/>
                    </a:cubicBezTo>
                    <a:close/>
                    <a:moveTo>
                      <a:pt x="8854" y="6144"/>
                    </a:moveTo>
                    <a:cubicBezTo>
                      <a:pt x="8791" y="6522"/>
                      <a:pt x="8633" y="6900"/>
                      <a:pt x="8507" y="7152"/>
                    </a:cubicBezTo>
                    <a:cubicBezTo>
                      <a:pt x="8287" y="7688"/>
                      <a:pt x="8003" y="8003"/>
                      <a:pt x="7688" y="8097"/>
                    </a:cubicBezTo>
                    <a:lnTo>
                      <a:pt x="7688" y="6144"/>
                    </a:lnTo>
                    <a:close/>
                    <a:moveTo>
                      <a:pt x="2726" y="8759"/>
                    </a:moveTo>
                    <a:cubicBezTo>
                      <a:pt x="2813" y="8759"/>
                      <a:pt x="2899" y="8790"/>
                      <a:pt x="2962" y="8853"/>
                    </a:cubicBezTo>
                    <a:cubicBezTo>
                      <a:pt x="3088" y="8980"/>
                      <a:pt x="3088" y="9169"/>
                      <a:pt x="2962" y="9326"/>
                    </a:cubicBezTo>
                    <a:lnTo>
                      <a:pt x="1387" y="10901"/>
                    </a:lnTo>
                    <a:cubicBezTo>
                      <a:pt x="1324" y="10964"/>
                      <a:pt x="1237" y="10996"/>
                      <a:pt x="1151" y="10996"/>
                    </a:cubicBezTo>
                    <a:cubicBezTo>
                      <a:pt x="1064" y="10996"/>
                      <a:pt x="977" y="10964"/>
                      <a:pt x="914" y="10901"/>
                    </a:cubicBezTo>
                    <a:cubicBezTo>
                      <a:pt x="788" y="10775"/>
                      <a:pt x="788" y="10555"/>
                      <a:pt x="914" y="10429"/>
                    </a:cubicBezTo>
                    <a:lnTo>
                      <a:pt x="2490" y="8853"/>
                    </a:lnTo>
                    <a:cubicBezTo>
                      <a:pt x="2553" y="8790"/>
                      <a:pt x="2639" y="8759"/>
                      <a:pt x="2726" y="8759"/>
                    </a:cubicBezTo>
                    <a:close/>
                    <a:moveTo>
                      <a:pt x="7373" y="1"/>
                    </a:moveTo>
                    <a:cubicBezTo>
                      <a:pt x="4915" y="1"/>
                      <a:pt x="2931" y="1985"/>
                      <a:pt x="2931" y="4443"/>
                    </a:cubicBezTo>
                    <a:cubicBezTo>
                      <a:pt x="2931" y="5514"/>
                      <a:pt x="3309" y="6522"/>
                      <a:pt x="4002" y="7310"/>
                    </a:cubicBezTo>
                    <a:lnTo>
                      <a:pt x="3151" y="8160"/>
                    </a:lnTo>
                    <a:cubicBezTo>
                      <a:pt x="3011" y="8079"/>
                      <a:pt x="2858" y="8040"/>
                      <a:pt x="2705" y="8040"/>
                    </a:cubicBezTo>
                    <a:cubicBezTo>
                      <a:pt x="2445" y="8040"/>
                      <a:pt x="2184" y="8151"/>
                      <a:pt x="1986" y="8349"/>
                    </a:cubicBezTo>
                    <a:lnTo>
                      <a:pt x="410" y="9925"/>
                    </a:lnTo>
                    <a:cubicBezTo>
                      <a:pt x="1" y="10303"/>
                      <a:pt x="1" y="10996"/>
                      <a:pt x="410" y="11374"/>
                    </a:cubicBezTo>
                    <a:cubicBezTo>
                      <a:pt x="599" y="11563"/>
                      <a:pt x="883" y="11689"/>
                      <a:pt x="1103" y="11689"/>
                    </a:cubicBezTo>
                    <a:cubicBezTo>
                      <a:pt x="1387" y="11689"/>
                      <a:pt x="1607" y="11563"/>
                      <a:pt x="1828" y="11374"/>
                    </a:cubicBezTo>
                    <a:lnTo>
                      <a:pt x="3403" y="9799"/>
                    </a:lnTo>
                    <a:cubicBezTo>
                      <a:pt x="3718" y="9484"/>
                      <a:pt x="3781" y="9011"/>
                      <a:pt x="3592" y="8633"/>
                    </a:cubicBezTo>
                    <a:lnTo>
                      <a:pt x="4411" y="7782"/>
                    </a:lnTo>
                    <a:cubicBezTo>
                      <a:pt x="5199" y="8444"/>
                      <a:pt x="6207" y="8853"/>
                      <a:pt x="7278" y="8853"/>
                    </a:cubicBezTo>
                    <a:cubicBezTo>
                      <a:pt x="7298" y="8854"/>
                      <a:pt x="7318" y="8854"/>
                      <a:pt x="7338" y="8854"/>
                    </a:cubicBezTo>
                    <a:cubicBezTo>
                      <a:pt x="9830" y="8854"/>
                      <a:pt x="11815" y="6881"/>
                      <a:pt x="11815" y="4443"/>
                    </a:cubicBezTo>
                    <a:cubicBezTo>
                      <a:pt x="11815" y="2017"/>
                      <a:pt x="9799" y="1"/>
                      <a:pt x="73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89" name="Google Shape;12431;p89">
                <a:extLst>
                  <a:ext uri="{FF2B5EF4-FFF2-40B4-BE49-F238E27FC236}">
                    <a16:creationId xmlns:a16="http://schemas.microsoft.com/office/drawing/2014/main" id="{F04CB8D7-F288-D367-C502-F566FF9B47C7}"/>
                  </a:ext>
                </a:extLst>
              </p:cNvPr>
              <p:cNvGrpSpPr/>
              <p:nvPr/>
            </p:nvGrpSpPr>
            <p:grpSpPr>
              <a:xfrm>
                <a:off x="4541947" y="3455229"/>
                <a:ext cx="644752" cy="641288"/>
                <a:chOff x="-4931075" y="2765725"/>
                <a:chExt cx="293025" cy="291450"/>
              </a:xfrm>
              <a:grpFill/>
            </p:grpSpPr>
            <p:sp>
              <p:nvSpPr>
                <p:cNvPr id="244" name="Google Shape;12432;p89">
                  <a:extLst>
                    <a:ext uri="{FF2B5EF4-FFF2-40B4-BE49-F238E27FC236}">
                      <a16:creationId xmlns:a16="http://schemas.microsoft.com/office/drawing/2014/main" id="{3CB4FDB3-491B-2142-6877-6D82AB1E51BD}"/>
                    </a:ext>
                  </a:extLst>
                </p:cNvPr>
                <p:cNvSpPr/>
                <p:nvPr/>
              </p:nvSpPr>
              <p:spPr>
                <a:xfrm>
                  <a:off x="-4810550" y="288465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663"/>
                      </a:moveTo>
                      <a:cubicBezTo>
                        <a:pt x="1229" y="663"/>
                        <a:pt x="1386" y="820"/>
                        <a:pt x="1386" y="1041"/>
                      </a:cubicBezTo>
                      <a:cubicBezTo>
                        <a:pt x="1386" y="1230"/>
                        <a:pt x="1229" y="1387"/>
                        <a:pt x="1008" y="1387"/>
                      </a:cubicBezTo>
                      <a:cubicBezTo>
                        <a:pt x="819" y="1387"/>
                        <a:pt x="662" y="1230"/>
                        <a:pt x="662" y="1041"/>
                      </a:cubicBezTo>
                      <a:cubicBezTo>
                        <a:pt x="662" y="820"/>
                        <a:pt x="819" y="663"/>
                        <a:pt x="1008" y="663"/>
                      </a:cubicBez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41"/>
                      </a:cubicBezTo>
                      <a:cubicBezTo>
                        <a:pt x="0" y="1576"/>
                        <a:pt x="473" y="2049"/>
                        <a:pt x="1040" y="2049"/>
                      </a:cubicBezTo>
                      <a:cubicBezTo>
                        <a:pt x="1575" y="2049"/>
                        <a:pt x="2048" y="1576"/>
                        <a:pt x="2048" y="1041"/>
                      </a:cubicBezTo>
                      <a:cubicBezTo>
                        <a:pt x="2048" y="473"/>
                        <a:pt x="160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Google Shape;12433;p89">
                  <a:extLst>
                    <a:ext uri="{FF2B5EF4-FFF2-40B4-BE49-F238E27FC236}">
                      <a16:creationId xmlns:a16="http://schemas.microsoft.com/office/drawing/2014/main" id="{2A78DCEF-794E-FEAB-9A93-963D13782165}"/>
                    </a:ext>
                  </a:extLst>
                </p:cNvPr>
                <p:cNvSpPr/>
                <p:nvPr/>
              </p:nvSpPr>
              <p:spPr>
                <a:xfrm>
                  <a:off x="-4931075" y="27657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3214" y="1387"/>
                      </a:moveTo>
                      <a:lnTo>
                        <a:pt x="4475" y="3844"/>
                      </a:lnTo>
                      <a:cubicBezTo>
                        <a:pt x="4223" y="4002"/>
                        <a:pt x="4034" y="4222"/>
                        <a:pt x="3876" y="4443"/>
                      </a:cubicBezTo>
                      <a:lnTo>
                        <a:pt x="1356" y="3214"/>
                      </a:lnTo>
                      <a:cubicBezTo>
                        <a:pt x="1828" y="2427"/>
                        <a:pt x="2458" y="1796"/>
                        <a:pt x="3214" y="1387"/>
                      </a:cubicBezTo>
                      <a:close/>
                      <a:moveTo>
                        <a:pt x="5829" y="4128"/>
                      </a:moveTo>
                      <a:cubicBezTo>
                        <a:pt x="6775" y="4128"/>
                        <a:pt x="7531" y="4884"/>
                        <a:pt x="7531" y="5829"/>
                      </a:cubicBezTo>
                      <a:cubicBezTo>
                        <a:pt x="7562" y="6743"/>
                        <a:pt x="6775" y="7530"/>
                        <a:pt x="5829" y="7530"/>
                      </a:cubicBezTo>
                      <a:cubicBezTo>
                        <a:pt x="4884" y="7530"/>
                        <a:pt x="4160" y="6774"/>
                        <a:pt x="4160" y="5829"/>
                      </a:cubicBezTo>
                      <a:cubicBezTo>
                        <a:pt x="4160" y="4884"/>
                        <a:pt x="4884" y="4128"/>
                        <a:pt x="5829" y="4128"/>
                      </a:cubicBezTo>
                      <a:close/>
                      <a:moveTo>
                        <a:pt x="5798" y="662"/>
                      </a:moveTo>
                      <a:cubicBezTo>
                        <a:pt x="8665" y="662"/>
                        <a:pt x="10996" y="2994"/>
                        <a:pt x="10996" y="5861"/>
                      </a:cubicBezTo>
                      <a:cubicBezTo>
                        <a:pt x="10996" y="6585"/>
                        <a:pt x="10839" y="7247"/>
                        <a:pt x="10618" y="7845"/>
                      </a:cubicBezTo>
                      <a:lnTo>
                        <a:pt x="8129" y="6585"/>
                      </a:lnTo>
                      <a:cubicBezTo>
                        <a:pt x="8192" y="6333"/>
                        <a:pt x="8255" y="6050"/>
                        <a:pt x="8255" y="5829"/>
                      </a:cubicBezTo>
                      <a:cubicBezTo>
                        <a:pt x="8255" y="4474"/>
                        <a:pt x="7184" y="3435"/>
                        <a:pt x="5829" y="3435"/>
                      </a:cubicBezTo>
                      <a:cubicBezTo>
                        <a:pt x="5577" y="3435"/>
                        <a:pt x="5325" y="3466"/>
                        <a:pt x="5105" y="3529"/>
                      </a:cubicBezTo>
                      <a:lnTo>
                        <a:pt x="3845" y="1072"/>
                      </a:lnTo>
                      <a:cubicBezTo>
                        <a:pt x="4412" y="820"/>
                        <a:pt x="5105" y="662"/>
                        <a:pt x="5798" y="662"/>
                      </a:cubicBezTo>
                      <a:close/>
                      <a:moveTo>
                        <a:pt x="7814" y="7152"/>
                      </a:moveTo>
                      <a:lnTo>
                        <a:pt x="10303" y="8412"/>
                      </a:lnTo>
                      <a:cubicBezTo>
                        <a:pt x="9862" y="9200"/>
                        <a:pt x="9232" y="9830"/>
                        <a:pt x="8444" y="10271"/>
                      </a:cubicBezTo>
                      <a:lnTo>
                        <a:pt x="7216" y="7751"/>
                      </a:lnTo>
                      <a:cubicBezTo>
                        <a:pt x="7468" y="7593"/>
                        <a:pt x="7657" y="7404"/>
                        <a:pt x="7814" y="7152"/>
                      </a:cubicBezTo>
                      <a:close/>
                      <a:moveTo>
                        <a:pt x="1072" y="3844"/>
                      </a:moveTo>
                      <a:lnTo>
                        <a:pt x="3593" y="5073"/>
                      </a:lnTo>
                      <a:cubicBezTo>
                        <a:pt x="3530" y="5325"/>
                        <a:pt x="3498" y="5546"/>
                        <a:pt x="3498" y="5829"/>
                      </a:cubicBezTo>
                      <a:cubicBezTo>
                        <a:pt x="3498" y="7152"/>
                        <a:pt x="4538" y="8223"/>
                        <a:pt x="5892" y="8223"/>
                      </a:cubicBezTo>
                      <a:cubicBezTo>
                        <a:pt x="6176" y="8223"/>
                        <a:pt x="6396" y="8192"/>
                        <a:pt x="6648" y="8097"/>
                      </a:cubicBezTo>
                      <a:lnTo>
                        <a:pt x="7846" y="10618"/>
                      </a:lnTo>
                      <a:cubicBezTo>
                        <a:pt x="7216" y="10901"/>
                        <a:pt x="6554" y="11027"/>
                        <a:pt x="5892" y="11027"/>
                      </a:cubicBezTo>
                      <a:cubicBezTo>
                        <a:pt x="2994" y="10996"/>
                        <a:pt x="694" y="8665"/>
                        <a:pt x="694" y="5829"/>
                      </a:cubicBezTo>
                      <a:cubicBezTo>
                        <a:pt x="694" y="5104"/>
                        <a:pt x="852" y="4443"/>
                        <a:pt x="1072" y="3844"/>
                      </a:cubicBezTo>
                      <a:close/>
                      <a:moveTo>
                        <a:pt x="5798" y="1"/>
                      </a:moveTo>
                      <a:cubicBezTo>
                        <a:pt x="4254" y="1"/>
                        <a:pt x="2773" y="599"/>
                        <a:pt x="1702" y="1702"/>
                      </a:cubicBezTo>
                      <a:cubicBezTo>
                        <a:pt x="600" y="2805"/>
                        <a:pt x="1" y="4254"/>
                        <a:pt x="1" y="5798"/>
                      </a:cubicBezTo>
                      <a:cubicBezTo>
                        <a:pt x="1" y="8980"/>
                        <a:pt x="2647" y="11657"/>
                        <a:pt x="5892" y="11657"/>
                      </a:cubicBezTo>
                      <a:cubicBezTo>
                        <a:pt x="9106" y="11657"/>
                        <a:pt x="11721" y="9043"/>
                        <a:pt x="11721" y="5829"/>
                      </a:cubicBezTo>
                      <a:cubicBezTo>
                        <a:pt x="11658" y="2647"/>
                        <a:pt x="9043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0" name="Google Shape;12444;p89">
                <a:extLst>
                  <a:ext uri="{FF2B5EF4-FFF2-40B4-BE49-F238E27FC236}">
                    <a16:creationId xmlns:a16="http://schemas.microsoft.com/office/drawing/2014/main" id="{4C8A3B56-618A-770D-6AD2-09C05F4EA644}"/>
                  </a:ext>
                </a:extLst>
              </p:cNvPr>
              <p:cNvGrpSpPr/>
              <p:nvPr/>
            </p:nvGrpSpPr>
            <p:grpSpPr>
              <a:xfrm>
                <a:off x="8683385" y="3492498"/>
                <a:ext cx="641288" cy="566751"/>
                <a:chOff x="-3137650" y="2787000"/>
                <a:chExt cx="291450" cy="257575"/>
              </a:xfrm>
              <a:grpFill/>
            </p:grpSpPr>
            <p:sp>
              <p:nvSpPr>
                <p:cNvPr id="236" name="Google Shape;12445;p89">
                  <a:extLst>
                    <a:ext uri="{FF2B5EF4-FFF2-40B4-BE49-F238E27FC236}">
                      <a16:creationId xmlns:a16="http://schemas.microsoft.com/office/drawing/2014/main" id="{6F67A78A-D18C-4164-6728-4DBE96E020B7}"/>
                    </a:ext>
                  </a:extLst>
                </p:cNvPr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Google Shape;12446;p89">
                  <a:extLst>
                    <a:ext uri="{FF2B5EF4-FFF2-40B4-BE49-F238E27FC236}">
                      <a16:creationId xmlns:a16="http://schemas.microsoft.com/office/drawing/2014/main" id="{B136D718-3670-65CB-BBF5-D07A58A6446D}"/>
                    </a:ext>
                  </a:extLst>
                </p:cNvPr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Google Shape;12447;p89">
                  <a:extLst>
                    <a:ext uri="{FF2B5EF4-FFF2-40B4-BE49-F238E27FC236}">
                      <a16:creationId xmlns:a16="http://schemas.microsoft.com/office/drawing/2014/main" id="{92229ED2-11F9-E419-74AE-25F9CE10ECB0}"/>
                    </a:ext>
                  </a:extLst>
                </p:cNvPr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Google Shape;12448;p89">
                  <a:extLst>
                    <a:ext uri="{FF2B5EF4-FFF2-40B4-BE49-F238E27FC236}">
                      <a16:creationId xmlns:a16="http://schemas.microsoft.com/office/drawing/2014/main" id="{3472198F-8615-DE82-49A7-580461EBBA56}"/>
                    </a:ext>
                  </a:extLst>
                </p:cNvPr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Google Shape;12449;p89">
                  <a:extLst>
                    <a:ext uri="{FF2B5EF4-FFF2-40B4-BE49-F238E27FC236}">
                      <a16:creationId xmlns:a16="http://schemas.microsoft.com/office/drawing/2014/main" id="{99F3A283-189B-BBD7-0B75-076ECC3C17CD}"/>
                    </a:ext>
                  </a:extLst>
                </p:cNvPr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Google Shape;12450;p89">
                  <a:extLst>
                    <a:ext uri="{FF2B5EF4-FFF2-40B4-BE49-F238E27FC236}">
                      <a16:creationId xmlns:a16="http://schemas.microsoft.com/office/drawing/2014/main" id="{5622AD64-31AD-FE41-7297-55F300017F36}"/>
                    </a:ext>
                  </a:extLst>
                </p:cNvPr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Google Shape;12451;p89">
                  <a:extLst>
                    <a:ext uri="{FF2B5EF4-FFF2-40B4-BE49-F238E27FC236}">
                      <a16:creationId xmlns:a16="http://schemas.microsoft.com/office/drawing/2014/main" id="{05E46F8A-776A-F49B-290F-B99DD0F1792F}"/>
                    </a:ext>
                  </a:extLst>
                </p:cNvPr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Google Shape;12452;p89">
                  <a:extLst>
                    <a:ext uri="{FF2B5EF4-FFF2-40B4-BE49-F238E27FC236}">
                      <a16:creationId xmlns:a16="http://schemas.microsoft.com/office/drawing/2014/main" id="{00C30F12-B937-929F-DA66-E7DD4A7FA6E7}"/>
                    </a:ext>
                  </a:extLst>
                </p:cNvPr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1" name="Google Shape;12456;p89">
                <a:extLst>
                  <a:ext uri="{FF2B5EF4-FFF2-40B4-BE49-F238E27FC236}">
                    <a16:creationId xmlns:a16="http://schemas.microsoft.com/office/drawing/2014/main" id="{5E101D95-ACAB-3FD7-0524-53739FCE0265}"/>
                  </a:ext>
                </a:extLst>
              </p:cNvPr>
              <p:cNvGrpSpPr/>
              <p:nvPr/>
            </p:nvGrpSpPr>
            <p:grpSpPr>
              <a:xfrm>
                <a:off x="1243541" y="3454375"/>
                <a:ext cx="642992" cy="642992"/>
                <a:chOff x="-6354300" y="2757075"/>
                <a:chExt cx="292225" cy="292225"/>
              </a:xfrm>
              <a:grpFill/>
            </p:grpSpPr>
            <p:sp>
              <p:nvSpPr>
                <p:cNvPr id="232" name="Google Shape;12457;p89">
                  <a:extLst>
                    <a:ext uri="{FF2B5EF4-FFF2-40B4-BE49-F238E27FC236}">
                      <a16:creationId xmlns:a16="http://schemas.microsoft.com/office/drawing/2014/main" id="{29ACF079-64BC-2BE7-4D38-FF9444EB99C1}"/>
                    </a:ext>
                  </a:extLst>
                </p:cNvPr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Google Shape;12458;p89">
                  <a:extLst>
                    <a:ext uri="{FF2B5EF4-FFF2-40B4-BE49-F238E27FC236}">
                      <a16:creationId xmlns:a16="http://schemas.microsoft.com/office/drawing/2014/main" id="{DCA58EB9-05CD-2EE0-ED8E-10E52F344707}"/>
                    </a:ext>
                  </a:extLst>
                </p:cNvPr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Google Shape;12459;p89">
                  <a:extLst>
                    <a:ext uri="{FF2B5EF4-FFF2-40B4-BE49-F238E27FC236}">
                      <a16:creationId xmlns:a16="http://schemas.microsoft.com/office/drawing/2014/main" id="{C8FAE6A0-01D5-2DBD-29A6-C9D075879933}"/>
                    </a:ext>
                  </a:extLst>
                </p:cNvPr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Google Shape;12460;p89">
                  <a:extLst>
                    <a:ext uri="{FF2B5EF4-FFF2-40B4-BE49-F238E27FC236}">
                      <a16:creationId xmlns:a16="http://schemas.microsoft.com/office/drawing/2014/main" id="{D53D0C80-E18B-F478-A530-F6450A73A2C6}"/>
                    </a:ext>
                  </a:extLst>
                </p:cNvPr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oogle Shape;12467;p89">
                <a:extLst>
                  <a:ext uri="{FF2B5EF4-FFF2-40B4-BE49-F238E27FC236}">
                    <a16:creationId xmlns:a16="http://schemas.microsoft.com/office/drawing/2014/main" id="{CDEE862A-5754-2080-E8D8-1186EE0DB961}"/>
                  </a:ext>
                </a:extLst>
              </p:cNvPr>
              <p:cNvGrpSpPr/>
              <p:nvPr/>
            </p:nvGrpSpPr>
            <p:grpSpPr>
              <a:xfrm>
                <a:off x="5368208" y="3453523"/>
                <a:ext cx="644752" cy="644698"/>
                <a:chOff x="-4572700" y="2764950"/>
                <a:chExt cx="293025" cy="293000"/>
              </a:xfrm>
              <a:grpFill/>
            </p:grpSpPr>
            <p:sp>
              <p:nvSpPr>
                <p:cNvPr id="227" name="Google Shape;12468;p89">
                  <a:extLst>
                    <a:ext uri="{FF2B5EF4-FFF2-40B4-BE49-F238E27FC236}">
                      <a16:creationId xmlns:a16="http://schemas.microsoft.com/office/drawing/2014/main" id="{2AEAA3FA-EE24-23F0-F290-3019E612667B}"/>
                    </a:ext>
                  </a:extLst>
                </p:cNvPr>
                <p:cNvSpPr/>
                <p:nvPr/>
              </p:nvSpPr>
              <p:spPr>
                <a:xfrm>
                  <a:off x="-4572700" y="2764950"/>
                  <a:ext cx="293025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720" extrusionOk="0">
                      <a:moveTo>
                        <a:pt x="10681" y="2048"/>
                      </a:moveTo>
                      <a:cubicBezTo>
                        <a:pt x="10870" y="2048"/>
                        <a:pt x="11027" y="2206"/>
                        <a:pt x="11027" y="2395"/>
                      </a:cubicBezTo>
                      <a:lnTo>
                        <a:pt x="11027" y="7246"/>
                      </a:lnTo>
                      <a:cubicBezTo>
                        <a:pt x="11027" y="7435"/>
                        <a:pt x="10870" y="7593"/>
                        <a:pt x="10681" y="7593"/>
                      </a:cubicBezTo>
                      <a:lnTo>
                        <a:pt x="1072" y="7593"/>
                      </a:lnTo>
                      <a:cubicBezTo>
                        <a:pt x="883" y="7593"/>
                        <a:pt x="725" y="7435"/>
                        <a:pt x="725" y="7246"/>
                      </a:cubicBezTo>
                      <a:lnTo>
                        <a:pt x="725" y="2395"/>
                      </a:lnTo>
                      <a:cubicBezTo>
                        <a:pt x="725" y="2206"/>
                        <a:pt x="883" y="2048"/>
                        <a:pt x="1072" y="2048"/>
                      </a:cubicBezTo>
                      <a:close/>
                      <a:moveTo>
                        <a:pt x="4821" y="8286"/>
                      </a:moveTo>
                      <a:lnTo>
                        <a:pt x="4821" y="8979"/>
                      </a:lnTo>
                      <a:lnTo>
                        <a:pt x="3435" y="8979"/>
                      </a:lnTo>
                      <a:lnTo>
                        <a:pt x="3435" y="8286"/>
                      </a:lnTo>
                      <a:close/>
                      <a:moveTo>
                        <a:pt x="8287" y="8286"/>
                      </a:moveTo>
                      <a:lnTo>
                        <a:pt x="8287" y="8979"/>
                      </a:lnTo>
                      <a:lnTo>
                        <a:pt x="6869" y="8979"/>
                      </a:lnTo>
                      <a:lnTo>
                        <a:pt x="6869" y="8286"/>
                      </a:lnTo>
                      <a:close/>
                      <a:moveTo>
                        <a:pt x="6207" y="8254"/>
                      </a:moveTo>
                      <a:lnTo>
                        <a:pt x="6207" y="11027"/>
                      </a:lnTo>
                      <a:lnTo>
                        <a:pt x="5514" y="11027"/>
                      </a:lnTo>
                      <a:lnTo>
                        <a:pt x="5514" y="8254"/>
                      </a:ln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cubicBezTo>
                        <a:pt x="1387" y="536"/>
                        <a:pt x="1544" y="693"/>
                        <a:pt x="1733" y="693"/>
                      </a:cubicBezTo>
                      <a:lnTo>
                        <a:pt x="2112" y="693"/>
                      </a:lnTo>
                      <a:lnTo>
                        <a:pt x="2112" y="1355"/>
                      </a:lnTo>
                      <a:lnTo>
                        <a:pt x="1072" y="1355"/>
                      </a:lnTo>
                      <a:cubicBezTo>
                        <a:pt x="536" y="1355"/>
                        <a:pt x="64" y="1827"/>
                        <a:pt x="64" y="2395"/>
                      </a:cubicBezTo>
                      <a:lnTo>
                        <a:pt x="64" y="7246"/>
                      </a:lnTo>
                      <a:cubicBezTo>
                        <a:pt x="64" y="7782"/>
                        <a:pt x="536" y="8254"/>
                        <a:pt x="1072" y="8254"/>
                      </a:cubicBezTo>
                      <a:lnTo>
                        <a:pt x="2773" y="8254"/>
                      </a:lnTo>
                      <a:lnTo>
                        <a:pt x="2773" y="8916"/>
                      </a:lnTo>
                      <a:lnTo>
                        <a:pt x="1733" y="8916"/>
                      </a:lnTo>
                      <a:cubicBezTo>
                        <a:pt x="1544" y="8916"/>
                        <a:pt x="1387" y="9074"/>
                        <a:pt x="1387" y="9294"/>
                      </a:cubicBezTo>
                      <a:cubicBezTo>
                        <a:pt x="1387" y="9483"/>
                        <a:pt x="1544" y="9641"/>
                        <a:pt x="1733" y="9641"/>
                      </a:cubicBezTo>
                      <a:lnTo>
                        <a:pt x="4821" y="9641"/>
                      </a:lnTo>
                      <a:lnTo>
                        <a:pt x="4821" y="11027"/>
                      </a:lnTo>
                      <a:lnTo>
                        <a:pt x="379" y="11027"/>
                      </a:lnTo>
                      <a:cubicBezTo>
                        <a:pt x="158" y="11027"/>
                        <a:pt x="1" y="11184"/>
                        <a:pt x="1" y="11373"/>
                      </a:cubicBezTo>
                      <a:cubicBezTo>
                        <a:pt x="1" y="11562"/>
                        <a:pt x="158" y="11720"/>
                        <a:pt x="379" y="11720"/>
                      </a:cubicBezTo>
                      <a:lnTo>
                        <a:pt x="11342" y="11720"/>
                      </a:lnTo>
                      <a:cubicBezTo>
                        <a:pt x="11563" y="11720"/>
                        <a:pt x="11721" y="11562"/>
                        <a:pt x="11721" y="11373"/>
                      </a:cubicBezTo>
                      <a:cubicBezTo>
                        <a:pt x="11721" y="11184"/>
                        <a:pt x="11563" y="11027"/>
                        <a:pt x="11342" y="11027"/>
                      </a:cubicBezTo>
                      <a:lnTo>
                        <a:pt x="6869" y="11027"/>
                      </a:lnTo>
                      <a:lnTo>
                        <a:pt x="6869" y="9641"/>
                      </a:lnTo>
                      <a:lnTo>
                        <a:pt x="9988" y="9641"/>
                      </a:lnTo>
                      <a:cubicBezTo>
                        <a:pt x="10177" y="9641"/>
                        <a:pt x="10334" y="9483"/>
                        <a:pt x="10334" y="9294"/>
                      </a:cubicBezTo>
                      <a:cubicBezTo>
                        <a:pt x="10334" y="9074"/>
                        <a:pt x="10177" y="8916"/>
                        <a:pt x="9988" y="8916"/>
                      </a:cubicBezTo>
                      <a:lnTo>
                        <a:pt x="8948" y="8916"/>
                      </a:lnTo>
                      <a:lnTo>
                        <a:pt x="8948" y="8254"/>
                      </a:lnTo>
                      <a:lnTo>
                        <a:pt x="10681" y="8254"/>
                      </a:lnTo>
                      <a:cubicBezTo>
                        <a:pt x="11248" y="8254"/>
                        <a:pt x="11721" y="7782"/>
                        <a:pt x="11721" y="7246"/>
                      </a:cubicBezTo>
                      <a:lnTo>
                        <a:pt x="11721" y="2395"/>
                      </a:lnTo>
                      <a:cubicBezTo>
                        <a:pt x="11721" y="1827"/>
                        <a:pt x="11248" y="1355"/>
                        <a:pt x="10681" y="1355"/>
                      </a:cubicBezTo>
                      <a:lnTo>
                        <a:pt x="9673" y="1355"/>
                      </a:lnTo>
                      <a:lnTo>
                        <a:pt x="9673" y="693"/>
                      </a:lnTo>
                      <a:lnTo>
                        <a:pt x="10019" y="693"/>
                      </a:lnTo>
                      <a:cubicBezTo>
                        <a:pt x="10208" y="693"/>
                        <a:pt x="10366" y="536"/>
                        <a:pt x="10366" y="347"/>
                      </a:cubicBezTo>
                      <a:cubicBezTo>
                        <a:pt x="10366" y="158"/>
                        <a:pt x="10208" y="0"/>
                        <a:pt x="10019" y="0"/>
                      </a:cubicBezTo>
                      <a:lnTo>
                        <a:pt x="8633" y="0"/>
                      </a:lnTo>
                      <a:cubicBezTo>
                        <a:pt x="8444" y="0"/>
                        <a:pt x="8287" y="158"/>
                        <a:pt x="8287" y="347"/>
                      </a:cubicBezTo>
                      <a:cubicBezTo>
                        <a:pt x="8287" y="536"/>
                        <a:pt x="8444" y="693"/>
                        <a:pt x="8633" y="693"/>
                      </a:cubicBezTo>
                      <a:lnTo>
                        <a:pt x="8980" y="693"/>
                      </a:lnTo>
                      <a:lnTo>
                        <a:pt x="8980" y="1355"/>
                      </a:lnTo>
                      <a:lnTo>
                        <a:pt x="6207" y="1355"/>
                      </a:lnTo>
                      <a:lnTo>
                        <a:pt x="6207" y="693"/>
                      </a:lnTo>
                      <a:lnTo>
                        <a:pt x="6554" y="693"/>
                      </a:lnTo>
                      <a:cubicBezTo>
                        <a:pt x="6743" y="693"/>
                        <a:pt x="6900" y="536"/>
                        <a:pt x="6900" y="347"/>
                      </a:cubicBezTo>
                      <a:cubicBezTo>
                        <a:pt x="6900" y="158"/>
                        <a:pt x="6743" y="0"/>
                        <a:pt x="6554" y="0"/>
                      </a:cubicBezTo>
                      <a:lnTo>
                        <a:pt x="5168" y="0"/>
                      </a:lnTo>
                      <a:cubicBezTo>
                        <a:pt x="4978" y="0"/>
                        <a:pt x="4821" y="158"/>
                        <a:pt x="4821" y="347"/>
                      </a:cubicBezTo>
                      <a:cubicBezTo>
                        <a:pt x="4821" y="536"/>
                        <a:pt x="4978" y="693"/>
                        <a:pt x="5168" y="693"/>
                      </a:cubicBezTo>
                      <a:lnTo>
                        <a:pt x="5514" y="693"/>
                      </a:lnTo>
                      <a:lnTo>
                        <a:pt x="5514" y="1355"/>
                      </a:lnTo>
                      <a:lnTo>
                        <a:pt x="2773" y="1355"/>
                      </a:lnTo>
                      <a:lnTo>
                        <a:pt x="2773" y="693"/>
                      </a:lnTo>
                      <a:lnTo>
                        <a:pt x="3120" y="693"/>
                      </a:lnTo>
                      <a:cubicBezTo>
                        <a:pt x="3309" y="693"/>
                        <a:pt x="3466" y="536"/>
                        <a:pt x="3466" y="347"/>
                      </a:cubicBezTo>
                      <a:cubicBezTo>
                        <a:pt x="3466" y="158"/>
                        <a:pt x="3309" y="0"/>
                        <a:pt x="3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Google Shape;12469;p89">
                  <a:extLst>
                    <a:ext uri="{FF2B5EF4-FFF2-40B4-BE49-F238E27FC236}">
                      <a16:creationId xmlns:a16="http://schemas.microsoft.com/office/drawing/2014/main" id="{2EBB937E-E851-8997-B9B8-5841DFB0D5CA}"/>
                    </a:ext>
                  </a:extLst>
                </p:cNvPr>
                <p:cNvSpPr/>
                <p:nvPr/>
              </p:nvSpPr>
              <p:spPr>
                <a:xfrm>
                  <a:off x="-4538825" y="2833475"/>
                  <a:ext cx="866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191" extrusionOk="0">
                      <a:moveTo>
                        <a:pt x="2804" y="662"/>
                      </a:moveTo>
                      <a:lnTo>
                        <a:pt x="2804" y="3466"/>
                      </a:lnTo>
                      <a:lnTo>
                        <a:pt x="757" y="3466"/>
                      </a:lnTo>
                      <a:lnTo>
                        <a:pt x="757" y="662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3812"/>
                      </a:lnTo>
                      <a:cubicBezTo>
                        <a:pt x="0" y="4033"/>
                        <a:pt x="158" y="4190"/>
                        <a:pt x="347" y="4190"/>
                      </a:cubicBezTo>
                      <a:lnTo>
                        <a:pt x="3119" y="4190"/>
                      </a:lnTo>
                      <a:cubicBezTo>
                        <a:pt x="3308" y="4190"/>
                        <a:pt x="3466" y="4033"/>
                        <a:pt x="3466" y="3812"/>
                      </a:cubicBezTo>
                      <a:lnTo>
                        <a:pt x="3466" y="347"/>
                      </a:ln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Google Shape;12470;p89">
                  <a:extLst>
                    <a:ext uri="{FF2B5EF4-FFF2-40B4-BE49-F238E27FC236}">
                      <a16:creationId xmlns:a16="http://schemas.microsoft.com/office/drawing/2014/main" id="{15626248-5A24-115B-0420-68C6A4652541}"/>
                    </a:ext>
                  </a:extLst>
                </p:cNvPr>
                <p:cNvSpPr/>
                <p:nvPr/>
              </p:nvSpPr>
              <p:spPr>
                <a:xfrm>
                  <a:off x="-4435650" y="29027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Google Shape;12471;p89">
                  <a:extLst>
                    <a:ext uri="{FF2B5EF4-FFF2-40B4-BE49-F238E27FC236}">
                      <a16:creationId xmlns:a16="http://schemas.microsoft.com/office/drawing/2014/main" id="{F62185E1-7D43-3811-7F26-CE2053168AE7}"/>
                    </a:ext>
                  </a:extLst>
                </p:cNvPr>
                <p:cNvSpPr/>
                <p:nvPr/>
              </p:nvSpPr>
              <p:spPr>
                <a:xfrm>
                  <a:off x="-4435650" y="286732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68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Google Shape;12472;p89">
                  <a:extLst>
                    <a:ext uri="{FF2B5EF4-FFF2-40B4-BE49-F238E27FC236}">
                      <a16:creationId xmlns:a16="http://schemas.microsoft.com/office/drawing/2014/main" id="{89C0170E-B3F2-DD45-BE14-3A4C27DD6357}"/>
                    </a:ext>
                  </a:extLst>
                </p:cNvPr>
                <p:cNvSpPr/>
                <p:nvPr/>
              </p:nvSpPr>
              <p:spPr>
                <a:xfrm>
                  <a:off x="-4435650" y="2833475"/>
                  <a:ext cx="1213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67"/>
                        <a:pt x="158" y="725"/>
                        <a:pt x="347" y="725"/>
                      </a:cubicBezTo>
                      <a:lnTo>
                        <a:pt x="4506" y="725"/>
                      </a:lnTo>
                      <a:cubicBezTo>
                        <a:pt x="4695" y="725"/>
                        <a:pt x="4852" y="567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3" name="Google Shape;12485;p89">
                <a:extLst>
                  <a:ext uri="{FF2B5EF4-FFF2-40B4-BE49-F238E27FC236}">
                    <a16:creationId xmlns:a16="http://schemas.microsoft.com/office/drawing/2014/main" id="{E0C8C8EB-9243-565D-022B-BDD233241621}"/>
                  </a:ext>
                </a:extLst>
              </p:cNvPr>
              <p:cNvGrpSpPr/>
              <p:nvPr/>
            </p:nvGrpSpPr>
            <p:grpSpPr>
              <a:xfrm>
                <a:off x="9506180" y="3456108"/>
                <a:ext cx="642992" cy="639527"/>
                <a:chOff x="-2571737" y="2764550"/>
                <a:chExt cx="292225" cy="290650"/>
              </a:xfrm>
              <a:grpFill/>
            </p:grpSpPr>
            <p:sp>
              <p:nvSpPr>
                <p:cNvPr id="224" name="Google Shape;12486;p89">
                  <a:extLst>
                    <a:ext uri="{FF2B5EF4-FFF2-40B4-BE49-F238E27FC236}">
                      <a16:creationId xmlns:a16="http://schemas.microsoft.com/office/drawing/2014/main" id="{06B743A7-34CA-C555-15B6-9620B84EA67C}"/>
                    </a:ext>
                  </a:extLst>
                </p:cNvPr>
                <p:cNvSpPr/>
                <p:nvPr/>
              </p:nvSpPr>
              <p:spPr>
                <a:xfrm>
                  <a:off x="-2496085" y="30091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27" y="1"/>
                        <a:pt x="0" y="158"/>
                        <a:pt x="0" y="347"/>
                      </a:cubicBezTo>
                      <a:cubicBezTo>
                        <a:pt x="0" y="536"/>
                        <a:pt x="127" y="694"/>
                        <a:pt x="347" y="694"/>
                      </a:cubicBezTo>
                      <a:cubicBezTo>
                        <a:pt x="536" y="694"/>
                        <a:pt x="694" y="536"/>
                        <a:pt x="694" y="347"/>
                      </a:cubicBezTo>
                      <a:cubicBezTo>
                        <a:pt x="662" y="158"/>
                        <a:pt x="505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Google Shape;12487;p89">
                  <a:extLst>
                    <a:ext uri="{FF2B5EF4-FFF2-40B4-BE49-F238E27FC236}">
                      <a16:creationId xmlns:a16="http://schemas.microsoft.com/office/drawing/2014/main" id="{4B345A32-3FB0-2A49-D66B-935F9242DBD8}"/>
                    </a:ext>
                  </a:extLst>
                </p:cNvPr>
                <p:cNvSpPr/>
                <p:nvPr/>
              </p:nvSpPr>
              <p:spPr>
                <a:xfrm>
                  <a:off x="-2398548" y="2800375"/>
                  <a:ext cx="52000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821" extrusionOk="0">
                      <a:moveTo>
                        <a:pt x="1008" y="0"/>
                      </a:moveTo>
                      <a:cubicBezTo>
                        <a:pt x="819" y="0"/>
                        <a:pt x="662" y="158"/>
                        <a:pt x="662" y="378"/>
                      </a:cubicBezTo>
                      <a:lnTo>
                        <a:pt x="662" y="757"/>
                      </a:lnTo>
                      <a:cubicBezTo>
                        <a:pt x="252" y="914"/>
                        <a:pt x="0" y="1261"/>
                        <a:pt x="0" y="1733"/>
                      </a:cubicBezTo>
                      <a:cubicBezTo>
                        <a:pt x="0" y="2300"/>
                        <a:pt x="473" y="2773"/>
                        <a:pt x="1008" y="2773"/>
                      </a:cubicBezTo>
                      <a:cubicBezTo>
                        <a:pt x="1323" y="2773"/>
                        <a:pt x="1481" y="3119"/>
                        <a:pt x="1260" y="3371"/>
                      </a:cubicBezTo>
                      <a:cubicBezTo>
                        <a:pt x="1197" y="3419"/>
                        <a:pt x="1103" y="3442"/>
                        <a:pt x="1012" y="3442"/>
                      </a:cubicBezTo>
                      <a:cubicBezTo>
                        <a:pt x="922" y="3442"/>
                        <a:pt x="835" y="3419"/>
                        <a:pt x="788" y="3371"/>
                      </a:cubicBezTo>
                      <a:cubicBezTo>
                        <a:pt x="725" y="3308"/>
                        <a:pt x="630" y="3277"/>
                        <a:pt x="540" y="3277"/>
                      </a:cubicBezTo>
                      <a:cubicBezTo>
                        <a:pt x="449" y="3277"/>
                        <a:pt x="362" y="3308"/>
                        <a:pt x="315" y="3371"/>
                      </a:cubicBezTo>
                      <a:cubicBezTo>
                        <a:pt x="189" y="3466"/>
                        <a:pt x="189" y="3718"/>
                        <a:pt x="315" y="3844"/>
                      </a:cubicBezTo>
                      <a:cubicBezTo>
                        <a:pt x="410" y="3939"/>
                        <a:pt x="536" y="4033"/>
                        <a:pt x="693" y="4065"/>
                      </a:cubicBezTo>
                      <a:lnTo>
                        <a:pt x="693" y="4474"/>
                      </a:lnTo>
                      <a:cubicBezTo>
                        <a:pt x="693" y="4663"/>
                        <a:pt x="851" y="4821"/>
                        <a:pt x="1040" y="4821"/>
                      </a:cubicBezTo>
                      <a:cubicBezTo>
                        <a:pt x="1260" y="4821"/>
                        <a:pt x="1418" y="4663"/>
                        <a:pt x="1418" y="4474"/>
                      </a:cubicBezTo>
                      <a:lnTo>
                        <a:pt x="1418" y="4065"/>
                      </a:lnTo>
                      <a:cubicBezTo>
                        <a:pt x="1796" y="3907"/>
                        <a:pt x="2079" y="3560"/>
                        <a:pt x="2079" y="3088"/>
                      </a:cubicBezTo>
                      <a:cubicBezTo>
                        <a:pt x="2079" y="2521"/>
                        <a:pt x="1607" y="2048"/>
                        <a:pt x="1040" y="2048"/>
                      </a:cubicBezTo>
                      <a:cubicBezTo>
                        <a:pt x="851" y="2048"/>
                        <a:pt x="693" y="1891"/>
                        <a:pt x="693" y="1702"/>
                      </a:cubicBezTo>
                      <a:cubicBezTo>
                        <a:pt x="693" y="1495"/>
                        <a:pt x="842" y="1356"/>
                        <a:pt x="1016" y="1356"/>
                      </a:cubicBezTo>
                      <a:cubicBezTo>
                        <a:pt x="1107" y="1356"/>
                        <a:pt x="1205" y="1394"/>
                        <a:pt x="1292" y="1481"/>
                      </a:cubicBezTo>
                      <a:cubicBezTo>
                        <a:pt x="1355" y="1528"/>
                        <a:pt x="1441" y="1552"/>
                        <a:pt x="1528" y="1552"/>
                      </a:cubicBezTo>
                      <a:cubicBezTo>
                        <a:pt x="1615" y="1552"/>
                        <a:pt x="1701" y="1528"/>
                        <a:pt x="1764" y="1481"/>
                      </a:cubicBezTo>
                      <a:cubicBezTo>
                        <a:pt x="1859" y="1355"/>
                        <a:pt x="1859" y="1103"/>
                        <a:pt x="1764" y="1009"/>
                      </a:cubicBezTo>
                      <a:cubicBezTo>
                        <a:pt x="1638" y="883"/>
                        <a:pt x="1512" y="788"/>
                        <a:pt x="1355" y="757"/>
                      </a:cubicBezTo>
                      <a:lnTo>
                        <a:pt x="1355" y="378"/>
                      </a:lnTo>
                      <a:cubicBezTo>
                        <a:pt x="1355" y="158"/>
                        <a:pt x="1197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Google Shape;12488;p89">
                  <a:extLst>
                    <a:ext uri="{FF2B5EF4-FFF2-40B4-BE49-F238E27FC236}">
                      <a16:creationId xmlns:a16="http://schemas.microsoft.com/office/drawing/2014/main" id="{3A3D051A-2A43-156A-ADA2-A64222F1A9C8}"/>
                    </a:ext>
                  </a:extLst>
                </p:cNvPr>
                <p:cNvSpPr/>
                <p:nvPr/>
              </p:nvSpPr>
              <p:spPr>
                <a:xfrm>
                  <a:off x="-2571737" y="2764550"/>
                  <a:ext cx="292225" cy="29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26" extrusionOk="0">
                      <a:moveTo>
                        <a:pt x="5009" y="1355"/>
                      </a:moveTo>
                      <a:cubicBezTo>
                        <a:pt x="4789" y="1576"/>
                        <a:pt x="4694" y="1796"/>
                        <a:pt x="4537" y="2049"/>
                      </a:cubicBezTo>
                      <a:lnTo>
                        <a:pt x="662" y="2049"/>
                      </a:lnTo>
                      <a:lnTo>
                        <a:pt x="662" y="1670"/>
                      </a:lnTo>
                      <a:cubicBezTo>
                        <a:pt x="662" y="1513"/>
                        <a:pt x="819" y="1355"/>
                        <a:pt x="1008" y="1355"/>
                      </a:cubicBezTo>
                      <a:close/>
                      <a:moveTo>
                        <a:pt x="7908" y="694"/>
                      </a:moveTo>
                      <a:cubicBezTo>
                        <a:pt x="9609" y="694"/>
                        <a:pt x="10995" y="2080"/>
                        <a:pt x="10995" y="3781"/>
                      </a:cubicBezTo>
                      <a:cubicBezTo>
                        <a:pt x="10995" y="5451"/>
                        <a:pt x="9609" y="6837"/>
                        <a:pt x="7908" y="6837"/>
                      </a:cubicBezTo>
                      <a:cubicBezTo>
                        <a:pt x="7309" y="6837"/>
                        <a:pt x="6679" y="6680"/>
                        <a:pt x="6206" y="6365"/>
                      </a:cubicBezTo>
                      <a:cubicBezTo>
                        <a:pt x="6162" y="6342"/>
                        <a:pt x="6086" y="6320"/>
                        <a:pt x="6023" y="6320"/>
                      </a:cubicBezTo>
                      <a:cubicBezTo>
                        <a:pt x="5997" y="6320"/>
                        <a:pt x="5973" y="6324"/>
                        <a:pt x="5954" y="6333"/>
                      </a:cubicBezTo>
                      <a:cubicBezTo>
                        <a:pt x="5671" y="6396"/>
                        <a:pt x="5324" y="6522"/>
                        <a:pt x="5009" y="6648"/>
                      </a:cubicBezTo>
                      <a:lnTo>
                        <a:pt x="5324" y="5703"/>
                      </a:lnTo>
                      <a:cubicBezTo>
                        <a:pt x="5356" y="5609"/>
                        <a:pt x="5324" y="5514"/>
                        <a:pt x="5261" y="5420"/>
                      </a:cubicBezTo>
                      <a:cubicBezTo>
                        <a:pt x="4946" y="4947"/>
                        <a:pt x="4789" y="4348"/>
                        <a:pt x="4789" y="3781"/>
                      </a:cubicBezTo>
                      <a:cubicBezTo>
                        <a:pt x="4789" y="2080"/>
                        <a:pt x="6238" y="694"/>
                        <a:pt x="7908" y="694"/>
                      </a:cubicBezTo>
                      <a:close/>
                      <a:moveTo>
                        <a:pt x="4253" y="2710"/>
                      </a:moveTo>
                      <a:cubicBezTo>
                        <a:pt x="4190" y="3025"/>
                        <a:pt x="4096" y="3372"/>
                        <a:pt x="4096" y="3718"/>
                      </a:cubicBezTo>
                      <a:cubicBezTo>
                        <a:pt x="4096" y="4411"/>
                        <a:pt x="4253" y="5041"/>
                        <a:pt x="4600" y="5609"/>
                      </a:cubicBezTo>
                      <a:lnTo>
                        <a:pt x="4127" y="7089"/>
                      </a:lnTo>
                      <a:cubicBezTo>
                        <a:pt x="4096" y="7184"/>
                        <a:pt x="4127" y="7341"/>
                        <a:pt x="4222" y="7436"/>
                      </a:cubicBezTo>
                      <a:cubicBezTo>
                        <a:pt x="4266" y="7480"/>
                        <a:pt x="4358" y="7525"/>
                        <a:pt x="4453" y="7525"/>
                      </a:cubicBezTo>
                      <a:cubicBezTo>
                        <a:pt x="4492" y="7525"/>
                        <a:pt x="4531" y="7517"/>
                        <a:pt x="4568" y="7499"/>
                      </a:cubicBezTo>
                      <a:cubicBezTo>
                        <a:pt x="4568" y="7499"/>
                        <a:pt x="5387" y="7247"/>
                        <a:pt x="6017" y="7026"/>
                      </a:cubicBezTo>
                      <a:cubicBezTo>
                        <a:pt x="6080" y="7089"/>
                        <a:pt x="6143" y="7089"/>
                        <a:pt x="6175" y="7121"/>
                      </a:cubicBezTo>
                      <a:lnTo>
                        <a:pt x="6175" y="8223"/>
                      </a:lnTo>
                      <a:lnTo>
                        <a:pt x="662" y="8223"/>
                      </a:lnTo>
                      <a:lnTo>
                        <a:pt x="662" y="2710"/>
                      </a:lnTo>
                      <a:close/>
                      <a:moveTo>
                        <a:pt x="6112" y="8885"/>
                      </a:moveTo>
                      <a:lnTo>
                        <a:pt x="6112" y="10618"/>
                      </a:lnTo>
                      <a:cubicBezTo>
                        <a:pt x="6143" y="10807"/>
                        <a:pt x="5986" y="10964"/>
                        <a:pt x="5797" y="10964"/>
                      </a:cubicBezTo>
                      <a:lnTo>
                        <a:pt x="977" y="10964"/>
                      </a:lnTo>
                      <a:cubicBezTo>
                        <a:pt x="788" y="10964"/>
                        <a:pt x="630" y="10807"/>
                        <a:pt x="630" y="10618"/>
                      </a:cubicBezTo>
                      <a:lnTo>
                        <a:pt x="630" y="8885"/>
                      </a:lnTo>
                      <a:close/>
                      <a:moveTo>
                        <a:pt x="7908" y="1"/>
                      </a:moveTo>
                      <a:cubicBezTo>
                        <a:pt x="7120" y="1"/>
                        <a:pt x="6364" y="221"/>
                        <a:pt x="5734" y="662"/>
                      </a:cubicBezTo>
                      <a:lnTo>
                        <a:pt x="1008" y="662"/>
                      </a:lnTo>
                      <a:cubicBezTo>
                        <a:pt x="473" y="662"/>
                        <a:pt x="0" y="1135"/>
                        <a:pt x="0" y="1670"/>
                      </a:cubicBezTo>
                      <a:lnTo>
                        <a:pt x="0" y="10618"/>
                      </a:lnTo>
                      <a:cubicBezTo>
                        <a:pt x="0" y="11153"/>
                        <a:pt x="473" y="11626"/>
                        <a:pt x="1008" y="11626"/>
                      </a:cubicBezTo>
                      <a:lnTo>
                        <a:pt x="5828" y="11626"/>
                      </a:lnTo>
                      <a:cubicBezTo>
                        <a:pt x="6364" y="11626"/>
                        <a:pt x="6837" y="11153"/>
                        <a:pt x="6837" y="10618"/>
                      </a:cubicBezTo>
                      <a:lnTo>
                        <a:pt x="6837" y="7341"/>
                      </a:lnTo>
                      <a:cubicBezTo>
                        <a:pt x="7215" y="7436"/>
                        <a:pt x="7561" y="7499"/>
                        <a:pt x="7908" y="7499"/>
                      </a:cubicBezTo>
                      <a:cubicBezTo>
                        <a:pt x="9987" y="7499"/>
                        <a:pt x="11688" y="5798"/>
                        <a:pt x="11688" y="3718"/>
                      </a:cubicBezTo>
                      <a:cubicBezTo>
                        <a:pt x="11657" y="1670"/>
                        <a:pt x="9956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4" name="Google Shape;12498;p89">
                <a:extLst>
                  <a:ext uri="{FF2B5EF4-FFF2-40B4-BE49-F238E27FC236}">
                    <a16:creationId xmlns:a16="http://schemas.microsoft.com/office/drawing/2014/main" id="{A65D2EB5-714C-A8CA-D9F0-17F7EFD46883}"/>
                  </a:ext>
                </a:extLst>
              </p:cNvPr>
              <p:cNvGrpSpPr/>
              <p:nvPr/>
            </p:nvGrpSpPr>
            <p:grpSpPr>
              <a:xfrm>
                <a:off x="2088889" y="3454375"/>
                <a:ext cx="606578" cy="642992"/>
                <a:chOff x="-5995925" y="2757850"/>
                <a:chExt cx="275675" cy="292225"/>
              </a:xfrm>
              <a:grpFill/>
            </p:grpSpPr>
            <p:sp>
              <p:nvSpPr>
                <p:cNvPr id="215" name="Google Shape;12499;p89">
                  <a:extLst>
                    <a:ext uri="{FF2B5EF4-FFF2-40B4-BE49-F238E27FC236}">
                      <a16:creationId xmlns:a16="http://schemas.microsoft.com/office/drawing/2014/main" id="{9537290F-6637-1900-15D5-F1B36A247841}"/>
                    </a:ext>
                  </a:extLst>
                </p:cNvPr>
                <p:cNvSpPr/>
                <p:nvPr/>
              </p:nvSpPr>
              <p:spPr>
                <a:xfrm>
                  <a:off x="-5995925" y="2757850"/>
                  <a:ext cx="2756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7" h="11689" extrusionOk="0">
                      <a:moveTo>
                        <a:pt x="9924" y="1324"/>
                      </a:moveTo>
                      <a:cubicBezTo>
                        <a:pt x="10113" y="1324"/>
                        <a:pt x="10271" y="1481"/>
                        <a:pt x="10271" y="1702"/>
                      </a:cubicBezTo>
                      <a:lnTo>
                        <a:pt x="10271" y="9263"/>
                      </a:lnTo>
                      <a:lnTo>
                        <a:pt x="10302" y="9263"/>
                      </a:lnTo>
                      <a:cubicBezTo>
                        <a:pt x="10302" y="9452"/>
                        <a:pt x="10145" y="9610"/>
                        <a:pt x="9956" y="9610"/>
                      </a:cubicBezTo>
                      <a:lnTo>
                        <a:pt x="9609" y="9610"/>
                      </a:lnTo>
                      <a:lnTo>
                        <a:pt x="9609" y="8570"/>
                      </a:lnTo>
                      <a:cubicBezTo>
                        <a:pt x="9609" y="8381"/>
                        <a:pt x="9452" y="8223"/>
                        <a:pt x="9263" y="8223"/>
                      </a:cubicBezTo>
                      <a:lnTo>
                        <a:pt x="4442" y="8223"/>
                      </a:lnTo>
                      <a:cubicBezTo>
                        <a:pt x="4253" y="8223"/>
                        <a:pt x="4096" y="8381"/>
                        <a:pt x="4096" y="8570"/>
                      </a:cubicBezTo>
                      <a:lnTo>
                        <a:pt x="4096" y="9610"/>
                      </a:lnTo>
                      <a:lnTo>
                        <a:pt x="3434" y="9610"/>
                      </a:lnTo>
                      <a:lnTo>
                        <a:pt x="3434" y="1324"/>
                      </a:lnTo>
                      <a:close/>
                      <a:moveTo>
                        <a:pt x="2426" y="631"/>
                      </a:moveTo>
                      <a:cubicBezTo>
                        <a:pt x="2647" y="631"/>
                        <a:pt x="2804" y="788"/>
                        <a:pt x="2804" y="977"/>
                      </a:cubicBezTo>
                      <a:lnTo>
                        <a:pt x="2804" y="9925"/>
                      </a:lnTo>
                      <a:cubicBezTo>
                        <a:pt x="2804" y="10114"/>
                        <a:pt x="2647" y="10271"/>
                        <a:pt x="2426" y="10271"/>
                      </a:cubicBezTo>
                      <a:lnTo>
                        <a:pt x="1071" y="10271"/>
                      </a:lnTo>
                      <a:cubicBezTo>
                        <a:pt x="851" y="10271"/>
                        <a:pt x="693" y="10114"/>
                        <a:pt x="693" y="9925"/>
                      </a:cubicBezTo>
                      <a:lnTo>
                        <a:pt x="693" y="977"/>
                      </a:lnTo>
                      <a:cubicBezTo>
                        <a:pt x="693" y="788"/>
                        <a:pt x="851" y="631"/>
                        <a:pt x="1071" y="631"/>
                      </a:cubicBezTo>
                      <a:close/>
                      <a:moveTo>
                        <a:pt x="8948" y="8948"/>
                      </a:moveTo>
                      <a:lnTo>
                        <a:pt x="8948" y="10996"/>
                      </a:lnTo>
                      <a:lnTo>
                        <a:pt x="4852" y="10996"/>
                      </a:lnTo>
                      <a:lnTo>
                        <a:pt x="4852" y="8948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956"/>
                      </a:lnTo>
                      <a:cubicBezTo>
                        <a:pt x="0" y="10523"/>
                        <a:pt x="473" y="10996"/>
                        <a:pt x="1008" y="10996"/>
                      </a:cubicBezTo>
                      <a:lnTo>
                        <a:pt x="2395" y="10996"/>
                      </a:lnTo>
                      <a:cubicBezTo>
                        <a:pt x="2836" y="10996"/>
                        <a:pt x="3214" y="10712"/>
                        <a:pt x="3371" y="10303"/>
                      </a:cubicBezTo>
                      <a:lnTo>
                        <a:pt x="4127" y="10303"/>
                      </a:lnTo>
                      <a:lnTo>
                        <a:pt x="4127" y="11342"/>
                      </a:lnTo>
                      <a:cubicBezTo>
                        <a:pt x="4127" y="11531"/>
                        <a:pt x="4285" y="11689"/>
                        <a:pt x="4474" y="11689"/>
                      </a:cubicBezTo>
                      <a:lnTo>
                        <a:pt x="9294" y="11689"/>
                      </a:lnTo>
                      <a:cubicBezTo>
                        <a:pt x="9483" y="11689"/>
                        <a:pt x="9641" y="11531"/>
                        <a:pt x="9641" y="11342"/>
                      </a:cubicBezTo>
                      <a:lnTo>
                        <a:pt x="9641" y="10271"/>
                      </a:lnTo>
                      <a:lnTo>
                        <a:pt x="9987" y="10271"/>
                      </a:lnTo>
                      <a:cubicBezTo>
                        <a:pt x="10554" y="10271"/>
                        <a:pt x="11027" y="9799"/>
                        <a:pt x="11027" y="9263"/>
                      </a:cubicBezTo>
                      <a:lnTo>
                        <a:pt x="11027" y="1702"/>
                      </a:lnTo>
                      <a:cubicBezTo>
                        <a:pt x="10995" y="1103"/>
                        <a:pt x="10554" y="662"/>
                        <a:pt x="9956" y="662"/>
                      </a:cubicBezTo>
                      <a:lnTo>
                        <a:pt x="3371" y="662"/>
                      </a:lnTo>
                      <a:cubicBezTo>
                        <a:pt x="3214" y="284"/>
                        <a:pt x="2867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Google Shape;12500;p89">
                  <a:extLst>
                    <a:ext uri="{FF2B5EF4-FFF2-40B4-BE49-F238E27FC236}">
                      <a16:creationId xmlns:a16="http://schemas.microsoft.com/office/drawing/2014/main" id="{6D43C501-2B7F-3A0A-086C-D9C65070C4E7}"/>
                    </a:ext>
                  </a:extLst>
                </p:cNvPr>
                <p:cNvSpPr/>
                <p:nvPr/>
              </p:nvSpPr>
              <p:spPr>
                <a:xfrm>
                  <a:off x="-5892750" y="2808250"/>
                  <a:ext cx="1378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2774" extrusionOk="0">
                      <a:moveTo>
                        <a:pt x="4821" y="694"/>
                      </a:moveTo>
                      <a:lnTo>
                        <a:pt x="4821" y="2112"/>
                      </a:lnTo>
                      <a:lnTo>
                        <a:pt x="725" y="2112"/>
                      </a:lnTo>
                      <a:lnTo>
                        <a:pt x="725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8"/>
                      </a:cubicBezTo>
                      <a:lnTo>
                        <a:pt x="0" y="2427"/>
                      </a:lnTo>
                      <a:cubicBezTo>
                        <a:pt x="0" y="2616"/>
                        <a:pt x="158" y="2773"/>
                        <a:pt x="347" y="2773"/>
                      </a:cubicBezTo>
                      <a:lnTo>
                        <a:pt x="5167" y="2773"/>
                      </a:lnTo>
                      <a:cubicBezTo>
                        <a:pt x="5356" y="2773"/>
                        <a:pt x="5514" y="2616"/>
                        <a:pt x="5514" y="2427"/>
                      </a:cubicBezTo>
                      <a:lnTo>
                        <a:pt x="5514" y="348"/>
                      </a:lnTo>
                      <a:cubicBezTo>
                        <a:pt x="5514" y="158"/>
                        <a:pt x="535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Google Shape;12501;p89">
                  <a:extLst>
                    <a:ext uri="{FF2B5EF4-FFF2-40B4-BE49-F238E27FC236}">
                      <a16:creationId xmlns:a16="http://schemas.microsoft.com/office/drawing/2014/main" id="{0A539D03-497E-E353-5B53-FE82CECA28A0}"/>
                    </a:ext>
                  </a:extLst>
                </p:cNvPr>
                <p:cNvSpPr/>
                <p:nvPr/>
              </p:nvSpPr>
              <p:spPr>
                <a:xfrm>
                  <a:off x="-5891975" y="2895675"/>
                  <a:ext cx="3470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1" y="694"/>
                      </a:lnTo>
                      <a:cubicBezTo>
                        <a:pt x="1230" y="694"/>
                        <a:pt x="1387" y="537"/>
                        <a:pt x="1387" y="348"/>
                      </a:cubicBezTo>
                      <a:cubicBezTo>
                        <a:pt x="1356" y="127"/>
                        <a:pt x="1198" y="1"/>
                        <a:pt x="10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Google Shape;12502;p89">
                  <a:extLst>
                    <a:ext uri="{FF2B5EF4-FFF2-40B4-BE49-F238E27FC236}">
                      <a16:creationId xmlns:a16="http://schemas.microsoft.com/office/drawing/2014/main" id="{1DD9CE35-5DD4-B107-850C-C733F6BDC27F}"/>
                    </a:ext>
                  </a:extLst>
                </p:cNvPr>
                <p:cNvSpPr/>
                <p:nvPr/>
              </p:nvSpPr>
              <p:spPr>
                <a:xfrm>
                  <a:off x="-5891975" y="2928775"/>
                  <a:ext cx="3470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1" y="725"/>
                      </a:lnTo>
                      <a:cubicBezTo>
                        <a:pt x="1230" y="725"/>
                        <a:pt x="1387" y="567"/>
                        <a:pt x="1387" y="378"/>
                      </a:cubicBezTo>
                      <a:cubicBezTo>
                        <a:pt x="1356" y="158"/>
                        <a:pt x="119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Google Shape;12503;p89">
                  <a:extLst>
                    <a:ext uri="{FF2B5EF4-FFF2-40B4-BE49-F238E27FC236}">
                      <a16:creationId xmlns:a16="http://schemas.microsoft.com/office/drawing/2014/main" id="{D8187782-CF11-AB42-D184-2D58486F8EEF}"/>
                    </a:ext>
                  </a:extLst>
                </p:cNvPr>
                <p:cNvSpPr/>
                <p:nvPr/>
              </p:nvSpPr>
              <p:spPr>
                <a:xfrm>
                  <a:off x="-58407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Google Shape;12504;p89">
                  <a:extLst>
                    <a:ext uri="{FF2B5EF4-FFF2-40B4-BE49-F238E27FC236}">
                      <a16:creationId xmlns:a16="http://schemas.microsoft.com/office/drawing/2014/main" id="{5DCC10A2-2D39-6A26-C81C-BC8982D88B22}"/>
                    </a:ext>
                  </a:extLst>
                </p:cNvPr>
                <p:cNvSpPr/>
                <p:nvPr/>
              </p:nvSpPr>
              <p:spPr>
                <a:xfrm>
                  <a:off x="-58407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Google Shape;12505;p89">
                  <a:extLst>
                    <a:ext uri="{FF2B5EF4-FFF2-40B4-BE49-F238E27FC236}">
                      <a16:creationId xmlns:a16="http://schemas.microsoft.com/office/drawing/2014/main" id="{5DBAA17D-ADCF-A8E7-089C-596C56EE8183}"/>
                    </a:ext>
                  </a:extLst>
                </p:cNvPr>
                <p:cNvSpPr/>
                <p:nvPr/>
              </p:nvSpPr>
              <p:spPr>
                <a:xfrm>
                  <a:off x="-57895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Google Shape;12506;p89">
                  <a:extLst>
                    <a:ext uri="{FF2B5EF4-FFF2-40B4-BE49-F238E27FC236}">
                      <a16:creationId xmlns:a16="http://schemas.microsoft.com/office/drawing/2014/main" id="{88A653D4-D439-380E-3983-231B852CDBF0}"/>
                    </a:ext>
                  </a:extLst>
                </p:cNvPr>
                <p:cNvSpPr/>
                <p:nvPr/>
              </p:nvSpPr>
              <p:spPr>
                <a:xfrm>
                  <a:off x="-57895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Google Shape;12507;p89">
                  <a:extLst>
                    <a:ext uri="{FF2B5EF4-FFF2-40B4-BE49-F238E27FC236}">
                      <a16:creationId xmlns:a16="http://schemas.microsoft.com/office/drawing/2014/main" id="{F7842D30-7ED6-41F9-E417-E957801D93DF}"/>
                    </a:ext>
                  </a:extLst>
                </p:cNvPr>
                <p:cNvSpPr/>
                <p:nvPr/>
              </p:nvSpPr>
              <p:spPr>
                <a:xfrm>
                  <a:off x="-5858100" y="2998075"/>
                  <a:ext cx="685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584" y="694"/>
                        <a:pt x="2742" y="536"/>
                        <a:pt x="2742" y="347"/>
                      </a:cubicBezTo>
                      <a:cubicBezTo>
                        <a:pt x="2742" y="158"/>
                        <a:pt x="2584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" name="Google Shape;12515;p89">
                <a:extLst>
                  <a:ext uri="{FF2B5EF4-FFF2-40B4-BE49-F238E27FC236}">
                    <a16:creationId xmlns:a16="http://schemas.microsoft.com/office/drawing/2014/main" id="{7862BD4D-A694-6396-9287-F516B5778F5C}"/>
                  </a:ext>
                </a:extLst>
              </p:cNvPr>
              <p:cNvGrpSpPr/>
              <p:nvPr/>
            </p:nvGrpSpPr>
            <p:grpSpPr>
              <a:xfrm>
                <a:off x="6192681" y="3474318"/>
                <a:ext cx="641288" cy="603112"/>
                <a:chOff x="-4211975" y="2783850"/>
                <a:chExt cx="291450" cy="274100"/>
              </a:xfrm>
              <a:grpFill/>
            </p:grpSpPr>
            <p:sp>
              <p:nvSpPr>
                <p:cNvPr id="212" name="Google Shape;12516;p89">
                  <a:extLst>
                    <a:ext uri="{FF2B5EF4-FFF2-40B4-BE49-F238E27FC236}">
                      <a16:creationId xmlns:a16="http://schemas.microsoft.com/office/drawing/2014/main" id="{723246EE-7FA4-0930-E51A-F118BB61A64E}"/>
                    </a:ext>
                  </a:extLst>
                </p:cNvPr>
                <p:cNvSpPr/>
                <p:nvPr/>
              </p:nvSpPr>
              <p:spPr>
                <a:xfrm>
                  <a:off x="-4211975" y="2937125"/>
                  <a:ext cx="291450" cy="12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4833" extrusionOk="0">
                      <a:moveTo>
                        <a:pt x="978" y="706"/>
                      </a:moveTo>
                      <a:cubicBezTo>
                        <a:pt x="1167" y="706"/>
                        <a:pt x="1324" y="863"/>
                        <a:pt x="1324" y="1052"/>
                      </a:cubicBezTo>
                      <a:lnTo>
                        <a:pt x="1324" y="3762"/>
                      </a:lnTo>
                      <a:cubicBezTo>
                        <a:pt x="1324" y="3982"/>
                        <a:pt x="1167" y="4140"/>
                        <a:pt x="978" y="4140"/>
                      </a:cubicBezTo>
                      <a:lnTo>
                        <a:pt x="631" y="4140"/>
                      </a:lnTo>
                      <a:lnTo>
                        <a:pt x="631" y="706"/>
                      </a:lnTo>
                      <a:close/>
                      <a:moveTo>
                        <a:pt x="3866" y="717"/>
                      </a:moveTo>
                      <a:cubicBezTo>
                        <a:pt x="4374" y="717"/>
                        <a:pt x="4886" y="859"/>
                        <a:pt x="5325" y="1147"/>
                      </a:cubicBezTo>
                      <a:cubicBezTo>
                        <a:pt x="5672" y="1367"/>
                        <a:pt x="5703" y="1399"/>
                        <a:pt x="5829" y="1399"/>
                      </a:cubicBezTo>
                      <a:lnTo>
                        <a:pt x="7247" y="1399"/>
                      </a:lnTo>
                      <a:cubicBezTo>
                        <a:pt x="7436" y="1399"/>
                        <a:pt x="7594" y="1556"/>
                        <a:pt x="7594" y="1777"/>
                      </a:cubicBezTo>
                      <a:cubicBezTo>
                        <a:pt x="7594" y="1966"/>
                        <a:pt x="7436" y="2124"/>
                        <a:pt x="7247" y="2124"/>
                      </a:cubicBezTo>
                      <a:lnTo>
                        <a:pt x="4758" y="2124"/>
                      </a:lnTo>
                      <a:cubicBezTo>
                        <a:pt x="4380" y="2124"/>
                        <a:pt x="4034" y="2344"/>
                        <a:pt x="3845" y="2659"/>
                      </a:cubicBezTo>
                      <a:cubicBezTo>
                        <a:pt x="3782" y="2817"/>
                        <a:pt x="3845" y="3069"/>
                        <a:pt x="4002" y="3132"/>
                      </a:cubicBezTo>
                      <a:cubicBezTo>
                        <a:pt x="4045" y="3158"/>
                        <a:pt x="4096" y="3169"/>
                        <a:pt x="4148" y="3169"/>
                      </a:cubicBezTo>
                      <a:cubicBezTo>
                        <a:pt x="4284" y="3169"/>
                        <a:pt x="4429" y="3088"/>
                        <a:pt x="4475" y="2974"/>
                      </a:cubicBezTo>
                      <a:cubicBezTo>
                        <a:pt x="4538" y="2848"/>
                        <a:pt x="4632" y="2785"/>
                        <a:pt x="4790" y="2785"/>
                      </a:cubicBezTo>
                      <a:lnTo>
                        <a:pt x="7562" y="2785"/>
                      </a:lnTo>
                      <a:cubicBezTo>
                        <a:pt x="7783" y="2785"/>
                        <a:pt x="8003" y="2722"/>
                        <a:pt x="8192" y="2596"/>
                      </a:cubicBezTo>
                      <a:lnTo>
                        <a:pt x="10555" y="769"/>
                      </a:lnTo>
                      <a:cubicBezTo>
                        <a:pt x="10603" y="747"/>
                        <a:pt x="10649" y="737"/>
                        <a:pt x="10693" y="737"/>
                      </a:cubicBezTo>
                      <a:cubicBezTo>
                        <a:pt x="10969" y="737"/>
                        <a:pt x="11146" y="1123"/>
                        <a:pt x="10902" y="1367"/>
                      </a:cubicBezTo>
                      <a:cubicBezTo>
                        <a:pt x="10844" y="1406"/>
                        <a:pt x="10817" y="1419"/>
                        <a:pt x="10805" y="1419"/>
                      </a:cubicBezTo>
                      <a:cubicBezTo>
                        <a:pt x="10780" y="1419"/>
                        <a:pt x="10836" y="1354"/>
                        <a:pt x="10826" y="1354"/>
                      </a:cubicBezTo>
                      <a:cubicBezTo>
                        <a:pt x="10804" y="1354"/>
                        <a:pt x="10447" y="1686"/>
                        <a:pt x="8066" y="3856"/>
                      </a:cubicBezTo>
                      <a:cubicBezTo>
                        <a:pt x="7877" y="4014"/>
                        <a:pt x="7625" y="4140"/>
                        <a:pt x="7373" y="4140"/>
                      </a:cubicBezTo>
                      <a:lnTo>
                        <a:pt x="3435" y="4140"/>
                      </a:lnTo>
                      <a:cubicBezTo>
                        <a:pt x="2962" y="4140"/>
                        <a:pt x="2490" y="4014"/>
                        <a:pt x="2049" y="3825"/>
                      </a:cubicBezTo>
                      <a:lnTo>
                        <a:pt x="2049" y="1399"/>
                      </a:lnTo>
                      <a:lnTo>
                        <a:pt x="2332" y="1210"/>
                      </a:lnTo>
                      <a:cubicBezTo>
                        <a:pt x="2774" y="883"/>
                        <a:pt x="3318" y="717"/>
                        <a:pt x="3866" y="717"/>
                      </a:cubicBezTo>
                      <a:close/>
                      <a:moveTo>
                        <a:pt x="3817" y="0"/>
                      </a:moveTo>
                      <a:cubicBezTo>
                        <a:pt x="3151" y="0"/>
                        <a:pt x="2491" y="205"/>
                        <a:pt x="1923" y="611"/>
                      </a:cubicBezTo>
                      <a:cubicBezTo>
                        <a:pt x="1765" y="265"/>
                        <a:pt x="1419" y="13"/>
                        <a:pt x="1009" y="13"/>
                      </a:cubicBezTo>
                      <a:lnTo>
                        <a:pt x="348" y="13"/>
                      </a:lnTo>
                      <a:cubicBezTo>
                        <a:pt x="159" y="13"/>
                        <a:pt x="1" y="170"/>
                        <a:pt x="1" y="391"/>
                      </a:cubicBezTo>
                      <a:lnTo>
                        <a:pt x="1" y="4486"/>
                      </a:lnTo>
                      <a:cubicBezTo>
                        <a:pt x="1" y="4675"/>
                        <a:pt x="159" y="4833"/>
                        <a:pt x="348" y="4833"/>
                      </a:cubicBezTo>
                      <a:lnTo>
                        <a:pt x="1009" y="4833"/>
                      </a:lnTo>
                      <a:cubicBezTo>
                        <a:pt x="1324" y="4833"/>
                        <a:pt x="1608" y="4675"/>
                        <a:pt x="1797" y="4486"/>
                      </a:cubicBezTo>
                      <a:cubicBezTo>
                        <a:pt x="2332" y="4707"/>
                        <a:pt x="2868" y="4833"/>
                        <a:pt x="3435" y="4833"/>
                      </a:cubicBezTo>
                      <a:lnTo>
                        <a:pt x="7373" y="4833"/>
                      </a:lnTo>
                      <a:cubicBezTo>
                        <a:pt x="7783" y="4833"/>
                        <a:pt x="8192" y="4675"/>
                        <a:pt x="8507" y="4392"/>
                      </a:cubicBezTo>
                      <a:cubicBezTo>
                        <a:pt x="8539" y="4392"/>
                        <a:pt x="11217" y="1903"/>
                        <a:pt x="11248" y="1872"/>
                      </a:cubicBezTo>
                      <a:cubicBezTo>
                        <a:pt x="11406" y="1809"/>
                        <a:pt x="11658" y="1493"/>
                        <a:pt x="11658" y="1084"/>
                      </a:cubicBezTo>
                      <a:cubicBezTo>
                        <a:pt x="11658" y="454"/>
                        <a:pt x="11185" y="44"/>
                        <a:pt x="10618" y="44"/>
                      </a:cubicBezTo>
                      <a:cubicBezTo>
                        <a:pt x="10303" y="44"/>
                        <a:pt x="10051" y="202"/>
                        <a:pt x="9925" y="296"/>
                      </a:cubicBezTo>
                      <a:lnTo>
                        <a:pt x="8192" y="1619"/>
                      </a:lnTo>
                      <a:cubicBezTo>
                        <a:pt x="8098" y="1084"/>
                        <a:pt x="7688" y="706"/>
                        <a:pt x="7153" y="706"/>
                      </a:cubicBezTo>
                      <a:lnTo>
                        <a:pt x="5861" y="706"/>
                      </a:lnTo>
                      <a:lnTo>
                        <a:pt x="5640" y="548"/>
                      </a:lnTo>
                      <a:cubicBezTo>
                        <a:pt x="5075" y="182"/>
                        <a:pt x="4444" y="0"/>
                        <a:pt x="381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Google Shape;12517;p89">
                  <a:extLst>
                    <a:ext uri="{FF2B5EF4-FFF2-40B4-BE49-F238E27FC236}">
                      <a16:creationId xmlns:a16="http://schemas.microsoft.com/office/drawing/2014/main" id="{61ADF52A-11C9-FA2C-4EAE-E3CED7E9374E}"/>
                    </a:ext>
                  </a:extLst>
                </p:cNvPr>
                <p:cNvSpPr/>
                <p:nvPr/>
              </p:nvSpPr>
              <p:spPr>
                <a:xfrm>
                  <a:off x="-4109575" y="2783850"/>
                  <a:ext cx="153625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6176" extrusionOk="0">
                      <a:moveTo>
                        <a:pt x="3057" y="693"/>
                      </a:moveTo>
                      <a:cubicBezTo>
                        <a:pt x="4411" y="693"/>
                        <a:pt x="5482" y="1765"/>
                        <a:pt x="5482" y="3088"/>
                      </a:cubicBezTo>
                      <a:cubicBezTo>
                        <a:pt x="5482" y="4442"/>
                        <a:pt x="4411" y="5482"/>
                        <a:pt x="3057" y="5482"/>
                      </a:cubicBezTo>
                      <a:cubicBezTo>
                        <a:pt x="1733" y="5482"/>
                        <a:pt x="662" y="4442"/>
                        <a:pt x="662" y="3088"/>
                      </a:cubicBezTo>
                      <a:cubicBezTo>
                        <a:pt x="662" y="1765"/>
                        <a:pt x="1733" y="693"/>
                        <a:pt x="3057" y="693"/>
                      </a:cubicBezTo>
                      <a:close/>
                      <a:moveTo>
                        <a:pt x="3057" y="0"/>
                      </a:moveTo>
                      <a:cubicBezTo>
                        <a:pt x="1387" y="0"/>
                        <a:pt x="1" y="1387"/>
                        <a:pt x="1" y="3088"/>
                      </a:cubicBezTo>
                      <a:cubicBezTo>
                        <a:pt x="1" y="4789"/>
                        <a:pt x="1387" y="6175"/>
                        <a:pt x="3057" y="6175"/>
                      </a:cubicBezTo>
                      <a:cubicBezTo>
                        <a:pt x="4758" y="6175"/>
                        <a:pt x="6144" y="4789"/>
                        <a:pt x="6144" y="3088"/>
                      </a:cubicBezTo>
                      <a:cubicBezTo>
                        <a:pt x="6144" y="1387"/>
                        <a:pt x="4758" y="0"/>
                        <a:pt x="30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Google Shape;12518;p89">
                  <a:extLst>
                    <a:ext uri="{FF2B5EF4-FFF2-40B4-BE49-F238E27FC236}">
                      <a16:creationId xmlns:a16="http://schemas.microsoft.com/office/drawing/2014/main" id="{7761FB32-0F1C-D044-7C49-F383D7748FCD}"/>
                    </a:ext>
                  </a:extLst>
                </p:cNvPr>
                <p:cNvSpPr/>
                <p:nvPr/>
              </p:nvSpPr>
              <p:spPr>
                <a:xfrm>
                  <a:off x="-4074925" y="2818500"/>
                  <a:ext cx="8430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404" extrusionOk="0">
                      <a:moveTo>
                        <a:pt x="1671" y="631"/>
                      </a:moveTo>
                      <a:cubicBezTo>
                        <a:pt x="2238" y="631"/>
                        <a:pt x="2710" y="1103"/>
                        <a:pt x="2710" y="1670"/>
                      </a:cubicBezTo>
                      <a:cubicBezTo>
                        <a:pt x="2710" y="2206"/>
                        <a:pt x="2238" y="2678"/>
                        <a:pt x="1671" y="2678"/>
                      </a:cubicBezTo>
                      <a:cubicBezTo>
                        <a:pt x="1135" y="2678"/>
                        <a:pt x="662" y="2206"/>
                        <a:pt x="662" y="1670"/>
                      </a:cubicBezTo>
                      <a:cubicBezTo>
                        <a:pt x="662" y="1103"/>
                        <a:pt x="1135" y="631"/>
                        <a:pt x="1671" y="631"/>
                      </a:cubicBezTo>
                      <a:close/>
                      <a:moveTo>
                        <a:pt x="1671" y="1"/>
                      </a:moveTo>
                      <a:cubicBezTo>
                        <a:pt x="725" y="1"/>
                        <a:pt x="1" y="757"/>
                        <a:pt x="1" y="1702"/>
                      </a:cubicBezTo>
                      <a:cubicBezTo>
                        <a:pt x="1" y="2647"/>
                        <a:pt x="725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2"/>
                      </a:cubicBezTo>
                      <a:cubicBezTo>
                        <a:pt x="3372" y="757"/>
                        <a:pt x="2616" y="1"/>
                        <a:pt x="16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96" name="Google Shape;12528;p89">
                <a:extLst>
                  <a:ext uri="{FF2B5EF4-FFF2-40B4-BE49-F238E27FC236}">
                    <a16:creationId xmlns:a16="http://schemas.microsoft.com/office/drawing/2014/main" id="{EF2B876F-E3EE-2E93-963A-C7D01D7525DB}"/>
                  </a:ext>
                </a:extLst>
              </p:cNvPr>
              <p:cNvSpPr/>
              <p:nvPr/>
            </p:nvSpPr>
            <p:spPr>
              <a:xfrm>
                <a:off x="10330796" y="3453239"/>
                <a:ext cx="64645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21" extrusionOk="0">
                    <a:moveTo>
                      <a:pt x="6490" y="662"/>
                    </a:moveTo>
                    <a:cubicBezTo>
                      <a:pt x="6711" y="662"/>
                      <a:pt x="6868" y="820"/>
                      <a:pt x="6868" y="1009"/>
                    </a:cubicBezTo>
                    <a:lnTo>
                      <a:pt x="6868" y="1355"/>
                    </a:lnTo>
                    <a:lnTo>
                      <a:pt x="5167" y="1355"/>
                    </a:lnTo>
                    <a:cubicBezTo>
                      <a:pt x="4600" y="1355"/>
                      <a:pt x="4127" y="1828"/>
                      <a:pt x="4127" y="2395"/>
                    </a:cubicBezTo>
                    <a:lnTo>
                      <a:pt x="4127" y="2773"/>
                    </a:lnTo>
                    <a:lnTo>
                      <a:pt x="3088" y="2773"/>
                    </a:lnTo>
                    <a:cubicBezTo>
                      <a:pt x="2993" y="2773"/>
                      <a:pt x="2867" y="2836"/>
                      <a:pt x="2836" y="2899"/>
                    </a:cubicBezTo>
                    <a:lnTo>
                      <a:pt x="2048" y="3687"/>
                    </a:lnTo>
                    <a:lnTo>
                      <a:pt x="2048" y="3151"/>
                    </a:lnTo>
                    <a:cubicBezTo>
                      <a:pt x="2048" y="2931"/>
                      <a:pt x="1891" y="2773"/>
                      <a:pt x="1702" y="2773"/>
                    </a:cubicBezTo>
                    <a:lnTo>
                      <a:pt x="1040" y="2773"/>
                    </a:lnTo>
                    <a:cubicBezTo>
                      <a:pt x="819" y="2773"/>
                      <a:pt x="662" y="2616"/>
                      <a:pt x="662" y="2427"/>
                    </a:cubicBezTo>
                    <a:lnTo>
                      <a:pt x="662" y="1009"/>
                    </a:lnTo>
                    <a:cubicBezTo>
                      <a:pt x="662" y="820"/>
                      <a:pt x="819" y="662"/>
                      <a:pt x="1040" y="662"/>
                    </a:cubicBezTo>
                    <a:close/>
                    <a:moveTo>
                      <a:pt x="10649" y="1986"/>
                    </a:moveTo>
                    <a:cubicBezTo>
                      <a:pt x="10838" y="1986"/>
                      <a:pt x="10995" y="2143"/>
                      <a:pt x="10995" y="2364"/>
                    </a:cubicBezTo>
                    <a:lnTo>
                      <a:pt x="10995" y="3781"/>
                    </a:lnTo>
                    <a:cubicBezTo>
                      <a:pt x="10995" y="3970"/>
                      <a:pt x="10838" y="4128"/>
                      <a:pt x="10649" y="4128"/>
                    </a:cubicBezTo>
                    <a:lnTo>
                      <a:pt x="8601" y="4128"/>
                    </a:lnTo>
                    <a:cubicBezTo>
                      <a:pt x="8412" y="4128"/>
                      <a:pt x="8255" y="4285"/>
                      <a:pt x="8255" y="4474"/>
                    </a:cubicBezTo>
                    <a:lnTo>
                      <a:pt x="8255" y="5041"/>
                    </a:lnTo>
                    <a:lnTo>
                      <a:pt x="7404" y="4191"/>
                    </a:lnTo>
                    <a:cubicBezTo>
                      <a:pt x="7372" y="4159"/>
                      <a:pt x="7246" y="4128"/>
                      <a:pt x="7183" y="4128"/>
                    </a:cubicBezTo>
                    <a:lnTo>
                      <a:pt x="5136" y="4128"/>
                    </a:lnTo>
                    <a:cubicBezTo>
                      <a:pt x="4947" y="4128"/>
                      <a:pt x="4789" y="3970"/>
                      <a:pt x="4789" y="3781"/>
                    </a:cubicBezTo>
                    <a:lnTo>
                      <a:pt x="4789" y="2364"/>
                    </a:lnTo>
                    <a:cubicBezTo>
                      <a:pt x="4789" y="2143"/>
                      <a:pt x="4947" y="1986"/>
                      <a:pt x="5136" y="1986"/>
                    </a:cubicBezTo>
                    <a:close/>
                    <a:moveTo>
                      <a:pt x="3088" y="6207"/>
                    </a:moveTo>
                    <a:cubicBezTo>
                      <a:pt x="3623" y="6207"/>
                      <a:pt x="4096" y="6680"/>
                      <a:pt x="4096" y="7247"/>
                    </a:cubicBezTo>
                    <a:cubicBezTo>
                      <a:pt x="4096" y="7782"/>
                      <a:pt x="3623" y="8255"/>
                      <a:pt x="3088" y="8255"/>
                    </a:cubicBezTo>
                    <a:cubicBezTo>
                      <a:pt x="2521" y="8255"/>
                      <a:pt x="2048" y="7782"/>
                      <a:pt x="2048" y="7247"/>
                    </a:cubicBezTo>
                    <a:cubicBezTo>
                      <a:pt x="2048" y="6648"/>
                      <a:pt x="2489" y="6207"/>
                      <a:pt x="3088" y="6207"/>
                    </a:cubicBezTo>
                    <a:close/>
                    <a:moveTo>
                      <a:pt x="8601" y="6207"/>
                    </a:moveTo>
                    <a:cubicBezTo>
                      <a:pt x="9137" y="6207"/>
                      <a:pt x="9609" y="6648"/>
                      <a:pt x="9609" y="7247"/>
                    </a:cubicBezTo>
                    <a:cubicBezTo>
                      <a:pt x="9609" y="7782"/>
                      <a:pt x="9137" y="8255"/>
                      <a:pt x="8601" y="8255"/>
                    </a:cubicBezTo>
                    <a:cubicBezTo>
                      <a:pt x="8003" y="8255"/>
                      <a:pt x="7530" y="7782"/>
                      <a:pt x="7530" y="7247"/>
                    </a:cubicBezTo>
                    <a:cubicBezTo>
                      <a:pt x="7530" y="6680"/>
                      <a:pt x="8003" y="6207"/>
                      <a:pt x="8601" y="6207"/>
                    </a:cubicBezTo>
                    <a:close/>
                    <a:moveTo>
                      <a:pt x="3749" y="8980"/>
                    </a:moveTo>
                    <a:cubicBezTo>
                      <a:pt x="4695" y="8980"/>
                      <a:pt x="5451" y="9704"/>
                      <a:pt x="5451" y="10649"/>
                    </a:cubicBezTo>
                    <a:lnTo>
                      <a:pt x="5451" y="11027"/>
                    </a:lnTo>
                    <a:lnTo>
                      <a:pt x="630" y="11027"/>
                    </a:lnTo>
                    <a:lnTo>
                      <a:pt x="630" y="10649"/>
                    </a:lnTo>
                    <a:lnTo>
                      <a:pt x="662" y="10649"/>
                    </a:lnTo>
                    <a:cubicBezTo>
                      <a:pt x="662" y="9704"/>
                      <a:pt x="1418" y="8980"/>
                      <a:pt x="2363" y="8980"/>
                    </a:cubicBezTo>
                    <a:close/>
                    <a:moveTo>
                      <a:pt x="9369" y="8976"/>
                    </a:moveTo>
                    <a:cubicBezTo>
                      <a:pt x="10266" y="8976"/>
                      <a:pt x="10995" y="9740"/>
                      <a:pt x="10995" y="10649"/>
                    </a:cubicBezTo>
                    <a:lnTo>
                      <a:pt x="10995" y="11027"/>
                    </a:lnTo>
                    <a:lnTo>
                      <a:pt x="6144" y="11027"/>
                    </a:lnTo>
                    <a:lnTo>
                      <a:pt x="6144" y="10649"/>
                    </a:lnTo>
                    <a:cubicBezTo>
                      <a:pt x="6144" y="9704"/>
                      <a:pt x="6900" y="8980"/>
                      <a:pt x="7845" y="8980"/>
                    </a:cubicBezTo>
                    <a:lnTo>
                      <a:pt x="9263" y="8980"/>
                    </a:lnTo>
                    <a:cubicBezTo>
                      <a:pt x="9298" y="8977"/>
                      <a:pt x="9334" y="8976"/>
                      <a:pt x="9369" y="8976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2427"/>
                    </a:lnTo>
                    <a:cubicBezTo>
                      <a:pt x="0" y="2994"/>
                      <a:pt x="473" y="3466"/>
                      <a:pt x="1040" y="3466"/>
                    </a:cubicBezTo>
                    <a:lnTo>
                      <a:pt x="1386" y="3466"/>
                    </a:lnTo>
                    <a:lnTo>
                      <a:pt x="1386" y="4474"/>
                    </a:lnTo>
                    <a:cubicBezTo>
                      <a:pt x="1386" y="4688"/>
                      <a:pt x="1546" y="4829"/>
                      <a:pt x="1727" y="4829"/>
                    </a:cubicBezTo>
                    <a:cubicBezTo>
                      <a:pt x="1813" y="4829"/>
                      <a:pt x="1904" y="4797"/>
                      <a:pt x="1985" y="4726"/>
                    </a:cubicBezTo>
                    <a:lnTo>
                      <a:pt x="3245" y="3466"/>
                    </a:lnTo>
                    <a:lnTo>
                      <a:pt x="4096" y="3466"/>
                    </a:lnTo>
                    <a:lnTo>
                      <a:pt x="4096" y="3813"/>
                    </a:lnTo>
                    <a:cubicBezTo>
                      <a:pt x="4096" y="4348"/>
                      <a:pt x="4568" y="4821"/>
                      <a:pt x="5136" y="4821"/>
                    </a:cubicBezTo>
                    <a:lnTo>
                      <a:pt x="7057" y="4821"/>
                    </a:lnTo>
                    <a:lnTo>
                      <a:pt x="7908" y="5672"/>
                    </a:lnTo>
                    <a:cubicBezTo>
                      <a:pt x="7341" y="5924"/>
                      <a:pt x="6868" y="6522"/>
                      <a:pt x="6868" y="7247"/>
                    </a:cubicBezTo>
                    <a:cubicBezTo>
                      <a:pt x="6868" y="7625"/>
                      <a:pt x="7026" y="8034"/>
                      <a:pt x="7278" y="8349"/>
                    </a:cubicBezTo>
                    <a:cubicBezTo>
                      <a:pt x="6648" y="8507"/>
                      <a:pt x="6144" y="8885"/>
                      <a:pt x="5829" y="9452"/>
                    </a:cubicBezTo>
                    <a:cubicBezTo>
                      <a:pt x="5514" y="8917"/>
                      <a:pt x="5010" y="8539"/>
                      <a:pt x="4411" y="8381"/>
                    </a:cubicBezTo>
                    <a:cubicBezTo>
                      <a:pt x="4663" y="8066"/>
                      <a:pt x="4821" y="7719"/>
                      <a:pt x="4821" y="7278"/>
                    </a:cubicBezTo>
                    <a:cubicBezTo>
                      <a:pt x="4821" y="6333"/>
                      <a:pt x="4064" y="5577"/>
                      <a:pt x="3119" y="5577"/>
                    </a:cubicBezTo>
                    <a:cubicBezTo>
                      <a:pt x="2174" y="5577"/>
                      <a:pt x="1418" y="6333"/>
                      <a:pt x="1418" y="7278"/>
                    </a:cubicBezTo>
                    <a:cubicBezTo>
                      <a:pt x="1418" y="7719"/>
                      <a:pt x="1576" y="8097"/>
                      <a:pt x="1828" y="8381"/>
                    </a:cubicBezTo>
                    <a:cubicBezTo>
                      <a:pt x="788" y="8665"/>
                      <a:pt x="32" y="9610"/>
                      <a:pt x="32" y="10712"/>
                    </a:cubicBezTo>
                    <a:lnTo>
                      <a:pt x="32" y="11374"/>
                    </a:lnTo>
                    <a:cubicBezTo>
                      <a:pt x="32" y="11563"/>
                      <a:pt x="189" y="11721"/>
                      <a:pt x="410" y="11721"/>
                    </a:cubicBezTo>
                    <a:lnTo>
                      <a:pt x="11374" y="11721"/>
                    </a:lnTo>
                    <a:cubicBezTo>
                      <a:pt x="11594" y="11721"/>
                      <a:pt x="11752" y="11563"/>
                      <a:pt x="11752" y="11374"/>
                    </a:cubicBezTo>
                    <a:lnTo>
                      <a:pt x="11752" y="10712"/>
                    </a:lnTo>
                    <a:cubicBezTo>
                      <a:pt x="11752" y="9610"/>
                      <a:pt x="10995" y="8665"/>
                      <a:pt x="9956" y="8381"/>
                    </a:cubicBezTo>
                    <a:cubicBezTo>
                      <a:pt x="10208" y="8066"/>
                      <a:pt x="10365" y="7719"/>
                      <a:pt x="10365" y="7278"/>
                    </a:cubicBezTo>
                    <a:cubicBezTo>
                      <a:pt x="10365" y="6459"/>
                      <a:pt x="9767" y="5735"/>
                      <a:pt x="8979" y="5577"/>
                    </a:cubicBezTo>
                    <a:lnTo>
                      <a:pt x="8979" y="4884"/>
                    </a:lnTo>
                    <a:lnTo>
                      <a:pt x="10649" y="4884"/>
                    </a:lnTo>
                    <a:lnTo>
                      <a:pt x="10649" y="4821"/>
                    </a:lnTo>
                    <a:cubicBezTo>
                      <a:pt x="11185" y="4821"/>
                      <a:pt x="11657" y="4348"/>
                      <a:pt x="11657" y="3813"/>
                    </a:cubicBezTo>
                    <a:lnTo>
                      <a:pt x="11657" y="2395"/>
                    </a:lnTo>
                    <a:cubicBezTo>
                      <a:pt x="11657" y="1828"/>
                      <a:pt x="11185" y="1355"/>
                      <a:pt x="10649" y="1355"/>
                    </a:cubicBezTo>
                    <a:lnTo>
                      <a:pt x="7530" y="1355"/>
                    </a:lnTo>
                    <a:lnTo>
                      <a:pt x="7530" y="1009"/>
                    </a:lnTo>
                    <a:cubicBezTo>
                      <a:pt x="7530" y="473"/>
                      <a:pt x="7057" y="1"/>
                      <a:pt x="6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97" name="Google Shape;12540;p89">
                <a:extLst>
                  <a:ext uri="{FF2B5EF4-FFF2-40B4-BE49-F238E27FC236}">
                    <a16:creationId xmlns:a16="http://schemas.microsoft.com/office/drawing/2014/main" id="{89359008-141F-BD18-C99C-7AD95F1B636F}"/>
                  </a:ext>
                </a:extLst>
              </p:cNvPr>
              <p:cNvGrpSpPr/>
              <p:nvPr/>
            </p:nvGrpSpPr>
            <p:grpSpPr>
              <a:xfrm>
                <a:off x="2893270" y="3454375"/>
                <a:ext cx="644698" cy="642992"/>
                <a:chOff x="-5635975" y="2757075"/>
                <a:chExt cx="293000" cy="292225"/>
              </a:xfrm>
              <a:grpFill/>
            </p:grpSpPr>
            <p:sp>
              <p:nvSpPr>
                <p:cNvPr id="210" name="Google Shape;12541;p89">
                  <a:extLst>
                    <a:ext uri="{FF2B5EF4-FFF2-40B4-BE49-F238E27FC236}">
                      <a16:creationId xmlns:a16="http://schemas.microsoft.com/office/drawing/2014/main" id="{A9B5281C-DC18-43CA-09B1-496D0D64B36E}"/>
                    </a:ext>
                  </a:extLst>
                </p:cNvPr>
                <p:cNvSpPr/>
                <p:nvPr/>
              </p:nvSpPr>
              <p:spPr>
                <a:xfrm>
                  <a:off x="-5635975" y="2757075"/>
                  <a:ext cx="29300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0" h="11689" extrusionOk="0">
                      <a:moveTo>
                        <a:pt x="10649" y="693"/>
                      </a:moveTo>
                      <a:cubicBezTo>
                        <a:pt x="10838" y="693"/>
                        <a:pt x="10995" y="851"/>
                        <a:pt x="10995" y="1040"/>
                      </a:cubicBezTo>
                      <a:lnTo>
                        <a:pt x="10995" y="7593"/>
                      </a:lnTo>
                      <a:lnTo>
                        <a:pt x="693" y="7593"/>
                      </a:lnTo>
                      <a:lnTo>
                        <a:pt x="693" y="1040"/>
                      </a:lnTo>
                      <a:cubicBezTo>
                        <a:pt x="725" y="851"/>
                        <a:pt x="882" y="693"/>
                        <a:pt x="1040" y="693"/>
                      </a:cubicBezTo>
                      <a:close/>
                      <a:moveTo>
                        <a:pt x="10995" y="8223"/>
                      </a:moveTo>
                      <a:lnTo>
                        <a:pt x="10995" y="8569"/>
                      </a:lnTo>
                      <a:cubicBezTo>
                        <a:pt x="11027" y="8821"/>
                        <a:pt x="10869" y="8916"/>
                        <a:pt x="10680" y="8916"/>
                      </a:cubicBezTo>
                      <a:lnTo>
                        <a:pt x="1040" y="8916"/>
                      </a:lnTo>
                      <a:cubicBezTo>
                        <a:pt x="851" y="8916"/>
                        <a:pt x="693" y="8758"/>
                        <a:pt x="693" y="8569"/>
                      </a:cubicBezTo>
                      <a:lnTo>
                        <a:pt x="693" y="8223"/>
                      </a:lnTo>
                      <a:close/>
                      <a:moveTo>
                        <a:pt x="6679" y="9641"/>
                      </a:moveTo>
                      <a:lnTo>
                        <a:pt x="6994" y="11027"/>
                      </a:lnTo>
                      <a:lnTo>
                        <a:pt x="4694" y="11027"/>
                      </a:lnTo>
                      <a:lnTo>
                        <a:pt x="5009" y="9641"/>
                      </a:ln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08"/>
                      </a:cubicBezTo>
                      <a:lnTo>
                        <a:pt x="0" y="8569"/>
                      </a:lnTo>
                      <a:cubicBezTo>
                        <a:pt x="0" y="9137"/>
                        <a:pt x="473" y="9609"/>
                        <a:pt x="1040" y="9609"/>
                      </a:cubicBezTo>
                      <a:lnTo>
                        <a:pt x="4316" y="9609"/>
                      </a:lnTo>
                      <a:lnTo>
                        <a:pt x="4001" y="10964"/>
                      </a:lnTo>
                      <a:lnTo>
                        <a:pt x="3087" y="10964"/>
                      </a:lnTo>
                      <a:cubicBezTo>
                        <a:pt x="2898" y="10964"/>
                        <a:pt x="2741" y="11121"/>
                        <a:pt x="2741" y="11342"/>
                      </a:cubicBezTo>
                      <a:cubicBezTo>
                        <a:pt x="2741" y="11531"/>
                        <a:pt x="2898" y="11688"/>
                        <a:pt x="3087" y="11688"/>
                      </a:cubicBezTo>
                      <a:lnTo>
                        <a:pt x="8569" y="11688"/>
                      </a:lnTo>
                      <a:cubicBezTo>
                        <a:pt x="8758" y="11688"/>
                        <a:pt x="8916" y="11531"/>
                        <a:pt x="8916" y="11342"/>
                      </a:cubicBezTo>
                      <a:cubicBezTo>
                        <a:pt x="8916" y="11121"/>
                        <a:pt x="8758" y="10964"/>
                        <a:pt x="8569" y="10964"/>
                      </a:cubicBezTo>
                      <a:lnTo>
                        <a:pt x="7656" y="10964"/>
                      </a:lnTo>
                      <a:lnTo>
                        <a:pt x="7341" y="9609"/>
                      </a:lnTo>
                      <a:lnTo>
                        <a:pt x="10649" y="9609"/>
                      </a:lnTo>
                      <a:cubicBezTo>
                        <a:pt x="11216" y="9609"/>
                        <a:pt x="11688" y="9137"/>
                        <a:pt x="11688" y="8569"/>
                      </a:cubicBezTo>
                      <a:lnTo>
                        <a:pt x="11688" y="1008"/>
                      </a:lnTo>
                      <a:cubicBezTo>
                        <a:pt x="11720" y="473"/>
                        <a:pt x="11247" y="0"/>
                        <a:pt x="10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Google Shape;12542;p89">
                  <a:extLst>
                    <a:ext uri="{FF2B5EF4-FFF2-40B4-BE49-F238E27FC236}">
                      <a16:creationId xmlns:a16="http://schemas.microsoft.com/office/drawing/2014/main" id="{CA867D27-4C4E-B930-B398-4AD336C4F836}"/>
                    </a:ext>
                  </a:extLst>
                </p:cNvPr>
                <p:cNvSpPr/>
                <p:nvPr/>
              </p:nvSpPr>
              <p:spPr>
                <a:xfrm>
                  <a:off x="-5584800" y="2790150"/>
                  <a:ext cx="189850" cy="13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4" h="5522" extrusionOk="0">
                      <a:moveTo>
                        <a:pt x="2994" y="725"/>
                      </a:moveTo>
                      <a:lnTo>
                        <a:pt x="2332" y="1387"/>
                      </a:lnTo>
                      <a:lnTo>
                        <a:pt x="1230" y="1387"/>
                      </a:lnTo>
                      <a:lnTo>
                        <a:pt x="1891" y="725"/>
                      </a:lnTo>
                      <a:close/>
                      <a:moveTo>
                        <a:pt x="3781" y="882"/>
                      </a:moveTo>
                      <a:lnTo>
                        <a:pt x="4349" y="1418"/>
                      </a:lnTo>
                      <a:lnTo>
                        <a:pt x="3246" y="1418"/>
                      </a:lnTo>
                      <a:lnTo>
                        <a:pt x="3781" y="882"/>
                      </a:lnTo>
                      <a:close/>
                      <a:moveTo>
                        <a:pt x="5735" y="756"/>
                      </a:moveTo>
                      <a:lnTo>
                        <a:pt x="6396" y="1418"/>
                      </a:lnTo>
                      <a:lnTo>
                        <a:pt x="5294" y="1418"/>
                      </a:lnTo>
                      <a:lnTo>
                        <a:pt x="4632" y="756"/>
                      </a:lnTo>
                      <a:close/>
                      <a:moveTo>
                        <a:pt x="2175" y="2080"/>
                      </a:moveTo>
                      <a:lnTo>
                        <a:pt x="2868" y="3749"/>
                      </a:lnTo>
                      <a:lnTo>
                        <a:pt x="1198" y="2080"/>
                      </a:lnTo>
                      <a:close/>
                      <a:moveTo>
                        <a:pt x="6396" y="2080"/>
                      </a:moveTo>
                      <a:lnTo>
                        <a:pt x="4727" y="3749"/>
                      </a:lnTo>
                      <a:lnTo>
                        <a:pt x="5420" y="2080"/>
                      </a:lnTo>
                      <a:close/>
                      <a:moveTo>
                        <a:pt x="4664" y="2080"/>
                      </a:moveTo>
                      <a:lnTo>
                        <a:pt x="3781" y="4253"/>
                      </a:lnTo>
                      <a:lnTo>
                        <a:pt x="2931" y="2080"/>
                      </a:lnTo>
                      <a:close/>
                      <a:moveTo>
                        <a:pt x="1734" y="0"/>
                      </a:moveTo>
                      <a:cubicBezTo>
                        <a:pt x="1671" y="0"/>
                        <a:pt x="1545" y="32"/>
                        <a:pt x="1513" y="126"/>
                      </a:cubicBezTo>
                      <a:lnTo>
                        <a:pt x="127" y="1513"/>
                      </a:lnTo>
                      <a:cubicBezTo>
                        <a:pt x="1" y="1670"/>
                        <a:pt x="1" y="1859"/>
                        <a:pt x="127" y="2017"/>
                      </a:cubicBezTo>
                      <a:lnTo>
                        <a:pt x="3561" y="5451"/>
                      </a:lnTo>
                      <a:cubicBezTo>
                        <a:pt x="3624" y="5498"/>
                        <a:pt x="3711" y="5522"/>
                        <a:pt x="3797" y="5522"/>
                      </a:cubicBezTo>
                      <a:cubicBezTo>
                        <a:pt x="3884" y="5522"/>
                        <a:pt x="3970" y="5498"/>
                        <a:pt x="4033" y="5451"/>
                      </a:cubicBezTo>
                      <a:lnTo>
                        <a:pt x="7468" y="2017"/>
                      </a:lnTo>
                      <a:cubicBezTo>
                        <a:pt x="7594" y="1891"/>
                        <a:pt x="7594" y="1702"/>
                        <a:pt x="7499" y="1544"/>
                      </a:cubicBezTo>
                      <a:lnTo>
                        <a:pt x="7468" y="1513"/>
                      </a:lnTo>
                      <a:lnTo>
                        <a:pt x="6081" y="126"/>
                      </a:lnTo>
                      <a:cubicBezTo>
                        <a:pt x="6018" y="32"/>
                        <a:pt x="5924" y="0"/>
                        <a:pt x="58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8" name="Google Shape;12549;p89">
                <a:extLst>
                  <a:ext uri="{FF2B5EF4-FFF2-40B4-BE49-F238E27FC236}">
                    <a16:creationId xmlns:a16="http://schemas.microsoft.com/office/drawing/2014/main" id="{3DCB7510-7E89-D987-456E-A6544447F8CC}"/>
                  </a:ext>
                </a:extLst>
              </p:cNvPr>
              <p:cNvGrpSpPr/>
              <p:nvPr/>
            </p:nvGrpSpPr>
            <p:grpSpPr>
              <a:xfrm>
                <a:off x="7003473" y="3453523"/>
                <a:ext cx="641288" cy="644698"/>
                <a:chOff x="-3852025" y="2764950"/>
                <a:chExt cx="291450" cy="293000"/>
              </a:xfrm>
              <a:grpFill/>
            </p:grpSpPr>
            <p:sp>
              <p:nvSpPr>
                <p:cNvPr id="208" name="Google Shape;12550;p89">
                  <a:extLst>
                    <a:ext uri="{FF2B5EF4-FFF2-40B4-BE49-F238E27FC236}">
                      <a16:creationId xmlns:a16="http://schemas.microsoft.com/office/drawing/2014/main" id="{A589068B-D1EF-4589-2859-1EE38899A1F1}"/>
                    </a:ext>
                  </a:extLst>
                </p:cNvPr>
                <p:cNvSpPr/>
                <p:nvPr/>
              </p:nvSpPr>
              <p:spPr>
                <a:xfrm>
                  <a:off x="-3852025" y="2764950"/>
                  <a:ext cx="291450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720" extrusionOk="0">
                      <a:moveTo>
                        <a:pt x="4380" y="693"/>
                      </a:moveTo>
                      <a:cubicBezTo>
                        <a:pt x="6774" y="693"/>
                        <a:pt x="8161" y="1355"/>
                        <a:pt x="8161" y="1733"/>
                      </a:cubicBezTo>
                      <a:cubicBezTo>
                        <a:pt x="8161" y="2080"/>
                        <a:pt x="6774" y="2741"/>
                        <a:pt x="4380" y="2741"/>
                      </a:cubicBezTo>
                      <a:cubicBezTo>
                        <a:pt x="1986" y="2741"/>
                        <a:pt x="599" y="2080"/>
                        <a:pt x="599" y="1733"/>
                      </a:cubicBezTo>
                      <a:cubicBezTo>
                        <a:pt x="631" y="1355"/>
                        <a:pt x="2017" y="693"/>
                        <a:pt x="4380" y="693"/>
                      </a:cubicBezTo>
                      <a:close/>
                      <a:moveTo>
                        <a:pt x="8224" y="2710"/>
                      </a:moveTo>
                      <a:lnTo>
                        <a:pt x="8224" y="4190"/>
                      </a:lnTo>
                      <a:lnTo>
                        <a:pt x="7845" y="4190"/>
                      </a:lnTo>
                      <a:cubicBezTo>
                        <a:pt x="7815" y="4189"/>
                        <a:pt x="7784" y="4189"/>
                        <a:pt x="7753" y="4189"/>
                      </a:cubicBezTo>
                      <a:cubicBezTo>
                        <a:pt x="6625" y="4189"/>
                        <a:pt x="5622" y="4748"/>
                        <a:pt x="4947" y="5545"/>
                      </a:cubicBezTo>
                      <a:cubicBezTo>
                        <a:pt x="4743" y="5555"/>
                        <a:pt x="4544" y="5560"/>
                        <a:pt x="4352" y="5560"/>
                      </a:cubicBezTo>
                      <a:cubicBezTo>
                        <a:pt x="2081" y="5560"/>
                        <a:pt x="662" y="4912"/>
                        <a:pt x="662" y="4505"/>
                      </a:cubicBezTo>
                      <a:lnTo>
                        <a:pt x="662" y="2710"/>
                      </a:lnTo>
                      <a:cubicBezTo>
                        <a:pt x="1639" y="3308"/>
                        <a:pt x="3246" y="3466"/>
                        <a:pt x="4443" y="3466"/>
                      </a:cubicBezTo>
                      <a:cubicBezTo>
                        <a:pt x="5577" y="3466"/>
                        <a:pt x="7215" y="3308"/>
                        <a:pt x="8224" y="2710"/>
                      </a:cubicBezTo>
                      <a:close/>
                      <a:moveTo>
                        <a:pt x="631" y="5514"/>
                      </a:moveTo>
                      <a:cubicBezTo>
                        <a:pt x="1639" y="6081"/>
                        <a:pt x="3309" y="6238"/>
                        <a:pt x="4474" y="6238"/>
                      </a:cubicBezTo>
                      <a:cubicBezTo>
                        <a:pt x="4222" y="6711"/>
                        <a:pt x="4065" y="7309"/>
                        <a:pt x="4065" y="7939"/>
                      </a:cubicBezTo>
                      <a:lnTo>
                        <a:pt x="4065" y="8286"/>
                      </a:lnTo>
                      <a:cubicBezTo>
                        <a:pt x="1860" y="8223"/>
                        <a:pt x="631" y="7624"/>
                        <a:pt x="631" y="7278"/>
                      </a:cubicBezTo>
                      <a:lnTo>
                        <a:pt x="631" y="5514"/>
                      </a:lnTo>
                      <a:close/>
                      <a:moveTo>
                        <a:pt x="631" y="8223"/>
                      </a:moveTo>
                      <a:cubicBezTo>
                        <a:pt x="1576" y="8759"/>
                        <a:pt x="3120" y="8979"/>
                        <a:pt x="4222" y="8979"/>
                      </a:cubicBezTo>
                      <a:cubicBezTo>
                        <a:pt x="4474" y="9798"/>
                        <a:pt x="4947" y="10460"/>
                        <a:pt x="5609" y="10964"/>
                      </a:cubicBezTo>
                      <a:cubicBezTo>
                        <a:pt x="5199" y="11005"/>
                        <a:pt x="4802" y="11024"/>
                        <a:pt x="4424" y="11024"/>
                      </a:cubicBezTo>
                      <a:cubicBezTo>
                        <a:pt x="2216" y="11024"/>
                        <a:pt x="631" y="10391"/>
                        <a:pt x="631" y="9987"/>
                      </a:cubicBezTo>
                      <a:lnTo>
                        <a:pt x="631" y="8223"/>
                      </a:lnTo>
                      <a:close/>
                      <a:moveTo>
                        <a:pt x="7814" y="4852"/>
                      </a:moveTo>
                      <a:cubicBezTo>
                        <a:pt x="9515" y="4852"/>
                        <a:pt x="10933" y="6238"/>
                        <a:pt x="10933" y="7939"/>
                      </a:cubicBezTo>
                      <a:cubicBezTo>
                        <a:pt x="10964" y="9641"/>
                        <a:pt x="9547" y="11027"/>
                        <a:pt x="7814" y="11027"/>
                      </a:cubicBezTo>
                      <a:cubicBezTo>
                        <a:pt x="6113" y="11027"/>
                        <a:pt x="4726" y="9641"/>
                        <a:pt x="4726" y="7939"/>
                      </a:cubicBezTo>
                      <a:cubicBezTo>
                        <a:pt x="4726" y="6238"/>
                        <a:pt x="6113" y="4852"/>
                        <a:pt x="7814" y="4852"/>
                      </a:cubicBezTo>
                      <a:close/>
                      <a:moveTo>
                        <a:pt x="4411" y="0"/>
                      </a:moveTo>
                      <a:cubicBezTo>
                        <a:pt x="3277" y="0"/>
                        <a:pt x="2206" y="158"/>
                        <a:pt x="1418" y="410"/>
                      </a:cubicBezTo>
                      <a:cubicBezTo>
                        <a:pt x="253" y="819"/>
                        <a:pt x="1" y="1323"/>
                        <a:pt x="1" y="1733"/>
                      </a:cubicBezTo>
                      <a:lnTo>
                        <a:pt x="1" y="9987"/>
                      </a:lnTo>
                      <a:cubicBezTo>
                        <a:pt x="1" y="10334"/>
                        <a:pt x="253" y="10901"/>
                        <a:pt x="1418" y="11279"/>
                      </a:cubicBezTo>
                      <a:cubicBezTo>
                        <a:pt x="2269" y="11562"/>
                        <a:pt x="3309" y="11720"/>
                        <a:pt x="4411" y="11720"/>
                      </a:cubicBezTo>
                      <a:cubicBezTo>
                        <a:pt x="5199" y="11720"/>
                        <a:pt x="5955" y="11657"/>
                        <a:pt x="6617" y="11531"/>
                      </a:cubicBezTo>
                      <a:cubicBezTo>
                        <a:pt x="7026" y="11657"/>
                        <a:pt x="7404" y="11720"/>
                        <a:pt x="7845" y="11720"/>
                      </a:cubicBezTo>
                      <a:cubicBezTo>
                        <a:pt x="9925" y="11720"/>
                        <a:pt x="11658" y="10019"/>
                        <a:pt x="11658" y="7939"/>
                      </a:cubicBezTo>
                      <a:cubicBezTo>
                        <a:pt x="11626" y="6175"/>
                        <a:pt x="10397" y="4757"/>
                        <a:pt x="8822" y="4316"/>
                      </a:cubicBezTo>
                      <a:lnTo>
                        <a:pt x="8822" y="1733"/>
                      </a:lnTo>
                      <a:cubicBezTo>
                        <a:pt x="8822" y="1355"/>
                        <a:pt x="8602" y="819"/>
                        <a:pt x="7404" y="410"/>
                      </a:cubicBezTo>
                      <a:cubicBezTo>
                        <a:pt x="6585" y="158"/>
                        <a:pt x="5514" y="0"/>
                        <a:pt x="44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Google Shape;12551;p89">
                  <a:extLst>
                    <a:ext uri="{FF2B5EF4-FFF2-40B4-BE49-F238E27FC236}">
                      <a16:creationId xmlns:a16="http://schemas.microsoft.com/office/drawing/2014/main" id="{FDF3BC92-4838-9BB7-BF88-259BF2EAF8B4}"/>
                    </a:ext>
                  </a:extLst>
                </p:cNvPr>
                <p:cNvSpPr/>
                <p:nvPr/>
              </p:nvSpPr>
              <p:spPr>
                <a:xfrm>
                  <a:off x="-3707100" y="2937425"/>
                  <a:ext cx="103200" cy="6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2711" extrusionOk="0">
                      <a:moveTo>
                        <a:pt x="3785" y="1"/>
                      </a:moveTo>
                      <a:cubicBezTo>
                        <a:pt x="3695" y="1"/>
                        <a:pt x="3608" y="32"/>
                        <a:pt x="3561" y="95"/>
                      </a:cubicBezTo>
                      <a:lnTo>
                        <a:pt x="1733" y="1923"/>
                      </a:lnTo>
                      <a:lnTo>
                        <a:pt x="599" y="757"/>
                      </a:lnTo>
                      <a:cubicBezTo>
                        <a:pt x="536" y="710"/>
                        <a:pt x="450" y="686"/>
                        <a:pt x="363" y="686"/>
                      </a:cubicBezTo>
                      <a:cubicBezTo>
                        <a:pt x="276" y="686"/>
                        <a:pt x="190" y="710"/>
                        <a:pt x="127" y="757"/>
                      </a:cubicBezTo>
                      <a:cubicBezTo>
                        <a:pt x="1" y="883"/>
                        <a:pt x="1" y="1135"/>
                        <a:pt x="127" y="1229"/>
                      </a:cubicBezTo>
                      <a:lnTo>
                        <a:pt x="1513" y="2616"/>
                      </a:lnTo>
                      <a:cubicBezTo>
                        <a:pt x="1560" y="2679"/>
                        <a:pt x="1647" y="2710"/>
                        <a:pt x="1737" y="2710"/>
                      </a:cubicBezTo>
                      <a:cubicBezTo>
                        <a:pt x="1828" y="2710"/>
                        <a:pt x="1922" y="2679"/>
                        <a:pt x="1985" y="2616"/>
                      </a:cubicBezTo>
                      <a:lnTo>
                        <a:pt x="4033" y="568"/>
                      </a:lnTo>
                      <a:cubicBezTo>
                        <a:pt x="4128" y="442"/>
                        <a:pt x="4128" y="221"/>
                        <a:pt x="4033" y="95"/>
                      </a:cubicBezTo>
                      <a:cubicBezTo>
                        <a:pt x="3970" y="32"/>
                        <a:pt x="3876" y="1"/>
                        <a:pt x="37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9" name="Google Shape;12554;p89">
                <a:extLst>
                  <a:ext uri="{FF2B5EF4-FFF2-40B4-BE49-F238E27FC236}">
                    <a16:creationId xmlns:a16="http://schemas.microsoft.com/office/drawing/2014/main" id="{0A3B9FB1-64BA-1BCC-3E7F-A8EA0C7367F2}"/>
                  </a:ext>
                </a:extLst>
              </p:cNvPr>
              <p:cNvGrpSpPr/>
              <p:nvPr/>
            </p:nvGrpSpPr>
            <p:grpSpPr>
              <a:xfrm>
                <a:off x="11152667" y="3454376"/>
                <a:ext cx="641288" cy="642992"/>
                <a:chOff x="-2060175" y="2768875"/>
                <a:chExt cx="291450" cy="292225"/>
              </a:xfrm>
              <a:grpFill/>
            </p:grpSpPr>
            <p:sp>
              <p:nvSpPr>
                <p:cNvPr id="206" name="Google Shape;12555;p89">
                  <a:extLst>
                    <a:ext uri="{FF2B5EF4-FFF2-40B4-BE49-F238E27FC236}">
                      <a16:creationId xmlns:a16="http://schemas.microsoft.com/office/drawing/2014/main" id="{2BBFCC44-A8B3-513C-A8F4-9357C3225E95}"/>
                    </a:ext>
                  </a:extLst>
                </p:cNvPr>
                <p:cNvSpPr/>
                <p:nvPr/>
              </p:nvSpPr>
              <p:spPr>
                <a:xfrm>
                  <a:off x="-206017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cubicBezTo>
                        <a:pt x="10996" y="1198"/>
                        <a:pt x="10838" y="1355"/>
                        <a:pt x="10649" y="1355"/>
                      </a:cubicBezTo>
                      <a:lnTo>
                        <a:pt x="1040" y="1355"/>
                      </a:lnTo>
                      <a:cubicBezTo>
                        <a:pt x="851" y="1355"/>
                        <a:pt x="694" y="1198"/>
                        <a:pt x="694" y="1009"/>
                      </a:cubicBez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303" y="2049"/>
                      </a:moveTo>
                      <a:lnTo>
                        <a:pt x="10303" y="7908"/>
                      </a:lnTo>
                      <a:cubicBezTo>
                        <a:pt x="10334" y="8097"/>
                        <a:pt x="10177" y="8255"/>
                        <a:pt x="9988" y="8255"/>
                      </a:cubicBezTo>
                      <a:lnTo>
                        <a:pt x="1702" y="8255"/>
                      </a:lnTo>
                      <a:cubicBezTo>
                        <a:pt x="1513" y="8255"/>
                        <a:pt x="1355" y="8097"/>
                        <a:pt x="1355" y="7908"/>
                      </a:cubicBezTo>
                      <a:lnTo>
                        <a:pt x="1355" y="2049"/>
                      </a:lnTo>
                      <a:close/>
                      <a:moveTo>
                        <a:pt x="5797" y="10271"/>
                      </a:moveTo>
                      <a:cubicBezTo>
                        <a:pt x="5986" y="10271"/>
                        <a:pt x="6144" y="10429"/>
                        <a:pt x="6144" y="10618"/>
                      </a:cubicBezTo>
                      <a:cubicBezTo>
                        <a:pt x="6144" y="10807"/>
                        <a:pt x="5986" y="10964"/>
                        <a:pt x="5797" y="10964"/>
                      </a:cubicBezTo>
                      <a:cubicBezTo>
                        <a:pt x="5608" y="10964"/>
                        <a:pt x="5451" y="10807"/>
                        <a:pt x="5451" y="10618"/>
                      </a:cubicBezTo>
                      <a:cubicBezTo>
                        <a:pt x="5451" y="10429"/>
                        <a:pt x="5608" y="10271"/>
                        <a:pt x="5797" y="10271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cubicBezTo>
                        <a:pt x="1" y="1450"/>
                        <a:pt x="284" y="1828"/>
                        <a:pt x="694" y="1986"/>
                      </a:cubicBezTo>
                      <a:lnTo>
                        <a:pt x="694" y="7908"/>
                      </a:lnTo>
                      <a:cubicBezTo>
                        <a:pt x="694" y="8444"/>
                        <a:pt x="1166" y="8917"/>
                        <a:pt x="1702" y="8917"/>
                      </a:cubicBezTo>
                      <a:lnTo>
                        <a:pt x="5482" y="8917"/>
                      </a:lnTo>
                      <a:lnTo>
                        <a:pt x="5482" y="9673"/>
                      </a:lnTo>
                      <a:cubicBezTo>
                        <a:pt x="5104" y="9830"/>
                        <a:pt x="4821" y="10177"/>
                        <a:pt x="4821" y="10649"/>
                      </a:cubicBezTo>
                      <a:cubicBezTo>
                        <a:pt x="4821" y="11216"/>
                        <a:pt x="5293" y="11689"/>
                        <a:pt x="5829" y="11689"/>
                      </a:cubicBezTo>
                      <a:cubicBezTo>
                        <a:pt x="6396" y="11689"/>
                        <a:pt x="6869" y="11216"/>
                        <a:pt x="6869" y="10649"/>
                      </a:cubicBezTo>
                      <a:cubicBezTo>
                        <a:pt x="6869" y="10240"/>
                        <a:pt x="6585" y="9830"/>
                        <a:pt x="6207" y="9673"/>
                      </a:cubicBezTo>
                      <a:lnTo>
                        <a:pt x="6207" y="8917"/>
                      </a:lnTo>
                      <a:lnTo>
                        <a:pt x="10019" y="8917"/>
                      </a:lnTo>
                      <a:cubicBezTo>
                        <a:pt x="10555" y="8917"/>
                        <a:pt x="11027" y="8444"/>
                        <a:pt x="11027" y="7908"/>
                      </a:cubicBezTo>
                      <a:lnTo>
                        <a:pt x="11027" y="1986"/>
                      </a:lnTo>
                      <a:cubicBezTo>
                        <a:pt x="11405" y="1828"/>
                        <a:pt x="11657" y="1450"/>
                        <a:pt x="11657" y="1009"/>
                      </a:cubicBezTo>
                      <a:cubicBezTo>
                        <a:pt x="11657" y="473"/>
                        <a:pt x="11185" y="1"/>
                        <a:pt x="106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Google Shape;12556;p89">
                  <a:extLst>
                    <a:ext uri="{FF2B5EF4-FFF2-40B4-BE49-F238E27FC236}">
                      <a16:creationId xmlns:a16="http://schemas.microsoft.com/office/drawing/2014/main" id="{E46CB589-25D5-3DD0-695E-FC67A1A54C3A}"/>
                    </a:ext>
                  </a:extLst>
                </p:cNvPr>
                <p:cNvSpPr/>
                <p:nvPr/>
              </p:nvSpPr>
              <p:spPr>
                <a:xfrm>
                  <a:off x="-2008975" y="2855525"/>
                  <a:ext cx="189050" cy="8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3380" extrusionOk="0">
                      <a:moveTo>
                        <a:pt x="6553" y="0"/>
                      </a:moveTo>
                      <a:cubicBezTo>
                        <a:pt x="6144" y="0"/>
                        <a:pt x="6081" y="504"/>
                        <a:pt x="6427" y="662"/>
                      </a:cubicBezTo>
                      <a:lnTo>
                        <a:pt x="4474" y="2584"/>
                      </a:lnTo>
                      <a:lnTo>
                        <a:pt x="2647" y="788"/>
                      </a:lnTo>
                      <a:cubicBezTo>
                        <a:pt x="2584" y="725"/>
                        <a:pt x="2497" y="693"/>
                        <a:pt x="2410" y="693"/>
                      </a:cubicBezTo>
                      <a:cubicBezTo>
                        <a:pt x="2324" y="693"/>
                        <a:pt x="2237" y="725"/>
                        <a:pt x="2174" y="788"/>
                      </a:cubicBezTo>
                      <a:lnTo>
                        <a:pt x="126" y="2836"/>
                      </a:lnTo>
                      <a:cubicBezTo>
                        <a:pt x="0" y="2930"/>
                        <a:pt x="0" y="3182"/>
                        <a:pt x="126" y="3308"/>
                      </a:cubicBezTo>
                      <a:cubicBezTo>
                        <a:pt x="189" y="3356"/>
                        <a:pt x="276" y="3379"/>
                        <a:pt x="363" y="3379"/>
                      </a:cubicBezTo>
                      <a:cubicBezTo>
                        <a:pt x="449" y="3379"/>
                        <a:pt x="536" y="3356"/>
                        <a:pt x="599" y="3308"/>
                      </a:cubicBezTo>
                      <a:lnTo>
                        <a:pt x="2426" y="1481"/>
                      </a:lnTo>
                      <a:lnTo>
                        <a:pt x="4222" y="3308"/>
                      </a:lnTo>
                      <a:cubicBezTo>
                        <a:pt x="4285" y="3356"/>
                        <a:pt x="4372" y="3379"/>
                        <a:pt x="4458" y="3379"/>
                      </a:cubicBezTo>
                      <a:cubicBezTo>
                        <a:pt x="4545" y="3379"/>
                        <a:pt x="4632" y="3356"/>
                        <a:pt x="4695" y="3308"/>
                      </a:cubicBezTo>
                      <a:lnTo>
                        <a:pt x="6900" y="1134"/>
                      </a:lnTo>
                      <a:cubicBezTo>
                        <a:pt x="6931" y="1260"/>
                        <a:pt x="7057" y="1355"/>
                        <a:pt x="7215" y="1355"/>
                      </a:cubicBezTo>
                      <a:cubicBezTo>
                        <a:pt x="7404" y="1355"/>
                        <a:pt x="7562" y="1197"/>
                        <a:pt x="7562" y="1008"/>
                      </a:cubicBezTo>
                      <a:lnTo>
                        <a:pt x="7562" y="347"/>
                      </a:lnTo>
                      <a:cubicBezTo>
                        <a:pt x="7562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0" name="Google Shape;12566;p89">
                <a:extLst>
                  <a:ext uri="{FF2B5EF4-FFF2-40B4-BE49-F238E27FC236}">
                    <a16:creationId xmlns:a16="http://schemas.microsoft.com/office/drawing/2014/main" id="{236521F9-7D22-CEFE-27E6-68E99A929BAB}"/>
                  </a:ext>
                </a:extLst>
              </p:cNvPr>
              <p:cNvSpPr/>
              <p:nvPr/>
            </p:nvSpPr>
            <p:spPr>
              <a:xfrm>
                <a:off x="3729407" y="3454999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797" y="2111"/>
                    </a:moveTo>
                    <a:cubicBezTo>
                      <a:pt x="6175" y="2111"/>
                      <a:pt x="6459" y="2426"/>
                      <a:pt x="6459" y="2773"/>
                    </a:cubicBezTo>
                    <a:cubicBezTo>
                      <a:pt x="6459" y="3151"/>
                      <a:pt x="6175" y="3466"/>
                      <a:pt x="5797" y="3466"/>
                    </a:cubicBezTo>
                    <a:cubicBezTo>
                      <a:pt x="5388" y="3466"/>
                      <a:pt x="5104" y="3151"/>
                      <a:pt x="5104" y="2773"/>
                    </a:cubicBezTo>
                    <a:cubicBezTo>
                      <a:pt x="5104" y="2426"/>
                      <a:pt x="5419" y="2111"/>
                      <a:pt x="5797" y="2111"/>
                    </a:cubicBezTo>
                    <a:close/>
                    <a:moveTo>
                      <a:pt x="6112" y="4159"/>
                    </a:moveTo>
                    <a:cubicBezTo>
                      <a:pt x="6648" y="4159"/>
                      <a:pt x="7120" y="4631"/>
                      <a:pt x="7120" y="5198"/>
                    </a:cubicBezTo>
                    <a:lnTo>
                      <a:pt x="7120" y="5545"/>
                    </a:lnTo>
                    <a:lnTo>
                      <a:pt x="4379" y="5545"/>
                    </a:lnTo>
                    <a:lnTo>
                      <a:pt x="4379" y="5198"/>
                    </a:lnTo>
                    <a:cubicBezTo>
                      <a:pt x="4411" y="4600"/>
                      <a:pt x="4884" y="4159"/>
                      <a:pt x="5419" y="4159"/>
                    </a:cubicBezTo>
                    <a:close/>
                    <a:moveTo>
                      <a:pt x="10586" y="662"/>
                    </a:moveTo>
                    <a:cubicBezTo>
                      <a:pt x="10775" y="662"/>
                      <a:pt x="10932" y="819"/>
                      <a:pt x="10932" y="1008"/>
                    </a:cubicBezTo>
                    <a:lnTo>
                      <a:pt x="10932" y="5860"/>
                    </a:lnTo>
                    <a:lnTo>
                      <a:pt x="10996" y="5860"/>
                    </a:lnTo>
                    <a:cubicBezTo>
                      <a:pt x="10996" y="6049"/>
                      <a:pt x="10838" y="6207"/>
                      <a:pt x="10617" y="6207"/>
                    </a:cubicBezTo>
                    <a:lnTo>
                      <a:pt x="9483" y="6207"/>
                    </a:lnTo>
                    <a:cubicBezTo>
                      <a:pt x="9326" y="5829"/>
                      <a:pt x="8979" y="5545"/>
                      <a:pt x="8507" y="5545"/>
                    </a:cubicBezTo>
                    <a:lnTo>
                      <a:pt x="7845" y="5545"/>
                    </a:lnTo>
                    <a:lnTo>
                      <a:pt x="7845" y="5198"/>
                    </a:lnTo>
                    <a:cubicBezTo>
                      <a:pt x="7845" y="4505"/>
                      <a:pt x="7435" y="3938"/>
                      <a:pt x="6837" y="3655"/>
                    </a:cubicBezTo>
                    <a:cubicBezTo>
                      <a:pt x="7057" y="3403"/>
                      <a:pt x="7152" y="3151"/>
                      <a:pt x="7152" y="2773"/>
                    </a:cubicBezTo>
                    <a:cubicBezTo>
                      <a:pt x="7152" y="2048"/>
                      <a:pt x="6522" y="1418"/>
                      <a:pt x="5797" y="1418"/>
                    </a:cubicBezTo>
                    <a:cubicBezTo>
                      <a:pt x="5041" y="1418"/>
                      <a:pt x="4411" y="2048"/>
                      <a:pt x="4411" y="2773"/>
                    </a:cubicBezTo>
                    <a:cubicBezTo>
                      <a:pt x="4411" y="3088"/>
                      <a:pt x="4537" y="3403"/>
                      <a:pt x="4726" y="3655"/>
                    </a:cubicBezTo>
                    <a:cubicBezTo>
                      <a:pt x="4127" y="3938"/>
                      <a:pt x="3749" y="4505"/>
                      <a:pt x="3749" y="5198"/>
                    </a:cubicBezTo>
                    <a:lnTo>
                      <a:pt x="3749" y="5545"/>
                    </a:lnTo>
                    <a:lnTo>
                      <a:pt x="3056" y="5545"/>
                    </a:lnTo>
                    <a:cubicBezTo>
                      <a:pt x="2647" y="5545"/>
                      <a:pt x="2237" y="5829"/>
                      <a:pt x="2080" y="6207"/>
                    </a:cubicBezTo>
                    <a:lnTo>
                      <a:pt x="977" y="6207"/>
                    </a:lnTo>
                    <a:cubicBezTo>
                      <a:pt x="788" y="6207"/>
                      <a:pt x="630" y="6049"/>
                      <a:pt x="630" y="5860"/>
                    </a:cubicBezTo>
                    <a:lnTo>
                      <a:pt x="630" y="1008"/>
                    </a:lnTo>
                    <a:cubicBezTo>
                      <a:pt x="630" y="819"/>
                      <a:pt x="788" y="662"/>
                      <a:pt x="977" y="662"/>
                    </a:cubicBezTo>
                    <a:close/>
                    <a:moveTo>
                      <a:pt x="8538" y="6175"/>
                    </a:moveTo>
                    <a:cubicBezTo>
                      <a:pt x="8759" y="6175"/>
                      <a:pt x="8916" y="6333"/>
                      <a:pt x="8916" y="6522"/>
                    </a:cubicBezTo>
                    <a:cubicBezTo>
                      <a:pt x="8853" y="6711"/>
                      <a:pt x="8696" y="6868"/>
                      <a:pt x="8538" y="6868"/>
                    </a:cubicBezTo>
                    <a:lnTo>
                      <a:pt x="3088" y="6868"/>
                    </a:lnTo>
                    <a:cubicBezTo>
                      <a:pt x="2867" y="6868"/>
                      <a:pt x="2710" y="6711"/>
                      <a:pt x="2710" y="6522"/>
                    </a:cubicBezTo>
                    <a:cubicBezTo>
                      <a:pt x="2710" y="6333"/>
                      <a:pt x="2867" y="6175"/>
                      <a:pt x="3088" y="6175"/>
                    </a:cubicBezTo>
                    <a:close/>
                    <a:moveTo>
                      <a:pt x="8160" y="7593"/>
                    </a:moveTo>
                    <a:lnTo>
                      <a:pt x="7561" y="11027"/>
                    </a:lnTo>
                    <a:lnTo>
                      <a:pt x="4033" y="11027"/>
                    </a:lnTo>
                    <a:lnTo>
                      <a:pt x="3466" y="7593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5860"/>
                    </a:lnTo>
                    <a:cubicBezTo>
                      <a:pt x="0" y="6396"/>
                      <a:pt x="473" y="6868"/>
                      <a:pt x="1008" y="6868"/>
                    </a:cubicBezTo>
                    <a:lnTo>
                      <a:pt x="2111" y="6868"/>
                    </a:lnTo>
                    <a:cubicBezTo>
                      <a:pt x="2237" y="7183"/>
                      <a:pt x="2489" y="7435"/>
                      <a:pt x="2804" y="7498"/>
                    </a:cubicBezTo>
                    <a:lnTo>
                      <a:pt x="3434" y="11373"/>
                    </a:lnTo>
                    <a:cubicBezTo>
                      <a:pt x="3466" y="11531"/>
                      <a:pt x="3592" y="11657"/>
                      <a:pt x="3781" y="11657"/>
                    </a:cubicBezTo>
                    <a:lnTo>
                      <a:pt x="7877" y="11657"/>
                    </a:lnTo>
                    <a:cubicBezTo>
                      <a:pt x="8034" y="11657"/>
                      <a:pt x="8192" y="11531"/>
                      <a:pt x="8223" y="11373"/>
                    </a:cubicBezTo>
                    <a:lnTo>
                      <a:pt x="8853" y="7498"/>
                    </a:lnTo>
                    <a:cubicBezTo>
                      <a:pt x="9168" y="7435"/>
                      <a:pt x="9420" y="7183"/>
                      <a:pt x="9546" y="6868"/>
                    </a:cubicBezTo>
                    <a:lnTo>
                      <a:pt x="10680" y="6868"/>
                    </a:lnTo>
                    <a:cubicBezTo>
                      <a:pt x="11216" y="6868"/>
                      <a:pt x="11689" y="6396"/>
                      <a:pt x="11689" y="5860"/>
                    </a:cubicBezTo>
                    <a:lnTo>
                      <a:pt x="11689" y="1008"/>
                    </a:lnTo>
                    <a:cubicBezTo>
                      <a:pt x="11657" y="473"/>
                      <a:pt x="11185" y="0"/>
                      <a:pt x="106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01" name="Google Shape;12580;p89">
                <a:extLst>
                  <a:ext uri="{FF2B5EF4-FFF2-40B4-BE49-F238E27FC236}">
                    <a16:creationId xmlns:a16="http://schemas.microsoft.com/office/drawing/2014/main" id="{A4D1E1D6-CC28-CCEB-8DE4-94ACE766D353}"/>
                  </a:ext>
                </a:extLst>
              </p:cNvPr>
              <p:cNvGrpSpPr/>
              <p:nvPr/>
            </p:nvGrpSpPr>
            <p:grpSpPr>
              <a:xfrm>
                <a:off x="7973122" y="3454376"/>
                <a:ext cx="414267" cy="642992"/>
                <a:chOff x="-3443250" y="2765725"/>
                <a:chExt cx="188275" cy="292225"/>
              </a:xfrm>
              <a:grpFill/>
            </p:grpSpPr>
            <p:sp>
              <p:nvSpPr>
                <p:cNvPr id="202" name="Google Shape;12581;p89">
                  <a:extLst>
                    <a:ext uri="{FF2B5EF4-FFF2-40B4-BE49-F238E27FC236}">
                      <a16:creationId xmlns:a16="http://schemas.microsoft.com/office/drawing/2014/main" id="{F85EB927-3550-2453-BDBA-FD55F1D55088}"/>
                    </a:ext>
                  </a:extLst>
                </p:cNvPr>
                <p:cNvSpPr/>
                <p:nvPr/>
              </p:nvSpPr>
              <p:spPr>
                <a:xfrm>
                  <a:off x="-3443250" y="2765725"/>
                  <a:ext cx="1882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1" h="11689" extrusionOk="0">
                      <a:moveTo>
                        <a:pt x="6491" y="662"/>
                      </a:moveTo>
                      <a:cubicBezTo>
                        <a:pt x="6711" y="662"/>
                        <a:pt x="6869" y="820"/>
                        <a:pt x="6869" y="1009"/>
                      </a:cubicBezTo>
                      <a:lnTo>
                        <a:pt x="6869" y="7908"/>
                      </a:lnTo>
                      <a:cubicBezTo>
                        <a:pt x="6869" y="8097"/>
                        <a:pt x="6711" y="8255"/>
                        <a:pt x="6491" y="8255"/>
                      </a:cubicBezTo>
                      <a:lnTo>
                        <a:pt x="1040" y="8255"/>
                      </a:lnTo>
                      <a:cubicBezTo>
                        <a:pt x="851" y="8255"/>
                        <a:pt x="694" y="8097"/>
                        <a:pt x="694" y="7908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4821" y="8948"/>
                      </a:moveTo>
                      <a:lnTo>
                        <a:pt x="4821" y="10996"/>
                      </a:lnTo>
                      <a:lnTo>
                        <a:pt x="2773" y="10996"/>
                      </a:lnTo>
                      <a:lnTo>
                        <a:pt x="2773" y="8948"/>
                      </a:ln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lnTo>
                        <a:pt x="1" y="7908"/>
                      </a:lnTo>
                      <a:cubicBezTo>
                        <a:pt x="1" y="8475"/>
                        <a:pt x="473" y="8917"/>
                        <a:pt x="1040" y="8917"/>
                      </a:cubicBezTo>
                      <a:lnTo>
                        <a:pt x="2049" y="8917"/>
                      </a:lnTo>
                      <a:lnTo>
                        <a:pt x="2049" y="10964"/>
                      </a:lnTo>
                      <a:lnTo>
                        <a:pt x="1040" y="10964"/>
                      </a:lnTo>
                      <a:cubicBezTo>
                        <a:pt x="851" y="10964"/>
                        <a:pt x="694" y="11122"/>
                        <a:pt x="694" y="11342"/>
                      </a:cubicBezTo>
                      <a:cubicBezTo>
                        <a:pt x="694" y="11531"/>
                        <a:pt x="851" y="11689"/>
                        <a:pt x="1040" y="11689"/>
                      </a:cubicBezTo>
                      <a:lnTo>
                        <a:pt x="6491" y="11689"/>
                      </a:lnTo>
                      <a:cubicBezTo>
                        <a:pt x="6711" y="11689"/>
                        <a:pt x="6869" y="11531"/>
                        <a:pt x="6869" y="11342"/>
                      </a:cubicBezTo>
                      <a:cubicBezTo>
                        <a:pt x="6869" y="11122"/>
                        <a:pt x="6711" y="10964"/>
                        <a:pt x="6491" y="10964"/>
                      </a:cubicBezTo>
                      <a:lnTo>
                        <a:pt x="5483" y="10964"/>
                      </a:lnTo>
                      <a:lnTo>
                        <a:pt x="5483" y="8917"/>
                      </a:lnTo>
                      <a:lnTo>
                        <a:pt x="6491" y="8917"/>
                      </a:lnTo>
                      <a:cubicBezTo>
                        <a:pt x="7058" y="8917"/>
                        <a:pt x="7531" y="8475"/>
                        <a:pt x="7531" y="7908"/>
                      </a:cubicBezTo>
                      <a:lnTo>
                        <a:pt x="7531" y="1009"/>
                      </a:lnTo>
                      <a:cubicBezTo>
                        <a:pt x="7531" y="442"/>
                        <a:pt x="7089" y="1"/>
                        <a:pt x="64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Google Shape;12582;p89">
                  <a:extLst>
                    <a:ext uri="{FF2B5EF4-FFF2-40B4-BE49-F238E27FC236}">
                      <a16:creationId xmlns:a16="http://schemas.microsoft.com/office/drawing/2014/main" id="{B978A43F-4C0F-77B4-ECBA-061698DDE370}"/>
                    </a:ext>
                  </a:extLst>
                </p:cNvPr>
                <p:cNvSpPr/>
                <p:nvPr/>
              </p:nvSpPr>
              <p:spPr>
                <a:xfrm>
                  <a:off x="-3411725" y="2799375"/>
                  <a:ext cx="124450" cy="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" h="3444" extrusionOk="0">
                      <a:moveTo>
                        <a:pt x="1859" y="1144"/>
                      </a:moveTo>
                      <a:lnTo>
                        <a:pt x="2678" y="2750"/>
                      </a:lnTo>
                      <a:lnTo>
                        <a:pt x="1040" y="2750"/>
                      </a:lnTo>
                      <a:lnTo>
                        <a:pt x="1859" y="1144"/>
                      </a:lnTo>
                      <a:close/>
                      <a:moveTo>
                        <a:pt x="3151" y="1049"/>
                      </a:moveTo>
                      <a:lnTo>
                        <a:pt x="4033" y="2782"/>
                      </a:lnTo>
                      <a:lnTo>
                        <a:pt x="3403" y="2782"/>
                      </a:lnTo>
                      <a:lnTo>
                        <a:pt x="3403" y="2750"/>
                      </a:lnTo>
                      <a:lnTo>
                        <a:pt x="2804" y="1553"/>
                      </a:lnTo>
                      <a:lnTo>
                        <a:pt x="3151" y="1049"/>
                      </a:lnTo>
                      <a:close/>
                      <a:moveTo>
                        <a:pt x="3213" y="1"/>
                      </a:moveTo>
                      <a:cubicBezTo>
                        <a:pt x="3110" y="1"/>
                        <a:pt x="3003" y="48"/>
                        <a:pt x="2930" y="135"/>
                      </a:cubicBezTo>
                      <a:lnTo>
                        <a:pt x="2457" y="829"/>
                      </a:lnTo>
                      <a:lnTo>
                        <a:pt x="2142" y="198"/>
                      </a:lnTo>
                      <a:cubicBezTo>
                        <a:pt x="2079" y="72"/>
                        <a:pt x="1961" y="9"/>
                        <a:pt x="1839" y="9"/>
                      </a:cubicBezTo>
                      <a:cubicBezTo>
                        <a:pt x="1717" y="9"/>
                        <a:pt x="1591" y="72"/>
                        <a:pt x="1512" y="198"/>
                      </a:cubicBezTo>
                      <a:lnTo>
                        <a:pt x="126" y="2939"/>
                      </a:lnTo>
                      <a:cubicBezTo>
                        <a:pt x="0" y="3191"/>
                        <a:pt x="158" y="3443"/>
                        <a:pt x="441" y="3443"/>
                      </a:cubicBezTo>
                      <a:lnTo>
                        <a:pt x="4537" y="3443"/>
                      </a:lnTo>
                      <a:cubicBezTo>
                        <a:pt x="4757" y="3443"/>
                        <a:pt x="4978" y="3191"/>
                        <a:pt x="4852" y="2939"/>
                      </a:cubicBezTo>
                      <a:lnTo>
                        <a:pt x="3497" y="198"/>
                      </a:lnTo>
                      <a:cubicBezTo>
                        <a:pt x="3446" y="63"/>
                        <a:pt x="3332" y="1"/>
                        <a:pt x="32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Google Shape;12583;p89">
                  <a:extLst>
                    <a:ext uri="{FF2B5EF4-FFF2-40B4-BE49-F238E27FC236}">
                      <a16:creationId xmlns:a16="http://schemas.microsoft.com/office/drawing/2014/main" id="{F180CAB5-0565-D5E4-8334-97D7AE383A50}"/>
                    </a:ext>
                  </a:extLst>
                </p:cNvPr>
                <p:cNvSpPr/>
                <p:nvPr/>
              </p:nvSpPr>
              <p:spPr>
                <a:xfrm>
                  <a:off x="-3392825" y="290357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Google Shape;12584;p89">
                  <a:extLst>
                    <a:ext uri="{FF2B5EF4-FFF2-40B4-BE49-F238E27FC236}">
                      <a16:creationId xmlns:a16="http://schemas.microsoft.com/office/drawing/2014/main" id="{842A8E8B-6157-D432-E285-C64B19672BD6}"/>
                    </a:ext>
                  </a:extLst>
                </p:cNvPr>
                <p:cNvSpPr/>
                <p:nvPr/>
              </p:nvSpPr>
              <p:spPr>
                <a:xfrm>
                  <a:off x="-3392825" y="293822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968145-C66B-2B4A-2354-1A38F1020C1D}"/>
                </a:ext>
              </a:extLst>
            </p:cNvPr>
            <p:cNvGrpSpPr/>
            <p:nvPr/>
          </p:nvGrpSpPr>
          <p:grpSpPr>
            <a:xfrm>
              <a:off x="397192" y="1548962"/>
              <a:ext cx="11397616" cy="650754"/>
              <a:chOff x="397192" y="1883391"/>
              <a:chExt cx="11397616" cy="650754"/>
            </a:xfrm>
            <a:grpFill/>
          </p:grpSpPr>
          <p:sp>
            <p:nvSpPr>
              <p:cNvPr id="146" name="Google Shape;12422;p89">
                <a:extLst>
                  <a:ext uri="{FF2B5EF4-FFF2-40B4-BE49-F238E27FC236}">
                    <a16:creationId xmlns:a16="http://schemas.microsoft.com/office/drawing/2014/main" id="{AB21F162-CA91-DF9A-6D41-C16918AF5314}"/>
                  </a:ext>
                </a:extLst>
              </p:cNvPr>
              <p:cNvSpPr/>
              <p:nvPr/>
            </p:nvSpPr>
            <p:spPr>
              <a:xfrm>
                <a:off x="397192" y="1884273"/>
                <a:ext cx="660320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1713" extrusionOk="0">
                    <a:moveTo>
                      <a:pt x="8633" y="2088"/>
                    </a:moveTo>
                    <a:cubicBezTo>
                      <a:pt x="8900" y="2088"/>
                      <a:pt x="9168" y="2182"/>
                      <a:pt x="9357" y="2371"/>
                    </a:cubicBezTo>
                    <a:cubicBezTo>
                      <a:pt x="9767" y="2781"/>
                      <a:pt x="9767" y="3442"/>
                      <a:pt x="9357" y="3820"/>
                    </a:cubicBezTo>
                    <a:lnTo>
                      <a:pt x="8128" y="5018"/>
                    </a:lnTo>
                    <a:cubicBezTo>
                      <a:pt x="7939" y="4702"/>
                      <a:pt x="7750" y="4419"/>
                      <a:pt x="7498" y="4135"/>
                    </a:cubicBezTo>
                    <a:cubicBezTo>
                      <a:pt x="7278" y="3915"/>
                      <a:pt x="6994" y="3726"/>
                      <a:pt x="6679" y="3568"/>
                    </a:cubicBezTo>
                    <a:lnTo>
                      <a:pt x="7908" y="2371"/>
                    </a:lnTo>
                    <a:cubicBezTo>
                      <a:pt x="8097" y="2182"/>
                      <a:pt x="8365" y="2088"/>
                      <a:pt x="8633" y="2088"/>
                    </a:cubicBezTo>
                    <a:close/>
                    <a:moveTo>
                      <a:pt x="5230" y="5333"/>
                    </a:moveTo>
                    <a:cubicBezTo>
                      <a:pt x="5514" y="5333"/>
                      <a:pt x="5829" y="5396"/>
                      <a:pt x="6018" y="5648"/>
                    </a:cubicBezTo>
                    <a:cubicBezTo>
                      <a:pt x="6207" y="5837"/>
                      <a:pt x="6333" y="6120"/>
                      <a:pt x="6333" y="6435"/>
                    </a:cubicBezTo>
                    <a:cubicBezTo>
                      <a:pt x="6049" y="6435"/>
                      <a:pt x="5766" y="6309"/>
                      <a:pt x="5545" y="6120"/>
                    </a:cubicBezTo>
                    <a:cubicBezTo>
                      <a:pt x="5356" y="5931"/>
                      <a:pt x="5230" y="5648"/>
                      <a:pt x="5230" y="5333"/>
                    </a:cubicBezTo>
                    <a:close/>
                    <a:moveTo>
                      <a:pt x="8617" y="717"/>
                    </a:moveTo>
                    <a:cubicBezTo>
                      <a:pt x="9223" y="717"/>
                      <a:pt x="9830" y="953"/>
                      <a:pt x="10302" y="1426"/>
                    </a:cubicBezTo>
                    <a:cubicBezTo>
                      <a:pt x="11247" y="2340"/>
                      <a:pt x="11247" y="3883"/>
                      <a:pt x="10302" y="4828"/>
                    </a:cubicBezTo>
                    <a:lnTo>
                      <a:pt x="8381" y="6719"/>
                    </a:lnTo>
                    <a:cubicBezTo>
                      <a:pt x="8412" y="6404"/>
                      <a:pt x="8412" y="6089"/>
                      <a:pt x="8349" y="5774"/>
                    </a:cubicBezTo>
                    <a:lnTo>
                      <a:pt x="9798" y="4356"/>
                    </a:lnTo>
                    <a:cubicBezTo>
                      <a:pt x="10460" y="3663"/>
                      <a:pt x="10460" y="2560"/>
                      <a:pt x="9798" y="1930"/>
                    </a:cubicBezTo>
                    <a:cubicBezTo>
                      <a:pt x="9467" y="1599"/>
                      <a:pt x="9034" y="1434"/>
                      <a:pt x="8601" y="1434"/>
                    </a:cubicBezTo>
                    <a:cubicBezTo>
                      <a:pt x="8168" y="1434"/>
                      <a:pt x="7735" y="1599"/>
                      <a:pt x="7404" y="1930"/>
                    </a:cubicBezTo>
                    <a:cubicBezTo>
                      <a:pt x="7309" y="2025"/>
                      <a:pt x="5356" y="3946"/>
                      <a:pt x="5073" y="4230"/>
                    </a:cubicBezTo>
                    <a:cubicBezTo>
                      <a:pt x="4411" y="4892"/>
                      <a:pt x="4411" y="5963"/>
                      <a:pt x="5073" y="6624"/>
                    </a:cubicBezTo>
                    <a:cubicBezTo>
                      <a:pt x="5356" y="6908"/>
                      <a:pt x="5671" y="7065"/>
                      <a:pt x="6049" y="7097"/>
                    </a:cubicBezTo>
                    <a:lnTo>
                      <a:pt x="5514" y="7664"/>
                    </a:lnTo>
                    <a:cubicBezTo>
                      <a:pt x="5167" y="7538"/>
                      <a:pt x="4883" y="7349"/>
                      <a:pt x="4600" y="7097"/>
                    </a:cubicBezTo>
                    <a:cubicBezTo>
                      <a:pt x="3655" y="6152"/>
                      <a:pt x="3655" y="4671"/>
                      <a:pt x="4600" y="3726"/>
                    </a:cubicBezTo>
                    <a:lnTo>
                      <a:pt x="6931" y="1426"/>
                    </a:lnTo>
                    <a:cubicBezTo>
                      <a:pt x="7404" y="953"/>
                      <a:pt x="8010" y="717"/>
                      <a:pt x="8617" y="717"/>
                    </a:cubicBezTo>
                    <a:close/>
                    <a:moveTo>
                      <a:pt x="3497" y="6719"/>
                    </a:moveTo>
                    <a:cubicBezTo>
                      <a:pt x="3655" y="7034"/>
                      <a:pt x="3844" y="7286"/>
                      <a:pt x="4127" y="7569"/>
                    </a:cubicBezTo>
                    <a:cubicBezTo>
                      <a:pt x="4348" y="7821"/>
                      <a:pt x="4663" y="8042"/>
                      <a:pt x="4978" y="8168"/>
                    </a:cubicBezTo>
                    <a:lnTo>
                      <a:pt x="3812" y="9334"/>
                    </a:lnTo>
                    <a:cubicBezTo>
                      <a:pt x="3608" y="9538"/>
                      <a:pt x="3340" y="9641"/>
                      <a:pt x="3076" y="9641"/>
                    </a:cubicBezTo>
                    <a:cubicBezTo>
                      <a:pt x="2812" y="9641"/>
                      <a:pt x="2552" y="9538"/>
                      <a:pt x="2363" y="9334"/>
                    </a:cubicBezTo>
                    <a:cubicBezTo>
                      <a:pt x="1954" y="8956"/>
                      <a:pt x="1954" y="8294"/>
                      <a:pt x="2363" y="7884"/>
                    </a:cubicBezTo>
                    <a:lnTo>
                      <a:pt x="3497" y="6719"/>
                    </a:lnTo>
                    <a:close/>
                    <a:moveTo>
                      <a:pt x="6112" y="4135"/>
                    </a:moveTo>
                    <a:cubicBezTo>
                      <a:pt x="6396" y="4261"/>
                      <a:pt x="6742" y="4450"/>
                      <a:pt x="6963" y="4702"/>
                    </a:cubicBezTo>
                    <a:cubicBezTo>
                      <a:pt x="7908" y="5648"/>
                      <a:pt x="7908" y="7128"/>
                      <a:pt x="6963" y="8073"/>
                    </a:cubicBezTo>
                    <a:lnTo>
                      <a:pt x="4757" y="10342"/>
                    </a:lnTo>
                    <a:cubicBezTo>
                      <a:pt x="4285" y="10814"/>
                      <a:pt x="3671" y="11051"/>
                      <a:pt x="3056" y="11051"/>
                    </a:cubicBezTo>
                    <a:cubicBezTo>
                      <a:pt x="2442" y="11051"/>
                      <a:pt x="1828" y="10814"/>
                      <a:pt x="1355" y="10342"/>
                    </a:cubicBezTo>
                    <a:cubicBezTo>
                      <a:pt x="945" y="9901"/>
                      <a:pt x="662" y="9271"/>
                      <a:pt x="662" y="8641"/>
                    </a:cubicBezTo>
                    <a:cubicBezTo>
                      <a:pt x="662" y="8010"/>
                      <a:pt x="882" y="7380"/>
                      <a:pt x="1355" y="6939"/>
                    </a:cubicBezTo>
                    <a:lnTo>
                      <a:pt x="3214" y="5081"/>
                    </a:lnTo>
                    <a:lnTo>
                      <a:pt x="3214" y="5081"/>
                    </a:lnTo>
                    <a:cubicBezTo>
                      <a:pt x="3182" y="5396"/>
                      <a:pt x="3214" y="5679"/>
                      <a:pt x="3245" y="5994"/>
                    </a:cubicBezTo>
                    <a:lnTo>
                      <a:pt x="1828" y="7443"/>
                    </a:lnTo>
                    <a:cubicBezTo>
                      <a:pt x="1166" y="8105"/>
                      <a:pt x="1166" y="9176"/>
                      <a:pt x="1828" y="9838"/>
                    </a:cubicBezTo>
                    <a:cubicBezTo>
                      <a:pt x="2174" y="10184"/>
                      <a:pt x="2623" y="10358"/>
                      <a:pt x="3064" y="10358"/>
                    </a:cubicBezTo>
                    <a:cubicBezTo>
                      <a:pt x="3505" y="10358"/>
                      <a:pt x="3938" y="10184"/>
                      <a:pt x="4253" y="9838"/>
                    </a:cubicBezTo>
                    <a:lnTo>
                      <a:pt x="6490" y="7569"/>
                    </a:lnTo>
                    <a:cubicBezTo>
                      <a:pt x="7152" y="6908"/>
                      <a:pt x="7152" y="5837"/>
                      <a:pt x="6490" y="5175"/>
                    </a:cubicBezTo>
                    <a:cubicBezTo>
                      <a:pt x="6207" y="4892"/>
                      <a:pt x="5892" y="4734"/>
                      <a:pt x="5514" y="4702"/>
                    </a:cubicBezTo>
                    <a:lnTo>
                      <a:pt x="6112" y="4135"/>
                    </a:lnTo>
                    <a:close/>
                    <a:moveTo>
                      <a:pt x="8585" y="0"/>
                    </a:moveTo>
                    <a:cubicBezTo>
                      <a:pt x="7798" y="0"/>
                      <a:pt x="7010" y="308"/>
                      <a:pt x="6396" y="922"/>
                    </a:cubicBezTo>
                    <a:lnTo>
                      <a:pt x="4096" y="3190"/>
                    </a:lnTo>
                    <a:lnTo>
                      <a:pt x="882" y="6467"/>
                    </a:lnTo>
                    <a:cubicBezTo>
                      <a:pt x="315" y="7065"/>
                      <a:pt x="0" y="7821"/>
                      <a:pt x="0" y="8641"/>
                    </a:cubicBezTo>
                    <a:cubicBezTo>
                      <a:pt x="0" y="9460"/>
                      <a:pt x="315" y="10247"/>
                      <a:pt x="882" y="10814"/>
                    </a:cubicBezTo>
                    <a:cubicBezTo>
                      <a:pt x="1497" y="11413"/>
                      <a:pt x="2284" y="11712"/>
                      <a:pt x="3072" y="11712"/>
                    </a:cubicBezTo>
                    <a:cubicBezTo>
                      <a:pt x="3860" y="11712"/>
                      <a:pt x="4647" y="11413"/>
                      <a:pt x="5262" y="10814"/>
                    </a:cubicBezTo>
                    <a:cubicBezTo>
                      <a:pt x="8034" y="8010"/>
                      <a:pt x="6837" y="9145"/>
                      <a:pt x="10775" y="5301"/>
                    </a:cubicBezTo>
                    <a:cubicBezTo>
                      <a:pt x="12004" y="4072"/>
                      <a:pt x="12004" y="2151"/>
                      <a:pt x="10775" y="922"/>
                    </a:cubicBezTo>
                    <a:cubicBezTo>
                      <a:pt x="10161" y="308"/>
                      <a:pt x="9373" y="0"/>
                      <a:pt x="8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47" name="Google Shape;12427;p89">
                <a:extLst>
                  <a:ext uri="{FF2B5EF4-FFF2-40B4-BE49-F238E27FC236}">
                    <a16:creationId xmlns:a16="http://schemas.microsoft.com/office/drawing/2014/main" id="{3826ACC8-D2DF-55DB-E844-072C93D71774}"/>
                  </a:ext>
                </a:extLst>
              </p:cNvPr>
              <p:cNvGrpSpPr/>
              <p:nvPr/>
            </p:nvGrpSpPr>
            <p:grpSpPr>
              <a:xfrm>
                <a:off x="4523765" y="1886197"/>
                <a:ext cx="644752" cy="640848"/>
                <a:chOff x="-4932650" y="2046625"/>
                <a:chExt cx="293025" cy="291250"/>
              </a:xfrm>
              <a:grpFill/>
            </p:grpSpPr>
            <p:sp>
              <p:nvSpPr>
                <p:cNvPr id="186" name="Google Shape;12428;p89">
                  <a:extLst>
                    <a:ext uri="{FF2B5EF4-FFF2-40B4-BE49-F238E27FC236}">
                      <a16:creationId xmlns:a16="http://schemas.microsoft.com/office/drawing/2014/main" id="{BAFC1B58-6239-1705-28CD-5C582C6C31FE}"/>
                    </a:ext>
                  </a:extLst>
                </p:cNvPr>
                <p:cNvSpPr/>
                <p:nvPr/>
              </p:nvSpPr>
              <p:spPr>
                <a:xfrm>
                  <a:off x="-4932650" y="2046625"/>
                  <a:ext cx="293025" cy="29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0" extrusionOk="0">
                      <a:moveTo>
                        <a:pt x="7625" y="694"/>
                      </a:moveTo>
                      <a:cubicBezTo>
                        <a:pt x="9515" y="694"/>
                        <a:pt x="11059" y="2206"/>
                        <a:pt x="11059" y="4096"/>
                      </a:cubicBezTo>
                      <a:cubicBezTo>
                        <a:pt x="11059" y="5987"/>
                        <a:pt x="9515" y="7530"/>
                        <a:pt x="7625" y="7530"/>
                      </a:cubicBezTo>
                      <a:cubicBezTo>
                        <a:pt x="5735" y="7530"/>
                        <a:pt x="4223" y="5987"/>
                        <a:pt x="4223" y="4096"/>
                      </a:cubicBezTo>
                      <a:cubicBezTo>
                        <a:pt x="4223" y="2206"/>
                        <a:pt x="5735" y="694"/>
                        <a:pt x="7625" y="694"/>
                      </a:cubicBezTo>
                      <a:close/>
                      <a:moveTo>
                        <a:pt x="3344" y="8066"/>
                      </a:moveTo>
                      <a:cubicBezTo>
                        <a:pt x="3435" y="8066"/>
                        <a:pt x="3529" y="8098"/>
                        <a:pt x="3593" y="8161"/>
                      </a:cubicBezTo>
                      <a:cubicBezTo>
                        <a:pt x="3719" y="8287"/>
                        <a:pt x="3719" y="8507"/>
                        <a:pt x="3593" y="8633"/>
                      </a:cubicBezTo>
                      <a:lnTo>
                        <a:pt x="1324" y="10870"/>
                      </a:lnTo>
                      <a:cubicBezTo>
                        <a:pt x="1277" y="10933"/>
                        <a:pt x="1190" y="10964"/>
                        <a:pt x="1100" y="10964"/>
                      </a:cubicBezTo>
                      <a:cubicBezTo>
                        <a:pt x="1009" y="10964"/>
                        <a:pt x="915" y="10933"/>
                        <a:pt x="852" y="10870"/>
                      </a:cubicBezTo>
                      <a:cubicBezTo>
                        <a:pt x="757" y="10744"/>
                        <a:pt x="757" y="10523"/>
                        <a:pt x="852" y="10397"/>
                      </a:cubicBezTo>
                      <a:lnTo>
                        <a:pt x="3120" y="8161"/>
                      </a:lnTo>
                      <a:cubicBezTo>
                        <a:pt x="3167" y="8098"/>
                        <a:pt x="3254" y="8066"/>
                        <a:pt x="3344" y="8066"/>
                      </a:cubicBezTo>
                      <a:close/>
                      <a:moveTo>
                        <a:pt x="7625" y="1"/>
                      </a:moveTo>
                      <a:cubicBezTo>
                        <a:pt x="5357" y="1"/>
                        <a:pt x="3529" y="1860"/>
                        <a:pt x="3529" y="4096"/>
                      </a:cubicBezTo>
                      <a:cubicBezTo>
                        <a:pt x="3529" y="5136"/>
                        <a:pt x="3908" y="6050"/>
                        <a:pt x="4538" y="6743"/>
                      </a:cubicBezTo>
                      <a:lnTo>
                        <a:pt x="3813" y="7467"/>
                      </a:lnTo>
                      <a:cubicBezTo>
                        <a:pt x="3673" y="7386"/>
                        <a:pt x="3520" y="7347"/>
                        <a:pt x="3367" y="7347"/>
                      </a:cubicBezTo>
                      <a:cubicBezTo>
                        <a:pt x="3106" y="7347"/>
                        <a:pt x="2846" y="7458"/>
                        <a:pt x="2647" y="7656"/>
                      </a:cubicBezTo>
                      <a:lnTo>
                        <a:pt x="379" y="9893"/>
                      </a:lnTo>
                      <a:cubicBezTo>
                        <a:pt x="1" y="10271"/>
                        <a:pt x="1" y="10964"/>
                        <a:pt x="379" y="11343"/>
                      </a:cubicBezTo>
                      <a:cubicBezTo>
                        <a:pt x="584" y="11547"/>
                        <a:pt x="852" y="11650"/>
                        <a:pt x="1119" y="11650"/>
                      </a:cubicBezTo>
                      <a:cubicBezTo>
                        <a:pt x="1387" y="11650"/>
                        <a:pt x="1655" y="11547"/>
                        <a:pt x="1860" y="11343"/>
                      </a:cubicBezTo>
                      <a:lnTo>
                        <a:pt x="4097" y="9106"/>
                      </a:lnTo>
                      <a:cubicBezTo>
                        <a:pt x="4412" y="8791"/>
                        <a:pt x="4506" y="8318"/>
                        <a:pt x="4286" y="7909"/>
                      </a:cubicBezTo>
                      <a:lnTo>
                        <a:pt x="5010" y="7215"/>
                      </a:lnTo>
                      <a:cubicBezTo>
                        <a:pt x="5703" y="7814"/>
                        <a:pt x="6648" y="8192"/>
                        <a:pt x="7625" y="8192"/>
                      </a:cubicBezTo>
                      <a:cubicBezTo>
                        <a:pt x="9925" y="8192"/>
                        <a:pt x="11721" y="6333"/>
                        <a:pt x="11721" y="4096"/>
                      </a:cubicBezTo>
                      <a:cubicBezTo>
                        <a:pt x="11721" y="1828"/>
                        <a:pt x="9893" y="1"/>
                        <a:pt x="76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Google Shape;12429;p89">
                  <a:extLst>
                    <a:ext uri="{FF2B5EF4-FFF2-40B4-BE49-F238E27FC236}">
                      <a16:creationId xmlns:a16="http://schemas.microsoft.com/office/drawing/2014/main" id="{9F341C40-C5B1-8326-965E-8DD1278D853E}"/>
                    </a:ext>
                  </a:extLst>
                </p:cNvPr>
                <p:cNvSpPr/>
                <p:nvPr/>
              </p:nvSpPr>
              <p:spPr>
                <a:xfrm>
                  <a:off x="-4802675" y="2115050"/>
                  <a:ext cx="122100" cy="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43" extrusionOk="0">
                      <a:moveTo>
                        <a:pt x="2428" y="1"/>
                      </a:moveTo>
                      <a:cubicBezTo>
                        <a:pt x="2301" y="1"/>
                        <a:pt x="2172" y="72"/>
                        <a:pt x="2111" y="225"/>
                      </a:cubicBezTo>
                      <a:lnTo>
                        <a:pt x="1418" y="2116"/>
                      </a:lnTo>
                      <a:lnTo>
                        <a:pt x="693" y="225"/>
                      </a:lnTo>
                      <a:cubicBezTo>
                        <a:pt x="645" y="105"/>
                        <a:pt x="524" y="4"/>
                        <a:pt x="400" y="4"/>
                      </a:cubicBezTo>
                      <a:cubicBezTo>
                        <a:pt x="361" y="4"/>
                        <a:pt x="321" y="14"/>
                        <a:pt x="284" y="36"/>
                      </a:cubicBezTo>
                      <a:cubicBezTo>
                        <a:pt x="126" y="99"/>
                        <a:pt x="0" y="288"/>
                        <a:pt x="63" y="446"/>
                      </a:cubicBezTo>
                      <a:lnTo>
                        <a:pt x="1103" y="3218"/>
                      </a:lnTo>
                      <a:cubicBezTo>
                        <a:pt x="1168" y="3364"/>
                        <a:pt x="1299" y="3443"/>
                        <a:pt x="1428" y="3443"/>
                      </a:cubicBezTo>
                      <a:cubicBezTo>
                        <a:pt x="1551" y="3443"/>
                        <a:pt x="1672" y="3372"/>
                        <a:pt x="1733" y="3218"/>
                      </a:cubicBezTo>
                      <a:lnTo>
                        <a:pt x="2426" y="1328"/>
                      </a:lnTo>
                      <a:lnTo>
                        <a:pt x="3151" y="3218"/>
                      </a:lnTo>
                      <a:cubicBezTo>
                        <a:pt x="3215" y="3364"/>
                        <a:pt x="3346" y="3443"/>
                        <a:pt x="3476" y="3443"/>
                      </a:cubicBezTo>
                      <a:cubicBezTo>
                        <a:pt x="3598" y="3443"/>
                        <a:pt x="3719" y="3372"/>
                        <a:pt x="3781" y="3218"/>
                      </a:cubicBezTo>
                      <a:lnTo>
                        <a:pt x="4789" y="446"/>
                      </a:lnTo>
                      <a:cubicBezTo>
                        <a:pt x="4884" y="257"/>
                        <a:pt x="4789" y="68"/>
                        <a:pt x="4600" y="36"/>
                      </a:cubicBezTo>
                      <a:cubicBezTo>
                        <a:pt x="4562" y="14"/>
                        <a:pt x="4521" y="4"/>
                        <a:pt x="4479" y="4"/>
                      </a:cubicBezTo>
                      <a:cubicBezTo>
                        <a:pt x="4346" y="4"/>
                        <a:pt x="4207" y="105"/>
                        <a:pt x="4159" y="225"/>
                      </a:cubicBezTo>
                      <a:lnTo>
                        <a:pt x="3466" y="2116"/>
                      </a:lnTo>
                      <a:lnTo>
                        <a:pt x="2741" y="225"/>
                      </a:lnTo>
                      <a:cubicBezTo>
                        <a:pt x="2693" y="80"/>
                        <a:pt x="2561" y="1"/>
                        <a:pt x="24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8" name="Google Shape;12434;p89">
                <a:extLst>
                  <a:ext uri="{FF2B5EF4-FFF2-40B4-BE49-F238E27FC236}">
                    <a16:creationId xmlns:a16="http://schemas.microsoft.com/office/drawing/2014/main" id="{BFC37329-4BB9-6D83-8D57-66C05B77E164}"/>
                  </a:ext>
                </a:extLst>
              </p:cNvPr>
              <p:cNvGrpSpPr/>
              <p:nvPr/>
            </p:nvGrpSpPr>
            <p:grpSpPr>
              <a:xfrm>
                <a:off x="8665202" y="1924126"/>
                <a:ext cx="641288" cy="564991"/>
                <a:chOff x="-3137650" y="2067900"/>
                <a:chExt cx="291450" cy="256775"/>
              </a:xfrm>
              <a:grpFill/>
            </p:grpSpPr>
            <p:sp>
              <p:nvSpPr>
                <p:cNvPr id="183" name="Google Shape;12435;p89">
                  <a:extLst>
                    <a:ext uri="{FF2B5EF4-FFF2-40B4-BE49-F238E27FC236}">
                      <a16:creationId xmlns:a16="http://schemas.microsoft.com/office/drawing/2014/main" id="{237AB02C-AF4E-4347-8B31-09166E037EF2}"/>
                    </a:ext>
                  </a:extLst>
                </p:cNvPr>
                <p:cNvSpPr/>
                <p:nvPr/>
              </p:nvSpPr>
              <p:spPr>
                <a:xfrm>
                  <a:off x="-3137650" y="2067900"/>
                  <a:ext cx="291450" cy="1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7499" extrusionOk="0">
                      <a:moveTo>
                        <a:pt x="10618" y="694"/>
                      </a:moveTo>
                      <a:cubicBezTo>
                        <a:pt x="10838" y="694"/>
                        <a:pt x="10964" y="851"/>
                        <a:pt x="10964" y="1040"/>
                      </a:cubicBezTo>
                      <a:lnTo>
                        <a:pt x="10964" y="6522"/>
                      </a:lnTo>
                      <a:cubicBezTo>
                        <a:pt x="10964" y="6711"/>
                        <a:pt x="10838" y="6868"/>
                        <a:pt x="10618" y="6868"/>
                      </a:cubicBezTo>
                      <a:lnTo>
                        <a:pt x="1009" y="6868"/>
                      </a:lnTo>
                      <a:cubicBezTo>
                        <a:pt x="820" y="6868"/>
                        <a:pt x="662" y="6711"/>
                        <a:pt x="662" y="6522"/>
                      </a:cubicBezTo>
                      <a:lnTo>
                        <a:pt x="662" y="1040"/>
                      </a:lnTo>
                      <a:cubicBezTo>
                        <a:pt x="662" y="851"/>
                        <a:pt x="820" y="694"/>
                        <a:pt x="1009" y="694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6490"/>
                      </a:lnTo>
                      <a:cubicBezTo>
                        <a:pt x="1" y="7026"/>
                        <a:pt x="473" y="7499"/>
                        <a:pt x="1009" y="7499"/>
                      </a:cubicBezTo>
                      <a:lnTo>
                        <a:pt x="10618" y="7499"/>
                      </a:lnTo>
                      <a:cubicBezTo>
                        <a:pt x="11185" y="7499"/>
                        <a:pt x="11658" y="7026"/>
                        <a:pt x="11658" y="6490"/>
                      </a:cubicBezTo>
                      <a:lnTo>
                        <a:pt x="11658" y="1009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Google Shape;12436;p89">
                  <a:extLst>
                    <a:ext uri="{FF2B5EF4-FFF2-40B4-BE49-F238E27FC236}">
                      <a16:creationId xmlns:a16="http://schemas.microsoft.com/office/drawing/2014/main" id="{1318B0A1-4847-A17D-BFD5-ED121E96A610}"/>
                    </a:ext>
                  </a:extLst>
                </p:cNvPr>
                <p:cNvSpPr/>
                <p:nvPr/>
              </p:nvSpPr>
              <p:spPr>
                <a:xfrm>
                  <a:off x="-3137650" y="2273475"/>
                  <a:ext cx="29145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2048" extrusionOk="0">
                      <a:moveTo>
                        <a:pt x="10618" y="662"/>
                      </a:moveTo>
                      <a:cubicBezTo>
                        <a:pt x="10838" y="662"/>
                        <a:pt x="10964" y="819"/>
                        <a:pt x="10964" y="1008"/>
                      </a:cubicBezTo>
                      <a:cubicBezTo>
                        <a:pt x="10964" y="1197"/>
                        <a:pt x="10838" y="1355"/>
                        <a:pt x="10618" y="1355"/>
                      </a:cubicBezTo>
                      <a:lnTo>
                        <a:pt x="6050" y="1355"/>
                      </a:lnTo>
                      <a:cubicBezTo>
                        <a:pt x="6113" y="1260"/>
                        <a:pt x="6113" y="1134"/>
                        <a:pt x="6113" y="1008"/>
                      </a:cubicBezTo>
                      <a:cubicBezTo>
                        <a:pt x="6113" y="882"/>
                        <a:pt x="6050" y="788"/>
                        <a:pt x="6050" y="662"/>
                      </a:cubicBezTo>
                      <a:close/>
                      <a:moveTo>
                        <a:pt x="5105" y="662"/>
                      </a:moveTo>
                      <a:cubicBezTo>
                        <a:pt x="5294" y="662"/>
                        <a:pt x="5451" y="819"/>
                        <a:pt x="5451" y="1008"/>
                      </a:cubicBezTo>
                      <a:cubicBezTo>
                        <a:pt x="5451" y="1229"/>
                        <a:pt x="5294" y="1386"/>
                        <a:pt x="5105" y="1386"/>
                      </a:cubicBezTo>
                      <a:lnTo>
                        <a:pt x="1009" y="1386"/>
                      </a:lnTo>
                      <a:cubicBezTo>
                        <a:pt x="820" y="1355"/>
                        <a:pt x="662" y="1229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8"/>
                      </a:cubicBezTo>
                      <a:cubicBezTo>
                        <a:pt x="1" y="1575"/>
                        <a:pt x="473" y="2048"/>
                        <a:pt x="1009" y="2048"/>
                      </a:cubicBezTo>
                      <a:lnTo>
                        <a:pt x="10618" y="2048"/>
                      </a:lnTo>
                      <a:cubicBezTo>
                        <a:pt x="11185" y="2048"/>
                        <a:pt x="11658" y="1575"/>
                        <a:pt x="11658" y="1008"/>
                      </a:cubicBez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Google Shape;12437;p89">
                  <a:extLst>
                    <a:ext uri="{FF2B5EF4-FFF2-40B4-BE49-F238E27FC236}">
                      <a16:creationId xmlns:a16="http://schemas.microsoft.com/office/drawing/2014/main" id="{72213942-3E3E-1A50-22DB-37F2CEFF2842}"/>
                    </a:ext>
                  </a:extLst>
                </p:cNvPr>
                <p:cNvSpPr/>
                <p:nvPr/>
              </p:nvSpPr>
              <p:spPr>
                <a:xfrm>
                  <a:off x="-3035250" y="2103000"/>
                  <a:ext cx="104000" cy="1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740" extrusionOk="0">
                      <a:moveTo>
                        <a:pt x="662" y="896"/>
                      </a:moveTo>
                      <a:lnTo>
                        <a:pt x="3056" y="2346"/>
                      </a:lnTo>
                      <a:lnTo>
                        <a:pt x="662" y="3826"/>
                      </a:lnTo>
                      <a:lnTo>
                        <a:pt x="662" y="896"/>
                      </a:lnTo>
                      <a:close/>
                      <a:moveTo>
                        <a:pt x="322" y="1"/>
                      </a:moveTo>
                      <a:cubicBezTo>
                        <a:pt x="144" y="1"/>
                        <a:pt x="0" y="131"/>
                        <a:pt x="0" y="298"/>
                      </a:cubicBezTo>
                      <a:lnTo>
                        <a:pt x="0" y="4425"/>
                      </a:lnTo>
                      <a:cubicBezTo>
                        <a:pt x="0" y="4607"/>
                        <a:pt x="132" y="4740"/>
                        <a:pt x="301" y="4740"/>
                      </a:cubicBezTo>
                      <a:cubicBezTo>
                        <a:pt x="365" y="4740"/>
                        <a:pt x="435" y="4720"/>
                        <a:pt x="504" y="4677"/>
                      </a:cubicBezTo>
                      <a:lnTo>
                        <a:pt x="3939" y="2629"/>
                      </a:lnTo>
                      <a:cubicBezTo>
                        <a:pt x="4159" y="2535"/>
                        <a:pt x="4159" y="2219"/>
                        <a:pt x="3939" y="2093"/>
                      </a:cubicBezTo>
                      <a:lnTo>
                        <a:pt x="504" y="46"/>
                      </a:lnTo>
                      <a:cubicBezTo>
                        <a:pt x="443" y="15"/>
                        <a:pt x="381" y="1"/>
                        <a:pt x="3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49" name="Google Shape;12454;p89">
                <a:extLst>
                  <a:ext uri="{FF2B5EF4-FFF2-40B4-BE49-F238E27FC236}">
                    <a16:creationId xmlns:a16="http://schemas.microsoft.com/office/drawing/2014/main" id="{A3C484F1-0D7E-6E78-A7F9-AD2A1AA5B86A}"/>
                  </a:ext>
                </a:extLst>
              </p:cNvPr>
              <p:cNvSpPr/>
              <p:nvPr/>
            </p:nvSpPr>
            <p:spPr>
              <a:xfrm>
                <a:off x="1225976" y="1884797"/>
                <a:ext cx="642992" cy="643268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94" extrusionOk="0">
                    <a:moveTo>
                      <a:pt x="5829" y="2048"/>
                    </a:moveTo>
                    <a:cubicBezTo>
                      <a:pt x="6018" y="2048"/>
                      <a:pt x="6175" y="2206"/>
                      <a:pt x="6175" y="2395"/>
                    </a:cubicBezTo>
                    <a:cubicBezTo>
                      <a:pt x="6175" y="2615"/>
                      <a:pt x="6018" y="2804"/>
                      <a:pt x="5829" y="2804"/>
                    </a:cubicBezTo>
                    <a:cubicBezTo>
                      <a:pt x="5640" y="2804"/>
                      <a:pt x="5482" y="2615"/>
                      <a:pt x="5482" y="2395"/>
                    </a:cubicBezTo>
                    <a:cubicBezTo>
                      <a:pt x="5482" y="2206"/>
                      <a:pt x="5640" y="2048"/>
                      <a:pt x="5829" y="2048"/>
                    </a:cubicBezTo>
                    <a:close/>
                    <a:moveTo>
                      <a:pt x="5829" y="725"/>
                    </a:moveTo>
                    <a:cubicBezTo>
                      <a:pt x="6774" y="725"/>
                      <a:pt x="7530" y="1449"/>
                      <a:pt x="7530" y="2395"/>
                    </a:cubicBezTo>
                    <a:cubicBezTo>
                      <a:pt x="7530" y="2521"/>
                      <a:pt x="7530" y="2678"/>
                      <a:pt x="7467" y="2804"/>
                    </a:cubicBezTo>
                    <a:lnTo>
                      <a:pt x="6774" y="2804"/>
                    </a:lnTo>
                    <a:cubicBezTo>
                      <a:pt x="6806" y="2678"/>
                      <a:pt x="6837" y="2552"/>
                      <a:pt x="6837" y="2395"/>
                    </a:cubicBezTo>
                    <a:cubicBezTo>
                      <a:pt x="6837" y="1859"/>
                      <a:pt x="6364" y="1386"/>
                      <a:pt x="5829" y="1386"/>
                    </a:cubicBezTo>
                    <a:cubicBezTo>
                      <a:pt x="5262" y="1386"/>
                      <a:pt x="4789" y="1859"/>
                      <a:pt x="4789" y="2395"/>
                    </a:cubicBezTo>
                    <a:cubicBezTo>
                      <a:pt x="4789" y="2521"/>
                      <a:pt x="4852" y="2678"/>
                      <a:pt x="4884" y="2804"/>
                    </a:cubicBezTo>
                    <a:lnTo>
                      <a:pt x="4159" y="2804"/>
                    </a:lnTo>
                    <a:cubicBezTo>
                      <a:pt x="4128" y="2678"/>
                      <a:pt x="4128" y="2521"/>
                      <a:pt x="4128" y="2395"/>
                    </a:cubicBezTo>
                    <a:cubicBezTo>
                      <a:pt x="4128" y="1449"/>
                      <a:pt x="4884" y="725"/>
                      <a:pt x="5829" y="725"/>
                    </a:cubicBezTo>
                    <a:close/>
                    <a:moveTo>
                      <a:pt x="10681" y="3466"/>
                    </a:moveTo>
                    <a:cubicBezTo>
                      <a:pt x="10870" y="3466"/>
                      <a:pt x="11027" y="3623"/>
                      <a:pt x="11027" y="3812"/>
                    </a:cubicBezTo>
                    <a:cubicBezTo>
                      <a:pt x="11027" y="4033"/>
                      <a:pt x="10870" y="4190"/>
                      <a:pt x="10681" y="4190"/>
                    </a:cubicBezTo>
                    <a:lnTo>
                      <a:pt x="1009" y="4190"/>
                    </a:lnTo>
                    <a:cubicBezTo>
                      <a:pt x="820" y="4190"/>
                      <a:pt x="662" y="4033"/>
                      <a:pt x="662" y="3812"/>
                    </a:cubicBezTo>
                    <a:cubicBezTo>
                      <a:pt x="662" y="3623"/>
                      <a:pt x="851" y="3466"/>
                      <a:pt x="1009" y="3466"/>
                    </a:cubicBezTo>
                    <a:close/>
                    <a:moveTo>
                      <a:pt x="9799" y="4852"/>
                    </a:moveTo>
                    <a:lnTo>
                      <a:pt x="7058" y="7593"/>
                    </a:lnTo>
                    <a:lnTo>
                      <a:pt x="4600" y="7593"/>
                    </a:lnTo>
                    <a:lnTo>
                      <a:pt x="1859" y="4852"/>
                    </a:lnTo>
                    <a:close/>
                    <a:moveTo>
                      <a:pt x="6869" y="8255"/>
                    </a:moveTo>
                    <a:lnTo>
                      <a:pt x="6869" y="9767"/>
                    </a:lnTo>
                    <a:lnTo>
                      <a:pt x="4789" y="10775"/>
                    </a:lnTo>
                    <a:lnTo>
                      <a:pt x="4789" y="8255"/>
                    </a:lnTo>
                    <a:close/>
                    <a:moveTo>
                      <a:pt x="5829" y="0"/>
                    </a:moveTo>
                    <a:cubicBezTo>
                      <a:pt x="4474" y="0"/>
                      <a:pt x="3435" y="1071"/>
                      <a:pt x="3435" y="2395"/>
                    </a:cubicBezTo>
                    <a:cubicBezTo>
                      <a:pt x="3435" y="2521"/>
                      <a:pt x="3435" y="2678"/>
                      <a:pt x="3466" y="2804"/>
                    </a:cubicBezTo>
                    <a:lnTo>
                      <a:pt x="1009" y="2804"/>
                    </a:lnTo>
                    <a:cubicBezTo>
                      <a:pt x="473" y="2804"/>
                      <a:pt x="0" y="3277"/>
                      <a:pt x="0" y="3812"/>
                    </a:cubicBezTo>
                    <a:cubicBezTo>
                      <a:pt x="0" y="4348"/>
                      <a:pt x="379" y="4757"/>
                      <a:pt x="851" y="4852"/>
                    </a:cubicBezTo>
                    <a:lnTo>
                      <a:pt x="4096" y="8065"/>
                    </a:lnTo>
                    <a:lnTo>
                      <a:pt x="4096" y="11342"/>
                    </a:lnTo>
                    <a:cubicBezTo>
                      <a:pt x="4096" y="11518"/>
                      <a:pt x="4277" y="11694"/>
                      <a:pt x="4462" y="11694"/>
                    </a:cubicBezTo>
                    <a:cubicBezTo>
                      <a:pt x="4508" y="11694"/>
                      <a:pt x="4556" y="11683"/>
                      <a:pt x="4600" y="11657"/>
                    </a:cubicBezTo>
                    <a:lnTo>
                      <a:pt x="7373" y="10271"/>
                    </a:lnTo>
                    <a:cubicBezTo>
                      <a:pt x="7467" y="10239"/>
                      <a:pt x="7562" y="10113"/>
                      <a:pt x="7562" y="9956"/>
                    </a:cubicBezTo>
                    <a:lnTo>
                      <a:pt x="7562" y="8034"/>
                    </a:lnTo>
                    <a:lnTo>
                      <a:pt x="10838" y="4820"/>
                    </a:lnTo>
                    <a:cubicBezTo>
                      <a:pt x="11311" y="4757"/>
                      <a:pt x="11689" y="4348"/>
                      <a:pt x="11689" y="3812"/>
                    </a:cubicBezTo>
                    <a:cubicBezTo>
                      <a:pt x="11689" y="3277"/>
                      <a:pt x="11216" y="2804"/>
                      <a:pt x="10681" y="2804"/>
                    </a:cubicBezTo>
                    <a:lnTo>
                      <a:pt x="8192" y="2804"/>
                    </a:lnTo>
                    <a:cubicBezTo>
                      <a:pt x="8192" y="2678"/>
                      <a:pt x="8223" y="2521"/>
                      <a:pt x="8223" y="2395"/>
                    </a:cubicBezTo>
                    <a:cubicBezTo>
                      <a:pt x="8223" y="1071"/>
                      <a:pt x="7152" y="0"/>
                      <a:pt x="58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50" name="Google Shape;12461;p89">
                <a:extLst>
                  <a:ext uri="{FF2B5EF4-FFF2-40B4-BE49-F238E27FC236}">
                    <a16:creationId xmlns:a16="http://schemas.microsoft.com/office/drawing/2014/main" id="{A2D54B08-E28F-7A1B-8AE2-BDE916740B48}"/>
                  </a:ext>
                </a:extLst>
              </p:cNvPr>
              <p:cNvGrpSpPr/>
              <p:nvPr/>
            </p:nvGrpSpPr>
            <p:grpSpPr>
              <a:xfrm>
                <a:off x="5349172" y="1883391"/>
                <a:ext cx="646458" cy="646458"/>
                <a:chOff x="-4573475" y="2045850"/>
                <a:chExt cx="293800" cy="293800"/>
              </a:xfrm>
              <a:grpFill/>
            </p:grpSpPr>
            <p:sp>
              <p:nvSpPr>
                <p:cNvPr id="181" name="Google Shape;12462;p89">
                  <a:extLst>
                    <a:ext uri="{FF2B5EF4-FFF2-40B4-BE49-F238E27FC236}">
                      <a16:creationId xmlns:a16="http://schemas.microsoft.com/office/drawing/2014/main" id="{F5F32DC6-7073-FDCB-833B-2A48A7B7A12D}"/>
                    </a:ext>
                  </a:extLst>
                </p:cNvPr>
                <p:cNvSpPr/>
                <p:nvPr/>
              </p:nvSpPr>
              <p:spPr>
                <a:xfrm>
                  <a:off x="-4573475" y="2045850"/>
                  <a:ext cx="2938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2" h="11752" extrusionOk="0">
                      <a:moveTo>
                        <a:pt x="6333" y="756"/>
                      </a:moveTo>
                      <a:lnTo>
                        <a:pt x="6459" y="1292"/>
                      </a:lnTo>
                      <a:cubicBezTo>
                        <a:pt x="6490" y="1418"/>
                        <a:pt x="6585" y="1544"/>
                        <a:pt x="6742" y="1576"/>
                      </a:cubicBezTo>
                      <a:cubicBezTo>
                        <a:pt x="7372" y="1702"/>
                        <a:pt x="7908" y="1922"/>
                        <a:pt x="8444" y="2300"/>
                      </a:cubicBezTo>
                      <a:cubicBezTo>
                        <a:pt x="8491" y="2332"/>
                        <a:pt x="8546" y="2347"/>
                        <a:pt x="8605" y="2347"/>
                      </a:cubicBezTo>
                      <a:cubicBezTo>
                        <a:pt x="8664" y="2347"/>
                        <a:pt x="8727" y="2332"/>
                        <a:pt x="8790" y="2300"/>
                      </a:cubicBezTo>
                      <a:lnTo>
                        <a:pt x="9231" y="2017"/>
                      </a:lnTo>
                      <a:lnTo>
                        <a:pt x="9798" y="2584"/>
                      </a:lnTo>
                      <a:lnTo>
                        <a:pt x="9546" y="3025"/>
                      </a:lnTo>
                      <a:cubicBezTo>
                        <a:pt x="9452" y="3151"/>
                        <a:pt x="9452" y="3308"/>
                        <a:pt x="9546" y="3371"/>
                      </a:cubicBezTo>
                      <a:cubicBezTo>
                        <a:pt x="9893" y="3907"/>
                        <a:pt x="10113" y="4505"/>
                        <a:pt x="10239" y="5073"/>
                      </a:cubicBezTo>
                      <a:cubicBezTo>
                        <a:pt x="10271" y="5199"/>
                        <a:pt x="10365" y="5325"/>
                        <a:pt x="10523" y="5356"/>
                      </a:cubicBezTo>
                      <a:lnTo>
                        <a:pt x="11058" y="5482"/>
                      </a:lnTo>
                      <a:lnTo>
                        <a:pt x="11058" y="6301"/>
                      </a:lnTo>
                      <a:lnTo>
                        <a:pt x="10523" y="6427"/>
                      </a:lnTo>
                      <a:cubicBezTo>
                        <a:pt x="10397" y="6459"/>
                        <a:pt x="10271" y="6553"/>
                        <a:pt x="10239" y="6711"/>
                      </a:cubicBezTo>
                      <a:cubicBezTo>
                        <a:pt x="10113" y="7309"/>
                        <a:pt x="9893" y="7877"/>
                        <a:pt x="9546" y="8381"/>
                      </a:cubicBezTo>
                      <a:cubicBezTo>
                        <a:pt x="9452" y="8507"/>
                        <a:pt x="9452" y="8633"/>
                        <a:pt x="9546" y="8759"/>
                      </a:cubicBezTo>
                      <a:lnTo>
                        <a:pt x="9798" y="9168"/>
                      </a:lnTo>
                      <a:lnTo>
                        <a:pt x="9231" y="9767"/>
                      </a:lnTo>
                      <a:lnTo>
                        <a:pt x="8790" y="9483"/>
                      </a:lnTo>
                      <a:cubicBezTo>
                        <a:pt x="8727" y="9452"/>
                        <a:pt x="8656" y="9436"/>
                        <a:pt x="8593" y="9436"/>
                      </a:cubicBezTo>
                      <a:cubicBezTo>
                        <a:pt x="8530" y="9436"/>
                        <a:pt x="8475" y="9452"/>
                        <a:pt x="8444" y="9483"/>
                      </a:cubicBezTo>
                      <a:cubicBezTo>
                        <a:pt x="7908" y="9861"/>
                        <a:pt x="7341" y="10082"/>
                        <a:pt x="6742" y="10208"/>
                      </a:cubicBezTo>
                      <a:cubicBezTo>
                        <a:pt x="6616" y="10239"/>
                        <a:pt x="6490" y="10334"/>
                        <a:pt x="6459" y="10428"/>
                      </a:cubicBezTo>
                      <a:lnTo>
                        <a:pt x="6333" y="10964"/>
                      </a:lnTo>
                      <a:lnTo>
                        <a:pt x="5514" y="10964"/>
                      </a:lnTo>
                      <a:lnTo>
                        <a:pt x="5388" y="10428"/>
                      </a:lnTo>
                      <a:cubicBezTo>
                        <a:pt x="5356" y="10334"/>
                        <a:pt x="5230" y="10208"/>
                        <a:pt x="5136" y="10208"/>
                      </a:cubicBezTo>
                      <a:cubicBezTo>
                        <a:pt x="4505" y="10082"/>
                        <a:pt x="3938" y="9861"/>
                        <a:pt x="3434" y="9483"/>
                      </a:cubicBezTo>
                      <a:cubicBezTo>
                        <a:pt x="3371" y="9452"/>
                        <a:pt x="3308" y="9436"/>
                        <a:pt x="3249" y="9436"/>
                      </a:cubicBezTo>
                      <a:cubicBezTo>
                        <a:pt x="3190" y="9436"/>
                        <a:pt x="3135" y="9452"/>
                        <a:pt x="3088" y="9483"/>
                      </a:cubicBezTo>
                      <a:lnTo>
                        <a:pt x="2647" y="9767"/>
                      </a:lnTo>
                      <a:lnTo>
                        <a:pt x="2048" y="9168"/>
                      </a:lnTo>
                      <a:lnTo>
                        <a:pt x="2332" y="8759"/>
                      </a:lnTo>
                      <a:cubicBezTo>
                        <a:pt x="2395" y="8633"/>
                        <a:pt x="2395" y="8475"/>
                        <a:pt x="2332" y="8381"/>
                      </a:cubicBezTo>
                      <a:cubicBezTo>
                        <a:pt x="1985" y="7877"/>
                        <a:pt x="1733" y="7278"/>
                        <a:pt x="1607" y="6711"/>
                      </a:cubicBezTo>
                      <a:cubicBezTo>
                        <a:pt x="1575" y="6585"/>
                        <a:pt x="1512" y="6459"/>
                        <a:pt x="1386" y="6427"/>
                      </a:cubicBezTo>
                      <a:lnTo>
                        <a:pt x="882" y="6301"/>
                      </a:lnTo>
                      <a:lnTo>
                        <a:pt x="882" y="5482"/>
                      </a:lnTo>
                      <a:lnTo>
                        <a:pt x="1386" y="5356"/>
                      </a:lnTo>
                      <a:cubicBezTo>
                        <a:pt x="1512" y="5325"/>
                        <a:pt x="1607" y="5199"/>
                        <a:pt x="1607" y="5073"/>
                      </a:cubicBezTo>
                      <a:cubicBezTo>
                        <a:pt x="1733" y="4442"/>
                        <a:pt x="1985" y="3907"/>
                        <a:pt x="2332" y="3371"/>
                      </a:cubicBezTo>
                      <a:cubicBezTo>
                        <a:pt x="2395" y="3277"/>
                        <a:pt x="2395" y="3151"/>
                        <a:pt x="2332" y="3025"/>
                      </a:cubicBezTo>
                      <a:lnTo>
                        <a:pt x="2048" y="2584"/>
                      </a:lnTo>
                      <a:lnTo>
                        <a:pt x="2647" y="2017"/>
                      </a:lnTo>
                      <a:lnTo>
                        <a:pt x="3088" y="2300"/>
                      </a:lnTo>
                      <a:cubicBezTo>
                        <a:pt x="3135" y="2332"/>
                        <a:pt x="3198" y="2347"/>
                        <a:pt x="3261" y="2347"/>
                      </a:cubicBezTo>
                      <a:cubicBezTo>
                        <a:pt x="3324" y="2347"/>
                        <a:pt x="3387" y="2332"/>
                        <a:pt x="3434" y="2300"/>
                      </a:cubicBezTo>
                      <a:cubicBezTo>
                        <a:pt x="3938" y="1922"/>
                        <a:pt x="4537" y="1702"/>
                        <a:pt x="5136" y="1576"/>
                      </a:cubicBezTo>
                      <a:cubicBezTo>
                        <a:pt x="5230" y="1544"/>
                        <a:pt x="5356" y="1450"/>
                        <a:pt x="5388" y="1292"/>
                      </a:cubicBezTo>
                      <a:lnTo>
                        <a:pt x="5514" y="756"/>
                      </a:lnTo>
                      <a:close/>
                      <a:moveTo>
                        <a:pt x="5167" y="0"/>
                      </a:moveTo>
                      <a:cubicBezTo>
                        <a:pt x="5009" y="0"/>
                        <a:pt x="4852" y="126"/>
                        <a:pt x="4852" y="284"/>
                      </a:cubicBezTo>
                      <a:lnTo>
                        <a:pt x="4694" y="882"/>
                      </a:lnTo>
                      <a:cubicBezTo>
                        <a:pt x="4127" y="977"/>
                        <a:pt x="3623" y="1229"/>
                        <a:pt x="3119" y="1513"/>
                      </a:cubicBezTo>
                      <a:lnTo>
                        <a:pt x="2615" y="1197"/>
                      </a:lnTo>
                      <a:cubicBezTo>
                        <a:pt x="2557" y="1154"/>
                        <a:pt x="2485" y="1130"/>
                        <a:pt x="2412" y="1130"/>
                      </a:cubicBezTo>
                      <a:cubicBezTo>
                        <a:pt x="2327" y="1130"/>
                        <a:pt x="2242" y="1161"/>
                        <a:pt x="2174" y="1229"/>
                      </a:cubicBezTo>
                      <a:lnTo>
                        <a:pt x="1197" y="2206"/>
                      </a:lnTo>
                      <a:cubicBezTo>
                        <a:pt x="1071" y="2332"/>
                        <a:pt x="1071" y="2489"/>
                        <a:pt x="1134" y="2647"/>
                      </a:cubicBezTo>
                      <a:lnTo>
                        <a:pt x="1449" y="3151"/>
                      </a:lnTo>
                      <a:cubicBezTo>
                        <a:pt x="1134" y="3623"/>
                        <a:pt x="945" y="4159"/>
                        <a:pt x="819" y="4726"/>
                      </a:cubicBezTo>
                      <a:lnTo>
                        <a:pt x="284" y="4884"/>
                      </a:lnTo>
                      <a:cubicBezTo>
                        <a:pt x="126" y="4915"/>
                        <a:pt x="0" y="5041"/>
                        <a:pt x="0" y="5199"/>
                      </a:cubicBezTo>
                      <a:lnTo>
                        <a:pt x="0" y="6585"/>
                      </a:lnTo>
                      <a:cubicBezTo>
                        <a:pt x="0" y="6742"/>
                        <a:pt x="126" y="6868"/>
                        <a:pt x="284" y="6900"/>
                      </a:cubicBezTo>
                      <a:lnTo>
                        <a:pt x="819" y="7057"/>
                      </a:lnTo>
                      <a:cubicBezTo>
                        <a:pt x="945" y="7593"/>
                        <a:pt x="1197" y="8129"/>
                        <a:pt x="1449" y="8633"/>
                      </a:cubicBezTo>
                      <a:lnTo>
                        <a:pt x="1134" y="9137"/>
                      </a:lnTo>
                      <a:cubicBezTo>
                        <a:pt x="1071" y="9263"/>
                        <a:pt x="1071" y="9452"/>
                        <a:pt x="1197" y="9578"/>
                      </a:cubicBezTo>
                      <a:lnTo>
                        <a:pt x="2174" y="10554"/>
                      </a:lnTo>
                      <a:cubicBezTo>
                        <a:pt x="2242" y="10622"/>
                        <a:pt x="2318" y="10653"/>
                        <a:pt x="2399" y="10653"/>
                      </a:cubicBezTo>
                      <a:cubicBezTo>
                        <a:pt x="2469" y="10653"/>
                        <a:pt x="2542" y="10630"/>
                        <a:pt x="2615" y="10586"/>
                      </a:cubicBezTo>
                      <a:lnTo>
                        <a:pt x="3119" y="10271"/>
                      </a:lnTo>
                      <a:cubicBezTo>
                        <a:pt x="3592" y="10586"/>
                        <a:pt x="4127" y="10806"/>
                        <a:pt x="4694" y="10901"/>
                      </a:cubicBezTo>
                      <a:lnTo>
                        <a:pt x="4852" y="11468"/>
                      </a:lnTo>
                      <a:cubicBezTo>
                        <a:pt x="4883" y="11626"/>
                        <a:pt x="5009" y="11752"/>
                        <a:pt x="5167" y="11752"/>
                      </a:cubicBezTo>
                      <a:lnTo>
                        <a:pt x="6553" y="11752"/>
                      </a:lnTo>
                      <a:cubicBezTo>
                        <a:pt x="6711" y="11752"/>
                        <a:pt x="6805" y="11626"/>
                        <a:pt x="6868" y="11468"/>
                      </a:cubicBezTo>
                      <a:lnTo>
                        <a:pt x="7026" y="10901"/>
                      </a:lnTo>
                      <a:cubicBezTo>
                        <a:pt x="7561" y="10806"/>
                        <a:pt x="8065" y="10554"/>
                        <a:pt x="8601" y="10271"/>
                      </a:cubicBezTo>
                      <a:lnTo>
                        <a:pt x="9105" y="10586"/>
                      </a:lnTo>
                      <a:cubicBezTo>
                        <a:pt x="9164" y="10630"/>
                        <a:pt x="9236" y="10653"/>
                        <a:pt x="9309" y="10653"/>
                      </a:cubicBezTo>
                      <a:cubicBezTo>
                        <a:pt x="9393" y="10653"/>
                        <a:pt x="9479" y="10622"/>
                        <a:pt x="9546" y="10554"/>
                      </a:cubicBezTo>
                      <a:lnTo>
                        <a:pt x="10523" y="9578"/>
                      </a:lnTo>
                      <a:cubicBezTo>
                        <a:pt x="10649" y="9452"/>
                        <a:pt x="10649" y="9294"/>
                        <a:pt x="10554" y="9137"/>
                      </a:cubicBezTo>
                      <a:lnTo>
                        <a:pt x="10239" y="8633"/>
                      </a:lnTo>
                      <a:cubicBezTo>
                        <a:pt x="10554" y="8160"/>
                        <a:pt x="10743" y="7656"/>
                        <a:pt x="10869" y="7057"/>
                      </a:cubicBezTo>
                      <a:lnTo>
                        <a:pt x="11468" y="6900"/>
                      </a:lnTo>
                      <a:cubicBezTo>
                        <a:pt x="11626" y="6868"/>
                        <a:pt x="11752" y="6742"/>
                        <a:pt x="11752" y="6585"/>
                      </a:cubicBezTo>
                      <a:lnTo>
                        <a:pt x="11752" y="5199"/>
                      </a:lnTo>
                      <a:cubicBezTo>
                        <a:pt x="11752" y="5041"/>
                        <a:pt x="11626" y="4915"/>
                        <a:pt x="11468" y="4884"/>
                      </a:cubicBezTo>
                      <a:lnTo>
                        <a:pt x="10869" y="4726"/>
                      </a:lnTo>
                      <a:cubicBezTo>
                        <a:pt x="10743" y="4159"/>
                        <a:pt x="10523" y="3655"/>
                        <a:pt x="10239" y="3151"/>
                      </a:cubicBezTo>
                      <a:lnTo>
                        <a:pt x="10554" y="2647"/>
                      </a:lnTo>
                      <a:cubicBezTo>
                        <a:pt x="10649" y="2521"/>
                        <a:pt x="10649" y="2332"/>
                        <a:pt x="10523" y="2206"/>
                      </a:cubicBezTo>
                      <a:lnTo>
                        <a:pt x="9546" y="1229"/>
                      </a:lnTo>
                      <a:cubicBezTo>
                        <a:pt x="9479" y="1161"/>
                        <a:pt x="9402" y="1130"/>
                        <a:pt x="9321" y="1130"/>
                      </a:cubicBezTo>
                      <a:cubicBezTo>
                        <a:pt x="9251" y="1130"/>
                        <a:pt x="9178" y="1154"/>
                        <a:pt x="9105" y="1197"/>
                      </a:cubicBezTo>
                      <a:lnTo>
                        <a:pt x="8601" y="1513"/>
                      </a:lnTo>
                      <a:cubicBezTo>
                        <a:pt x="8128" y="1197"/>
                        <a:pt x="7593" y="977"/>
                        <a:pt x="7026" y="882"/>
                      </a:cubicBezTo>
                      <a:lnTo>
                        <a:pt x="6868" y="284"/>
                      </a:lnTo>
                      <a:cubicBezTo>
                        <a:pt x="6805" y="126"/>
                        <a:pt x="6711" y="0"/>
                        <a:pt x="6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Google Shape;12463;p89">
                  <a:extLst>
                    <a:ext uri="{FF2B5EF4-FFF2-40B4-BE49-F238E27FC236}">
                      <a16:creationId xmlns:a16="http://schemas.microsoft.com/office/drawing/2014/main" id="{AA0A1436-F823-2730-BB8C-FFCE68B734F4}"/>
                    </a:ext>
                  </a:extLst>
                </p:cNvPr>
                <p:cNvSpPr/>
                <p:nvPr/>
              </p:nvSpPr>
              <p:spPr>
                <a:xfrm>
                  <a:off x="-4521500" y="2099400"/>
                  <a:ext cx="189050" cy="18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7531" extrusionOk="0">
                      <a:moveTo>
                        <a:pt x="3750" y="662"/>
                      </a:moveTo>
                      <a:cubicBezTo>
                        <a:pt x="5451" y="662"/>
                        <a:pt x="6837" y="2017"/>
                        <a:pt x="6837" y="3718"/>
                      </a:cubicBezTo>
                      <a:cubicBezTo>
                        <a:pt x="6869" y="5104"/>
                        <a:pt x="6049" y="6239"/>
                        <a:pt x="4821" y="6648"/>
                      </a:cubicBezTo>
                      <a:lnTo>
                        <a:pt x="4821" y="5892"/>
                      </a:lnTo>
                      <a:cubicBezTo>
                        <a:pt x="5640" y="5514"/>
                        <a:pt x="6207" y="4663"/>
                        <a:pt x="6207" y="3718"/>
                      </a:cubicBezTo>
                      <a:cubicBezTo>
                        <a:pt x="6207" y="2710"/>
                        <a:pt x="5577" y="1796"/>
                        <a:pt x="4569" y="1481"/>
                      </a:cubicBezTo>
                      <a:cubicBezTo>
                        <a:pt x="4535" y="1472"/>
                        <a:pt x="4501" y="1467"/>
                        <a:pt x="4468" y="1467"/>
                      </a:cubicBezTo>
                      <a:cubicBezTo>
                        <a:pt x="4278" y="1467"/>
                        <a:pt x="4096" y="1609"/>
                        <a:pt x="4096" y="1796"/>
                      </a:cubicBezTo>
                      <a:lnTo>
                        <a:pt x="4096" y="3372"/>
                      </a:lnTo>
                      <a:lnTo>
                        <a:pt x="3435" y="3372"/>
                      </a:lnTo>
                      <a:lnTo>
                        <a:pt x="3435" y="1796"/>
                      </a:lnTo>
                      <a:cubicBezTo>
                        <a:pt x="3435" y="1609"/>
                        <a:pt x="3276" y="1467"/>
                        <a:pt x="3073" y="1467"/>
                      </a:cubicBezTo>
                      <a:cubicBezTo>
                        <a:pt x="3037" y="1467"/>
                        <a:pt x="3000" y="1472"/>
                        <a:pt x="2962" y="1481"/>
                      </a:cubicBezTo>
                      <a:cubicBezTo>
                        <a:pt x="2017" y="1828"/>
                        <a:pt x="1355" y="2742"/>
                        <a:pt x="1355" y="3718"/>
                      </a:cubicBezTo>
                      <a:cubicBezTo>
                        <a:pt x="1355" y="4663"/>
                        <a:pt x="1891" y="5514"/>
                        <a:pt x="2741" y="5892"/>
                      </a:cubicBezTo>
                      <a:lnTo>
                        <a:pt x="2741" y="6648"/>
                      </a:lnTo>
                      <a:cubicBezTo>
                        <a:pt x="1544" y="6207"/>
                        <a:pt x="694" y="5073"/>
                        <a:pt x="694" y="3718"/>
                      </a:cubicBezTo>
                      <a:cubicBezTo>
                        <a:pt x="694" y="2017"/>
                        <a:pt x="2048" y="662"/>
                        <a:pt x="3750" y="662"/>
                      </a:cubicBezTo>
                      <a:close/>
                      <a:moveTo>
                        <a:pt x="4852" y="2363"/>
                      </a:moveTo>
                      <a:cubicBezTo>
                        <a:pt x="5293" y="2679"/>
                        <a:pt x="5514" y="3183"/>
                        <a:pt x="5514" y="3718"/>
                      </a:cubicBezTo>
                      <a:cubicBezTo>
                        <a:pt x="5514" y="4443"/>
                        <a:pt x="5041" y="5104"/>
                        <a:pt x="4380" y="5356"/>
                      </a:cubicBezTo>
                      <a:cubicBezTo>
                        <a:pt x="4254" y="5388"/>
                        <a:pt x="4159" y="5545"/>
                        <a:pt x="4159" y="5671"/>
                      </a:cubicBezTo>
                      <a:lnTo>
                        <a:pt x="4159" y="6806"/>
                      </a:lnTo>
                      <a:lnTo>
                        <a:pt x="3781" y="6806"/>
                      </a:lnTo>
                      <a:cubicBezTo>
                        <a:pt x="3734" y="6821"/>
                        <a:pt x="3679" y="6829"/>
                        <a:pt x="3624" y="6829"/>
                      </a:cubicBezTo>
                      <a:cubicBezTo>
                        <a:pt x="3568" y="6829"/>
                        <a:pt x="3513" y="6821"/>
                        <a:pt x="3466" y="6806"/>
                      </a:cubicBezTo>
                      <a:lnTo>
                        <a:pt x="3466" y="5671"/>
                      </a:lnTo>
                      <a:cubicBezTo>
                        <a:pt x="3466" y="5514"/>
                        <a:pt x="3403" y="5388"/>
                        <a:pt x="3246" y="5356"/>
                      </a:cubicBezTo>
                      <a:cubicBezTo>
                        <a:pt x="2584" y="5104"/>
                        <a:pt x="2111" y="4443"/>
                        <a:pt x="2111" y="3718"/>
                      </a:cubicBezTo>
                      <a:cubicBezTo>
                        <a:pt x="2111" y="3183"/>
                        <a:pt x="2363" y="2679"/>
                        <a:pt x="2773" y="2363"/>
                      </a:cubicBezTo>
                      <a:lnTo>
                        <a:pt x="2773" y="3718"/>
                      </a:lnTo>
                      <a:cubicBezTo>
                        <a:pt x="2773" y="3939"/>
                        <a:pt x="2930" y="4096"/>
                        <a:pt x="3120" y="4096"/>
                      </a:cubicBezTo>
                      <a:lnTo>
                        <a:pt x="4506" y="4096"/>
                      </a:lnTo>
                      <a:cubicBezTo>
                        <a:pt x="4695" y="4096"/>
                        <a:pt x="4852" y="3939"/>
                        <a:pt x="4852" y="3718"/>
                      </a:cubicBezTo>
                      <a:lnTo>
                        <a:pt x="4852" y="2363"/>
                      </a:lnTo>
                      <a:close/>
                      <a:moveTo>
                        <a:pt x="3781" y="1"/>
                      </a:moveTo>
                      <a:cubicBezTo>
                        <a:pt x="1702" y="1"/>
                        <a:pt x="1" y="1670"/>
                        <a:pt x="1" y="3781"/>
                      </a:cubicBezTo>
                      <a:cubicBezTo>
                        <a:pt x="1" y="5861"/>
                        <a:pt x="1702" y="7530"/>
                        <a:pt x="3781" y="7530"/>
                      </a:cubicBezTo>
                      <a:cubicBezTo>
                        <a:pt x="5892" y="7530"/>
                        <a:pt x="7562" y="5861"/>
                        <a:pt x="7562" y="3781"/>
                      </a:cubicBezTo>
                      <a:cubicBezTo>
                        <a:pt x="7562" y="1670"/>
                        <a:pt x="5892" y="1"/>
                        <a:pt x="3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1" name="Google Shape;12473;p89">
                <a:extLst>
                  <a:ext uri="{FF2B5EF4-FFF2-40B4-BE49-F238E27FC236}">
                    <a16:creationId xmlns:a16="http://schemas.microsoft.com/office/drawing/2014/main" id="{7DE29743-4F1B-9B50-9230-D0DEB335F675}"/>
                  </a:ext>
                </a:extLst>
              </p:cNvPr>
              <p:cNvGrpSpPr/>
              <p:nvPr/>
            </p:nvGrpSpPr>
            <p:grpSpPr>
              <a:xfrm>
                <a:off x="9511570" y="1885950"/>
                <a:ext cx="632212" cy="641343"/>
                <a:chOff x="-2777700" y="2049775"/>
                <a:chExt cx="287325" cy="291475"/>
              </a:xfrm>
              <a:grpFill/>
            </p:grpSpPr>
            <p:sp>
              <p:nvSpPr>
                <p:cNvPr id="178" name="Google Shape;12474;p89">
                  <a:extLst>
                    <a:ext uri="{FF2B5EF4-FFF2-40B4-BE49-F238E27FC236}">
                      <a16:creationId xmlns:a16="http://schemas.microsoft.com/office/drawing/2014/main" id="{4972AB89-C372-8D2C-FF13-0BC45361B634}"/>
                    </a:ext>
                  </a:extLst>
                </p:cNvPr>
                <p:cNvSpPr/>
                <p:nvPr/>
              </p:nvSpPr>
              <p:spPr>
                <a:xfrm>
                  <a:off x="-2777700" y="2049775"/>
                  <a:ext cx="287325" cy="2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" h="11659" extrusionOk="0">
                      <a:moveTo>
                        <a:pt x="7121" y="662"/>
                      </a:moveTo>
                      <a:cubicBezTo>
                        <a:pt x="7341" y="662"/>
                        <a:pt x="7499" y="820"/>
                        <a:pt x="7499" y="1040"/>
                      </a:cubicBezTo>
                      <a:cubicBezTo>
                        <a:pt x="7499" y="1230"/>
                        <a:pt x="7341" y="1387"/>
                        <a:pt x="7121" y="1387"/>
                      </a:cubicBezTo>
                      <a:lnTo>
                        <a:pt x="4380" y="1387"/>
                      </a:lnTo>
                      <a:cubicBezTo>
                        <a:pt x="4191" y="1387"/>
                        <a:pt x="4033" y="1230"/>
                        <a:pt x="4033" y="1040"/>
                      </a:cubicBezTo>
                      <a:cubicBezTo>
                        <a:pt x="4033" y="820"/>
                        <a:pt x="4191" y="662"/>
                        <a:pt x="4380" y="662"/>
                      </a:cubicBezTo>
                      <a:close/>
                      <a:moveTo>
                        <a:pt x="6774" y="2049"/>
                      </a:moveTo>
                      <a:lnTo>
                        <a:pt x="6774" y="4285"/>
                      </a:lnTo>
                      <a:cubicBezTo>
                        <a:pt x="6774" y="4412"/>
                        <a:pt x="6774" y="4443"/>
                        <a:pt x="7499" y="5514"/>
                      </a:cubicBezTo>
                      <a:lnTo>
                        <a:pt x="3970" y="5514"/>
                      </a:lnTo>
                      <a:cubicBezTo>
                        <a:pt x="4758" y="4412"/>
                        <a:pt x="4726" y="4443"/>
                        <a:pt x="4726" y="4348"/>
                      </a:cubicBezTo>
                      <a:lnTo>
                        <a:pt x="4726" y="2049"/>
                      </a:lnTo>
                      <a:close/>
                      <a:moveTo>
                        <a:pt x="8003" y="6176"/>
                      </a:moveTo>
                      <a:cubicBezTo>
                        <a:pt x="8696" y="7215"/>
                        <a:pt x="9578" y="8507"/>
                        <a:pt x="10177" y="9389"/>
                      </a:cubicBezTo>
                      <a:cubicBezTo>
                        <a:pt x="10649" y="10082"/>
                        <a:pt x="10177" y="10996"/>
                        <a:pt x="9294" y="10996"/>
                      </a:cubicBezTo>
                      <a:lnTo>
                        <a:pt x="2206" y="10996"/>
                      </a:lnTo>
                      <a:cubicBezTo>
                        <a:pt x="1387" y="10996"/>
                        <a:pt x="914" y="10051"/>
                        <a:pt x="1387" y="9389"/>
                      </a:cubicBezTo>
                      <a:cubicBezTo>
                        <a:pt x="1859" y="8665"/>
                        <a:pt x="2804" y="7341"/>
                        <a:pt x="3561" y="6176"/>
                      </a:cubicBezTo>
                      <a:close/>
                      <a:moveTo>
                        <a:pt x="4380" y="1"/>
                      </a:moveTo>
                      <a:cubicBezTo>
                        <a:pt x="3813" y="1"/>
                        <a:pt x="3340" y="473"/>
                        <a:pt x="3340" y="1040"/>
                      </a:cubicBezTo>
                      <a:cubicBezTo>
                        <a:pt x="3340" y="1513"/>
                        <a:pt x="3655" y="1860"/>
                        <a:pt x="4065" y="2017"/>
                      </a:cubicBezTo>
                      <a:lnTo>
                        <a:pt x="4065" y="4222"/>
                      </a:lnTo>
                      <a:cubicBezTo>
                        <a:pt x="3718" y="4790"/>
                        <a:pt x="1198" y="8413"/>
                        <a:pt x="788" y="8980"/>
                      </a:cubicBezTo>
                      <a:cubicBezTo>
                        <a:pt x="1" y="10114"/>
                        <a:pt x="820" y="11658"/>
                        <a:pt x="2206" y="11658"/>
                      </a:cubicBezTo>
                      <a:lnTo>
                        <a:pt x="9294" y="11658"/>
                      </a:lnTo>
                      <a:cubicBezTo>
                        <a:pt x="9308" y="11658"/>
                        <a:pt x="9322" y="11658"/>
                        <a:pt x="9335" y="11658"/>
                      </a:cubicBezTo>
                      <a:cubicBezTo>
                        <a:pt x="10697" y="11658"/>
                        <a:pt x="11492" y="10103"/>
                        <a:pt x="10712" y="9011"/>
                      </a:cubicBezTo>
                      <a:cubicBezTo>
                        <a:pt x="10271" y="8444"/>
                        <a:pt x="7845" y="4853"/>
                        <a:pt x="7499" y="4254"/>
                      </a:cubicBezTo>
                      <a:lnTo>
                        <a:pt x="7499" y="1986"/>
                      </a:lnTo>
                      <a:cubicBezTo>
                        <a:pt x="7877" y="1828"/>
                        <a:pt x="8160" y="1450"/>
                        <a:pt x="8160" y="1040"/>
                      </a:cubicBezTo>
                      <a:cubicBezTo>
                        <a:pt x="8160" y="473"/>
                        <a:pt x="7688" y="1"/>
                        <a:pt x="71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Google Shape;12475;p89">
                  <a:extLst>
                    <a:ext uri="{FF2B5EF4-FFF2-40B4-BE49-F238E27FC236}">
                      <a16:creationId xmlns:a16="http://schemas.microsoft.com/office/drawing/2014/main" id="{C3775346-3C3A-B1DA-2F18-62A2985C65AB}"/>
                    </a:ext>
                  </a:extLst>
                </p:cNvPr>
                <p:cNvSpPr/>
                <p:nvPr/>
              </p:nvSpPr>
              <p:spPr>
                <a:xfrm>
                  <a:off x="-2694200" y="2221475"/>
                  <a:ext cx="693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42" extrusionOk="0">
                      <a:moveTo>
                        <a:pt x="1386" y="694"/>
                      </a:moveTo>
                      <a:cubicBezTo>
                        <a:pt x="1733" y="694"/>
                        <a:pt x="2048" y="1009"/>
                        <a:pt x="2048" y="1356"/>
                      </a:cubicBezTo>
                      <a:cubicBezTo>
                        <a:pt x="2048" y="1765"/>
                        <a:pt x="1764" y="2049"/>
                        <a:pt x="1386" y="2049"/>
                      </a:cubicBezTo>
                      <a:cubicBezTo>
                        <a:pt x="1008" y="2049"/>
                        <a:pt x="725" y="1702"/>
                        <a:pt x="725" y="1356"/>
                      </a:cubicBezTo>
                      <a:cubicBezTo>
                        <a:pt x="725" y="978"/>
                        <a:pt x="1040" y="694"/>
                        <a:pt x="1386" y="694"/>
                      </a:cubicBezTo>
                      <a:close/>
                      <a:moveTo>
                        <a:pt x="1386" y="1"/>
                      </a:moveTo>
                      <a:cubicBezTo>
                        <a:pt x="630" y="1"/>
                        <a:pt x="0" y="631"/>
                        <a:pt x="0" y="1356"/>
                      </a:cubicBezTo>
                      <a:cubicBezTo>
                        <a:pt x="0" y="2112"/>
                        <a:pt x="630" y="2742"/>
                        <a:pt x="1386" y="2742"/>
                      </a:cubicBezTo>
                      <a:cubicBezTo>
                        <a:pt x="2142" y="2742"/>
                        <a:pt x="2772" y="2112"/>
                        <a:pt x="2772" y="1356"/>
                      </a:cubicBezTo>
                      <a:cubicBezTo>
                        <a:pt x="2772" y="631"/>
                        <a:pt x="2142" y="1"/>
                        <a:pt x="138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Google Shape;12476;p89">
                  <a:extLst>
                    <a:ext uri="{FF2B5EF4-FFF2-40B4-BE49-F238E27FC236}">
                      <a16:creationId xmlns:a16="http://schemas.microsoft.com/office/drawing/2014/main" id="{3781FE4D-5559-82D6-E848-2BDC35666725}"/>
                    </a:ext>
                  </a:extLst>
                </p:cNvPr>
                <p:cNvSpPr/>
                <p:nvPr/>
              </p:nvSpPr>
              <p:spPr>
                <a:xfrm>
                  <a:off x="-2608350" y="225535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694"/>
                      </a:moveTo>
                      <a:cubicBezTo>
                        <a:pt x="1229" y="694"/>
                        <a:pt x="1386" y="851"/>
                        <a:pt x="1386" y="1040"/>
                      </a:cubicBezTo>
                      <a:cubicBezTo>
                        <a:pt x="1386" y="1229"/>
                        <a:pt x="1229" y="1387"/>
                        <a:pt x="1040" y="1387"/>
                      </a:cubicBezTo>
                      <a:cubicBezTo>
                        <a:pt x="819" y="1387"/>
                        <a:pt x="693" y="1229"/>
                        <a:pt x="693" y="1040"/>
                      </a:cubicBezTo>
                      <a:cubicBezTo>
                        <a:pt x="693" y="851"/>
                        <a:pt x="819" y="694"/>
                        <a:pt x="1040" y="694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2" name="Google Shape;12508;p89">
                <a:extLst>
                  <a:ext uri="{FF2B5EF4-FFF2-40B4-BE49-F238E27FC236}">
                    <a16:creationId xmlns:a16="http://schemas.microsoft.com/office/drawing/2014/main" id="{2B1C6A90-46A3-5154-C4EB-F1A86859B88E}"/>
                  </a:ext>
                </a:extLst>
              </p:cNvPr>
              <p:cNvGrpSpPr/>
              <p:nvPr/>
            </p:nvGrpSpPr>
            <p:grpSpPr>
              <a:xfrm>
                <a:off x="6173618" y="1886830"/>
                <a:ext cx="643048" cy="639583"/>
                <a:chOff x="-4211975" y="2046625"/>
                <a:chExt cx="292250" cy="290675"/>
              </a:xfrm>
              <a:grpFill/>
            </p:grpSpPr>
            <p:sp>
              <p:nvSpPr>
                <p:cNvPr id="176" name="Google Shape;12509;p89">
                  <a:extLst>
                    <a:ext uri="{FF2B5EF4-FFF2-40B4-BE49-F238E27FC236}">
                      <a16:creationId xmlns:a16="http://schemas.microsoft.com/office/drawing/2014/main" id="{349266C5-5333-00E9-934D-F7491676502C}"/>
                    </a:ext>
                  </a:extLst>
                </p:cNvPr>
                <p:cNvSpPr/>
                <p:nvPr/>
              </p:nvSpPr>
              <p:spPr>
                <a:xfrm>
                  <a:off x="-4211975" y="2081300"/>
                  <a:ext cx="256025" cy="25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10240" extrusionOk="0">
                      <a:moveTo>
                        <a:pt x="4758" y="693"/>
                      </a:moveTo>
                      <a:lnTo>
                        <a:pt x="4758" y="5167"/>
                      </a:lnTo>
                      <a:cubicBezTo>
                        <a:pt x="4758" y="5356"/>
                        <a:pt x="4916" y="5513"/>
                        <a:pt x="5105" y="5513"/>
                      </a:cubicBezTo>
                      <a:lnTo>
                        <a:pt x="9578" y="5513"/>
                      </a:lnTo>
                      <a:cubicBezTo>
                        <a:pt x="9358" y="7813"/>
                        <a:pt x="7436" y="9609"/>
                        <a:pt x="5105" y="9609"/>
                      </a:cubicBezTo>
                      <a:cubicBezTo>
                        <a:pt x="2679" y="9609"/>
                        <a:pt x="663" y="7593"/>
                        <a:pt x="663" y="5167"/>
                      </a:cubicBezTo>
                      <a:cubicBezTo>
                        <a:pt x="663" y="2835"/>
                        <a:pt x="2490" y="914"/>
                        <a:pt x="4758" y="693"/>
                      </a:cubicBezTo>
                      <a:close/>
                      <a:moveTo>
                        <a:pt x="5105" y="0"/>
                      </a:moveTo>
                      <a:cubicBezTo>
                        <a:pt x="2269" y="0"/>
                        <a:pt x="1" y="2300"/>
                        <a:pt x="1" y="5104"/>
                      </a:cubicBezTo>
                      <a:cubicBezTo>
                        <a:pt x="1" y="7939"/>
                        <a:pt x="2269" y="10239"/>
                        <a:pt x="5105" y="10239"/>
                      </a:cubicBezTo>
                      <a:cubicBezTo>
                        <a:pt x="7940" y="10239"/>
                        <a:pt x="10240" y="7939"/>
                        <a:pt x="10240" y="5104"/>
                      </a:cubicBezTo>
                      <a:cubicBezTo>
                        <a:pt x="10240" y="4978"/>
                        <a:pt x="10083" y="4820"/>
                        <a:pt x="9925" y="4820"/>
                      </a:cubicBezTo>
                      <a:lnTo>
                        <a:pt x="5483" y="4820"/>
                      </a:lnTo>
                      <a:lnTo>
                        <a:pt x="5483" y="347"/>
                      </a:lnTo>
                      <a:cubicBezTo>
                        <a:pt x="5483" y="158"/>
                        <a:pt x="5325" y="0"/>
                        <a:pt x="51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Google Shape;12510;p89">
                  <a:extLst>
                    <a:ext uri="{FF2B5EF4-FFF2-40B4-BE49-F238E27FC236}">
                      <a16:creationId xmlns:a16="http://schemas.microsoft.com/office/drawing/2014/main" id="{1F141F71-3E94-E76A-7A2F-5DE1A9F936A6}"/>
                    </a:ext>
                  </a:extLst>
                </p:cNvPr>
                <p:cNvSpPr/>
                <p:nvPr/>
              </p:nvSpPr>
              <p:spPr>
                <a:xfrm>
                  <a:off x="-4057600" y="2046625"/>
                  <a:ext cx="1378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5" h="5515" extrusionOk="0">
                      <a:moveTo>
                        <a:pt x="663" y="694"/>
                      </a:moveTo>
                      <a:cubicBezTo>
                        <a:pt x="2836" y="851"/>
                        <a:pt x="4601" y="2616"/>
                        <a:pt x="4758" y="4790"/>
                      </a:cubicBezTo>
                      <a:lnTo>
                        <a:pt x="663" y="4790"/>
                      </a:lnTo>
                      <a:lnTo>
                        <a:pt x="663" y="694"/>
                      </a:lnTo>
                      <a:close/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5168"/>
                      </a:lnTo>
                      <a:cubicBezTo>
                        <a:pt x="1" y="5357"/>
                        <a:pt x="158" y="5514"/>
                        <a:pt x="348" y="5514"/>
                      </a:cubicBezTo>
                      <a:lnTo>
                        <a:pt x="5168" y="5514"/>
                      </a:lnTo>
                      <a:cubicBezTo>
                        <a:pt x="5357" y="5514"/>
                        <a:pt x="5514" y="5357"/>
                        <a:pt x="5514" y="5168"/>
                      </a:cubicBezTo>
                      <a:cubicBezTo>
                        <a:pt x="5483" y="3750"/>
                        <a:pt x="4979" y="2490"/>
                        <a:pt x="3971" y="1513"/>
                      </a:cubicBezTo>
                      <a:cubicBezTo>
                        <a:pt x="2994" y="536"/>
                        <a:pt x="1734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53" name="Google Shape;12519;p89">
                <a:extLst>
                  <a:ext uri="{FF2B5EF4-FFF2-40B4-BE49-F238E27FC236}">
                    <a16:creationId xmlns:a16="http://schemas.microsoft.com/office/drawing/2014/main" id="{5B6C67EA-3A00-A44F-569B-E0C95A2173F5}"/>
                  </a:ext>
                </a:extLst>
              </p:cNvPr>
              <p:cNvSpPr/>
              <p:nvPr/>
            </p:nvSpPr>
            <p:spPr>
              <a:xfrm>
                <a:off x="10331675" y="1884054"/>
                <a:ext cx="60833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059" h="11721" extrusionOk="0">
                    <a:moveTo>
                      <a:pt x="1418" y="693"/>
                    </a:moveTo>
                    <a:lnTo>
                      <a:pt x="1418" y="1387"/>
                    </a:lnTo>
                    <a:lnTo>
                      <a:pt x="725" y="1387"/>
                    </a:lnTo>
                    <a:lnTo>
                      <a:pt x="725" y="693"/>
                    </a:lnTo>
                    <a:close/>
                    <a:moveTo>
                      <a:pt x="9011" y="693"/>
                    </a:moveTo>
                    <a:lnTo>
                      <a:pt x="9011" y="1387"/>
                    </a:lnTo>
                    <a:lnTo>
                      <a:pt x="8349" y="1387"/>
                    </a:lnTo>
                    <a:lnTo>
                      <a:pt x="8349" y="693"/>
                    </a:lnTo>
                    <a:close/>
                    <a:moveTo>
                      <a:pt x="7656" y="1324"/>
                    </a:moveTo>
                    <a:lnTo>
                      <a:pt x="7656" y="1670"/>
                    </a:lnTo>
                    <a:cubicBezTo>
                      <a:pt x="7656" y="1891"/>
                      <a:pt x="7813" y="2048"/>
                      <a:pt x="8034" y="2048"/>
                    </a:cubicBezTo>
                    <a:lnTo>
                      <a:pt x="8381" y="2048"/>
                    </a:lnTo>
                    <a:lnTo>
                      <a:pt x="8381" y="4222"/>
                    </a:lnTo>
                    <a:cubicBezTo>
                      <a:pt x="8255" y="4253"/>
                      <a:pt x="8160" y="4316"/>
                      <a:pt x="8034" y="4411"/>
                    </a:cubicBezTo>
                    <a:cubicBezTo>
                      <a:pt x="7845" y="4243"/>
                      <a:pt x="7614" y="4159"/>
                      <a:pt x="7369" y="4159"/>
                    </a:cubicBezTo>
                    <a:cubicBezTo>
                      <a:pt x="7246" y="4159"/>
                      <a:pt x="7120" y="4180"/>
                      <a:pt x="6994" y="4222"/>
                    </a:cubicBezTo>
                    <a:lnTo>
                      <a:pt x="6994" y="3088"/>
                    </a:lnTo>
                    <a:cubicBezTo>
                      <a:pt x="6994" y="2552"/>
                      <a:pt x="6522" y="2080"/>
                      <a:pt x="5986" y="2080"/>
                    </a:cubicBezTo>
                    <a:cubicBezTo>
                      <a:pt x="5419" y="2080"/>
                      <a:pt x="4947" y="2552"/>
                      <a:pt x="4947" y="3088"/>
                    </a:cubicBezTo>
                    <a:lnTo>
                      <a:pt x="4947" y="6459"/>
                    </a:lnTo>
                    <a:lnTo>
                      <a:pt x="4789" y="6301"/>
                    </a:lnTo>
                    <a:cubicBezTo>
                      <a:pt x="4600" y="6097"/>
                      <a:pt x="4340" y="5994"/>
                      <a:pt x="4076" y="5994"/>
                    </a:cubicBezTo>
                    <a:cubicBezTo>
                      <a:pt x="3812" y="5994"/>
                      <a:pt x="3545" y="6097"/>
                      <a:pt x="3340" y="6301"/>
                    </a:cubicBezTo>
                    <a:cubicBezTo>
                      <a:pt x="2962" y="6679"/>
                      <a:pt x="2962" y="7341"/>
                      <a:pt x="3340" y="7751"/>
                    </a:cubicBezTo>
                    <a:lnTo>
                      <a:pt x="3812" y="8223"/>
                    </a:lnTo>
                    <a:lnTo>
                      <a:pt x="2111" y="8223"/>
                    </a:lnTo>
                    <a:lnTo>
                      <a:pt x="2111" y="7908"/>
                    </a:lnTo>
                    <a:cubicBezTo>
                      <a:pt x="2111" y="7719"/>
                      <a:pt x="1954" y="7561"/>
                      <a:pt x="1765" y="7561"/>
                    </a:cubicBezTo>
                    <a:lnTo>
                      <a:pt x="1418" y="7561"/>
                    </a:lnTo>
                    <a:lnTo>
                      <a:pt x="1418" y="2048"/>
                    </a:lnTo>
                    <a:lnTo>
                      <a:pt x="1765" y="2048"/>
                    </a:lnTo>
                    <a:cubicBezTo>
                      <a:pt x="1954" y="2048"/>
                      <a:pt x="2111" y="1891"/>
                      <a:pt x="2111" y="1670"/>
                    </a:cubicBezTo>
                    <a:lnTo>
                      <a:pt x="2111" y="1324"/>
                    </a:lnTo>
                    <a:close/>
                    <a:moveTo>
                      <a:pt x="1418" y="8255"/>
                    </a:moveTo>
                    <a:lnTo>
                      <a:pt x="1418" y="8948"/>
                    </a:lnTo>
                    <a:lnTo>
                      <a:pt x="725" y="8948"/>
                    </a:lnTo>
                    <a:lnTo>
                      <a:pt x="725" y="8255"/>
                    </a:lnTo>
                    <a:close/>
                    <a:moveTo>
                      <a:pt x="5955" y="2836"/>
                    </a:moveTo>
                    <a:cubicBezTo>
                      <a:pt x="6144" y="2836"/>
                      <a:pt x="6301" y="2993"/>
                      <a:pt x="6301" y="3182"/>
                    </a:cubicBezTo>
                    <a:lnTo>
                      <a:pt x="6301" y="6616"/>
                    </a:lnTo>
                    <a:cubicBezTo>
                      <a:pt x="6301" y="6805"/>
                      <a:pt x="6459" y="6963"/>
                      <a:pt x="6648" y="6963"/>
                    </a:cubicBezTo>
                    <a:cubicBezTo>
                      <a:pt x="6837" y="6963"/>
                      <a:pt x="6994" y="6805"/>
                      <a:pt x="6994" y="6616"/>
                    </a:cubicBezTo>
                    <a:lnTo>
                      <a:pt x="6994" y="5230"/>
                    </a:lnTo>
                    <a:cubicBezTo>
                      <a:pt x="6994" y="5041"/>
                      <a:pt x="7152" y="4884"/>
                      <a:pt x="7372" y="4884"/>
                    </a:cubicBezTo>
                    <a:cubicBezTo>
                      <a:pt x="7561" y="4884"/>
                      <a:pt x="7719" y="5041"/>
                      <a:pt x="7719" y="5230"/>
                    </a:cubicBezTo>
                    <a:lnTo>
                      <a:pt x="7719" y="6616"/>
                    </a:lnTo>
                    <a:cubicBezTo>
                      <a:pt x="7719" y="6805"/>
                      <a:pt x="7876" y="6963"/>
                      <a:pt x="8066" y="6963"/>
                    </a:cubicBezTo>
                    <a:cubicBezTo>
                      <a:pt x="8255" y="6963"/>
                      <a:pt x="8412" y="6805"/>
                      <a:pt x="8412" y="6616"/>
                    </a:cubicBezTo>
                    <a:lnTo>
                      <a:pt x="8412" y="5230"/>
                    </a:lnTo>
                    <a:cubicBezTo>
                      <a:pt x="8412" y="5041"/>
                      <a:pt x="8570" y="4884"/>
                      <a:pt x="8790" y="4884"/>
                    </a:cubicBezTo>
                    <a:cubicBezTo>
                      <a:pt x="8979" y="4884"/>
                      <a:pt x="9137" y="5041"/>
                      <a:pt x="9137" y="5230"/>
                    </a:cubicBezTo>
                    <a:lnTo>
                      <a:pt x="9137" y="6616"/>
                    </a:lnTo>
                    <a:cubicBezTo>
                      <a:pt x="9137" y="6805"/>
                      <a:pt x="9294" y="6963"/>
                      <a:pt x="9483" y="6963"/>
                    </a:cubicBezTo>
                    <a:cubicBezTo>
                      <a:pt x="9672" y="6963"/>
                      <a:pt x="9830" y="6805"/>
                      <a:pt x="9830" y="6616"/>
                    </a:cubicBezTo>
                    <a:lnTo>
                      <a:pt x="9830" y="5955"/>
                    </a:lnTo>
                    <a:cubicBezTo>
                      <a:pt x="9704" y="5703"/>
                      <a:pt x="9861" y="5545"/>
                      <a:pt x="10019" y="5545"/>
                    </a:cubicBezTo>
                    <a:cubicBezTo>
                      <a:pt x="10239" y="5545"/>
                      <a:pt x="10397" y="5703"/>
                      <a:pt x="10397" y="5892"/>
                    </a:cubicBezTo>
                    <a:lnTo>
                      <a:pt x="10397" y="7057"/>
                    </a:lnTo>
                    <a:cubicBezTo>
                      <a:pt x="10397" y="8003"/>
                      <a:pt x="10176" y="8885"/>
                      <a:pt x="9830" y="9672"/>
                    </a:cubicBezTo>
                    <a:lnTo>
                      <a:pt x="6144" y="9672"/>
                    </a:lnTo>
                    <a:lnTo>
                      <a:pt x="3812" y="7372"/>
                    </a:lnTo>
                    <a:cubicBezTo>
                      <a:pt x="3686" y="7246"/>
                      <a:pt x="3686" y="6994"/>
                      <a:pt x="3812" y="6900"/>
                    </a:cubicBezTo>
                    <a:cubicBezTo>
                      <a:pt x="3875" y="6837"/>
                      <a:pt x="3962" y="6805"/>
                      <a:pt x="4049" y="6805"/>
                    </a:cubicBezTo>
                    <a:cubicBezTo>
                      <a:pt x="4135" y="6805"/>
                      <a:pt x="4222" y="6837"/>
                      <a:pt x="4285" y="6900"/>
                    </a:cubicBezTo>
                    <a:lnTo>
                      <a:pt x="5010" y="7593"/>
                    </a:lnTo>
                    <a:cubicBezTo>
                      <a:pt x="5075" y="7659"/>
                      <a:pt x="5163" y="7690"/>
                      <a:pt x="5251" y="7690"/>
                    </a:cubicBezTo>
                    <a:cubicBezTo>
                      <a:pt x="5415" y="7690"/>
                      <a:pt x="5577" y="7578"/>
                      <a:pt x="5577" y="7372"/>
                    </a:cubicBezTo>
                    <a:lnTo>
                      <a:pt x="5577" y="3182"/>
                    </a:lnTo>
                    <a:cubicBezTo>
                      <a:pt x="5577" y="2993"/>
                      <a:pt x="5734" y="2836"/>
                      <a:pt x="5955" y="2836"/>
                    </a:cubicBezTo>
                    <a:close/>
                    <a:moveTo>
                      <a:pt x="9672" y="10302"/>
                    </a:moveTo>
                    <a:lnTo>
                      <a:pt x="9672" y="10680"/>
                    </a:lnTo>
                    <a:cubicBezTo>
                      <a:pt x="9704" y="10869"/>
                      <a:pt x="9546" y="11027"/>
                      <a:pt x="9357" y="11027"/>
                    </a:cubicBezTo>
                    <a:lnTo>
                      <a:pt x="6616" y="11027"/>
                    </a:lnTo>
                    <a:cubicBezTo>
                      <a:pt x="6396" y="11027"/>
                      <a:pt x="6238" y="10869"/>
                      <a:pt x="6238" y="10680"/>
                    </a:cubicBezTo>
                    <a:lnTo>
                      <a:pt x="6238" y="10302"/>
                    </a:lnTo>
                    <a:close/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33"/>
                    </a:lnTo>
                    <a:cubicBezTo>
                      <a:pt x="0" y="1922"/>
                      <a:pt x="158" y="2080"/>
                      <a:pt x="347" y="2080"/>
                    </a:cubicBezTo>
                    <a:lnTo>
                      <a:pt x="693" y="2080"/>
                    </a:lnTo>
                    <a:lnTo>
                      <a:pt x="693" y="7593"/>
                    </a:lnTo>
                    <a:lnTo>
                      <a:pt x="347" y="7593"/>
                    </a:lnTo>
                    <a:cubicBezTo>
                      <a:pt x="158" y="7593"/>
                      <a:pt x="0" y="7751"/>
                      <a:pt x="0" y="7940"/>
                    </a:cubicBezTo>
                    <a:lnTo>
                      <a:pt x="0" y="9326"/>
                    </a:lnTo>
                    <a:cubicBezTo>
                      <a:pt x="0" y="9515"/>
                      <a:pt x="158" y="9672"/>
                      <a:pt x="347" y="9672"/>
                    </a:cubicBezTo>
                    <a:lnTo>
                      <a:pt x="1733" y="9672"/>
                    </a:lnTo>
                    <a:cubicBezTo>
                      <a:pt x="1922" y="9672"/>
                      <a:pt x="2080" y="9515"/>
                      <a:pt x="2080" y="9326"/>
                    </a:cubicBezTo>
                    <a:lnTo>
                      <a:pt x="2080" y="8979"/>
                    </a:lnTo>
                    <a:lnTo>
                      <a:pt x="4442" y="8979"/>
                    </a:lnTo>
                    <a:lnTo>
                      <a:pt x="5577" y="10113"/>
                    </a:lnTo>
                    <a:lnTo>
                      <a:pt x="5577" y="10712"/>
                    </a:lnTo>
                    <a:cubicBezTo>
                      <a:pt x="5577" y="11248"/>
                      <a:pt x="6049" y="11720"/>
                      <a:pt x="6616" y="11720"/>
                    </a:cubicBezTo>
                    <a:lnTo>
                      <a:pt x="9357" y="11720"/>
                    </a:lnTo>
                    <a:cubicBezTo>
                      <a:pt x="9924" y="11720"/>
                      <a:pt x="10397" y="11248"/>
                      <a:pt x="10397" y="10712"/>
                    </a:cubicBezTo>
                    <a:lnTo>
                      <a:pt x="10397" y="10113"/>
                    </a:lnTo>
                    <a:cubicBezTo>
                      <a:pt x="10806" y="9200"/>
                      <a:pt x="11058" y="8160"/>
                      <a:pt x="11058" y="7026"/>
                    </a:cubicBezTo>
                    <a:lnTo>
                      <a:pt x="11058" y="5892"/>
                    </a:lnTo>
                    <a:cubicBezTo>
                      <a:pt x="11058" y="5325"/>
                      <a:pt x="10617" y="4884"/>
                      <a:pt x="10019" y="4884"/>
                    </a:cubicBezTo>
                    <a:cubicBezTo>
                      <a:pt x="9924" y="4884"/>
                      <a:pt x="9767" y="4915"/>
                      <a:pt x="9641" y="4947"/>
                    </a:cubicBezTo>
                    <a:cubicBezTo>
                      <a:pt x="9546" y="4632"/>
                      <a:pt x="9326" y="4379"/>
                      <a:pt x="9011" y="4253"/>
                    </a:cubicBezTo>
                    <a:lnTo>
                      <a:pt x="9011" y="2080"/>
                    </a:lnTo>
                    <a:lnTo>
                      <a:pt x="9357" y="2080"/>
                    </a:lnTo>
                    <a:cubicBezTo>
                      <a:pt x="9546" y="2080"/>
                      <a:pt x="9735" y="1922"/>
                      <a:pt x="9735" y="1733"/>
                    </a:cubicBezTo>
                    <a:lnTo>
                      <a:pt x="9735" y="347"/>
                    </a:lnTo>
                    <a:cubicBezTo>
                      <a:pt x="9735" y="158"/>
                      <a:pt x="9546" y="0"/>
                      <a:pt x="9357" y="0"/>
                    </a:cubicBezTo>
                    <a:lnTo>
                      <a:pt x="7971" y="0"/>
                    </a:lnTo>
                    <a:cubicBezTo>
                      <a:pt x="7782" y="0"/>
                      <a:pt x="7624" y="158"/>
                      <a:pt x="7624" y="347"/>
                    </a:cubicBezTo>
                    <a:lnTo>
                      <a:pt x="7624" y="693"/>
                    </a:lnTo>
                    <a:lnTo>
                      <a:pt x="2080" y="693"/>
                    </a:lnTo>
                    <a:lnTo>
                      <a:pt x="2080" y="347"/>
                    </a:lnTo>
                    <a:cubicBezTo>
                      <a:pt x="2080" y="158"/>
                      <a:pt x="1922" y="0"/>
                      <a:pt x="17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54" name="Google Shape;12532;p89">
                <a:extLst>
                  <a:ext uri="{FF2B5EF4-FFF2-40B4-BE49-F238E27FC236}">
                    <a16:creationId xmlns:a16="http://schemas.microsoft.com/office/drawing/2014/main" id="{00F83DB3-E137-1492-DDBC-801F170F51A3}"/>
                  </a:ext>
                </a:extLst>
              </p:cNvPr>
              <p:cNvGrpSpPr/>
              <p:nvPr/>
            </p:nvGrpSpPr>
            <p:grpSpPr>
              <a:xfrm>
                <a:off x="2875060" y="1885975"/>
                <a:ext cx="644752" cy="641288"/>
                <a:chOff x="-5635200" y="2037975"/>
                <a:chExt cx="293025" cy="291450"/>
              </a:xfrm>
              <a:grpFill/>
            </p:grpSpPr>
            <p:sp>
              <p:nvSpPr>
                <p:cNvPr id="174" name="Google Shape;12533;p89">
                  <a:extLst>
                    <a:ext uri="{FF2B5EF4-FFF2-40B4-BE49-F238E27FC236}">
                      <a16:creationId xmlns:a16="http://schemas.microsoft.com/office/drawing/2014/main" id="{23CF72CE-9F8C-BE53-7581-C490A9F33EBE}"/>
                    </a:ext>
                  </a:extLst>
                </p:cNvPr>
                <p:cNvSpPr/>
                <p:nvPr/>
              </p:nvSpPr>
              <p:spPr>
                <a:xfrm>
                  <a:off x="-5635200" y="203797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2395" y="725"/>
                      </a:moveTo>
                      <a:cubicBezTo>
                        <a:pt x="2930" y="725"/>
                        <a:pt x="3403" y="1197"/>
                        <a:pt x="3403" y="1733"/>
                      </a:cubicBezTo>
                      <a:cubicBezTo>
                        <a:pt x="3403" y="2300"/>
                        <a:pt x="2930" y="2773"/>
                        <a:pt x="2395" y="2773"/>
                      </a:cubicBezTo>
                      <a:cubicBezTo>
                        <a:pt x="1828" y="2773"/>
                        <a:pt x="1355" y="2300"/>
                        <a:pt x="1355" y="1733"/>
                      </a:cubicBezTo>
                      <a:cubicBezTo>
                        <a:pt x="1355" y="1197"/>
                        <a:pt x="1828" y="725"/>
                        <a:pt x="2395" y="725"/>
                      </a:cubicBezTo>
                      <a:close/>
                      <a:moveTo>
                        <a:pt x="10303" y="725"/>
                      </a:moveTo>
                      <a:lnTo>
                        <a:pt x="10303" y="6585"/>
                      </a:lnTo>
                      <a:lnTo>
                        <a:pt x="10334" y="6585"/>
                      </a:lnTo>
                      <a:cubicBezTo>
                        <a:pt x="10334" y="6774"/>
                        <a:pt x="10177" y="6931"/>
                        <a:pt x="9988" y="6931"/>
                      </a:cubicBezTo>
                      <a:lnTo>
                        <a:pt x="4789" y="6931"/>
                      </a:lnTo>
                      <a:lnTo>
                        <a:pt x="4789" y="5167"/>
                      </a:lnTo>
                      <a:cubicBezTo>
                        <a:pt x="4789" y="4253"/>
                        <a:pt x="4285" y="3434"/>
                        <a:pt x="3498" y="3025"/>
                      </a:cubicBezTo>
                      <a:cubicBezTo>
                        <a:pt x="3844" y="2710"/>
                        <a:pt x="4096" y="2237"/>
                        <a:pt x="4096" y="1733"/>
                      </a:cubicBezTo>
                      <a:cubicBezTo>
                        <a:pt x="4096" y="1355"/>
                        <a:pt x="3970" y="977"/>
                        <a:pt x="3718" y="725"/>
                      </a:cubicBezTo>
                      <a:close/>
                      <a:moveTo>
                        <a:pt x="2710" y="3466"/>
                      </a:moveTo>
                      <a:cubicBezTo>
                        <a:pt x="3498" y="3623"/>
                        <a:pt x="4096" y="4316"/>
                        <a:pt x="4096" y="5167"/>
                      </a:cubicBezTo>
                      <a:lnTo>
                        <a:pt x="4096" y="7246"/>
                      </a:lnTo>
                      <a:cubicBezTo>
                        <a:pt x="4128" y="7435"/>
                        <a:pt x="3970" y="7593"/>
                        <a:pt x="3750" y="7593"/>
                      </a:cubicBezTo>
                      <a:cubicBezTo>
                        <a:pt x="3561" y="7593"/>
                        <a:pt x="3403" y="7750"/>
                        <a:pt x="3403" y="7971"/>
                      </a:cubicBezTo>
                      <a:lnTo>
                        <a:pt x="3403" y="10712"/>
                      </a:lnTo>
                      <a:cubicBezTo>
                        <a:pt x="3403" y="10901"/>
                        <a:pt x="3246" y="11058"/>
                        <a:pt x="3056" y="11058"/>
                      </a:cubicBezTo>
                      <a:lnTo>
                        <a:pt x="1670" y="11058"/>
                      </a:lnTo>
                      <a:cubicBezTo>
                        <a:pt x="1481" y="11058"/>
                        <a:pt x="1324" y="10901"/>
                        <a:pt x="1324" y="10712"/>
                      </a:cubicBezTo>
                      <a:lnTo>
                        <a:pt x="1324" y="7971"/>
                      </a:lnTo>
                      <a:cubicBezTo>
                        <a:pt x="1324" y="7750"/>
                        <a:pt x="1166" y="7593"/>
                        <a:pt x="977" y="7593"/>
                      </a:cubicBezTo>
                      <a:cubicBezTo>
                        <a:pt x="788" y="7593"/>
                        <a:pt x="631" y="7435"/>
                        <a:pt x="631" y="7246"/>
                      </a:cubicBezTo>
                      <a:lnTo>
                        <a:pt x="631" y="5167"/>
                      </a:lnTo>
                      <a:cubicBezTo>
                        <a:pt x="631" y="4316"/>
                        <a:pt x="1198" y="3623"/>
                        <a:pt x="1985" y="3466"/>
                      </a:cubicBezTo>
                      <a:lnTo>
                        <a:pt x="1985" y="5829"/>
                      </a:lnTo>
                      <a:cubicBezTo>
                        <a:pt x="1985" y="6018"/>
                        <a:pt x="2143" y="6175"/>
                        <a:pt x="2363" y="6175"/>
                      </a:cubicBezTo>
                      <a:cubicBezTo>
                        <a:pt x="2552" y="6175"/>
                        <a:pt x="2710" y="6018"/>
                        <a:pt x="2710" y="5829"/>
                      </a:cubicBezTo>
                      <a:lnTo>
                        <a:pt x="2710" y="3466"/>
                      </a:lnTo>
                      <a:close/>
                      <a:moveTo>
                        <a:pt x="2395" y="0"/>
                      </a:moveTo>
                      <a:cubicBezTo>
                        <a:pt x="1450" y="0"/>
                        <a:pt x="694" y="756"/>
                        <a:pt x="694" y="1702"/>
                      </a:cubicBezTo>
                      <a:cubicBezTo>
                        <a:pt x="694" y="2206"/>
                        <a:pt x="946" y="2678"/>
                        <a:pt x="1292" y="2993"/>
                      </a:cubicBezTo>
                      <a:cubicBezTo>
                        <a:pt x="536" y="3403"/>
                        <a:pt x="1" y="4222"/>
                        <a:pt x="1" y="5136"/>
                      </a:cubicBezTo>
                      <a:lnTo>
                        <a:pt x="1" y="7215"/>
                      </a:lnTo>
                      <a:cubicBezTo>
                        <a:pt x="1" y="7656"/>
                        <a:pt x="253" y="8034"/>
                        <a:pt x="662" y="8192"/>
                      </a:cubicBezTo>
                      <a:lnTo>
                        <a:pt x="662" y="10649"/>
                      </a:lnTo>
                      <a:cubicBezTo>
                        <a:pt x="662" y="11184"/>
                        <a:pt x="1135" y="11657"/>
                        <a:pt x="1670" y="11657"/>
                      </a:cubicBezTo>
                      <a:lnTo>
                        <a:pt x="3056" y="11657"/>
                      </a:lnTo>
                      <a:cubicBezTo>
                        <a:pt x="3624" y="11657"/>
                        <a:pt x="4096" y="11184"/>
                        <a:pt x="4096" y="10649"/>
                      </a:cubicBezTo>
                      <a:lnTo>
                        <a:pt x="4096" y="8192"/>
                      </a:lnTo>
                      <a:cubicBezTo>
                        <a:pt x="4348" y="8065"/>
                        <a:pt x="4600" y="7876"/>
                        <a:pt x="4726" y="7561"/>
                      </a:cubicBezTo>
                      <a:lnTo>
                        <a:pt x="9988" y="7561"/>
                      </a:lnTo>
                      <a:cubicBezTo>
                        <a:pt x="10555" y="7561"/>
                        <a:pt x="11027" y="7089"/>
                        <a:pt x="11027" y="6553"/>
                      </a:cubicBezTo>
                      <a:lnTo>
                        <a:pt x="11027" y="662"/>
                      </a:lnTo>
                      <a:lnTo>
                        <a:pt x="11374" y="662"/>
                      </a:lnTo>
                      <a:cubicBezTo>
                        <a:pt x="11563" y="662"/>
                        <a:pt x="11720" y="504"/>
                        <a:pt x="11720" y="315"/>
                      </a:cubicBezTo>
                      <a:cubicBezTo>
                        <a:pt x="11720" y="158"/>
                        <a:pt x="11563" y="0"/>
                        <a:pt x="11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Google Shape;12534;p89">
                  <a:extLst>
                    <a:ext uri="{FF2B5EF4-FFF2-40B4-BE49-F238E27FC236}">
                      <a16:creationId xmlns:a16="http://schemas.microsoft.com/office/drawing/2014/main" id="{518061BC-2081-2CC5-BF54-9AADD9E0F3B5}"/>
                    </a:ext>
                  </a:extLst>
                </p:cNvPr>
                <p:cNvSpPr/>
                <p:nvPr/>
              </p:nvSpPr>
              <p:spPr>
                <a:xfrm>
                  <a:off x="-5496575" y="2072625"/>
                  <a:ext cx="102425" cy="10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4097" extrusionOk="0">
                      <a:moveTo>
                        <a:pt x="2395" y="725"/>
                      </a:moveTo>
                      <a:cubicBezTo>
                        <a:pt x="2867" y="851"/>
                        <a:pt x="3245" y="1229"/>
                        <a:pt x="3371" y="1733"/>
                      </a:cubicBezTo>
                      <a:lnTo>
                        <a:pt x="2395" y="1733"/>
                      </a:lnTo>
                      <a:lnTo>
                        <a:pt x="2395" y="725"/>
                      </a:lnTo>
                      <a:close/>
                      <a:moveTo>
                        <a:pt x="1733" y="757"/>
                      </a:moveTo>
                      <a:lnTo>
                        <a:pt x="1733" y="2080"/>
                      </a:lnTo>
                      <a:cubicBezTo>
                        <a:pt x="1733" y="2269"/>
                        <a:pt x="1891" y="2426"/>
                        <a:pt x="2080" y="2426"/>
                      </a:cubicBezTo>
                      <a:lnTo>
                        <a:pt x="3403" y="2426"/>
                      </a:lnTo>
                      <a:cubicBezTo>
                        <a:pt x="3245" y="3025"/>
                        <a:pt x="2741" y="3466"/>
                        <a:pt x="2080" y="3466"/>
                      </a:cubicBezTo>
                      <a:cubicBezTo>
                        <a:pt x="1324" y="3466"/>
                        <a:pt x="693" y="2836"/>
                        <a:pt x="693" y="2080"/>
                      </a:cubicBezTo>
                      <a:cubicBezTo>
                        <a:pt x="693" y="1418"/>
                        <a:pt x="1135" y="851"/>
                        <a:pt x="1733" y="757"/>
                      </a:cubicBezTo>
                      <a:close/>
                      <a:moveTo>
                        <a:pt x="2048" y="0"/>
                      </a:moveTo>
                      <a:cubicBezTo>
                        <a:pt x="883" y="0"/>
                        <a:pt x="0" y="914"/>
                        <a:pt x="0" y="2048"/>
                      </a:cubicBezTo>
                      <a:cubicBezTo>
                        <a:pt x="0" y="3182"/>
                        <a:pt x="946" y="4096"/>
                        <a:pt x="2048" y="4096"/>
                      </a:cubicBezTo>
                      <a:cubicBezTo>
                        <a:pt x="3182" y="4096"/>
                        <a:pt x="4096" y="3182"/>
                        <a:pt x="4096" y="2048"/>
                      </a:cubicBezTo>
                      <a:cubicBezTo>
                        <a:pt x="4096" y="914"/>
                        <a:pt x="3182" y="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5" name="Google Shape;12543;p89">
                <a:extLst>
                  <a:ext uri="{FF2B5EF4-FFF2-40B4-BE49-F238E27FC236}">
                    <a16:creationId xmlns:a16="http://schemas.microsoft.com/office/drawing/2014/main" id="{BEE826FF-0C64-6238-D2EA-D9317733DB17}"/>
                  </a:ext>
                </a:extLst>
              </p:cNvPr>
              <p:cNvGrpSpPr/>
              <p:nvPr/>
            </p:nvGrpSpPr>
            <p:grpSpPr>
              <a:xfrm>
                <a:off x="6983557" y="1885975"/>
                <a:ext cx="644752" cy="641288"/>
                <a:chOff x="-3854375" y="2046625"/>
                <a:chExt cx="293025" cy="291450"/>
              </a:xfrm>
              <a:grpFill/>
            </p:grpSpPr>
            <p:sp>
              <p:nvSpPr>
                <p:cNvPr id="172" name="Google Shape;12544;p89">
                  <a:extLst>
                    <a:ext uri="{FF2B5EF4-FFF2-40B4-BE49-F238E27FC236}">
                      <a16:creationId xmlns:a16="http://schemas.microsoft.com/office/drawing/2014/main" id="{291A5FDF-605B-774D-F8A4-4E45BA731F24}"/>
                    </a:ext>
                  </a:extLst>
                </p:cNvPr>
                <p:cNvSpPr/>
                <p:nvPr/>
              </p:nvSpPr>
              <p:spPr>
                <a:xfrm>
                  <a:off x="-3854375" y="20466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7624" y="694"/>
                      </a:moveTo>
                      <a:cubicBezTo>
                        <a:pt x="9515" y="694"/>
                        <a:pt x="11058" y="2206"/>
                        <a:pt x="11058" y="4096"/>
                      </a:cubicBezTo>
                      <a:cubicBezTo>
                        <a:pt x="11058" y="5987"/>
                        <a:pt x="9515" y="7530"/>
                        <a:pt x="7624" y="7530"/>
                      </a:cubicBezTo>
                      <a:cubicBezTo>
                        <a:pt x="5734" y="7530"/>
                        <a:pt x="4190" y="5987"/>
                        <a:pt x="4190" y="4096"/>
                      </a:cubicBezTo>
                      <a:cubicBezTo>
                        <a:pt x="4190" y="2206"/>
                        <a:pt x="5734" y="694"/>
                        <a:pt x="7624" y="694"/>
                      </a:cubicBezTo>
                      <a:close/>
                      <a:moveTo>
                        <a:pt x="3336" y="8066"/>
                      </a:moveTo>
                      <a:cubicBezTo>
                        <a:pt x="3426" y="8066"/>
                        <a:pt x="3513" y="8098"/>
                        <a:pt x="3560" y="8161"/>
                      </a:cubicBezTo>
                      <a:cubicBezTo>
                        <a:pt x="3686" y="8287"/>
                        <a:pt x="3686" y="8507"/>
                        <a:pt x="3560" y="8633"/>
                      </a:cubicBezTo>
                      <a:lnTo>
                        <a:pt x="1323" y="10870"/>
                      </a:lnTo>
                      <a:cubicBezTo>
                        <a:pt x="1260" y="10933"/>
                        <a:pt x="1174" y="10964"/>
                        <a:pt x="1087" y="10964"/>
                      </a:cubicBezTo>
                      <a:cubicBezTo>
                        <a:pt x="1001" y="10964"/>
                        <a:pt x="914" y="10933"/>
                        <a:pt x="851" y="10870"/>
                      </a:cubicBezTo>
                      <a:cubicBezTo>
                        <a:pt x="725" y="10744"/>
                        <a:pt x="725" y="10523"/>
                        <a:pt x="851" y="10397"/>
                      </a:cubicBezTo>
                      <a:lnTo>
                        <a:pt x="3088" y="8161"/>
                      </a:lnTo>
                      <a:cubicBezTo>
                        <a:pt x="3151" y="8098"/>
                        <a:pt x="3245" y="8066"/>
                        <a:pt x="3336" y="8066"/>
                      </a:cubicBezTo>
                      <a:close/>
                      <a:moveTo>
                        <a:pt x="7624" y="1"/>
                      </a:moveTo>
                      <a:cubicBezTo>
                        <a:pt x="5356" y="1"/>
                        <a:pt x="3529" y="1860"/>
                        <a:pt x="3529" y="4096"/>
                      </a:cubicBezTo>
                      <a:cubicBezTo>
                        <a:pt x="3529" y="5136"/>
                        <a:pt x="3875" y="6050"/>
                        <a:pt x="4505" y="6743"/>
                      </a:cubicBezTo>
                      <a:lnTo>
                        <a:pt x="3812" y="7467"/>
                      </a:lnTo>
                      <a:cubicBezTo>
                        <a:pt x="3661" y="7386"/>
                        <a:pt x="3500" y="7347"/>
                        <a:pt x="3342" y="7347"/>
                      </a:cubicBezTo>
                      <a:cubicBezTo>
                        <a:pt x="3074" y="7347"/>
                        <a:pt x="2813" y="7458"/>
                        <a:pt x="2615" y="7656"/>
                      </a:cubicBezTo>
                      <a:lnTo>
                        <a:pt x="378" y="9893"/>
                      </a:lnTo>
                      <a:cubicBezTo>
                        <a:pt x="0" y="10271"/>
                        <a:pt x="0" y="10964"/>
                        <a:pt x="378" y="11343"/>
                      </a:cubicBezTo>
                      <a:cubicBezTo>
                        <a:pt x="567" y="11532"/>
                        <a:pt x="851" y="11658"/>
                        <a:pt x="1103" y="11658"/>
                      </a:cubicBezTo>
                      <a:cubicBezTo>
                        <a:pt x="1355" y="11658"/>
                        <a:pt x="1607" y="11532"/>
                        <a:pt x="1796" y="11343"/>
                      </a:cubicBezTo>
                      <a:lnTo>
                        <a:pt x="4033" y="9106"/>
                      </a:lnTo>
                      <a:cubicBezTo>
                        <a:pt x="4348" y="8791"/>
                        <a:pt x="4442" y="8318"/>
                        <a:pt x="4253" y="7909"/>
                      </a:cubicBezTo>
                      <a:lnTo>
                        <a:pt x="4947" y="7215"/>
                      </a:lnTo>
                      <a:cubicBezTo>
                        <a:pt x="5671" y="7814"/>
                        <a:pt x="6616" y="8192"/>
                        <a:pt x="7593" y="8192"/>
                      </a:cubicBezTo>
                      <a:cubicBezTo>
                        <a:pt x="9861" y="8192"/>
                        <a:pt x="11689" y="6333"/>
                        <a:pt x="11689" y="4096"/>
                      </a:cubicBezTo>
                      <a:cubicBezTo>
                        <a:pt x="11720" y="1828"/>
                        <a:pt x="9861" y="1"/>
                        <a:pt x="76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Google Shape;12545;p89">
                  <a:extLst>
                    <a:ext uri="{FF2B5EF4-FFF2-40B4-BE49-F238E27FC236}">
                      <a16:creationId xmlns:a16="http://schemas.microsoft.com/office/drawing/2014/main" id="{3D443119-5C4B-764F-F300-BF9136978B8E}"/>
                    </a:ext>
                  </a:extLst>
                </p:cNvPr>
                <p:cNvSpPr/>
                <p:nvPr/>
              </p:nvSpPr>
              <p:spPr>
                <a:xfrm>
                  <a:off x="-3714975" y="2080500"/>
                  <a:ext cx="103200" cy="1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790" extrusionOk="0">
                      <a:moveTo>
                        <a:pt x="2048" y="694"/>
                      </a:moveTo>
                      <a:cubicBezTo>
                        <a:pt x="2458" y="694"/>
                        <a:pt x="2710" y="1009"/>
                        <a:pt x="2710" y="1387"/>
                      </a:cubicBezTo>
                      <a:cubicBezTo>
                        <a:pt x="2710" y="1765"/>
                        <a:pt x="2395" y="2048"/>
                        <a:pt x="2048" y="2048"/>
                      </a:cubicBezTo>
                      <a:cubicBezTo>
                        <a:pt x="1702" y="2048"/>
                        <a:pt x="1387" y="1733"/>
                        <a:pt x="1387" y="1387"/>
                      </a:cubicBezTo>
                      <a:cubicBezTo>
                        <a:pt x="1355" y="1009"/>
                        <a:pt x="1670" y="694"/>
                        <a:pt x="2048" y="694"/>
                      </a:cubicBezTo>
                      <a:close/>
                      <a:moveTo>
                        <a:pt x="2363" y="2741"/>
                      </a:moveTo>
                      <a:cubicBezTo>
                        <a:pt x="2931" y="2741"/>
                        <a:pt x="3403" y="3214"/>
                        <a:pt x="3403" y="3781"/>
                      </a:cubicBezTo>
                      <a:lnTo>
                        <a:pt x="3403" y="4128"/>
                      </a:lnTo>
                      <a:lnTo>
                        <a:pt x="662" y="4128"/>
                      </a:lnTo>
                      <a:lnTo>
                        <a:pt x="662" y="3781"/>
                      </a:lnTo>
                      <a:cubicBezTo>
                        <a:pt x="662" y="3214"/>
                        <a:pt x="1135" y="2741"/>
                        <a:pt x="1702" y="2741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02"/>
                        <a:pt x="788" y="2017"/>
                        <a:pt x="977" y="2237"/>
                      </a:cubicBezTo>
                      <a:cubicBezTo>
                        <a:pt x="410" y="2521"/>
                        <a:pt x="1" y="3119"/>
                        <a:pt x="1" y="3781"/>
                      </a:cubicBezTo>
                      <a:lnTo>
                        <a:pt x="1" y="4443"/>
                      </a:lnTo>
                      <a:cubicBezTo>
                        <a:pt x="1" y="4632"/>
                        <a:pt x="158" y="4789"/>
                        <a:pt x="347" y="4789"/>
                      </a:cubicBezTo>
                      <a:lnTo>
                        <a:pt x="3781" y="4789"/>
                      </a:lnTo>
                      <a:cubicBezTo>
                        <a:pt x="3970" y="4789"/>
                        <a:pt x="4128" y="4632"/>
                        <a:pt x="4128" y="4443"/>
                      </a:cubicBezTo>
                      <a:lnTo>
                        <a:pt x="4128" y="3781"/>
                      </a:lnTo>
                      <a:cubicBezTo>
                        <a:pt x="4096" y="3119"/>
                        <a:pt x="3718" y="2521"/>
                        <a:pt x="3120" y="2237"/>
                      </a:cubicBezTo>
                      <a:cubicBezTo>
                        <a:pt x="3309" y="2017"/>
                        <a:pt x="3435" y="1733"/>
                        <a:pt x="3435" y="1387"/>
                      </a:cubicBezTo>
                      <a:cubicBezTo>
                        <a:pt x="3435" y="631"/>
                        <a:pt x="2805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56" name="Google Shape;12552;p89">
                <a:extLst>
                  <a:ext uri="{FF2B5EF4-FFF2-40B4-BE49-F238E27FC236}">
                    <a16:creationId xmlns:a16="http://schemas.microsoft.com/office/drawing/2014/main" id="{F730B09A-AC44-853B-9E63-2B5756824E6B}"/>
                  </a:ext>
                </a:extLst>
              </p:cNvPr>
              <p:cNvSpPr/>
              <p:nvPr/>
            </p:nvSpPr>
            <p:spPr>
              <a:xfrm>
                <a:off x="11151816" y="1962933"/>
                <a:ext cx="642992" cy="486989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8853" extrusionOk="0">
                    <a:moveTo>
                      <a:pt x="1040" y="2709"/>
                    </a:moveTo>
                    <a:cubicBezTo>
                      <a:pt x="1229" y="2709"/>
                      <a:pt x="1386" y="2867"/>
                      <a:pt x="1386" y="3056"/>
                    </a:cubicBezTo>
                    <a:lnTo>
                      <a:pt x="1386" y="5828"/>
                    </a:lnTo>
                    <a:cubicBezTo>
                      <a:pt x="1386" y="6017"/>
                      <a:pt x="1229" y="6175"/>
                      <a:pt x="1040" y="6175"/>
                    </a:cubicBezTo>
                    <a:cubicBezTo>
                      <a:pt x="819" y="6175"/>
                      <a:pt x="662" y="6017"/>
                      <a:pt x="662" y="5828"/>
                    </a:cubicBezTo>
                    <a:lnTo>
                      <a:pt x="662" y="3056"/>
                    </a:lnTo>
                    <a:cubicBezTo>
                      <a:pt x="662" y="2867"/>
                      <a:pt x="819" y="2709"/>
                      <a:pt x="1040" y="2709"/>
                    </a:cubicBezTo>
                    <a:close/>
                    <a:moveTo>
                      <a:pt x="9641" y="1449"/>
                    </a:moveTo>
                    <a:lnTo>
                      <a:pt x="9641" y="7435"/>
                    </a:lnTo>
                    <a:lnTo>
                      <a:pt x="2079" y="5545"/>
                    </a:lnTo>
                    <a:lnTo>
                      <a:pt x="2079" y="3340"/>
                    </a:lnTo>
                    <a:lnTo>
                      <a:pt x="9641" y="1449"/>
                    </a:lnTo>
                    <a:close/>
                    <a:moveTo>
                      <a:pt x="3466" y="6616"/>
                    </a:moveTo>
                    <a:lnTo>
                      <a:pt x="6112" y="7278"/>
                    </a:lnTo>
                    <a:cubicBezTo>
                      <a:pt x="5954" y="7845"/>
                      <a:pt x="5450" y="8223"/>
                      <a:pt x="4820" y="8223"/>
                    </a:cubicBezTo>
                    <a:cubicBezTo>
                      <a:pt x="4064" y="8223"/>
                      <a:pt x="3434" y="7593"/>
                      <a:pt x="3434" y="6837"/>
                    </a:cubicBezTo>
                    <a:cubicBezTo>
                      <a:pt x="3434" y="6774"/>
                      <a:pt x="3434" y="6679"/>
                      <a:pt x="3466" y="6616"/>
                    </a:cubicBezTo>
                    <a:close/>
                    <a:moveTo>
                      <a:pt x="10680" y="662"/>
                    </a:moveTo>
                    <a:cubicBezTo>
                      <a:pt x="10869" y="662"/>
                      <a:pt x="11027" y="819"/>
                      <a:pt x="11027" y="1008"/>
                    </a:cubicBezTo>
                    <a:lnTo>
                      <a:pt x="11027" y="7876"/>
                    </a:lnTo>
                    <a:cubicBezTo>
                      <a:pt x="11027" y="8065"/>
                      <a:pt x="10869" y="8223"/>
                      <a:pt x="10680" y="8223"/>
                    </a:cubicBezTo>
                    <a:cubicBezTo>
                      <a:pt x="10491" y="8223"/>
                      <a:pt x="10334" y="8065"/>
                      <a:pt x="10334" y="7876"/>
                    </a:cubicBezTo>
                    <a:lnTo>
                      <a:pt x="10334" y="1008"/>
                    </a:lnTo>
                    <a:cubicBezTo>
                      <a:pt x="10334" y="819"/>
                      <a:pt x="10491" y="662"/>
                      <a:pt x="10680" y="662"/>
                    </a:cubicBezTo>
                    <a:close/>
                    <a:moveTo>
                      <a:pt x="10680" y="0"/>
                    </a:moveTo>
                    <a:cubicBezTo>
                      <a:pt x="10208" y="0"/>
                      <a:pt x="9798" y="315"/>
                      <a:pt x="9704" y="756"/>
                    </a:cubicBezTo>
                    <a:lnTo>
                      <a:pt x="1985" y="2678"/>
                    </a:lnTo>
                    <a:cubicBezTo>
                      <a:pt x="1827" y="2331"/>
                      <a:pt x="1449" y="2048"/>
                      <a:pt x="1040" y="2048"/>
                    </a:cubicBezTo>
                    <a:cubicBezTo>
                      <a:pt x="473" y="2048"/>
                      <a:pt x="0" y="2520"/>
                      <a:pt x="0" y="3056"/>
                    </a:cubicBezTo>
                    <a:lnTo>
                      <a:pt x="0" y="5828"/>
                    </a:lnTo>
                    <a:cubicBezTo>
                      <a:pt x="0" y="6364"/>
                      <a:pt x="473" y="6837"/>
                      <a:pt x="1040" y="6837"/>
                    </a:cubicBezTo>
                    <a:cubicBezTo>
                      <a:pt x="1449" y="6837"/>
                      <a:pt x="1827" y="6616"/>
                      <a:pt x="1985" y="6206"/>
                    </a:cubicBezTo>
                    <a:lnTo>
                      <a:pt x="2804" y="6427"/>
                    </a:lnTo>
                    <a:cubicBezTo>
                      <a:pt x="2772" y="6522"/>
                      <a:pt x="2772" y="6679"/>
                      <a:pt x="2772" y="6805"/>
                    </a:cubicBezTo>
                    <a:cubicBezTo>
                      <a:pt x="2772" y="7939"/>
                      <a:pt x="3655" y="8853"/>
                      <a:pt x="4820" y="8853"/>
                    </a:cubicBezTo>
                    <a:cubicBezTo>
                      <a:pt x="5324" y="8853"/>
                      <a:pt x="5828" y="8664"/>
                      <a:pt x="6175" y="8317"/>
                    </a:cubicBezTo>
                    <a:cubicBezTo>
                      <a:pt x="6459" y="8065"/>
                      <a:pt x="6648" y="7719"/>
                      <a:pt x="6774" y="7341"/>
                    </a:cubicBezTo>
                    <a:lnTo>
                      <a:pt x="9704" y="8065"/>
                    </a:lnTo>
                    <a:cubicBezTo>
                      <a:pt x="9798" y="8506"/>
                      <a:pt x="10208" y="8821"/>
                      <a:pt x="10680" y="8821"/>
                    </a:cubicBezTo>
                    <a:cubicBezTo>
                      <a:pt x="11216" y="8821"/>
                      <a:pt x="11688" y="8349"/>
                      <a:pt x="11688" y="7782"/>
                    </a:cubicBezTo>
                    <a:lnTo>
                      <a:pt x="11688" y="945"/>
                    </a:lnTo>
                    <a:cubicBezTo>
                      <a:pt x="11688" y="473"/>
                      <a:pt x="11279" y="0"/>
                      <a:pt x="10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57" name="Google Shape;12561;p89">
                <a:extLst>
                  <a:ext uri="{FF2B5EF4-FFF2-40B4-BE49-F238E27FC236}">
                    <a16:creationId xmlns:a16="http://schemas.microsoft.com/office/drawing/2014/main" id="{73DF1B55-F9F0-5C4F-DF4A-BDDC7F5FD980}"/>
                  </a:ext>
                </a:extLst>
              </p:cNvPr>
              <p:cNvGrpSpPr/>
              <p:nvPr/>
            </p:nvGrpSpPr>
            <p:grpSpPr>
              <a:xfrm>
                <a:off x="3710685" y="1885124"/>
                <a:ext cx="643048" cy="642992"/>
                <a:chOff x="-5276050" y="2037975"/>
                <a:chExt cx="292250" cy="292225"/>
              </a:xfrm>
              <a:grpFill/>
            </p:grpSpPr>
            <p:sp>
              <p:nvSpPr>
                <p:cNvPr id="169" name="Google Shape;12562;p89">
                  <a:extLst>
                    <a:ext uri="{FF2B5EF4-FFF2-40B4-BE49-F238E27FC236}">
                      <a16:creationId xmlns:a16="http://schemas.microsoft.com/office/drawing/2014/main" id="{0B2A27B0-7C50-35AA-815F-6DA8D9CE3C4D}"/>
                    </a:ext>
                  </a:extLst>
                </p:cNvPr>
                <p:cNvSpPr/>
                <p:nvPr/>
              </p:nvSpPr>
              <p:spPr>
                <a:xfrm>
                  <a:off x="-5102775" y="2211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0"/>
                      </a:moveTo>
                      <a:cubicBezTo>
                        <a:pt x="253" y="0"/>
                        <a:pt x="158" y="32"/>
                        <a:pt x="95" y="95"/>
                      </a:cubicBezTo>
                      <a:cubicBezTo>
                        <a:pt x="1" y="189"/>
                        <a:pt x="1" y="441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1" y="1544"/>
                        <a:pt x="1" y="1765"/>
                        <a:pt x="95" y="1891"/>
                      </a:cubicBezTo>
                      <a:cubicBezTo>
                        <a:pt x="158" y="1954"/>
                        <a:pt x="253" y="1985"/>
                        <a:pt x="343" y="1985"/>
                      </a:cubicBezTo>
                      <a:cubicBezTo>
                        <a:pt x="434" y="1985"/>
                        <a:pt x="521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600" y="1985"/>
                        <a:pt x="1686" y="1985"/>
                      </a:cubicBezTo>
                      <a:cubicBezTo>
                        <a:pt x="1773" y="1985"/>
                        <a:pt x="1860" y="1954"/>
                        <a:pt x="1923" y="1891"/>
                      </a:cubicBezTo>
                      <a:cubicBezTo>
                        <a:pt x="2049" y="1765"/>
                        <a:pt x="2049" y="1544"/>
                        <a:pt x="1923" y="1418"/>
                      </a:cubicBezTo>
                      <a:lnTo>
                        <a:pt x="1482" y="977"/>
                      </a:lnTo>
                      <a:lnTo>
                        <a:pt x="1923" y="536"/>
                      </a:lnTo>
                      <a:cubicBezTo>
                        <a:pt x="2049" y="441"/>
                        <a:pt x="2049" y="189"/>
                        <a:pt x="1923" y="95"/>
                      </a:cubicBezTo>
                      <a:cubicBezTo>
                        <a:pt x="1860" y="32"/>
                        <a:pt x="1773" y="0"/>
                        <a:pt x="1686" y="0"/>
                      </a:cubicBezTo>
                      <a:cubicBezTo>
                        <a:pt x="1600" y="0"/>
                        <a:pt x="1513" y="32"/>
                        <a:pt x="1450" y="95"/>
                      </a:cubicBezTo>
                      <a:lnTo>
                        <a:pt x="1009" y="504"/>
                      </a:lnTo>
                      <a:lnTo>
                        <a:pt x="568" y="95"/>
                      </a:lnTo>
                      <a:cubicBezTo>
                        <a:pt x="521" y="32"/>
                        <a:pt x="434" y="0"/>
                        <a:pt x="3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Google Shape;12563;p89">
                  <a:extLst>
                    <a:ext uri="{FF2B5EF4-FFF2-40B4-BE49-F238E27FC236}">
                      <a16:creationId xmlns:a16="http://schemas.microsoft.com/office/drawing/2014/main" id="{A946C451-AE31-DFBB-9CEA-E0FFC293A6F5}"/>
                    </a:ext>
                  </a:extLst>
                </p:cNvPr>
                <p:cNvSpPr/>
                <p:nvPr/>
              </p:nvSpPr>
              <p:spPr>
                <a:xfrm>
                  <a:off x="-5224050" y="2107875"/>
                  <a:ext cx="51200" cy="4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93" extrusionOk="0">
                      <a:moveTo>
                        <a:pt x="351" y="0"/>
                      </a:moveTo>
                      <a:cubicBezTo>
                        <a:pt x="260" y="0"/>
                        <a:pt x="173" y="24"/>
                        <a:pt x="126" y="71"/>
                      </a:cubicBezTo>
                      <a:cubicBezTo>
                        <a:pt x="0" y="197"/>
                        <a:pt x="0" y="449"/>
                        <a:pt x="126" y="544"/>
                      </a:cubicBezTo>
                      <a:lnTo>
                        <a:pt x="536" y="985"/>
                      </a:lnTo>
                      <a:lnTo>
                        <a:pt x="126" y="1426"/>
                      </a:lnTo>
                      <a:cubicBezTo>
                        <a:pt x="0" y="1552"/>
                        <a:pt x="0" y="1772"/>
                        <a:pt x="126" y="1898"/>
                      </a:cubicBezTo>
                      <a:cubicBezTo>
                        <a:pt x="173" y="1961"/>
                        <a:pt x="260" y="1993"/>
                        <a:pt x="351" y="1993"/>
                      </a:cubicBezTo>
                      <a:cubicBezTo>
                        <a:pt x="441" y="1993"/>
                        <a:pt x="536" y="1961"/>
                        <a:pt x="599" y="1898"/>
                      </a:cubicBezTo>
                      <a:lnTo>
                        <a:pt x="1008" y="1457"/>
                      </a:lnTo>
                      <a:lnTo>
                        <a:pt x="1449" y="1898"/>
                      </a:lnTo>
                      <a:cubicBezTo>
                        <a:pt x="1512" y="1961"/>
                        <a:pt x="1599" y="1993"/>
                        <a:pt x="1686" y="1993"/>
                      </a:cubicBezTo>
                      <a:cubicBezTo>
                        <a:pt x="1772" y="1993"/>
                        <a:pt x="1859" y="1961"/>
                        <a:pt x="1922" y="1898"/>
                      </a:cubicBezTo>
                      <a:cubicBezTo>
                        <a:pt x="2048" y="1772"/>
                        <a:pt x="2048" y="1520"/>
                        <a:pt x="1922" y="1426"/>
                      </a:cubicBezTo>
                      <a:lnTo>
                        <a:pt x="1481" y="985"/>
                      </a:lnTo>
                      <a:lnTo>
                        <a:pt x="1922" y="544"/>
                      </a:lnTo>
                      <a:cubicBezTo>
                        <a:pt x="2048" y="449"/>
                        <a:pt x="2048" y="197"/>
                        <a:pt x="1922" y="71"/>
                      </a:cubicBezTo>
                      <a:cubicBezTo>
                        <a:pt x="1875" y="24"/>
                        <a:pt x="1788" y="0"/>
                        <a:pt x="1697" y="0"/>
                      </a:cubicBezTo>
                      <a:cubicBezTo>
                        <a:pt x="1607" y="0"/>
                        <a:pt x="1512" y="24"/>
                        <a:pt x="1449" y="71"/>
                      </a:cubicBezTo>
                      <a:lnTo>
                        <a:pt x="1008" y="512"/>
                      </a:lnTo>
                      <a:lnTo>
                        <a:pt x="599" y="71"/>
                      </a:lnTo>
                      <a:cubicBezTo>
                        <a:pt x="536" y="24"/>
                        <a:pt x="441" y="0"/>
                        <a:pt x="3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Google Shape;12564;p89">
                  <a:extLst>
                    <a:ext uri="{FF2B5EF4-FFF2-40B4-BE49-F238E27FC236}">
                      <a16:creationId xmlns:a16="http://schemas.microsoft.com/office/drawing/2014/main" id="{DA238B8A-CB82-00BA-9685-BB830215F9BE}"/>
                    </a:ext>
                  </a:extLst>
                </p:cNvPr>
                <p:cNvSpPr/>
                <p:nvPr/>
              </p:nvSpPr>
              <p:spPr>
                <a:xfrm>
                  <a:off x="-5276050" y="2037975"/>
                  <a:ext cx="2922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0" h="11689" extrusionOk="0">
                      <a:moveTo>
                        <a:pt x="10334" y="3119"/>
                      </a:moveTo>
                      <a:cubicBezTo>
                        <a:pt x="10712" y="3119"/>
                        <a:pt x="11028" y="3403"/>
                        <a:pt x="11028" y="3781"/>
                      </a:cubicBezTo>
                      <a:cubicBezTo>
                        <a:pt x="11028" y="4190"/>
                        <a:pt x="10712" y="4442"/>
                        <a:pt x="10334" y="4442"/>
                      </a:cubicBezTo>
                      <a:cubicBezTo>
                        <a:pt x="9956" y="4442"/>
                        <a:pt x="9673" y="4127"/>
                        <a:pt x="9673" y="3781"/>
                      </a:cubicBezTo>
                      <a:cubicBezTo>
                        <a:pt x="9673" y="3403"/>
                        <a:pt x="9988" y="3119"/>
                        <a:pt x="10334" y="3119"/>
                      </a:cubicBezTo>
                      <a:close/>
                      <a:moveTo>
                        <a:pt x="4443" y="7593"/>
                      </a:moveTo>
                      <a:cubicBezTo>
                        <a:pt x="4853" y="7593"/>
                        <a:pt x="5105" y="7908"/>
                        <a:pt x="5105" y="8255"/>
                      </a:cubicBezTo>
                      <a:cubicBezTo>
                        <a:pt x="5105" y="8664"/>
                        <a:pt x="4790" y="8948"/>
                        <a:pt x="4443" y="8948"/>
                      </a:cubicBezTo>
                      <a:cubicBezTo>
                        <a:pt x="4065" y="8948"/>
                        <a:pt x="3781" y="8633"/>
                        <a:pt x="3781" y="8255"/>
                      </a:cubicBezTo>
                      <a:cubicBezTo>
                        <a:pt x="3781" y="7876"/>
                        <a:pt x="4096" y="7593"/>
                        <a:pt x="4443" y="7593"/>
                      </a:cubicBezTo>
                      <a:close/>
                      <a:moveTo>
                        <a:pt x="5829" y="725"/>
                      </a:moveTo>
                      <a:cubicBezTo>
                        <a:pt x="7341" y="725"/>
                        <a:pt x="8822" y="1386"/>
                        <a:pt x="9799" y="2521"/>
                      </a:cubicBezTo>
                      <a:cubicBezTo>
                        <a:pt x="9326" y="2710"/>
                        <a:pt x="8980" y="3245"/>
                        <a:pt x="8980" y="3781"/>
                      </a:cubicBezTo>
                      <a:cubicBezTo>
                        <a:pt x="8980" y="3718"/>
                        <a:pt x="8917" y="3623"/>
                        <a:pt x="8885" y="3560"/>
                      </a:cubicBezTo>
                      <a:lnTo>
                        <a:pt x="8854" y="3497"/>
                      </a:lnTo>
                      <a:lnTo>
                        <a:pt x="8192" y="2836"/>
                      </a:lnTo>
                      <a:cubicBezTo>
                        <a:pt x="8129" y="2773"/>
                        <a:pt x="8035" y="2741"/>
                        <a:pt x="7944" y="2741"/>
                      </a:cubicBezTo>
                      <a:cubicBezTo>
                        <a:pt x="7853" y="2741"/>
                        <a:pt x="7767" y="2773"/>
                        <a:pt x="7719" y="2836"/>
                      </a:cubicBezTo>
                      <a:cubicBezTo>
                        <a:pt x="7593" y="2962"/>
                        <a:pt x="7593" y="3182"/>
                        <a:pt x="7719" y="3308"/>
                      </a:cubicBezTo>
                      <a:lnTo>
                        <a:pt x="7814" y="3434"/>
                      </a:lnTo>
                      <a:cubicBezTo>
                        <a:pt x="6869" y="3466"/>
                        <a:pt x="5987" y="3875"/>
                        <a:pt x="5262" y="4568"/>
                      </a:cubicBezTo>
                      <a:cubicBezTo>
                        <a:pt x="4600" y="5230"/>
                        <a:pt x="4254" y="6081"/>
                        <a:pt x="4159" y="6963"/>
                      </a:cubicBezTo>
                      <a:cubicBezTo>
                        <a:pt x="3561" y="7120"/>
                        <a:pt x="3151" y="7656"/>
                        <a:pt x="3151" y="8318"/>
                      </a:cubicBezTo>
                      <a:cubicBezTo>
                        <a:pt x="3151" y="9074"/>
                        <a:pt x="3781" y="9704"/>
                        <a:pt x="4506" y="9704"/>
                      </a:cubicBezTo>
                      <a:cubicBezTo>
                        <a:pt x="5262" y="9704"/>
                        <a:pt x="5892" y="9074"/>
                        <a:pt x="5892" y="8318"/>
                      </a:cubicBezTo>
                      <a:cubicBezTo>
                        <a:pt x="5892" y="7687"/>
                        <a:pt x="5451" y="7120"/>
                        <a:pt x="4884" y="6963"/>
                      </a:cubicBezTo>
                      <a:cubicBezTo>
                        <a:pt x="5042" y="5482"/>
                        <a:pt x="6302" y="4222"/>
                        <a:pt x="7814" y="4127"/>
                      </a:cubicBezTo>
                      <a:lnTo>
                        <a:pt x="7814" y="4127"/>
                      </a:lnTo>
                      <a:lnTo>
                        <a:pt x="7751" y="4222"/>
                      </a:lnTo>
                      <a:cubicBezTo>
                        <a:pt x="7625" y="4348"/>
                        <a:pt x="7625" y="4568"/>
                        <a:pt x="7751" y="4694"/>
                      </a:cubicBezTo>
                      <a:cubicBezTo>
                        <a:pt x="7814" y="4757"/>
                        <a:pt x="7901" y="4789"/>
                        <a:pt x="7987" y="4789"/>
                      </a:cubicBezTo>
                      <a:cubicBezTo>
                        <a:pt x="8074" y="4789"/>
                        <a:pt x="8161" y="4757"/>
                        <a:pt x="8224" y="4694"/>
                      </a:cubicBezTo>
                      <a:lnTo>
                        <a:pt x="8885" y="4033"/>
                      </a:lnTo>
                      <a:cubicBezTo>
                        <a:pt x="8980" y="3938"/>
                        <a:pt x="9011" y="3875"/>
                        <a:pt x="9011" y="3781"/>
                      </a:cubicBezTo>
                      <a:cubicBezTo>
                        <a:pt x="9011" y="4537"/>
                        <a:pt x="9641" y="5167"/>
                        <a:pt x="10397" y="5167"/>
                      </a:cubicBezTo>
                      <a:cubicBezTo>
                        <a:pt x="10618" y="5167"/>
                        <a:pt x="10807" y="5136"/>
                        <a:pt x="11028" y="5010"/>
                      </a:cubicBezTo>
                      <a:cubicBezTo>
                        <a:pt x="11059" y="5293"/>
                        <a:pt x="11091" y="5545"/>
                        <a:pt x="11091" y="5829"/>
                      </a:cubicBezTo>
                      <a:cubicBezTo>
                        <a:pt x="11028" y="8696"/>
                        <a:pt x="8696" y="11027"/>
                        <a:pt x="5829" y="11027"/>
                      </a:cubicBezTo>
                      <a:cubicBezTo>
                        <a:pt x="2994" y="11027"/>
                        <a:pt x="694" y="8696"/>
                        <a:pt x="694" y="5829"/>
                      </a:cubicBezTo>
                      <a:cubicBezTo>
                        <a:pt x="694" y="2993"/>
                        <a:pt x="2994" y="725"/>
                        <a:pt x="5829" y="725"/>
                      </a:cubicBezTo>
                      <a:close/>
                      <a:moveTo>
                        <a:pt x="5829" y="0"/>
                      </a:moveTo>
                      <a:cubicBezTo>
                        <a:pt x="2584" y="0"/>
                        <a:pt x="1" y="2615"/>
                        <a:pt x="1" y="5829"/>
                      </a:cubicBezTo>
                      <a:cubicBezTo>
                        <a:pt x="1" y="7404"/>
                        <a:pt x="599" y="8853"/>
                        <a:pt x="1702" y="9956"/>
                      </a:cubicBezTo>
                      <a:cubicBezTo>
                        <a:pt x="2773" y="11058"/>
                        <a:pt x="4254" y="11689"/>
                        <a:pt x="5829" y="11689"/>
                      </a:cubicBezTo>
                      <a:cubicBezTo>
                        <a:pt x="6617" y="11689"/>
                        <a:pt x="7341" y="11531"/>
                        <a:pt x="8098" y="11216"/>
                      </a:cubicBezTo>
                      <a:cubicBezTo>
                        <a:pt x="8822" y="10901"/>
                        <a:pt x="9452" y="10523"/>
                        <a:pt x="9956" y="9956"/>
                      </a:cubicBezTo>
                      <a:cubicBezTo>
                        <a:pt x="10492" y="9420"/>
                        <a:pt x="10901" y="8790"/>
                        <a:pt x="11217" y="8128"/>
                      </a:cubicBezTo>
                      <a:cubicBezTo>
                        <a:pt x="11532" y="7404"/>
                        <a:pt x="11689" y="6616"/>
                        <a:pt x="11689" y="5829"/>
                      </a:cubicBezTo>
                      <a:cubicBezTo>
                        <a:pt x="11689" y="5356"/>
                        <a:pt x="11658" y="4884"/>
                        <a:pt x="11532" y="4442"/>
                      </a:cubicBezTo>
                      <a:cubicBezTo>
                        <a:pt x="11595" y="4253"/>
                        <a:pt x="11689" y="4033"/>
                        <a:pt x="11689" y="3781"/>
                      </a:cubicBezTo>
                      <a:cubicBezTo>
                        <a:pt x="11689" y="3119"/>
                        <a:pt x="11217" y="2552"/>
                        <a:pt x="10586" y="2458"/>
                      </a:cubicBezTo>
                      <a:cubicBezTo>
                        <a:pt x="9484" y="945"/>
                        <a:pt x="7719" y="0"/>
                        <a:pt x="58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8" name="Google Shape;12567;p89">
                <a:extLst>
                  <a:ext uri="{FF2B5EF4-FFF2-40B4-BE49-F238E27FC236}">
                    <a16:creationId xmlns:a16="http://schemas.microsoft.com/office/drawing/2014/main" id="{E2E31AE2-0E2D-8CBC-7695-E8CB03067AA0}"/>
                  </a:ext>
                </a:extLst>
              </p:cNvPr>
              <p:cNvGrpSpPr/>
              <p:nvPr/>
            </p:nvGrpSpPr>
            <p:grpSpPr>
              <a:xfrm>
                <a:off x="7915085" y="1885975"/>
                <a:ext cx="493975" cy="641288"/>
                <a:chOff x="-3462150" y="2046625"/>
                <a:chExt cx="224500" cy="291450"/>
              </a:xfrm>
              <a:grpFill/>
            </p:grpSpPr>
            <p:sp>
              <p:nvSpPr>
                <p:cNvPr id="162" name="Google Shape;12568;p89">
                  <a:extLst>
                    <a:ext uri="{FF2B5EF4-FFF2-40B4-BE49-F238E27FC236}">
                      <a16:creationId xmlns:a16="http://schemas.microsoft.com/office/drawing/2014/main" id="{A276ACC1-899A-9B4A-A791-11E8CCE7CE34}"/>
                    </a:ext>
                  </a:extLst>
                </p:cNvPr>
                <p:cNvSpPr/>
                <p:nvPr/>
              </p:nvSpPr>
              <p:spPr>
                <a:xfrm>
                  <a:off x="-3425125" y="2253000"/>
                  <a:ext cx="51225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17" extrusionOk="0">
                      <a:moveTo>
                        <a:pt x="1009" y="662"/>
                      </a:moveTo>
                      <a:cubicBezTo>
                        <a:pt x="1198" y="662"/>
                        <a:pt x="1355" y="819"/>
                        <a:pt x="1355" y="1008"/>
                      </a:cubicBezTo>
                      <a:cubicBezTo>
                        <a:pt x="1355" y="1197"/>
                        <a:pt x="1166" y="1355"/>
                        <a:pt x="1009" y="1355"/>
                      </a:cubicBezTo>
                      <a:cubicBezTo>
                        <a:pt x="820" y="1355"/>
                        <a:pt x="662" y="1197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0" y="441"/>
                        <a:pt x="0" y="1008"/>
                      </a:cubicBezTo>
                      <a:cubicBezTo>
                        <a:pt x="0" y="1575"/>
                        <a:pt x="473" y="2016"/>
                        <a:pt x="1009" y="2016"/>
                      </a:cubicBezTo>
                      <a:cubicBezTo>
                        <a:pt x="1576" y="2016"/>
                        <a:pt x="2048" y="1575"/>
                        <a:pt x="2048" y="1008"/>
                      </a:cubicBezTo>
                      <a:cubicBezTo>
                        <a:pt x="2048" y="441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Google Shape;12569;p89">
                  <a:extLst>
                    <a:ext uri="{FF2B5EF4-FFF2-40B4-BE49-F238E27FC236}">
                      <a16:creationId xmlns:a16="http://schemas.microsoft.com/office/drawing/2014/main" id="{3F3D47FE-9AA3-6C23-0E7D-D02E22937FCA}"/>
                    </a:ext>
                  </a:extLst>
                </p:cNvPr>
                <p:cNvSpPr/>
                <p:nvPr/>
              </p:nvSpPr>
              <p:spPr>
                <a:xfrm>
                  <a:off x="-3425125" y="2116725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190"/>
                        <a:pt x="0" y="442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0" y="1544"/>
                        <a:pt x="0" y="1765"/>
                        <a:pt x="95" y="1891"/>
                      </a:cubicBezTo>
                      <a:cubicBezTo>
                        <a:pt x="158" y="1954"/>
                        <a:pt x="252" y="1986"/>
                        <a:pt x="343" y="1986"/>
                      </a:cubicBezTo>
                      <a:cubicBezTo>
                        <a:pt x="434" y="1986"/>
                        <a:pt x="520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6"/>
                        <a:pt x="1686" y="1986"/>
                      </a:cubicBezTo>
                      <a:cubicBezTo>
                        <a:pt x="1773" y="1986"/>
                        <a:pt x="1859" y="1954"/>
                        <a:pt x="1922" y="1891"/>
                      </a:cubicBezTo>
                      <a:cubicBezTo>
                        <a:pt x="2048" y="1765"/>
                        <a:pt x="2048" y="1544"/>
                        <a:pt x="1922" y="1418"/>
                      </a:cubicBezTo>
                      <a:lnTo>
                        <a:pt x="1481" y="977"/>
                      </a:lnTo>
                      <a:lnTo>
                        <a:pt x="1922" y="536"/>
                      </a:lnTo>
                      <a:cubicBezTo>
                        <a:pt x="2048" y="442"/>
                        <a:pt x="2048" y="190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05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Google Shape;12570;p89">
                  <a:extLst>
                    <a:ext uri="{FF2B5EF4-FFF2-40B4-BE49-F238E27FC236}">
                      <a16:creationId xmlns:a16="http://schemas.microsoft.com/office/drawing/2014/main" id="{0C4C1DE3-12F0-7493-43D0-44189BE613D4}"/>
                    </a:ext>
                  </a:extLst>
                </p:cNvPr>
                <p:cNvSpPr/>
                <p:nvPr/>
              </p:nvSpPr>
              <p:spPr>
                <a:xfrm>
                  <a:off x="-3425125" y="2185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536" y="1009"/>
                      </a:lnTo>
                      <a:lnTo>
                        <a:pt x="95" y="1418"/>
                      </a:lnTo>
                      <a:cubicBezTo>
                        <a:pt x="0" y="1544"/>
                        <a:pt x="0" y="1796"/>
                        <a:pt x="95" y="1891"/>
                      </a:cubicBezTo>
                      <a:cubicBezTo>
                        <a:pt x="158" y="1954"/>
                        <a:pt x="252" y="1985"/>
                        <a:pt x="343" y="1985"/>
                      </a:cubicBezTo>
                      <a:cubicBezTo>
                        <a:pt x="434" y="1985"/>
                        <a:pt x="520" y="1954"/>
                        <a:pt x="568" y="1891"/>
                      </a:cubicBezTo>
                      <a:lnTo>
                        <a:pt x="1009" y="1481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5"/>
                        <a:pt x="1686" y="1985"/>
                      </a:cubicBezTo>
                      <a:cubicBezTo>
                        <a:pt x="1773" y="1985"/>
                        <a:pt x="1859" y="1954"/>
                        <a:pt x="1922" y="1891"/>
                      </a:cubicBezTo>
                      <a:cubicBezTo>
                        <a:pt x="2048" y="1796"/>
                        <a:pt x="2048" y="1544"/>
                        <a:pt x="1922" y="1418"/>
                      </a:cubicBezTo>
                      <a:lnTo>
                        <a:pt x="1481" y="1009"/>
                      </a:lnTo>
                      <a:lnTo>
                        <a:pt x="1922" y="568"/>
                      </a:lnTo>
                      <a:cubicBezTo>
                        <a:pt x="2048" y="410"/>
                        <a:pt x="2048" y="221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36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Google Shape;12571;p89">
                  <a:extLst>
                    <a:ext uri="{FF2B5EF4-FFF2-40B4-BE49-F238E27FC236}">
                      <a16:creationId xmlns:a16="http://schemas.microsoft.com/office/drawing/2014/main" id="{DAFFD6F8-F487-9784-5A86-598B83C74C3C}"/>
                    </a:ext>
                  </a:extLst>
                </p:cNvPr>
                <p:cNvSpPr/>
                <p:nvPr/>
              </p:nvSpPr>
              <p:spPr>
                <a:xfrm>
                  <a:off x="-3462150" y="2046625"/>
                  <a:ext cx="2245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8" extrusionOk="0">
                      <a:moveTo>
                        <a:pt x="5924" y="694"/>
                      </a:moveTo>
                      <a:cubicBezTo>
                        <a:pt x="6113" y="694"/>
                        <a:pt x="6270" y="851"/>
                        <a:pt x="6270" y="1040"/>
                      </a:cubicBezTo>
                      <a:cubicBezTo>
                        <a:pt x="6270" y="1229"/>
                        <a:pt x="6113" y="1387"/>
                        <a:pt x="5924" y="1387"/>
                      </a:cubicBezTo>
                      <a:lnTo>
                        <a:pt x="3151" y="1387"/>
                      </a:lnTo>
                      <a:cubicBezTo>
                        <a:pt x="2962" y="1387"/>
                        <a:pt x="2805" y="1229"/>
                        <a:pt x="2805" y="1040"/>
                      </a:cubicBezTo>
                      <a:cubicBezTo>
                        <a:pt x="2805" y="851"/>
                        <a:pt x="2962" y="694"/>
                        <a:pt x="3151" y="694"/>
                      </a:cubicBezTo>
                      <a:close/>
                      <a:moveTo>
                        <a:pt x="8034" y="1356"/>
                      </a:moveTo>
                      <a:cubicBezTo>
                        <a:pt x="8255" y="1356"/>
                        <a:pt x="8413" y="1513"/>
                        <a:pt x="8413" y="1702"/>
                      </a:cubicBezTo>
                      <a:lnTo>
                        <a:pt x="8413" y="10649"/>
                      </a:lnTo>
                      <a:lnTo>
                        <a:pt x="8287" y="10649"/>
                      </a:lnTo>
                      <a:cubicBezTo>
                        <a:pt x="8287" y="10838"/>
                        <a:pt x="8129" y="10996"/>
                        <a:pt x="7940" y="10996"/>
                      </a:cubicBezTo>
                      <a:lnTo>
                        <a:pt x="1103" y="10996"/>
                      </a:lnTo>
                      <a:cubicBezTo>
                        <a:pt x="914" y="10996"/>
                        <a:pt x="757" y="10838"/>
                        <a:pt x="757" y="10649"/>
                      </a:cubicBezTo>
                      <a:lnTo>
                        <a:pt x="757" y="1702"/>
                      </a:lnTo>
                      <a:cubicBezTo>
                        <a:pt x="757" y="1513"/>
                        <a:pt x="914" y="1356"/>
                        <a:pt x="1103" y="1356"/>
                      </a:cubicBezTo>
                      <a:lnTo>
                        <a:pt x="2206" y="1356"/>
                      </a:lnTo>
                      <a:cubicBezTo>
                        <a:pt x="2364" y="1734"/>
                        <a:pt x="2742" y="2017"/>
                        <a:pt x="3214" y="2017"/>
                      </a:cubicBezTo>
                      <a:lnTo>
                        <a:pt x="5955" y="2017"/>
                      </a:lnTo>
                      <a:cubicBezTo>
                        <a:pt x="6396" y="2017"/>
                        <a:pt x="6774" y="1734"/>
                        <a:pt x="6932" y="1356"/>
                      </a:cubicBezTo>
                      <a:close/>
                      <a:moveTo>
                        <a:pt x="3120" y="1"/>
                      </a:moveTo>
                      <a:cubicBezTo>
                        <a:pt x="2679" y="1"/>
                        <a:pt x="2301" y="284"/>
                        <a:pt x="2143" y="694"/>
                      </a:cubicBezTo>
                      <a:lnTo>
                        <a:pt x="1040" y="694"/>
                      </a:lnTo>
                      <a:cubicBezTo>
                        <a:pt x="473" y="694"/>
                        <a:pt x="1" y="1166"/>
                        <a:pt x="1" y="1702"/>
                      </a:cubicBezTo>
                      <a:lnTo>
                        <a:pt x="1" y="10649"/>
                      </a:lnTo>
                      <a:cubicBezTo>
                        <a:pt x="1" y="11185"/>
                        <a:pt x="473" y="11658"/>
                        <a:pt x="1040" y="11658"/>
                      </a:cubicBezTo>
                      <a:lnTo>
                        <a:pt x="7877" y="11658"/>
                      </a:lnTo>
                      <a:cubicBezTo>
                        <a:pt x="8444" y="11658"/>
                        <a:pt x="8917" y="11185"/>
                        <a:pt x="8917" y="10649"/>
                      </a:cubicBezTo>
                      <a:lnTo>
                        <a:pt x="8917" y="1702"/>
                      </a:lnTo>
                      <a:cubicBezTo>
                        <a:pt x="8980" y="1166"/>
                        <a:pt x="8507" y="694"/>
                        <a:pt x="7971" y="694"/>
                      </a:cubicBezTo>
                      <a:lnTo>
                        <a:pt x="6869" y="694"/>
                      </a:lnTo>
                      <a:cubicBezTo>
                        <a:pt x="6711" y="284"/>
                        <a:pt x="6365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Google Shape;12572;p89">
                  <a:extLst>
                    <a:ext uri="{FF2B5EF4-FFF2-40B4-BE49-F238E27FC236}">
                      <a16:creationId xmlns:a16="http://schemas.microsoft.com/office/drawing/2014/main" id="{734D9453-50EF-8683-661C-AA1561A73FC0}"/>
                    </a:ext>
                  </a:extLst>
                </p:cNvPr>
                <p:cNvSpPr/>
                <p:nvPr/>
              </p:nvSpPr>
              <p:spPr>
                <a:xfrm>
                  <a:off x="-3358175" y="213327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78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Google Shape;12573;p89">
                  <a:extLst>
                    <a:ext uri="{FF2B5EF4-FFF2-40B4-BE49-F238E27FC236}">
                      <a16:creationId xmlns:a16="http://schemas.microsoft.com/office/drawing/2014/main" id="{2D1D0DA0-9E5F-C1EF-028A-D50E181116C5}"/>
                    </a:ext>
                  </a:extLst>
                </p:cNvPr>
                <p:cNvSpPr/>
                <p:nvPr/>
              </p:nvSpPr>
              <p:spPr>
                <a:xfrm>
                  <a:off x="-3358175" y="2201800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088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Google Shape;12574;p89">
                  <a:extLst>
                    <a:ext uri="{FF2B5EF4-FFF2-40B4-BE49-F238E27FC236}">
                      <a16:creationId xmlns:a16="http://schemas.microsoft.com/office/drawing/2014/main" id="{BA6F1832-04C5-556E-CEFB-7F87DCC7FDAF}"/>
                    </a:ext>
                  </a:extLst>
                </p:cNvPr>
                <p:cNvSpPr/>
                <p:nvPr/>
              </p:nvSpPr>
              <p:spPr>
                <a:xfrm>
                  <a:off x="-3358175" y="227032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9" name="Google Shape;12602;p89">
                <a:extLst>
                  <a:ext uri="{FF2B5EF4-FFF2-40B4-BE49-F238E27FC236}">
                    <a16:creationId xmlns:a16="http://schemas.microsoft.com/office/drawing/2014/main" id="{5807D68A-8168-A777-6CA5-EEFD0B0AE00D}"/>
                  </a:ext>
                </a:extLst>
              </p:cNvPr>
              <p:cNvGrpSpPr/>
              <p:nvPr/>
            </p:nvGrpSpPr>
            <p:grpSpPr>
              <a:xfrm>
                <a:off x="2063594" y="1908370"/>
                <a:ext cx="624120" cy="625775"/>
                <a:chOff x="6679825" y="2693700"/>
                <a:chExt cx="257875" cy="258575"/>
              </a:xfrm>
              <a:grpFill/>
            </p:grpSpPr>
            <p:sp>
              <p:nvSpPr>
                <p:cNvPr id="160" name="Google Shape;12603;p89">
                  <a:extLst>
                    <a:ext uri="{FF2B5EF4-FFF2-40B4-BE49-F238E27FC236}">
                      <a16:creationId xmlns:a16="http://schemas.microsoft.com/office/drawing/2014/main" id="{84E7F6BA-419C-1CC2-2AC6-4F7D2D6CFFFB}"/>
                    </a:ext>
                  </a:extLst>
                </p:cNvPr>
                <p:cNvSpPr/>
                <p:nvPr/>
              </p:nvSpPr>
              <p:spPr>
                <a:xfrm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Google Shape;12604;p89">
                  <a:extLst>
                    <a:ext uri="{FF2B5EF4-FFF2-40B4-BE49-F238E27FC236}">
                      <a16:creationId xmlns:a16="http://schemas.microsoft.com/office/drawing/2014/main" id="{C145BB77-F479-8DC2-E5AC-72D96D44BDBD}"/>
                    </a:ext>
                  </a:extLst>
                </p:cNvPr>
                <p:cNvSpPr/>
                <p:nvPr/>
              </p:nvSpPr>
              <p:spPr>
                <a:xfrm flipH="1"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4AFF4C5-C48F-1310-6726-33C46C8E2316}"/>
                </a:ext>
              </a:extLst>
            </p:cNvPr>
            <p:cNvGrpSpPr/>
            <p:nvPr/>
          </p:nvGrpSpPr>
          <p:grpSpPr>
            <a:xfrm>
              <a:off x="401737" y="2551020"/>
              <a:ext cx="11393071" cy="646514"/>
              <a:chOff x="401737" y="2659314"/>
              <a:chExt cx="11393071" cy="646514"/>
            </a:xfrm>
            <a:grpFill/>
          </p:grpSpPr>
          <p:grpSp>
            <p:nvGrpSpPr>
              <p:cNvPr id="94" name="Google Shape;12423;p89">
                <a:extLst>
                  <a:ext uri="{FF2B5EF4-FFF2-40B4-BE49-F238E27FC236}">
                    <a16:creationId xmlns:a16="http://schemas.microsoft.com/office/drawing/2014/main" id="{5050C984-6B20-14B9-3E76-543D7DABBDA8}"/>
                  </a:ext>
                </a:extLst>
              </p:cNvPr>
              <p:cNvGrpSpPr/>
              <p:nvPr/>
            </p:nvGrpSpPr>
            <p:grpSpPr>
              <a:xfrm>
                <a:off x="401737" y="2661924"/>
                <a:ext cx="649923" cy="641288"/>
                <a:chOff x="-6713450" y="2397900"/>
                <a:chExt cx="295375" cy="291450"/>
              </a:xfrm>
              <a:grpFill/>
            </p:grpSpPr>
            <p:sp>
              <p:nvSpPr>
                <p:cNvPr id="144" name="Google Shape;12424;p89">
                  <a:extLst>
                    <a:ext uri="{FF2B5EF4-FFF2-40B4-BE49-F238E27FC236}">
                      <a16:creationId xmlns:a16="http://schemas.microsoft.com/office/drawing/2014/main" id="{DD77F742-D64A-D7F2-179E-DDC18DC533D9}"/>
                    </a:ext>
                  </a:extLst>
                </p:cNvPr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Google Shape;12425;p89">
                  <a:extLst>
                    <a:ext uri="{FF2B5EF4-FFF2-40B4-BE49-F238E27FC236}">
                      <a16:creationId xmlns:a16="http://schemas.microsoft.com/office/drawing/2014/main" id="{0B70A5B0-D9C5-17A2-C734-31FA325C0E55}"/>
                    </a:ext>
                  </a:extLst>
                </p:cNvPr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5" name="Google Shape;12430;p89">
                <a:extLst>
                  <a:ext uri="{FF2B5EF4-FFF2-40B4-BE49-F238E27FC236}">
                    <a16:creationId xmlns:a16="http://schemas.microsoft.com/office/drawing/2014/main" id="{A1723486-B6B0-A674-D815-9B9053C60B84}"/>
                  </a:ext>
                </a:extLst>
              </p:cNvPr>
              <p:cNvSpPr/>
              <p:nvPr/>
            </p:nvSpPr>
            <p:spPr>
              <a:xfrm>
                <a:off x="4525976" y="2662556"/>
                <a:ext cx="641288" cy="639583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27" extrusionOk="0">
                    <a:moveTo>
                      <a:pt x="6806" y="2017"/>
                    </a:moveTo>
                    <a:lnTo>
                      <a:pt x="6806" y="2773"/>
                    </a:lnTo>
                    <a:lnTo>
                      <a:pt x="4758" y="2773"/>
                    </a:lnTo>
                    <a:lnTo>
                      <a:pt x="4758" y="2017"/>
                    </a:lnTo>
                    <a:close/>
                    <a:moveTo>
                      <a:pt x="7152" y="694"/>
                    </a:moveTo>
                    <a:cubicBezTo>
                      <a:pt x="7688" y="694"/>
                      <a:pt x="8192" y="1167"/>
                      <a:pt x="8192" y="1702"/>
                    </a:cubicBezTo>
                    <a:lnTo>
                      <a:pt x="8192" y="2773"/>
                    </a:lnTo>
                    <a:lnTo>
                      <a:pt x="7499" y="2773"/>
                    </a:lnTo>
                    <a:lnTo>
                      <a:pt x="7499" y="1702"/>
                    </a:lnTo>
                    <a:cubicBezTo>
                      <a:pt x="7499" y="1513"/>
                      <a:pt x="7341" y="1356"/>
                      <a:pt x="7152" y="1356"/>
                    </a:cubicBezTo>
                    <a:lnTo>
                      <a:pt x="4411" y="1356"/>
                    </a:lnTo>
                    <a:cubicBezTo>
                      <a:pt x="4191" y="1356"/>
                      <a:pt x="4033" y="1513"/>
                      <a:pt x="4033" y="1702"/>
                    </a:cubicBezTo>
                    <a:lnTo>
                      <a:pt x="4033" y="2773"/>
                    </a:lnTo>
                    <a:lnTo>
                      <a:pt x="3371" y="2773"/>
                    </a:lnTo>
                    <a:lnTo>
                      <a:pt x="3371" y="1702"/>
                    </a:lnTo>
                    <a:cubicBezTo>
                      <a:pt x="3371" y="1167"/>
                      <a:pt x="3844" y="694"/>
                      <a:pt x="4411" y="694"/>
                    </a:cubicBezTo>
                    <a:close/>
                    <a:moveTo>
                      <a:pt x="10618" y="3498"/>
                    </a:moveTo>
                    <a:cubicBezTo>
                      <a:pt x="10807" y="3498"/>
                      <a:pt x="10964" y="3656"/>
                      <a:pt x="10964" y="3845"/>
                    </a:cubicBezTo>
                    <a:lnTo>
                      <a:pt x="10964" y="5010"/>
                    </a:lnTo>
                    <a:cubicBezTo>
                      <a:pt x="9546" y="6239"/>
                      <a:pt x="7688" y="6901"/>
                      <a:pt x="5766" y="6901"/>
                    </a:cubicBezTo>
                    <a:cubicBezTo>
                      <a:pt x="3876" y="6901"/>
                      <a:pt x="2080" y="6239"/>
                      <a:pt x="662" y="5010"/>
                    </a:cubicBezTo>
                    <a:lnTo>
                      <a:pt x="662" y="3971"/>
                    </a:lnTo>
                    <a:cubicBezTo>
                      <a:pt x="662" y="3687"/>
                      <a:pt x="851" y="3498"/>
                      <a:pt x="1135" y="3498"/>
                    </a:cubicBezTo>
                    <a:close/>
                    <a:moveTo>
                      <a:pt x="6806" y="7531"/>
                    </a:moveTo>
                    <a:lnTo>
                      <a:pt x="6806" y="7940"/>
                    </a:lnTo>
                    <a:cubicBezTo>
                      <a:pt x="6806" y="8129"/>
                      <a:pt x="6648" y="8287"/>
                      <a:pt x="6459" y="8287"/>
                    </a:cubicBezTo>
                    <a:lnTo>
                      <a:pt x="5073" y="8287"/>
                    </a:lnTo>
                    <a:cubicBezTo>
                      <a:pt x="4884" y="8287"/>
                      <a:pt x="4726" y="8129"/>
                      <a:pt x="4726" y="7940"/>
                    </a:cubicBezTo>
                    <a:lnTo>
                      <a:pt x="4726" y="7531"/>
                    </a:lnTo>
                    <a:lnTo>
                      <a:pt x="4758" y="7531"/>
                    </a:lnTo>
                    <a:cubicBezTo>
                      <a:pt x="5104" y="7594"/>
                      <a:pt x="5419" y="7625"/>
                      <a:pt x="5766" y="7625"/>
                    </a:cubicBezTo>
                    <a:cubicBezTo>
                      <a:pt x="6112" y="7625"/>
                      <a:pt x="6427" y="7594"/>
                      <a:pt x="6806" y="7531"/>
                    </a:cubicBezTo>
                    <a:close/>
                    <a:moveTo>
                      <a:pt x="10964" y="5892"/>
                    </a:moveTo>
                    <a:lnTo>
                      <a:pt x="10964" y="9988"/>
                    </a:lnTo>
                    <a:cubicBezTo>
                      <a:pt x="10964" y="10524"/>
                      <a:pt x="10492" y="10996"/>
                      <a:pt x="9956" y="10996"/>
                    </a:cubicBezTo>
                    <a:lnTo>
                      <a:pt x="1670" y="10996"/>
                    </a:lnTo>
                    <a:cubicBezTo>
                      <a:pt x="1135" y="10996"/>
                      <a:pt x="662" y="10524"/>
                      <a:pt x="662" y="9988"/>
                    </a:cubicBezTo>
                    <a:lnTo>
                      <a:pt x="662" y="5892"/>
                    </a:lnTo>
                    <a:cubicBezTo>
                      <a:pt x="1670" y="6649"/>
                      <a:pt x="2804" y="7184"/>
                      <a:pt x="4065" y="7436"/>
                    </a:cubicBezTo>
                    <a:lnTo>
                      <a:pt x="4065" y="7940"/>
                    </a:lnTo>
                    <a:cubicBezTo>
                      <a:pt x="4065" y="8476"/>
                      <a:pt x="4537" y="8948"/>
                      <a:pt x="5104" y="8948"/>
                    </a:cubicBezTo>
                    <a:lnTo>
                      <a:pt x="6490" y="8948"/>
                    </a:lnTo>
                    <a:cubicBezTo>
                      <a:pt x="7026" y="8948"/>
                      <a:pt x="7499" y="8476"/>
                      <a:pt x="7499" y="7940"/>
                    </a:cubicBezTo>
                    <a:lnTo>
                      <a:pt x="7499" y="7436"/>
                    </a:lnTo>
                    <a:cubicBezTo>
                      <a:pt x="7971" y="7342"/>
                      <a:pt x="8444" y="7184"/>
                      <a:pt x="8916" y="7027"/>
                    </a:cubicBezTo>
                    <a:cubicBezTo>
                      <a:pt x="9672" y="6743"/>
                      <a:pt x="10334" y="6365"/>
                      <a:pt x="10964" y="5892"/>
                    </a:cubicBezTo>
                    <a:close/>
                    <a:moveTo>
                      <a:pt x="4411" y="1"/>
                    </a:moveTo>
                    <a:cubicBezTo>
                      <a:pt x="3466" y="1"/>
                      <a:pt x="2710" y="757"/>
                      <a:pt x="2710" y="1702"/>
                    </a:cubicBezTo>
                    <a:lnTo>
                      <a:pt x="2710" y="2773"/>
                    </a:lnTo>
                    <a:lnTo>
                      <a:pt x="1135" y="2773"/>
                    </a:lnTo>
                    <a:cubicBezTo>
                      <a:pt x="505" y="2773"/>
                      <a:pt x="0" y="3277"/>
                      <a:pt x="0" y="3908"/>
                    </a:cubicBezTo>
                    <a:lnTo>
                      <a:pt x="0" y="9957"/>
                    </a:lnTo>
                    <a:cubicBezTo>
                      <a:pt x="0" y="10902"/>
                      <a:pt x="725" y="11626"/>
                      <a:pt x="1670" y="11626"/>
                    </a:cubicBezTo>
                    <a:lnTo>
                      <a:pt x="9956" y="11626"/>
                    </a:lnTo>
                    <a:cubicBezTo>
                      <a:pt x="10901" y="11626"/>
                      <a:pt x="11657" y="10902"/>
                      <a:pt x="11657" y="9957"/>
                    </a:cubicBezTo>
                    <a:lnTo>
                      <a:pt x="11657" y="3813"/>
                    </a:lnTo>
                    <a:cubicBezTo>
                      <a:pt x="11626" y="3246"/>
                      <a:pt x="11153" y="2773"/>
                      <a:pt x="10618" y="2773"/>
                    </a:cubicBezTo>
                    <a:lnTo>
                      <a:pt x="8853" y="2773"/>
                    </a:lnTo>
                    <a:lnTo>
                      <a:pt x="8853" y="1702"/>
                    </a:lnTo>
                    <a:cubicBezTo>
                      <a:pt x="8853" y="757"/>
                      <a:pt x="8097" y="1"/>
                      <a:pt x="71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96" name="Google Shape;12438;p89">
                <a:extLst>
                  <a:ext uri="{FF2B5EF4-FFF2-40B4-BE49-F238E27FC236}">
                    <a16:creationId xmlns:a16="http://schemas.microsoft.com/office/drawing/2014/main" id="{94443883-1AB6-8E2D-348A-2A2D5F5B1C0F}"/>
                  </a:ext>
                </a:extLst>
              </p:cNvPr>
              <p:cNvGrpSpPr/>
              <p:nvPr/>
            </p:nvGrpSpPr>
            <p:grpSpPr>
              <a:xfrm>
                <a:off x="8665202" y="2661183"/>
                <a:ext cx="641288" cy="642773"/>
                <a:chOff x="-3137650" y="2408950"/>
                <a:chExt cx="291450" cy="292125"/>
              </a:xfrm>
              <a:grpFill/>
            </p:grpSpPr>
            <p:sp>
              <p:nvSpPr>
                <p:cNvPr id="139" name="Google Shape;12439;p89">
                  <a:extLst>
                    <a:ext uri="{FF2B5EF4-FFF2-40B4-BE49-F238E27FC236}">
                      <a16:creationId xmlns:a16="http://schemas.microsoft.com/office/drawing/2014/main" id="{4D95A590-958A-44FF-DE64-2ED1F9A90A0C}"/>
                    </a:ext>
                  </a:extLst>
                </p:cNvPr>
                <p:cNvSpPr/>
                <p:nvPr/>
              </p:nvSpPr>
              <p:spPr>
                <a:xfrm>
                  <a:off x="-3137650" y="2408950"/>
                  <a:ext cx="291450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5" extrusionOk="0">
                      <a:moveTo>
                        <a:pt x="10618" y="662"/>
                      </a:moveTo>
                      <a:cubicBezTo>
                        <a:pt x="10807" y="662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62"/>
                        <a:pt x="1009" y="662"/>
                      </a:cubicBezTo>
                      <a:close/>
                      <a:moveTo>
                        <a:pt x="10964" y="3403"/>
                      </a:moveTo>
                      <a:lnTo>
                        <a:pt x="10964" y="8601"/>
                      </a:lnTo>
                      <a:cubicBezTo>
                        <a:pt x="10964" y="8790"/>
                        <a:pt x="10838" y="8947"/>
                        <a:pt x="10618" y="8947"/>
                      </a:cubicBezTo>
                      <a:lnTo>
                        <a:pt x="10145" y="8947"/>
                      </a:lnTo>
                      <a:cubicBezTo>
                        <a:pt x="10208" y="8727"/>
                        <a:pt x="10240" y="8443"/>
                        <a:pt x="10240" y="8160"/>
                      </a:cubicBezTo>
                      <a:lnTo>
                        <a:pt x="10240" y="5860"/>
                      </a:lnTo>
                      <a:cubicBezTo>
                        <a:pt x="10240" y="5673"/>
                        <a:pt x="10058" y="5531"/>
                        <a:pt x="9868" y="5531"/>
                      </a:cubicBezTo>
                      <a:cubicBezTo>
                        <a:pt x="9835" y="5531"/>
                        <a:pt x="9801" y="5535"/>
                        <a:pt x="9767" y="5545"/>
                      </a:cubicBezTo>
                      <a:cubicBezTo>
                        <a:pt x="9545" y="5641"/>
                        <a:pt x="9341" y="5691"/>
                        <a:pt x="9142" y="5691"/>
                      </a:cubicBezTo>
                      <a:cubicBezTo>
                        <a:pt x="8693" y="5691"/>
                        <a:pt x="8275" y="5439"/>
                        <a:pt x="7751" y="4915"/>
                      </a:cubicBezTo>
                      <a:cubicBezTo>
                        <a:pt x="7688" y="4868"/>
                        <a:pt x="7601" y="4844"/>
                        <a:pt x="7515" y="4844"/>
                      </a:cubicBezTo>
                      <a:cubicBezTo>
                        <a:pt x="7428" y="4844"/>
                        <a:pt x="7341" y="4868"/>
                        <a:pt x="7278" y="4915"/>
                      </a:cubicBezTo>
                      <a:cubicBezTo>
                        <a:pt x="6753" y="5440"/>
                        <a:pt x="6334" y="5677"/>
                        <a:pt x="5884" y="5677"/>
                      </a:cubicBezTo>
                      <a:cubicBezTo>
                        <a:pt x="5686" y="5677"/>
                        <a:pt x="5483" y="5631"/>
                        <a:pt x="5262" y="5545"/>
                      </a:cubicBezTo>
                      <a:cubicBezTo>
                        <a:pt x="5229" y="5535"/>
                        <a:pt x="5195" y="5531"/>
                        <a:pt x="5161" y="5531"/>
                      </a:cubicBezTo>
                      <a:cubicBezTo>
                        <a:pt x="4971" y="5531"/>
                        <a:pt x="4789" y="5673"/>
                        <a:pt x="4789" y="5860"/>
                      </a:cubicBezTo>
                      <a:lnTo>
                        <a:pt x="4789" y="8160"/>
                      </a:lnTo>
                      <a:cubicBezTo>
                        <a:pt x="4789" y="8443"/>
                        <a:pt x="4821" y="8664"/>
                        <a:pt x="4884" y="8947"/>
                      </a:cubicBezTo>
                      <a:lnTo>
                        <a:pt x="1009" y="8947"/>
                      </a:lnTo>
                      <a:cubicBezTo>
                        <a:pt x="820" y="8947"/>
                        <a:pt x="662" y="8790"/>
                        <a:pt x="662" y="8601"/>
                      </a:cubicBezTo>
                      <a:lnTo>
                        <a:pt x="662" y="3403"/>
                      </a:lnTo>
                      <a:close/>
                      <a:moveTo>
                        <a:pt x="7152" y="5923"/>
                      </a:moveTo>
                      <a:lnTo>
                        <a:pt x="7152" y="10838"/>
                      </a:lnTo>
                      <a:cubicBezTo>
                        <a:pt x="6144" y="10365"/>
                        <a:pt x="5451" y="9357"/>
                        <a:pt x="5451" y="8160"/>
                      </a:cubicBezTo>
                      <a:lnTo>
                        <a:pt x="5451" y="6301"/>
                      </a:lnTo>
                      <a:cubicBezTo>
                        <a:pt x="5604" y="6330"/>
                        <a:pt x="5750" y="6344"/>
                        <a:pt x="5891" y="6344"/>
                      </a:cubicBezTo>
                      <a:cubicBezTo>
                        <a:pt x="6359" y="6344"/>
                        <a:pt x="6765" y="6189"/>
                        <a:pt x="7152" y="5923"/>
                      </a:cubicBezTo>
                      <a:close/>
                      <a:moveTo>
                        <a:pt x="7877" y="5923"/>
                      </a:moveTo>
                      <a:cubicBezTo>
                        <a:pt x="8242" y="6166"/>
                        <a:pt x="8644" y="6353"/>
                        <a:pt x="9128" y="6353"/>
                      </a:cubicBezTo>
                      <a:cubicBezTo>
                        <a:pt x="9271" y="6353"/>
                        <a:pt x="9420" y="6337"/>
                        <a:pt x="9578" y="6301"/>
                      </a:cubicBezTo>
                      <a:lnTo>
                        <a:pt x="9578" y="8160"/>
                      </a:lnTo>
                      <a:cubicBezTo>
                        <a:pt x="9547" y="9357"/>
                        <a:pt x="8885" y="10365"/>
                        <a:pt x="7877" y="10838"/>
                      </a:cubicBezTo>
                      <a:lnTo>
                        <a:pt x="7877" y="592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8601"/>
                      </a:lnTo>
                      <a:cubicBezTo>
                        <a:pt x="1" y="9136"/>
                        <a:pt x="473" y="9609"/>
                        <a:pt x="1009" y="9609"/>
                      </a:cubicBezTo>
                      <a:lnTo>
                        <a:pt x="5073" y="9609"/>
                      </a:lnTo>
                      <a:cubicBezTo>
                        <a:pt x="5199" y="9893"/>
                        <a:pt x="5357" y="10145"/>
                        <a:pt x="5514" y="10365"/>
                      </a:cubicBezTo>
                      <a:cubicBezTo>
                        <a:pt x="5987" y="10995"/>
                        <a:pt x="6617" y="11436"/>
                        <a:pt x="7404" y="11657"/>
                      </a:cubicBezTo>
                      <a:cubicBezTo>
                        <a:pt x="7446" y="11657"/>
                        <a:pt x="7488" y="11685"/>
                        <a:pt x="7530" y="11685"/>
                      </a:cubicBezTo>
                      <a:cubicBezTo>
                        <a:pt x="7551" y="11685"/>
                        <a:pt x="7572" y="11678"/>
                        <a:pt x="7593" y="11657"/>
                      </a:cubicBezTo>
                      <a:cubicBezTo>
                        <a:pt x="8350" y="11436"/>
                        <a:pt x="9011" y="10995"/>
                        <a:pt x="9484" y="10365"/>
                      </a:cubicBezTo>
                      <a:cubicBezTo>
                        <a:pt x="9641" y="10145"/>
                        <a:pt x="9799" y="9893"/>
                        <a:pt x="9925" y="9609"/>
                      </a:cubicBezTo>
                      <a:lnTo>
                        <a:pt x="10618" y="9609"/>
                      </a:lnTo>
                      <a:cubicBezTo>
                        <a:pt x="11185" y="9609"/>
                        <a:pt x="11658" y="9136"/>
                        <a:pt x="11658" y="8601"/>
                      </a:cubicBezTo>
                      <a:lnTo>
                        <a:pt x="11658" y="1040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Google Shape;12440;p89">
                  <a:extLst>
                    <a:ext uri="{FF2B5EF4-FFF2-40B4-BE49-F238E27FC236}">
                      <a16:creationId xmlns:a16="http://schemas.microsoft.com/office/drawing/2014/main" id="{BBB4DB81-7399-2BF5-5632-7D22B81485A0}"/>
                    </a:ext>
                  </a:extLst>
                </p:cNvPr>
                <p:cNvSpPr/>
                <p:nvPr/>
              </p:nvSpPr>
              <p:spPr>
                <a:xfrm>
                  <a:off x="-3104575" y="2442800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8" y="694"/>
                      </a:cubicBezTo>
                      <a:cubicBezTo>
                        <a:pt x="568" y="694"/>
                        <a:pt x="726" y="536"/>
                        <a:pt x="726" y="347"/>
                      </a:cubicBezTo>
                      <a:cubicBezTo>
                        <a:pt x="726" y="158"/>
                        <a:pt x="568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Google Shape;12441;p89">
                  <a:extLst>
                    <a:ext uri="{FF2B5EF4-FFF2-40B4-BE49-F238E27FC236}">
                      <a16:creationId xmlns:a16="http://schemas.microsoft.com/office/drawing/2014/main" id="{5299B563-259A-2300-C366-AECD4E226B3B}"/>
                    </a:ext>
                  </a:extLst>
                </p:cNvPr>
                <p:cNvSpPr/>
                <p:nvPr/>
              </p:nvSpPr>
              <p:spPr>
                <a:xfrm>
                  <a:off x="-306990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Google Shape;12442;p89">
                  <a:extLst>
                    <a:ext uri="{FF2B5EF4-FFF2-40B4-BE49-F238E27FC236}">
                      <a16:creationId xmlns:a16="http://schemas.microsoft.com/office/drawing/2014/main" id="{35150742-5CAD-4454-F5EB-58BD92D3A001}"/>
                    </a:ext>
                  </a:extLst>
                </p:cNvPr>
                <p:cNvSpPr/>
                <p:nvPr/>
              </p:nvSpPr>
              <p:spPr>
                <a:xfrm>
                  <a:off x="-303525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Google Shape;12443;p89">
                  <a:extLst>
                    <a:ext uri="{FF2B5EF4-FFF2-40B4-BE49-F238E27FC236}">
                      <a16:creationId xmlns:a16="http://schemas.microsoft.com/office/drawing/2014/main" id="{FA7E9CEA-7A89-A161-2BF4-6F66048A9853}"/>
                    </a:ext>
                  </a:extLst>
                </p:cNvPr>
                <p:cNvSpPr/>
                <p:nvPr/>
              </p:nvSpPr>
              <p:spPr>
                <a:xfrm>
                  <a:off x="-3002175" y="2442800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90" y="694"/>
                        <a:pt x="347" y="694"/>
                      </a:cubicBezTo>
                      <a:lnTo>
                        <a:pt x="4443" y="694"/>
                      </a:lnTo>
                      <a:cubicBezTo>
                        <a:pt x="4663" y="694"/>
                        <a:pt x="4821" y="536"/>
                        <a:pt x="4821" y="347"/>
                      </a:cubicBezTo>
                      <a:cubicBezTo>
                        <a:pt x="4821" y="158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7" name="Google Shape;12455;p89">
                <a:extLst>
                  <a:ext uri="{FF2B5EF4-FFF2-40B4-BE49-F238E27FC236}">
                    <a16:creationId xmlns:a16="http://schemas.microsoft.com/office/drawing/2014/main" id="{B8CEA4CD-2F3F-06EF-E426-43EF62777E9A}"/>
                  </a:ext>
                </a:extLst>
              </p:cNvPr>
              <p:cNvSpPr/>
              <p:nvPr/>
            </p:nvSpPr>
            <p:spPr>
              <a:xfrm>
                <a:off x="1223364" y="2660190"/>
                <a:ext cx="648218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13" extrusionOk="0">
                    <a:moveTo>
                      <a:pt x="5136" y="4128"/>
                    </a:moveTo>
                    <a:cubicBezTo>
                      <a:pt x="5671" y="4128"/>
                      <a:pt x="6112" y="4569"/>
                      <a:pt x="6144" y="5136"/>
                    </a:cubicBezTo>
                    <a:lnTo>
                      <a:pt x="5230" y="4853"/>
                    </a:lnTo>
                    <a:cubicBezTo>
                      <a:pt x="5198" y="4839"/>
                      <a:pt x="5165" y="4832"/>
                      <a:pt x="5131" y="4832"/>
                    </a:cubicBezTo>
                    <a:cubicBezTo>
                      <a:pt x="4934" y="4832"/>
                      <a:pt x="4735" y="5052"/>
                      <a:pt x="4789" y="5294"/>
                    </a:cubicBezTo>
                    <a:lnTo>
                      <a:pt x="5073" y="6239"/>
                    </a:lnTo>
                    <a:cubicBezTo>
                      <a:pt x="4537" y="6176"/>
                      <a:pt x="4096" y="5703"/>
                      <a:pt x="4096" y="5168"/>
                    </a:cubicBezTo>
                    <a:cubicBezTo>
                      <a:pt x="4096" y="4601"/>
                      <a:pt x="4569" y="4128"/>
                      <a:pt x="5136" y="4128"/>
                    </a:cubicBezTo>
                    <a:close/>
                    <a:moveTo>
                      <a:pt x="5199" y="2364"/>
                    </a:moveTo>
                    <a:cubicBezTo>
                      <a:pt x="6680" y="2364"/>
                      <a:pt x="7940" y="3592"/>
                      <a:pt x="7940" y="5136"/>
                    </a:cubicBezTo>
                    <a:cubicBezTo>
                      <a:pt x="7940" y="5294"/>
                      <a:pt x="7940" y="5388"/>
                      <a:pt x="7908" y="5546"/>
                    </a:cubicBezTo>
                    <a:lnTo>
                      <a:pt x="6932" y="5294"/>
                    </a:lnTo>
                    <a:lnTo>
                      <a:pt x="6932" y="5136"/>
                    </a:lnTo>
                    <a:cubicBezTo>
                      <a:pt x="6806" y="4223"/>
                      <a:pt x="6049" y="3466"/>
                      <a:pt x="5104" y="3466"/>
                    </a:cubicBezTo>
                    <a:cubicBezTo>
                      <a:pt x="4159" y="3466"/>
                      <a:pt x="3435" y="4223"/>
                      <a:pt x="3435" y="5168"/>
                    </a:cubicBezTo>
                    <a:cubicBezTo>
                      <a:pt x="3435" y="5609"/>
                      <a:pt x="3624" y="6081"/>
                      <a:pt x="3939" y="6396"/>
                    </a:cubicBezTo>
                    <a:cubicBezTo>
                      <a:pt x="4254" y="6743"/>
                      <a:pt x="4695" y="6900"/>
                      <a:pt x="5167" y="6900"/>
                    </a:cubicBezTo>
                    <a:lnTo>
                      <a:pt x="5325" y="6900"/>
                    </a:lnTo>
                    <a:lnTo>
                      <a:pt x="5577" y="7877"/>
                    </a:lnTo>
                    <a:cubicBezTo>
                      <a:pt x="5482" y="7909"/>
                      <a:pt x="5325" y="7909"/>
                      <a:pt x="5199" y="7909"/>
                    </a:cubicBezTo>
                    <a:cubicBezTo>
                      <a:pt x="3687" y="7909"/>
                      <a:pt x="2426" y="6648"/>
                      <a:pt x="2426" y="5136"/>
                    </a:cubicBezTo>
                    <a:cubicBezTo>
                      <a:pt x="2426" y="3624"/>
                      <a:pt x="3655" y="2364"/>
                      <a:pt x="5199" y="2364"/>
                    </a:cubicBezTo>
                    <a:close/>
                    <a:moveTo>
                      <a:pt x="5167" y="726"/>
                    </a:moveTo>
                    <a:cubicBezTo>
                      <a:pt x="7940" y="726"/>
                      <a:pt x="10051" y="3277"/>
                      <a:pt x="9515" y="6018"/>
                    </a:cubicBezTo>
                    <a:lnTo>
                      <a:pt x="8507" y="5766"/>
                    </a:lnTo>
                    <a:cubicBezTo>
                      <a:pt x="8538" y="5546"/>
                      <a:pt x="8538" y="5357"/>
                      <a:pt x="8538" y="5136"/>
                    </a:cubicBezTo>
                    <a:cubicBezTo>
                      <a:pt x="8538" y="3246"/>
                      <a:pt x="7026" y="1702"/>
                      <a:pt x="5104" y="1702"/>
                    </a:cubicBezTo>
                    <a:cubicBezTo>
                      <a:pt x="3214" y="1702"/>
                      <a:pt x="1702" y="3246"/>
                      <a:pt x="1702" y="5136"/>
                    </a:cubicBezTo>
                    <a:cubicBezTo>
                      <a:pt x="1702" y="7027"/>
                      <a:pt x="3214" y="8602"/>
                      <a:pt x="5104" y="8602"/>
                    </a:cubicBezTo>
                    <a:cubicBezTo>
                      <a:pt x="5325" y="8602"/>
                      <a:pt x="5514" y="8602"/>
                      <a:pt x="5703" y="8539"/>
                    </a:cubicBezTo>
                    <a:lnTo>
                      <a:pt x="5986" y="9578"/>
                    </a:lnTo>
                    <a:cubicBezTo>
                      <a:pt x="5695" y="9636"/>
                      <a:pt x="5405" y="9664"/>
                      <a:pt x="5119" y="9664"/>
                    </a:cubicBezTo>
                    <a:cubicBezTo>
                      <a:pt x="2751" y="9664"/>
                      <a:pt x="694" y="7758"/>
                      <a:pt x="694" y="5199"/>
                    </a:cubicBezTo>
                    <a:cubicBezTo>
                      <a:pt x="694" y="2679"/>
                      <a:pt x="2773" y="726"/>
                      <a:pt x="5167" y="726"/>
                    </a:cubicBezTo>
                    <a:close/>
                    <a:moveTo>
                      <a:pt x="5671" y="5672"/>
                    </a:moveTo>
                    <a:lnTo>
                      <a:pt x="5671" y="5672"/>
                    </a:lnTo>
                    <a:cubicBezTo>
                      <a:pt x="10240" y="6964"/>
                      <a:pt x="9578" y="6774"/>
                      <a:pt x="9704" y="6806"/>
                    </a:cubicBezTo>
                    <a:lnTo>
                      <a:pt x="8853" y="7373"/>
                    </a:lnTo>
                    <a:cubicBezTo>
                      <a:pt x="8664" y="7499"/>
                      <a:pt x="8664" y="7751"/>
                      <a:pt x="8822" y="7877"/>
                    </a:cubicBezTo>
                    <a:lnTo>
                      <a:pt x="10964" y="9956"/>
                    </a:lnTo>
                    <a:cubicBezTo>
                      <a:pt x="11027" y="10114"/>
                      <a:pt x="11027" y="10335"/>
                      <a:pt x="10901" y="10492"/>
                    </a:cubicBezTo>
                    <a:lnTo>
                      <a:pt x="10429" y="10965"/>
                    </a:lnTo>
                    <a:cubicBezTo>
                      <a:pt x="10366" y="11012"/>
                      <a:pt x="10279" y="11035"/>
                      <a:pt x="10192" y="11035"/>
                    </a:cubicBezTo>
                    <a:cubicBezTo>
                      <a:pt x="10106" y="11035"/>
                      <a:pt x="10019" y="11012"/>
                      <a:pt x="9956" y="10965"/>
                    </a:cubicBezTo>
                    <a:lnTo>
                      <a:pt x="7845" y="8854"/>
                    </a:lnTo>
                    <a:cubicBezTo>
                      <a:pt x="7777" y="8786"/>
                      <a:pt x="7691" y="8753"/>
                      <a:pt x="7606" y="8753"/>
                    </a:cubicBezTo>
                    <a:cubicBezTo>
                      <a:pt x="7493" y="8753"/>
                      <a:pt x="7381" y="8809"/>
                      <a:pt x="7310" y="8917"/>
                    </a:cubicBezTo>
                    <a:cubicBezTo>
                      <a:pt x="7247" y="8980"/>
                      <a:pt x="6806" y="9641"/>
                      <a:pt x="6774" y="9736"/>
                    </a:cubicBezTo>
                    <a:cubicBezTo>
                      <a:pt x="6680" y="9484"/>
                      <a:pt x="5703" y="5861"/>
                      <a:pt x="5671" y="5672"/>
                    </a:cubicBezTo>
                    <a:close/>
                    <a:moveTo>
                      <a:pt x="5104" y="1"/>
                    </a:moveTo>
                    <a:cubicBezTo>
                      <a:pt x="2363" y="1"/>
                      <a:pt x="0" y="2238"/>
                      <a:pt x="0" y="5168"/>
                    </a:cubicBezTo>
                    <a:cubicBezTo>
                      <a:pt x="0" y="8066"/>
                      <a:pt x="2332" y="10303"/>
                      <a:pt x="5104" y="10303"/>
                    </a:cubicBezTo>
                    <a:cubicBezTo>
                      <a:pt x="5482" y="10303"/>
                      <a:pt x="5797" y="10272"/>
                      <a:pt x="6144" y="10208"/>
                    </a:cubicBezTo>
                    <a:lnTo>
                      <a:pt x="6270" y="10587"/>
                    </a:lnTo>
                    <a:cubicBezTo>
                      <a:pt x="6307" y="10755"/>
                      <a:pt x="6444" y="10845"/>
                      <a:pt x="6596" y="10845"/>
                    </a:cubicBezTo>
                    <a:cubicBezTo>
                      <a:pt x="6700" y="10845"/>
                      <a:pt x="6810" y="10802"/>
                      <a:pt x="6900" y="10713"/>
                    </a:cubicBezTo>
                    <a:lnTo>
                      <a:pt x="7625" y="9610"/>
                    </a:lnTo>
                    <a:lnTo>
                      <a:pt x="9483" y="11406"/>
                    </a:lnTo>
                    <a:cubicBezTo>
                      <a:pt x="9688" y="11610"/>
                      <a:pt x="9956" y="11713"/>
                      <a:pt x="10220" y="11713"/>
                    </a:cubicBezTo>
                    <a:cubicBezTo>
                      <a:pt x="10484" y="11713"/>
                      <a:pt x="10744" y="11610"/>
                      <a:pt x="10933" y="11406"/>
                    </a:cubicBezTo>
                    <a:lnTo>
                      <a:pt x="11405" y="10933"/>
                    </a:lnTo>
                    <a:cubicBezTo>
                      <a:pt x="11783" y="10555"/>
                      <a:pt x="11783" y="9893"/>
                      <a:pt x="11374" y="9484"/>
                    </a:cubicBezTo>
                    <a:lnTo>
                      <a:pt x="9515" y="7720"/>
                    </a:lnTo>
                    <a:lnTo>
                      <a:pt x="10618" y="6964"/>
                    </a:lnTo>
                    <a:cubicBezTo>
                      <a:pt x="10870" y="6806"/>
                      <a:pt x="10838" y="6428"/>
                      <a:pt x="10555" y="6333"/>
                    </a:cubicBezTo>
                    <a:lnTo>
                      <a:pt x="10145" y="6239"/>
                    </a:lnTo>
                    <a:cubicBezTo>
                      <a:pt x="10303" y="5483"/>
                      <a:pt x="10271" y="4695"/>
                      <a:pt x="10082" y="3908"/>
                    </a:cubicBezTo>
                    <a:cubicBezTo>
                      <a:pt x="9483" y="1576"/>
                      <a:pt x="7436" y="1"/>
                      <a:pt x="510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98" name="Google Shape;12464;p89">
                <a:extLst>
                  <a:ext uri="{FF2B5EF4-FFF2-40B4-BE49-F238E27FC236}">
                    <a16:creationId xmlns:a16="http://schemas.microsoft.com/office/drawing/2014/main" id="{4987B6EA-8C48-3079-373B-F364CA466030}"/>
                  </a:ext>
                </a:extLst>
              </p:cNvPr>
              <p:cNvGrpSpPr/>
              <p:nvPr/>
            </p:nvGrpSpPr>
            <p:grpSpPr>
              <a:xfrm>
                <a:off x="5348293" y="2659314"/>
                <a:ext cx="648218" cy="646514"/>
                <a:chOff x="-4570325" y="2405775"/>
                <a:chExt cx="294600" cy="293825"/>
              </a:xfrm>
              <a:grpFill/>
            </p:grpSpPr>
            <p:sp>
              <p:nvSpPr>
                <p:cNvPr id="137" name="Google Shape;12465;p89">
                  <a:extLst>
                    <a:ext uri="{FF2B5EF4-FFF2-40B4-BE49-F238E27FC236}">
                      <a16:creationId xmlns:a16="http://schemas.microsoft.com/office/drawing/2014/main" id="{2238E0BC-4EE0-AC27-13EA-4935BBF11670}"/>
                    </a:ext>
                  </a:extLst>
                </p:cNvPr>
                <p:cNvSpPr/>
                <p:nvPr/>
              </p:nvSpPr>
              <p:spPr>
                <a:xfrm>
                  <a:off x="-4570325" y="2405775"/>
                  <a:ext cx="29460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3" extrusionOk="0">
                      <a:moveTo>
                        <a:pt x="5734" y="694"/>
                      </a:moveTo>
                      <a:cubicBezTo>
                        <a:pt x="7624" y="694"/>
                        <a:pt x="9168" y="2238"/>
                        <a:pt x="9168" y="4128"/>
                      </a:cubicBezTo>
                      <a:cubicBezTo>
                        <a:pt x="9168" y="6050"/>
                        <a:pt x="7624" y="7594"/>
                        <a:pt x="5734" y="7594"/>
                      </a:cubicBezTo>
                      <a:cubicBezTo>
                        <a:pt x="3844" y="7594"/>
                        <a:pt x="2332" y="6018"/>
                        <a:pt x="2332" y="4128"/>
                      </a:cubicBezTo>
                      <a:cubicBezTo>
                        <a:pt x="2332" y="2238"/>
                        <a:pt x="3844" y="694"/>
                        <a:pt x="5734" y="694"/>
                      </a:cubicBezTo>
                      <a:close/>
                      <a:moveTo>
                        <a:pt x="977" y="7531"/>
                      </a:moveTo>
                      <a:cubicBezTo>
                        <a:pt x="1166" y="7531"/>
                        <a:pt x="1323" y="7688"/>
                        <a:pt x="1323" y="7909"/>
                      </a:cubicBezTo>
                      <a:cubicBezTo>
                        <a:pt x="1292" y="8129"/>
                        <a:pt x="1134" y="8255"/>
                        <a:pt x="977" y="8255"/>
                      </a:cubicBezTo>
                      <a:cubicBezTo>
                        <a:pt x="788" y="8255"/>
                        <a:pt x="630" y="8098"/>
                        <a:pt x="630" y="7909"/>
                      </a:cubicBezTo>
                      <a:cubicBezTo>
                        <a:pt x="630" y="7688"/>
                        <a:pt x="788" y="7531"/>
                        <a:pt x="977" y="7531"/>
                      </a:cubicBezTo>
                      <a:close/>
                      <a:moveTo>
                        <a:pt x="10586" y="7531"/>
                      </a:moveTo>
                      <a:cubicBezTo>
                        <a:pt x="10775" y="7531"/>
                        <a:pt x="10932" y="7688"/>
                        <a:pt x="10932" y="7909"/>
                      </a:cubicBezTo>
                      <a:cubicBezTo>
                        <a:pt x="10932" y="8129"/>
                        <a:pt x="10775" y="8255"/>
                        <a:pt x="10586" y="8255"/>
                      </a:cubicBezTo>
                      <a:cubicBezTo>
                        <a:pt x="10397" y="8255"/>
                        <a:pt x="10239" y="8098"/>
                        <a:pt x="10239" y="7909"/>
                      </a:cubicBezTo>
                      <a:cubicBezTo>
                        <a:pt x="10239" y="7688"/>
                        <a:pt x="10397" y="7531"/>
                        <a:pt x="10586" y="7531"/>
                      </a:cubicBezTo>
                      <a:close/>
                      <a:moveTo>
                        <a:pt x="3025" y="9641"/>
                      </a:moveTo>
                      <a:cubicBezTo>
                        <a:pt x="3214" y="9641"/>
                        <a:pt x="3371" y="9799"/>
                        <a:pt x="3371" y="9988"/>
                      </a:cubicBezTo>
                      <a:cubicBezTo>
                        <a:pt x="3340" y="10177"/>
                        <a:pt x="3214" y="10335"/>
                        <a:pt x="3025" y="10335"/>
                      </a:cubicBezTo>
                      <a:cubicBezTo>
                        <a:pt x="2836" y="10335"/>
                        <a:pt x="2678" y="10177"/>
                        <a:pt x="2678" y="9988"/>
                      </a:cubicBezTo>
                      <a:cubicBezTo>
                        <a:pt x="2678" y="9799"/>
                        <a:pt x="2836" y="9641"/>
                        <a:pt x="3025" y="9641"/>
                      </a:cubicBezTo>
                      <a:close/>
                      <a:moveTo>
                        <a:pt x="8475" y="9641"/>
                      </a:moveTo>
                      <a:cubicBezTo>
                        <a:pt x="8696" y="9641"/>
                        <a:pt x="8822" y="9799"/>
                        <a:pt x="8822" y="9988"/>
                      </a:cubicBezTo>
                      <a:cubicBezTo>
                        <a:pt x="8822" y="10177"/>
                        <a:pt x="8664" y="10335"/>
                        <a:pt x="8475" y="10335"/>
                      </a:cubicBezTo>
                      <a:cubicBezTo>
                        <a:pt x="8255" y="10335"/>
                        <a:pt x="8128" y="10177"/>
                        <a:pt x="8128" y="9988"/>
                      </a:cubicBezTo>
                      <a:cubicBezTo>
                        <a:pt x="8128" y="9799"/>
                        <a:pt x="8255" y="9641"/>
                        <a:pt x="8475" y="9641"/>
                      </a:cubicBezTo>
                      <a:close/>
                      <a:moveTo>
                        <a:pt x="5734" y="10303"/>
                      </a:moveTo>
                      <a:cubicBezTo>
                        <a:pt x="5955" y="10303"/>
                        <a:pt x="6112" y="10461"/>
                        <a:pt x="6112" y="10650"/>
                      </a:cubicBezTo>
                      <a:cubicBezTo>
                        <a:pt x="6112" y="10839"/>
                        <a:pt x="5955" y="10996"/>
                        <a:pt x="5734" y="10996"/>
                      </a:cubicBezTo>
                      <a:cubicBezTo>
                        <a:pt x="5545" y="10996"/>
                        <a:pt x="5388" y="10839"/>
                        <a:pt x="5388" y="10650"/>
                      </a:cubicBezTo>
                      <a:cubicBezTo>
                        <a:pt x="5388" y="10461"/>
                        <a:pt x="5545" y="10303"/>
                        <a:pt x="5734" y="10303"/>
                      </a:cubicBezTo>
                      <a:close/>
                      <a:moveTo>
                        <a:pt x="5797" y="1"/>
                      </a:moveTo>
                      <a:cubicBezTo>
                        <a:pt x="3497" y="1"/>
                        <a:pt x="1701" y="1860"/>
                        <a:pt x="1701" y="4097"/>
                      </a:cubicBezTo>
                      <a:cubicBezTo>
                        <a:pt x="1701" y="5010"/>
                        <a:pt x="2017" y="5924"/>
                        <a:pt x="2552" y="6617"/>
                      </a:cubicBezTo>
                      <a:lnTo>
                        <a:pt x="1701" y="7153"/>
                      </a:lnTo>
                      <a:cubicBezTo>
                        <a:pt x="1481" y="6995"/>
                        <a:pt x="1260" y="6901"/>
                        <a:pt x="1040" y="6901"/>
                      </a:cubicBezTo>
                      <a:cubicBezTo>
                        <a:pt x="473" y="6901"/>
                        <a:pt x="0" y="7373"/>
                        <a:pt x="0" y="7940"/>
                      </a:cubicBezTo>
                      <a:cubicBezTo>
                        <a:pt x="0" y="8476"/>
                        <a:pt x="473" y="8948"/>
                        <a:pt x="1040" y="8948"/>
                      </a:cubicBezTo>
                      <a:cubicBezTo>
                        <a:pt x="1575" y="8948"/>
                        <a:pt x="2048" y="8476"/>
                        <a:pt x="2048" y="7940"/>
                      </a:cubicBezTo>
                      <a:lnTo>
                        <a:pt x="2048" y="7751"/>
                      </a:lnTo>
                      <a:lnTo>
                        <a:pt x="3088" y="7153"/>
                      </a:lnTo>
                      <a:cubicBezTo>
                        <a:pt x="3340" y="7373"/>
                        <a:pt x="3623" y="7625"/>
                        <a:pt x="3970" y="7783"/>
                      </a:cubicBezTo>
                      <a:lnTo>
                        <a:pt x="3308" y="8948"/>
                      </a:lnTo>
                      <a:lnTo>
                        <a:pt x="3119" y="8948"/>
                      </a:lnTo>
                      <a:cubicBezTo>
                        <a:pt x="2552" y="8948"/>
                        <a:pt x="2080" y="9421"/>
                        <a:pt x="2080" y="9988"/>
                      </a:cubicBezTo>
                      <a:cubicBezTo>
                        <a:pt x="2080" y="10524"/>
                        <a:pt x="2552" y="10996"/>
                        <a:pt x="3119" y="10996"/>
                      </a:cubicBezTo>
                      <a:cubicBezTo>
                        <a:pt x="3655" y="10996"/>
                        <a:pt x="4127" y="10524"/>
                        <a:pt x="4127" y="9988"/>
                      </a:cubicBezTo>
                      <a:cubicBezTo>
                        <a:pt x="4127" y="9736"/>
                        <a:pt x="4064" y="9515"/>
                        <a:pt x="3907" y="9326"/>
                      </a:cubicBezTo>
                      <a:lnTo>
                        <a:pt x="4600" y="8098"/>
                      </a:lnTo>
                      <a:cubicBezTo>
                        <a:pt x="4883" y="8161"/>
                        <a:pt x="5199" y="8255"/>
                        <a:pt x="5514" y="8287"/>
                      </a:cubicBezTo>
                      <a:lnTo>
                        <a:pt x="5514" y="9736"/>
                      </a:lnTo>
                      <a:cubicBezTo>
                        <a:pt x="5136" y="9894"/>
                        <a:pt x="4852" y="10272"/>
                        <a:pt x="4852" y="10713"/>
                      </a:cubicBezTo>
                      <a:cubicBezTo>
                        <a:pt x="4852" y="11280"/>
                        <a:pt x="5325" y="11752"/>
                        <a:pt x="5860" y="11752"/>
                      </a:cubicBezTo>
                      <a:cubicBezTo>
                        <a:pt x="6427" y="11752"/>
                        <a:pt x="6900" y="11280"/>
                        <a:pt x="6900" y="10713"/>
                      </a:cubicBezTo>
                      <a:cubicBezTo>
                        <a:pt x="6900" y="10303"/>
                        <a:pt x="6616" y="9894"/>
                        <a:pt x="6238" y="9736"/>
                      </a:cubicBezTo>
                      <a:lnTo>
                        <a:pt x="6238" y="8287"/>
                      </a:lnTo>
                      <a:cubicBezTo>
                        <a:pt x="6553" y="8255"/>
                        <a:pt x="6868" y="8224"/>
                        <a:pt x="7120" y="8098"/>
                      </a:cubicBezTo>
                      <a:lnTo>
                        <a:pt x="7845" y="9326"/>
                      </a:lnTo>
                      <a:cubicBezTo>
                        <a:pt x="7687" y="9515"/>
                        <a:pt x="7593" y="9736"/>
                        <a:pt x="7593" y="9988"/>
                      </a:cubicBezTo>
                      <a:cubicBezTo>
                        <a:pt x="7593" y="10524"/>
                        <a:pt x="8065" y="10996"/>
                        <a:pt x="8633" y="10996"/>
                      </a:cubicBezTo>
                      <a:cubicBezTo>
                        <a:pt x="9168" y="10996"/>
                        <a:pt x="9641" y="10524"/>
                        <a:pt x="9641" y="9988"/>
                      </a:cubicBezTo>
                      <a:cubicBezTo>
                        <a:pt x="9641" y="9421"/>
                        <a:pt x="9168" y="8948"/>
                        <a:pt x="8633" y="8948"/>
                      </a:cubicBezTo>
                      <a:lnTo>
                        <a:pt x="8444" y="8948"/>
                      </a:lnTo>
                      <a:lnTo>
                        <a:pt x="7750" y="7783"/>
                      </a:lnTo>
                      <a:cubicBezTo>
                        <a:pt x="8065" y="7625"/>
                        <a:pt x="8381" y="7373"/>
                        <a:pt x="8664" y="7153"/>
                      </a:cubicBezTo>
                      <a:lnTo>
                        <a:pt x="9735" y="7751"/>
                      </a:lnTo>
                      <a:lnTo>
                        <a:pt x="9735" y="7940"/>
                      </a:lnTo>
                      <a:cubicBezTo>
                        <a:pt x="9735" y="8476"/>
                        <a:pt x="10208" y="8948"/>
                        <a:pt x="10743" y="8948"/>
                      </a:cubicBezTo>
                      <a:cubicBezTo>
                        <a:pt x="11310" y="8948"/>
                        <a:pt x="11783" y="8476"/>
                        <a:pt x="11783" y="7940"/>
                      </a:cubicBezTo>
                      <a:cubicBezTo>
                        <a:pt x="11626" y="7342"/>
                        <a:pt x="11153" y="6901"/>
                        <a:pt x="10586" y="6901"/>
                      </a:cubicBezTo>
                      <a:cubicBezTo>
                        <a:pt x="10302" y="6901"/>
                        <a:pt x="10082" y="6995"/>
                        <a:pt x="9924" y="7153"/>
                      </a:cubicBezTo>
                      <a:lnTo>
                        <a:pt x="9011" y="6617"/>
                      </a:lnTo>
                      <a:cubicBezTo>
                        <a:pt x="9578" y="5924"/>
                        <a:pt x="9893" y="5010"/>
                        <a:pt x="9893" y="4097"/>
                      </a:cubicBezTo>
                      <a:cubicBezTo>
                        <a:pt x="9893" y="1828"/>
                        <a:pt x="8034" y="1"/>
                        <a:pt x="57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Google Shape;12466;p89">
                  <a:extLst>
                    <a:ext uri="{FF2B5EF4-FFF2-40B4-BE49-F238E27FC236}">
                      <a16:creationId xmlns:a16="http://schemas.microsoft.com/office/drawing/2014/main" id="{B63256C6-0C06-6875-3A39-08AF12DD0924}"/>
                    </a:ext>
                  </a:extLst>
                </p:cNvPr>
                <p:cNvSpPr/>
                <p:nvPr/>
              </p:nvSpPr>
              <p:spPr>
                <a:xfrm>
                  <a:off x="-4478175" y="2439650"/>
                  <a:ext cx="103975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21" extrusionOk="0">
                      <a:moveTo>
                        <a:pt x="2048" y="725"/>
                      </a:moveTo>
                      <a:cubicBezTo>
                        <a:pt x="2458" y="725"/>
                        <a:pt x="2741" y="1040"/>
                        <a:pt x="2741" y="1387"/>
                      </a:cubicBezTo>
                      <a:cubicBezTo>
                        <a:pt x="2741" y="1765"/>
                        <a:pt x="2426" y="2049"/>
                        <a:pt x="2048" y="2049"/>
                      </a:cubicBezTo>
                      <a:cubicBezTo>
                        <a:pt x="1702" y="2049"/>
                        <a:pt x="1387" y="1733"/>
                        <a:pt x="1387" y="1387"/>
                      </a:cubicBezTo>
                      <a:cubicBezTo>
                        <a:pt x="1387" y="1040"/>
                        <a:pt x="1702" y="725"/>
                        <a:pt x="2048" y="725"/>
                      </a:cubicBezTo>
                      <a:close/>
                      <a:moveTo>
                        <a:pt x="2363" y="2773"/>
                      </a:moveTo>
                      <a:cubicBezTo>
                        <a:pt x="2930" y="2773"/>
                        <a:pt x="3403" y="3246"/>
                        <a:pt x="3403" y="3781"/>
                      </a:cubicBezTo>
                      <a:lnTo>
                        <a:pt x="3403" y="4128"/>
                      </a:lnTo>
                      <a:lnTo>
                        <a:pt x="630" y="4128"/>
                      </a:lnTo>
                      <a:lnTo>
                        <a:pt x="630" y="3781"/>
                      </a:lnTo>
                      <a:lnTo>
                        <a:pt x="693" y="3781"/>
                      </a:lnTo>
                      <a:cubicBezTo>
                        <a:pt x="693" y="3246"/>
                        <a:pt x="1166" y="2773"/>
                        <a:pt x="1702" y="2773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02"/>
                        <a:pt x="851" y="2017"/>
                        <a:pt x="1040" y="2238"/>
                      </a:cubicBezTo>
                      <a:cubicBezTo>
                        <a:pt x="441" y="2521"/>
                        <a:pt x="63" y="3120"/>
                        <a:pt x="63" y="3781"/>
                      </a:cubicBezTo>
                      <a:lnTo>
                        <a:pt x="63" y="4443"/>
                      </a:lnTo>
                      <a:cubicBezTo>
                        <a:pt x="0" y="4663"/>
                        <a:pt x="158" y="4821"/>
                        <a:pt x="378" y="4821"/>
                      </a:cubicBezTo>
                      <a:lnTo>
                        <a:pt x="3781" y="4821"/>
                      </a:lnTo>
                      <a:cubicBezTo>
                        <a:pt x="4001" y="4821"/>
                        <a:pt x="4159" y="4663"/>
                        <a:pt x="4159" y="4443"/>
                      </a:cubicBezTo>
                      <a:lnTo>
                        <a:pt x="4159" y="3781"/>
                      </a:lnTo>
                      <a:cubicBezTo>
                        <a:pt x="4159" y="3120"/>
                        <a:pt x="3749" y="2521"/>
                        <a:pt x="3151" y="2238"/>
                      </a:cubicBezTo>
                      <a:cubicBezTo>
                        <a:pt x="3371" y="2017"/>
                        <a:pt x="3466" y="1733"/>
                        <a:pt x="3466" y="1387"/>
                      </a:cubicBezTo>
                      <a:cubicBezTo>
                        <a:pt x="3466" y="631"/>
                        <a:pt x="2836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9" name="Google Shape;12477;p89">
                <a:extLst>
                  <a:ext uri="{FF2B5EF4-FFF2-40B4-BE49-F238E27FC236}">
                    <a16:creationId xmlns:a16="http://schemas.microsoft.com/office/drawing/2014/main" id="{9F578C77-F887-14BA-E2F6-F0CE31CAA020}"/>
                  </a:ext>
                </a:extLst>
              </p:cNvPr>
              <p:cNvGrpSpPr/>
              <p:nvPr/>
            </p:nvGrpSpPr>
            <p:grpSpPr>
              <a:xfrm>
                <a:off x="9506180" y="2661954"/>
                <a:ext cx="642992" cy="641232"/>
                <a:chOff x="-2571737" y="2403625"/>
                <a:chExt cx="292225" cy="291425"/>
              </a:xfrm>
              <a:grpFill/>
            </p:grpSpPr>
            <p:sp>
              <p:nvSpPr>
                <p:cNvPr id="130" name="Google Shape;12478;p89">
                  <a:extLst>
                    <a:ext uri="{FF2B5EF4-FFF2-40B4-BE49-F238E27FC236}">
                      <a16:creationId xmlns:a16="http://schemas.microsoft.com/office/drawing/2014/main" id="{2CF2B80E-2EE0-FF44-E4BF-5BE1A1E55BB6}"/>
                    </a:ext>
                  </a:extLst>
                </p:cNvPr>
                <p:cNvSpPr/>
                <p:nvPr/>
              </p:nvSpPr>
              <p:spPr>
                <a:xfrm>
                  <a:off x="-2571737" y="2403625"/>
                  <a:ext cx="292225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57" extrusionOk="0">
                      <a:moveTo>
                        <a:pt x="9547" y="725"/>
                      </a:moveTo>
                      <a:cubicBezTo>
                        <a:pt x="9704" y="725"/>
                        <a:pt x="9830" y="788"/>
                        <a:pt x="9893" y="914"/>
                      </a:cubicBezTo>
                      <a:lnTo>
                        <a:pt x="10681" y="2772"/>
                      </a:lnTo>
                      <a:lnTo>
                        <a:pt x="1135" y="2772"/>
                      </a:lnTo>
                      <a:lnTo>
                        <a:pt x="1891" y="914"/>
                      </a:lnTo>
                      <a:cubicBezTo>
                        <a:pt x="1922" y="788"/>
                        <a:pt x="2080" y="725"/>
                        <a:pt x="2206" y="725"/>
                      </a:cubicBezTo>
                      <a:close/>
                      <a:moveTo>
                        <a:pt x="10649" y="3403"/>
                      </a:moveTo>
                      <a:cubicBezTo>
                        <a:pt x="10870" y="3403"/>
                        <a:pt x="11027" y="3560"/>
                        <a:pt x="11027" y="3749"/>
                      </a:cubicBezTo>
                      <a:lnTo>
                        <a:pt x="11027" y="5167"/>
                      </a:lnTo>
                      <a:cubicBezTo>
                        <a:pt x="11027" y="5356"/>
                        <a:pt x="10870" y="5513"/>
                        <a:pt x="10649" y="5513"/>
                      </a:cubicBezTo>
                      <a:lnTo>
                        <a:pt x="1040" y="5513"/>
                      </a:lnTo>
                      <a:cubicBezTo>
                        <a:pt x="851" y="5513"/>
                        <a:pt x="694" y="5356"/>
                        <a:pt x="694" y="5167"/>
                      </a:cubicBezTo>
                      <a:lnTo>
                        <a:pt x="694" y="3749"/>
                      </a:lnTo>
                      <a:cubicBezTo>
                        <a:pt x="694" y="3560"/>
                        <a:pt x="851" y="3403"/>
                        <a:pt x="1040" y="3403"/>
                      </a:cubicBezTo>
                      <a:close/>
                      <a:moveTo>
                        <a:pt x="10681" y="6206"/>
                      </a:moveTo>
                      <a:cubicBezTo>
                        <a:pt x="10870" y="6238"/>
                        <a:pt x="11027" y="6364"/>
                        <a:pt x="11027" y="6553"/>
                      </a:cubicBezTo>
                      <a:lnTo>
                        <a:pt x="11027" y="7939"/>
                      </a:lnTo>
                      <a:cubicBezTo>
                        <a:pt x="11027" y="8128"/>
                        <a:pt x="10870" y="8286"/>
                        <a:pt x="10681" y="8286"/>
                      </a:cubicBezTo>
                      <a:lnTo>
                        <a:pt x="1072" y="8286"/>
                      </a:lnTo>
                      <a:cubicBezTo>
                        <a:pt x="851" y="8286"/>
                        <a:pt x="694" y="8128"/>
                        <a:pt x="694" y="7939"/>
                      </a:cubicBezTo>
                      <a:lnTo>
                        <a:pt x="694" y="6553"/>
                      </a:lnTo>
                      <a:cubicBezTo>
                        <a:pt x="694" y="6364"/>
                        <a:pt x="851" y="6206"/>
                        <a:pt x="1072" y="6206"/>
                      </a:cubicBezTo>
                      <a:close/>
                      <a:moveTo>
                        <a:pt x="10681" y="8947"/>
                      </a:moveTo>
                      <a:cubicBezTo>
                        <a:pt x="10870" y="8947"/>
                        <a:pt x="11027" y="9105"/>
                        <a:pt x="11027" y="9294"/>
                      </a:cubicBezTo>
                      <a:lnTo>
                        <a:pt x="11027" y="10680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72" y="11027"/>
                      </a:lnTo>
                      <a:cubicBezTo>
                        <a:pt x="851" y="11027"/>
                        <a:pt x="694" y="10869"/>
                        <a:pt x="694" y="10680"/>
                      </a:cubicBezTo>
                      <a:lnTo>
                        <a:pt x="694" y="9294"/>
                      </a:lnTo>
                      <a:cubicBezTo>
                        <a:pt x="694" y="9105"/>
                        <a:pt x="851" y="8947"/>
                        <a:pt x="1072" y="8947"/>
                      </a:cubicBezTo>
                      <a:close/>
                      <a:moveTo>
                        <a:pt x="2174" y="0"/>
                      </a:moveTo>
                      <a:cubicBezTo>
                        <a:pt x="1733" y="0"/>
                        <a:pt x="1387" y="252"/>
                        <a:pt x="1229" y="630"/>
                      </a:cubicBezTo>
                      <a:lnTo>
                        <a:pt x="64" y="3403"/>
                      </a:lnTo>
                      <a:cubicBezTo>
                        <a:pt x="32" y="3529"/>
                        <a:pt x="0" y="3686"/>
                        <a:pt x="0" y="3781"/>
                      </a:cubicBezTo>
                      <a:lnTo>
                        <a:pt x="0" y="5198"/>
                      </a:lnTo>
                      <a:cubicBezTo>
                        <a:pt x="0" y="5482"/>
                        <a:pt x="127" y="5734"/>
                        <a:pt x="284" y="5860"/>
                      </a:cubicBezTo>
                      <a:cubicBezTo>
                        <a:pt x="127" y="6080"/>
                        <a:pt x="0" y="6301"/>
                        <a:pt x="0" y="6553"/>
                      </a:cubicBezTo>
                      <a:lnTo>
                        <a:pt x="0" y="7908"/>
                      </a:lnTo>
                      <a:cubicBezTo>
                        <a:pt x="0" y="8191"/>
                        <a:pt x="127" y="8443"/>
                        <a:pt x="284" y="8601"/>
                      </a:cubicBezTo>
                      <a:cubicBezTo>
                        <a:pt x="127" y="8790"/>
                        <a:pt x="0" y="9010"/>
                        <a:pt x="0" y="9262"/>
                      </a:cubicBezTo>
                      <a:lnTo>
                        <a:pt x="0" y="10649"/>
                      </a:lnTo>
                      <a:cubicBezTo>
                        <a:pt x="0" y="11184"/>
                        <a:pt x="473" y="11657"/>
                        <a:pt x="1009" y="11657"/>
                      </a:cubicBezTo>
                      <a:lnTo>
                        <a:pt x="10618" y="11657"/>
                      </a:lnTo>
                      <a:cubicBezTo>
                        <a:pt x="11185" y="11657"/>
                        <a:pt x="11657" y="11184"/>
                        <a:pt x="11657" y="10649"/>
                      </a:cubicBezTo>
                      <a:lnTo>
                        <a:pt x="11657" y="9262"/>
                      </a:lnTo>
                      <a:cubicBezTo>
                        <a:pt x="11657" y="8979"/>
                        <a:pt x="11531" y="8758"/>
                        <a:pt x="11374" y="8601"/>
                      </a:cubicBezTo>
                      <a:cubicBezTo>
                        <a:pt x="11531" y="8380"/>
                        <a:pt x="11657" y="8160"/>
                        <a:pt x="11657" y="7908"/>
                      </a:cubicBezTo>
                      <a:lnTo>
                        <a:pt x="11657" y="6553"/>
                      </a:lnTo>
                      <a:cubicBezTo>
                        <a:pt x="11657" y="6269"/>
                        <a:pt x="11531" y="6017"/>
                        <a:pt x="11374" y="5860"/>
                      </a:cubicBezTo>
                      <a:cubicBezTo>
                        <a:pt x="11531" y="5671"/>
                        <a:pt x="11657" y="5450"/>
                        <a:pt x="11657" y="5198"/>
                      </a:cubicBezTo>
                      <a:lnTo>
                        <a:pt x="11657" y="3781"/>
                      </a:lnTo>
                      <a:lnTo>
                        <a:pt x="11689" y="3781"/>
                      </a:lnTo>
                      <a:cubicBezTo>
                        <a:pt x="11689" y="3686"/>
                        <a:pt x="11657" y="3529"/>
                        <a:pt x="11594" y="3403"/>
                      </a:cubicBezTo>
                      <a:lnTo>
                        <a:pt x="10460" y="630"/>
                      </a:lnTo>
                      <a:cubicBezTo>
                        <a:pt x="10303" y="252"/>
                        <a:pt x="9925" y="0"/>
                        <a:pt x="95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Google Shape;12479;p89">
                  <a:extLst>
                    <a:ext uri="{FF2B5EF4-FFF2-40B4-BE49-F238E27FC236}">
                      <a16:creationId xmlns:a16="http://schemas.microsoft.com/office/drawing/2014/main" id="{BA745C2E-81C0-253C-4E34-79F44A5B96C8}"/>
                    </a:ext>
                  </a:extLst>
                </p:cNvPr>
                <p:cNvSpPr/>
                <p:nvPr/>
              </p:nvSpPr>
              <p:spPr>
                <a:xfrm>
                  <a:off x="-2485967" y="2649150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lnTo>
                        <a:pt x="6585" y="726"/>
                      </a:lnTo>
                      <a:cubicBezTo>
                        <a:pt x="6774" y="726"/>
                        <a:pt x="6931" y="568"/>
                        <a:pt x="6931" y="379"/>
                      </a:cubicBezTo>
                      <a:cubicBezTo>
                        <a:pt x="6931" y="159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Google Shape;12480;p89">
                  <a:extLst>
                    <a:ext uri="{FF2B5EF4-FFF2-40B4-BE49-F238E27FC236}">
                      <a16:creationId xmlns:a16="http://schemas.microsoft.com/office/drawing/2014/main" id="{0696D262-5B07-A3FF-027A-0E9B80D1FF8F}"/>
                    </a:ext>
                  </a:extLst>
                </p:cNvPr>
                <p:cNvSpPr/>
                <p:nvPr/>
              </p:nvSpPr>
              <p:spPr>
                <a:xfrm>
                  <a:off x="-2485967" y="2511325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6585" y="725"/>
                      </a:lnTo>
                      <a:cubicBezTo>
                        <a:pt x="6774" y="725"/>
                        <a:pt x="6931" y="568"/>
                        <a:pt x="6931" y="379"/>
                      </a:cubicBezTo>
                      <a:cubicBezTo>
                        <a:pt x="6931" y="158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Google Shape;12481;p89">
                  <a:extLst>
                    <a:ext uri="{FF2B5EF4-FFF2-40B4-BE49-F238E27FC236}">
                      <a16:creationId xmlns:a16="http://schemas.microsoft.com/office/drawing/2014/main" id="{E0BDBE71-5257-7436-6E5C-DA1667B3555D}"/>
                    </a:ext>
                  </a:extLst>
                </p:cNvPr>
                <p:cNvSpPr/>
                <p:nvPr/>
              </p:nvSpPr>
              <p:spPr>
                <a:xfrm>
                  <a:off x="-2540185" y="2511325"/>
                  <a:ext cx="18125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57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57"/>
                        <a:pt x="378" y="757"/>
                      </a:cubicBezTo>
                      <a:cubicBezTo>
                        <a:pt x="567" y="757"/>
                        <a:pt x="725" y="568"/>
                        <a:pt x="725" y="379"/>
                      </a:cubicBezTo>
                      <a:cubicBezTo>
                        <a:pt x="725" y="158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Google Shape;12482;p89">
                  <a:extLst>
                    <a:ext uri="{FF2B5EF4-FFF2-40B4-BE49-F238E27FC236}">
                      <a16:creationId xmlns:a16="http://schemas.microsoft.com/office/drawing/2014/main" id="{42475AD7-C44F-8A3D-F197-D73546DB360A}"/>
                    </a:ext>
                  </a:extLst>
                </p:cNvPr>
                <p:cNvSpPr/>
                <p:nvPr/>
              </p:nvSpPr>
              <p:spPr>
                <a:xfrm>
                  <a:off x="-2485579" y="2580625"/>
                  <a:ext cx="172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58" y="693"/>
                        <a:pt x="347" y="693"/>
                      </a:cubicBezTo>
                      <a:lnTo>
                        <a:pt x="6554" y="693"/>
                      </a:lnTo>
                      <a:cubicBezTo>
                        <a:pt x="6774" y="693"/>
                        <a:pt x="6900" y="536"/>
                        <a:pt x="6900" y="347"/>
                      </a:cubicBezTo>
                      <a:cubicBezTo>
                        <a:pt x="6900" y="158"/>
                        <a:pt x="6774" y="0"/>
                        <a:pt x="65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Google Shape;12483;p89">
                  <a:extLst>
                    <a:ext uri="{FF2B5EF4-FFF2-40B4-BE49-F238E27FC236}">
                      <a16:creationId xmlns:a16="http://schemas.microsoft.com/office/drawing/2014/main" id="{08404CCA-F419-DD1A-5D28-A34CA1FE3BB0}"/>
                    </a:ext>
                  </a:extLst>
                </p:cNvPr>
                <p:cNvSpPr/>
                <p:nvPr/>
              </p:nvSpPr>
              <p:spPr>
                <a:xfrm>
                  <a:off x="-2540185" y="2580625"/>
                  <a:ext cx="181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cubicBezTo>
                        <a:pt x="567" y="693"/>
                        <a:pt x="725" y="536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Google Shape;12484;p89">
                  <a:extLst>
                    <a:ext uri="{FF2B5EF4-FFF2-40B4-BE49-F238E27FC236}">
                      <a16:creationId xmlns:a16="http://schemas.microsoft.com/office/drawing/2014/main" id="{2FFDD41B-CD59-C4BC-064B-B40BC4C2D85B}"/>
                    </a:ext>
                  </a:extLst>
                </p:cNvPr>
                <p:cNvSpPr/>
                <p:nvPr/>
              </p:nvSpPr>
              <p:spPr>
                <a:xfrm>
                  <a:off x="-2540185" y="2649150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cubicBezTo>
                        <a:pt x="567" y="726"/>
                        <a:pt x="725" y="568"/>
                        <a:pt x="725" y="379"/>
                      </a:cubicBezTo>
                      <a:cubicBezTo>
                        <a:pt x="725" y="159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0" name="Google Shape;12511;p89">
                <a:extLst>
                  <a:ext uri="{FF2B5EF4-FFF2-40B4-BE49-F238E27FC236}">
                    <a16:creationId xmlns:a16="http://schemas.microsoft.com/office/drawing/2014/main" id="{B54D9D44-1065-2675-C733-3EC51A54D622}"/>
                  </a:ext>
                </a:extLst>
              </p:cNvPr>
              <p:cNvGrpSpPr/>
              <p:nvPr/>
            </p:nvGrpSpPr>
            <p:grpSpPr>
              <a:xfrm>
                <a:off x="6249888" y="2659314"/>
                <a:ext cx="490509" cy="646514"/>
                <a:chOff x="-4178875" y="2405775"/>
                <a:chExt cx="222925" cy="293825"/>
              </a:xfrm>
              <a:grpFill/>
            </p:grpSpPr>
            <p:sp>
              <p:nvSpPr>
                <p:cNvPr id="127" name="Google Shape;12512;p89">
                  <a:extLst>
                    <a:ext uri="{FF2B5EF4-FFF2-40B4-BE49-F238E27FC236}">
                      <a16:creationId xmlns:a16="http://schemas.microsoft.com/office/drawing/2014/main" id="{284B22CA-15F0-0177-51FA-1BB4D88EC0BB}"/>
                    </a:ext>
                  </a:extLst>
                </p:cNvPr>
                <p:cNvSpPr/>
                <p:nvPr/>
              </p:nvSpPr>
              <p:spPr>
                <a:xfrm>
                  <a:off x="-4178875" y="2405775"/>
                  <a:ext cx="222925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11753" extrusionOk="0">
                      <a:moveTo>
                        <a:pt x="4474" y="694"/>
                      </a:moveTo>
                      <a:cubicBezTo>
                        <a:pt x="6553" y="694"/>
                        <a:pt x="8254" y="2395"/>
                        <a:pt x="8254" y="4475"/>
                      </a:cubicBezTo>
                      <a:cubicBezTo>
                        <a:pt x="8191" y="5262"/>
                        <a:pt x="7971" y="6018"/>
                        <a:pt x="7530" y="6649"/>
                      </a:cubicBezTo>
                      <a:lnTo>
                        <a:pt x="4474" y="10776"/>
                      </a:lnTo>
                      <a:lnTo>
                        <a:pt x="1418" y="6712"/>
                      </a:lnTo>
                      <a:cubicBezTo>
                        <a:pt x="945" y="6050"/>
                        <a:pt x="693" y="5294"/>
                        <a:pt x="693" y="4475"/>
                      </a:cubicBezTo>
                      <a:cubicBezTo>
                        <a:pt x="693" y="2395"/>
                        <a:pt x="2363" y="694"/>
                        <a:pt x="4474" y="694"/>
                      </a:cubicBezTo>
                      <a:close/>
                      <a:moveTo>
                        <a:pt x="4474" y="1"/>
                      </a:moveTo>
                      <a:cubicBezTo>
                        <a:pt x="2017" y="1"/>
                        <a:pt x="0" y="2017"/>
                        <a:pt x="0" y="4475"/>
                      </a:cubicBezTo>
                      <a:cubicBezTo>
                        <a:pt x="0" y="5451"/>
                        <a:pt x="315" y="6365"/>
                        <a:pt x="882" y="7153"/>
                      </a:cubicBezTo>
                      <a:lnTo>
                        <a:pt x="4190" y="11595"/>
                      </a:lnTo>
                      <a:cubicBezTo>
                        <a:pt x="4253" y="11689"/>
                        <a:pt x="4348" y="11752"/>
                        <a:pt x="4474" y="11752"/>
                      </a:cubicBezTo>
                      <a:cubicBezTo>
                        <a:pt x="4568" y="11752"/>
                        <a:pt x="4663" y="11721"/>
                        <a:pt x="4726" y="11595"/>
                      </a:cubicBezTo>
                      <a:lnTo>
                        <a:pt x="8097" y="7058"/>
                      </a:lnTo>
                      <a:cubicBezTo>
                        <a:pt x="8633" y="6333"/>
                        <a:pt x="8916" y="5420"/>
                        <a:pt x="8916" y="4506"/>
                      </a:cubicBezTo>
                      <a:cubicBezTo>
                        <a:pt x="8916" y="1986"/>
                        <a:pt x="6900" y="1"/>
                        <a:pt x="447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Google Shape;12513;p89">
                  <a:extLst>
                    <a:ext uri="{FF2B5EF4-FFF2-40B4-BE49-F238E27FC236}">
                      <a16:creationId xmlns:a16="http://schemas.microsoft.com/office/drawing/2014/main" id="{4107AB77-EB7A-D056-DA89-996875E379E5}"/>
                    </a:ext>
                  </a:extLst>
                </p:cNvPr>
                <p:cNvSpPr/>
                <p:nvPr/>
              </p:nvSpPr>
              <p:spPr>
                <a:xfrm>
                  <a:off x="-4093025" y="24916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0" y="630"/>
                      </a:moveTo>
                      <a:cubicBezTo>
                        <a:pt x="1229" y="630"/>
                        <a:pt x="1386" y="788"/>
                        <a:pt x="1386" y="1008"/>
                      </a:cubicBezTo>
                      <a:cubicBezTo>
                        <a:pt x="1386" y="1197"/>
                        <a:pt x="1197" y="1355"/>
                        <a:pt x="1040" y="1355"/>
                      </a:cubicBezTo>
                      <a:cubicBezTo>
                        <a:pt x="819" y="1355"/>
                        <a:pt x="662" y="1197"/>
                        <a:pt x="662" y="1008"/>
                      </a:cubicBezTo>
                      <a:cubicBezTo>
                        <a:pt x="662" y="788"/>
                        <a:pt x="819" y="630"/>
                        <a:pt x="1040" y="630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40"/>
                      </a:cubicBezTo>
                      <a:cubicBezTo>
                        <a:pt x="0" y="1575"/>
                        <a:pt x="473" y="2048"/>
                        <a:pt x="1040" y="2048"/>
                      </a:cubicBezTo>
                      <a:cubicBezTo>
                        <a:pt x="1575" y="2048"/>
                        <a:pt x="2048" y="1575"/>
                        <a:pt x="2048" y="1040"/>
                      </a:cubicBezTo>
                      <a:cubicBezTo>
                        <a:pt x="2048" y="441"/>
                        <a:pt x="1575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Google Shape;12514;p89">
                  <a:extLst>
                    <a:ext uri="{FF2B5EF4-FFF2-40B4-BE49-F238E27FC236}">
                      <a16:creationId xmlns:a16="http://schemas.microsoft.com/office/drawing/2014/main" id="{9F057F51-55FB-2111-D37A-36FC86EB4438}"/>
                    </a:ext>
                  </a:extLst>
                </p:cNvPr>
                <p:cNvSpPr/>
                <p:nvPr/>
              </p:nvSpPr>
              <p:spPr>
                <a:xfrm>
                  <a:off x="-4145800" y="2439650"/>
                  <a:ext cx="155975" cy="1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08" extrusionOk="0">
                      <a:moveTo>
                        <a:pt x="3403" y="694"/>
                      </a:moveTo>
                      <a:lnTo>
                        <a:pt x="3403" y="1166"/>
                      </a:lnTo>
                      <a:cubicBezTo>
                        <a:pt x="3403" y="1324"/>
                        <a:pt x="3497" y="1450"/>
                        <a:pt x="3655" y="1481"/>
                      </a:cubicBezTo>
                      <a:cubicBezTo>
                        <a:pt x="3844" y="1576"/>
                        <a:pt x="4033" y="1670"/>
                        <a:pt x="4191" y="1828"/>
                      </a:cubicBezTo>
                      <a:cubicBezTo>
                        <a:pt x="4268" y="1867"/>
                        <a:pt x="4358" y="1894"/>
                        <a:pt x="4445" y="1894"/>
                      </a:cubicBezTo>
                      <a:cubicBezTo>
                        <a:pt x="4499" y="1894"/>
                        <a:pt x="4552" y="1884"/>
                        <a:pt x="4600" y="1859"/>
                      </a:cubicBezTo>
                      <a:lnTo>
                        <a:pt x="4978" y="1607"/>
                      </a:lnTo>
                      <a:lnTo>
                        <a:pt x="5356" y="2206"/>
                      </a:lnTo>
                      <a:lnTo>
                        <a:pt x="4947" y="2458"/>
                      </a:lnTo>
                      <a:cubicBezTo>
                        <a:pt x="4821" y="2521"/>
                        <a:pt x="4789" y="2647"/>
                        <a:pt x="4789" y="2805"/>
                      </a:cubicBezTo>
                      <a:cubicBezTo>
                        <a:pt x="4821" y="3025"/>
                        <a:pt x="4821" y="3183"/>
                        <a:pt x="4789" y="3435"/>
                      </a:cubicBezTo>
                      <a:cubicBezTo>
                        <a:pt x="4758" y="3592"/>
                        <a:pt x="4821" y="3687"/>
                        <a:pt x="4947" y="3781"/>
                      </a:cubicBezTo>
                      <a:lnTo>
                        <a:pt x="5356" y="4033"/>
                      </a:lnTo>
                      <a:lnTo>
                        <a:pt x="4978" y="4600"/>
                      </a:lnTo>
                      <a:lnTo>
                        <a:pt x="4600" y="4380"/>
                      </a:lnTo>
                      <a:cubicBezTo>
                        <a:pt x="4554" y="4345"/>
                        <a:pt x="4503" y="4332"/>
                        <a:pt x="4452" y="4332"/>
                      </a:cubicBezTo>
                      <a:cubicBezTo>
                        <a:pt x="4363" y="4332"/>
                        <a:pt x="4270" y="4372"/>
                        <a:pt x="4191" y="4411"/>
                      </a:cubicBezTo>
                      <a:cubicBezTo>
                        <a:pt x="4033" y="4537"/>
                        <a:pt x="3844" y="4632"/>
                        <a:pt x="3655" y="4726"/>
                      </a:cubicBezTo>
                      <a:cubicBezTo>
                        <a:pt x="3529" y="4758"/>
                        <a:pt x="3403" y="4915"/>
                        <a:pt x="3403" y="5041"/>
                      </a:cubicBezTo>
                      <a:lnTo>
                        <a:pt x="3403" y="5514"/>
                      </a:lnTo>
                      <a:lnTo>
                        <a:pt x="2741" y="5514"/>
                      </a:lnTo>
                      <a:lnTo>
                        <a:pt x="2741" y="5041"/>
                      </a:lnTo>
                      <a:cubicBezTo>
                        <a:pt x="2741" y="4884"/>
                        <a:pt x="2678" y="4758"/>
                        <a:pt x="2521" y="4726"/>
                      </a:cubicBezTo>
                      <a:cubicBezTo>
                        <a:pt x="2300" y="4663"/>
                        <a:pt x="2111" y="4569"/>
                        <a:pt x="1954" y="4411"/>
                      </a:cubicBezTo>
                      <a:cubicBezTo>
                        <a:pt x="1874" y="4372"/>
                        <a:pt x="1782" y="4332"/>
                        <a:pt x="1701" y="4332"/>
                      </a:cubicBezTo>
                      <a:cubicBezTo>
                        <a:pt x="1654" y="4332"/>
                        <a:pt x="1610" y="4345"/>
                        <a:pt x="1576" y="4380"/>
                      </a:cubicBezTo>
                      <a:lnTo>
                        <a:pt x="1166" y="4600"/>
                      </a:lnTo>
                      <a:lnTo>
                        <a:pt x="820" y="4033"/>
                      </a:lnTo>
                      <a:lnTo>
                        <a:pt x="1198" y="3781"/>
                      </a:lnTo>
                      <a:cubicBezTo>
                        <a:pt x="1324" y="3718"/>
                        <a:pt x="1418" y="3592"/>
                        <a:pt x="1355" y="3435"/>
                      </a:cubicBezTo>
                      <a:cubicBezTo>
                        <a:pt x="1324" y="3183"/>
                        <a:pt x="1324" y="3025"/>
                        <a:pt x="1355" y="2805"/>
                      </a:cubicBezTo>
                      <a:cubicBezTo>
                        <a:pt x="1418" y="2647"/>
                        <a:pt x="1324" y="2521"/>
                        <a:pt x="1198" y="2458"/>
                      </a:cubicBezTo>
                      <a:lnTo>
                        <a:pt x="820" y="2206"/>
                      </a:lnTo>
                      <a:lnTo>
                        <a:pt x="1166" y="1607"/>
                      </a:lnTo>
                      <a:lnTo>
                        <a:pt x="1576" y="1859"/>
                      </a:lnTo>
                      <a:cubicBezTo>
                        <a:pt x="1612" y="1884"/>
                        <a:pt x="1657" y="1894"/>
                        <a:pt x="1706" y="1894"/>
                      </a:cubicBezTo>
                      <a:cubicBezTo>
                        <a:pt x="1786" y="1894"/>
                        <a:pt x="1876" y="1867"/>
                        <a:pt x="1954" y="1828"/>
                      </a:cubicBezTo>
                      <a:cubicBezTo>
                        <a:pt x="2111" y="1702"/>
                        <a:pt x="2300" y="1576"/>
                        <a:pt x="2521" y="1481"/>
                      </a:cubicBezTo>
                      <a:cubicBezTo>
                        <a:pt x="2615" y="1450"/>
                        <a:pt x="2741" y="1292"/>
                        <a:pt x="2741" y="1166"/>
                      </a:cubicBezTo>
                      <a:lnTo>
                        <a:pt x="2741" y="694"/>
                      </a:lnTo>
                      <a:close/>
                      <a:moveTo>
                        <a:pt x="2426" y="1"/>
                      </a:moveTo>
                      <a:cubicBezTo>
                        <a:pt x="2237" y="1"/>
                        <a:pt x="2080" y="158"/>
                        <a:pt x="2080" y="347"/>
                      </a:cubicBezTo>
                      <a:lnTo>
                        <a:pt x="2080" y="946"/>
                      </a:lnTo>
                      <a:cubicBezTo>
                        <a:pt x="1954" y="977"/>
                        <a:pt x="1828" y="1072"/>
                        <a:pt x="1765" y="1135"/>
                      </a:cubicBezTo>
                      <a:lnTo>
                        <a:pt x="1261" y="851"/>
                      </a:lnTo>
                      <a:cubicBezTo>
                        <a:pt x="1211" y="831"/>
                        <a:pt x="1158" y="821"/>
                        <a:pt x="1104" y="821"/>
                      </a:cubicBezTo>
                      <a:cubicBezTo>
                        <a:pt x="990" y="821"/>
                        <a:pt x="874" y="870"/>
                        <a:pt x="788" y="977"/>
                      </a:cubicBezTo>
                      <a:lnTo>
                        <a:pt x="126" y="2175"/>
                      </a:lnTo>
                      <a:cubicBezTo>
                        <a:pt x="32" y="2332"/>
                        <a:pt x="63" y="2521"/>
                        <a:pt x="221" y="2647"/>
                      </a:cubicBezTo>
                      <a:lnTo>
                        <a:pt x="757" y="2899"/>
                      </a:lnTo>
                      <a:lnTo>
                        <a:pt x="757" y="3120"/>
                      </a:lnTo>
                      <a:lnTo>
                        <a:pt x="757" y="3309"/>
                      </a:lnTo>
                      <a:lnTo>
                        <a:pt x="221" y="3592"/>
                      </a:lnTo>
                      <a:cubicBezTo>
                        <a:pt x="63" y="3655"/>
                        <a:pt x="0" y="3907"/>
                        <a:pt x="126" y="4065"/>
                      </a:cubicBezTo>
                      <a:lnTo>
                        <a:pt x="788" y="5231"/>
                      </a:lnTo>
                      <a:cubicBezTo>
                        <a:pt x="831" y="5337"/>
                        <a:pt x="960" y="5415"/>
                        <a:pt x="1088" y="5415"/>
                      </a:cubicBezTo>
                      <a:cubicBezTo>
                        <a:pt x="1149" y="5415"/>
                        <a:pt x="1210" y="5397"/>
                        <a:pt x="1261" y="5357"/>
                      </a:cubicBezTo>
                      <a:lnTo>
                        <a:pt x="1765" y="5073"/>
                      </a:lnTo>
                      <a:cubicBezTo>
                        <a:pt x="1891" y="5167"/>
                        <a:pt x="1954" y="5199"/>
                        <a:pt x="2080" y="5262"/>
                      </a:cubicBezTo>
                      <a:lnTo>
                        <a:pt x="2080" y="5861"/>
                      </a:lnTo>
                      <a:cubicBezTo>
                        <a:pt x="2080" y="6050"/>
                        <a:pt x="2237" y="6207"/>
                        <a:pt x="2426" y="6207"/>
                      </a:cubicBezTo>
                      <a:lnTo>
                        <a:pt x="3812" y="6207"/>
                      </a:lnTo>
                      <a:cubicBezTo>
                        <a:pt x="4002" y="6207"/>
                        <a:pt x="4159" y="6050"/>
                        <a:pt x="4159" y="5861"/>
                      </a:cubicBezTo>
                      <a:lnTo>
                        <a:pt x="4159" y="5262"/>
                      </a:lnTo>
                      <a:cubicBezTo>
                        <a:pt x="4285" y="5231"/>
                        <a:pt x="4411" y="5167"/>
                        <a:pt x="4474" y="5073"/>
                      </a:cubicBezTo>
                      <a:lnTo>
                        <a:pt x="4978" y="5357"/>
                      </a:lnTo>
                      <a:cubicBezTo>
                        <a:pt x="5028" y="5376"/>
                        <a:pt x="5084" y="5387"/>
                        <a:pt x="5141" y="5387"/>
                      </a:cubicBezTo>
                      <a:cubicBezTo>
                        <a:pt x="5263" y="5387"/>
                        <a:pt x="5386" y="5338"/>
                        <a:pt x="5451" y="5231"/>
                      </a:cubicBezTo>
                      <a:lnTo>
                        <a:pt x="6144" y="4065"/>
                      </a:lnTo>
                      <a:cubicBezTo>
                        <a:pt x="6207" y="3907"/>
                        <a:pt x="6175" y="3687"/>
                        <a:pt x="6018" y="3592"/>
                      </a:cubicBezTo>
                      <a:lnTo>
                        <a:pt x="5514" y="3309"/>
                      </a:lnTo>
                      <a:lnTo>
                        <a:pt x="5514" y="3120"/>
                      </a:lnTo>
                      <a:lnTo>
                        <a:pt x="5514" y="2899"/>
                      </a:lnTo>
                      <a:lnTo>
                        <a:pt x="6018" y="2647"/>
                      </a:lnTo>
                      <a:cubicBezTo>
                        <a:pt x="6175" y="2521"/>
                        <a:pt x="6238" y="2332"/>
                        <a:pt x="6144" y="2175"/>
                      </a:cubicBezTo>
                      <a:lnTo>
                        <a:pt x="5451" y="977"/>
                      </a:lnTo>
                      <a:cubicBezTo>
                        <a:pt x="5408" y="870"/>
                        <a:pt x="5278" y="807"/>
                        <a:pt x="5149" y="807"/>
                      </a:cubicBezTo>
                      <a:cubicBezTo>
                        <a:pt x="5089" y="807"/>
                        <a:pt x="5029" y="821"/>
                        <a:pt x="4978" y="851"/>
                      </a:cubicBezTo>
                      <a:lnTo>
                        <a:pt x="4474" y="1135"/>
                      </a:lnTo>
                      <a:cubicBezTo>
                        <a:pt x="4348" y="1072"/>
                        <a:pt x="4285" y="1009"/>
                        <a:pt x="4159" y="946"/>
                      </a:cubicBezTo>
                      <a:lnTo>
                        <a:pt x="4159" y="347"/>
                      </a:lnTo>
                      <a:cubicBezTo>
                        <a:pt x="4159" y="158"/>
                        <a:pt x="4002" y="1"/>
                        <a:pt x="38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1" name="Google Shape;12520;p89">
                <a:extLst>
                  <a:ext uri="{FF2B5EF4-FFF2-40B4-BE49-F238E27FC236}">
                    <a16:creationId xmlns:a16="http://schemas.microsoft.com/office/drawing/2014/main" id="{5F6AF5D2-E1E1-79A8-271C-BBA3128BE1F0}"/>
                  </a:ext>
                </a:extLst>
              </p:cNvPr>
              <p:cNvGrpSpPr/>
              <p:nvPr/>
            </p:nvGrpSpPr>
            <p:grpSpPr>
              <a:xfrm>
                <a:off x="10314963" y="2661925"/>
                <a:ext cx="641288" cy="641288"/>
                <a:chOff x="-2419325" y="2408150"/>
                <a:chExt cx="291450" cy="291450"/>
              </a:xfrm>
              <a:grpFill/>
            </p:grpSpPr>
            <p:sp>
              <p:nvSpPr>
                <p:cNvPr id="120" name="Google Shape;12521;p89">
                  <a:extLst>
                    <a:ext uri="{FF2B5EF4-FFF2-40B4-BE49-F238E27FC236}">
                      <a16:creationId xmlns:a16="http://schemas.microsoft.com/office/drawing/2014/main" id="{18034B3C-B9F9-7FE9-22A8-4AC2D0C88B15}"/>
                    </a:ext>
                  </a:extLst>
                </p:cNvPr>
                <p:cNvSpPr/>
                <p:nvPr/>
              </p:nvSpPr>
              <p:spPr>
                <a:xfrm>
                  <a:off x="-2419325" y="2408150"/>
                  <a:ext cx="29145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58" extrusionOk="0">
                      <a:moveTo>
                        <a:pt x="8948" y="725"/>
                      </a:moveTo>
                      <a:lnTo>
                        <a:pt x="8948" y="2489"/>
                      </a:lnTo>
                      <a:lnTo>
                        <a:pt x="8948" y="10366"/>
                      </a:lnTo>
                      <a:cubicBezTo>
                        <a:pt x="8948" y="10586"/>
                        <a:pt x="9011" y="10838"/>
                        <a:pt x="9137" y="11027"/>
                      </a:cubicBezTo>
                      <a:lnTo>
                        <a:pt x="1733" y="11027"/>
                      </a:lnTo>
                      <a:cubicBezTo>
                        <a:pt x="1134" y="11027"/>
                        <a:pt x="662" y="10586"/>
                        <a:pt x="662" y="10019"/>
                      </a:cubicBezTo>
                      <a:lnTo>
                        <a:pt x="662" y="725"/>
                      </a:lnTo>
                      <a:close/>
                      <a:moveTo>
                        <a:pt x="11027" y="2836"/>
                      </a:moveTo>
                      <a:lnTo>
                        <a:pt x="11027" y="10366"/>
                      </a:lnTo>
                      <a:lnTo>
                        <a:pt x="10995" y="10366"/>
                      </a:lnTo>
                      <a:cubicBezTo>
                        <a:pt x="10995" y="10744"/>
                        <a:pt x="10680" y="11027"/>
                        <a:pt x="10334" y="11027"/>
                      </a:cubicBezTo>
                      <a:cubicBezTo>
                        <a:pt x="9987" y="11027"/>
                        <a:pt x="9672" y="10712"/>
                        <a:pt x="9672" y="10366"/>
                      </a:cubicBezTo>
                      <a:lnTo>
                        <a:pt x="9672" y="283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956"/>
                      </a:lnTo>
                      <a:cubicBezTo>
                        <a:pt x="0" y="10901"/>
                        <a:pt x="756" y="11657"/>
                        <a:pt x="1702" y="11657"/>
                      </a:cubicBezTo>
                      <a:lnTo>
                        <a:pt x="10302" y="11657"/>
                      </a:lnTo>
                      <a:cubicBezTo>
                        <a:pt x="11027" y="11657"/>
                        <a:pt x="11657" y="11027"/>
                        <a:pt x="11657" y="10271"/>
                      </a:cubicBezTo>
                      <a:lnTo>
                        <a:pt x="11657" y="2395"/>
                      </a:lnTo>
                      <a:cubicBezTo>
                        <a:pt x="11657" y="2300"/>
                        <a:pt x="11500" y="2143"/>
                        <a:pt x="11342" y="2143"/>
                      </a:cubicBezTo>
                      <a:lnTo>
                        <a:pt x="9641" y="2143"/>
                      </a:lnTo>
                      <a:lnTo>
                        <a:pt x="9641" y="347"/>
                      </a:lnTo>
                      <a:cubicBezTo>
                        <a:pt x="9641" y="158"/>
                        <a:pt x="9483" y="1"/>
                        <a:pt x="92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Google Shape;12522;p89">
                  <a:extLst>
                    <a:ext uri="{FF2B5EF4-FFF2-40B4-BE49-F238E27FC236}">
                      <a16:creationId xmlns:a16="http://schemas.microsoft.com/office/drawing/2014/main" id="{F75206B3-3777-37F8-9875-73C524971DF7}"/>
                    </a:ext>
                  </a:extLst>
                </p:cNvPr>
                <p:cNvSpPr/>
                <p:nvPr/>
              </p:nvSpPr>
              <p:spPr>
                <a:xfrm>
                  <a:off x="-2385475" y="2444375"/>
                  <a:ext cx="1733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3467" extrusionOk="0">
                      <a:moveTo>
                        <a:pt x="6207" y="694"/>
                      </a:moveTo>
                      <a:lnTo>
                        <a:pt x="6207" y="2742"/>
                      </a:lnTo>
                      <a:lnTo>
                        <a:pt x="694" y="2742"/>
                      </a:lnTo>
                      <a:lnTo>
                        <a:pt x="694" y="694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79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6554" y="3466"/>
                      </a:lnTo>
                      <a:cubicBezTo>
                        <a:pt x="6775" y="3466"/>
                        <a:pt x="6932" y="3309"/>
                        <a:pt x="6932" y="3120"/>
                      </a:cubicBezTo>
                      <a:lnTo>
                        <a:pt x="6932" y="379"/>
                      </a:lnTo>
                      <a:cubicBezTo>
                        <a:pt x="6869" y="158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Google Shape;12523;p89">
                  <a:extLst>
                    <a:ext uri="{FF2B5EF4-FFF2-40B4-BE49-F238E27FC236}">
                      <a16:creationId xmlns:a16="http://schemas.microsoft.com/office/drawing/2014/main" id="{AAE79FB5-F3AC-BB55-9A87-E680B1C43CB0}"/>
                    </a:ext>
                  </a:extLst>
                </p:cNvPr>
                <p:cNvSpPr/>
                <p:nvPr/>
              </p:nvSpPr>
              <p:spPr>
                <a:xfrm>
                  <a:off x="-2385475" y="25459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2742" y="757"/>
                      </a:moveTo>
                      <a:lnTo>
                        <a:pt x="2742" y="2805"/>
                      </a:lnTo>
                      <a:lnTo>
                        <a:pt x="694" y="2805"/>
                      </a:lnTo>
                      <a:lnTo>
                        <a:pt x="694" y="757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3088" y="3466"/>
                      </a:lnTo>
                      <a:cubicBezTo>
                        <a:pt x="3309" y="3466"/>
                        <a:pt x="3467" y="3309"/>
                        <a:pt x="3467" y="3120"/>
                      </a:cubicBezTo>
                      <a:lnTo>
                        <a:pt x="3467" y="347"/>
                      </a:lnTo>
                      <a:cubicBezTo>
                        <a:pt x="3467" y="158"/>
                        <a:pt x="3309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Google Shape;12524;p89">
                  <a:extLst>
                    <a:ext uri="{FF2B5EF4-FFF2-40B4-BE49-F238E27FC236}">
                      <a16:creationId xmlns:a16="http://schemas.microsoft.com/office/drawing/2014/main" id="{D74F7901-7F49-BF85-008D-1C516C1916E1}"/>
                    </a:ext>
                  </a:extLst>
                </p:cNvPr>
                <p:cNvSpPr/>
                <p:nvPr/>
              </p:nvSpPr>
              <p:spPr>
                <a:xfrm>
                  <a:off x="-2281500" y="2546775"/>
                  <a:ext cx="69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7"/>
                        <a:pt x="2773" y="378"/>
                      </a:cubicBezTo>
                      <a:cubicBezTo>
                        <a:pt x="2710" y="158"/>
                        <a:pt x="2553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Google Shape;12525;p89">
                  <a:extLst>
                    <a:ext uri="{FF2B5EF4-FFF2-40B4-BE49-F238E27FC236}">
                      <a16:creationId xmlns:a16="http://schemas.microsoft.com/office/drawing/2014/main" id="{1460E750-0ADB-8B71-7AC0-BF7A9A9D24C7}"/>
                    </a:ext>
                  </a:extLst>
                </p:cNvPr>
                <p:cNvSpPr/>
                <p:nvPr/>
              </p:nvSpPr>
              <p:spPr>
                <a:xfrm>
                  <a:off x="-2281500" y="2581425"/>
                  <a:ext cx="69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8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Google Shape;12526;p89">
                  <a:extLst>
                    <a:ext uri="{FF2B5EF4-FFF2-40B4-BE49-F238E27FC236}">
                      <a16:creationId xmlns:a16="http://schemas.microsoft.com/office/drawing/2014/main" id="{872F0C8B-A2C8-C848-878A-93E27C275D9A}"/>
                    </a:ext>
                  </a:extLst>
                </p:cNvPr>
                <p:cNvSpPr/>
                <p:nvPr/>
              </p:nvSpPr>
              <p:spPr>
                <a:xfrm>
                  <a:off x="-2281500" y="2616075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616" y="694"/>
                        <a:pt x="2773" y="536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Google Shape;12527;p89">
                  <a:extLst>
                    <a:ext uri="{FF2B5EF4-FFF2-40B4-BE49-F238E27FC236}">
                      <a16:creationId xmlns:a16="http://schemas.microsoft.com/office/drawing/2014/main" id="{B02239CC-F3EC-2CF5-9533-804570CF5A72}"/>
                    </a:ext>
                  </a:extLst>
                </p:cNvPr>
                <p:cNvSpPr/>
                <p:nvPr/>
              </p:nvSpPr>
              <p:spPr>
                <a:xfrm>
                  <a:off x="-2385475" y="2649150"/>
                  <a:ext cx="1733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726" extrusionOk="0">
                      <a:moveTo>
                        <a:pt x="348" y="1"/>
                      </a:moveTo>
                      <a:cubicBezTo>
                        <a:pt x="159" y="1"/>
                        <a:pt x="1" y="159"/>
                        <a:pt x="1" y="379"/>
                      </a:cubicBezTo>
                      <a:cubicBezTo>
                        <a:pt x="1" y="568"/>
                        <a:pt x="159" y="726"/>
                        <a:pt x="348" y="726"/>
                      </a:cubicBezTo>
                      <a:lnTo>
                        <a:pt x="6554" y="726"/>
                      </a:lnTo>
                      <a:cubicBezTo>
                        <a:pt x="6775" y="726"/>
                        <a:pt x="6932" y="568"/>
                        <a:pt x="6932" y="379"/>
                      </a:cubicBezTo>
                      <a:cubicBezTo>
                        <a:pt x="6869" y="159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2" name="Google Shape;12535;p89">
                <a:extLst>
                  <a:ext uri="{FF2B5EF4-FFF2-40B4-BE49-F238E27FC236}">
                    <a16:creationId xmlns:a16="http://schemas.microsoft.com/office/drawing/2014/main" id="{A7B55494-9742-D532-8131-5256EB00416D}"/>
                  </a:ext>
                </a:extLst>
              </p:cNvPr>
              <p:cNvGrpSpPr/>
              <p:nvPr/>
            </p:nvGrpSpPr>
            <p:grpSpPr>
              <a:xfrm>
                <a:off x="2872448" y="2661924"/>
                <a:ext cx="649979" cy="641288"/>
                <a:chOff x="-5637575" y="2397900"/>
                <a:chExt cx="295400" cy="291450"/>
              </a:xfrm>
              <a:grpFill/>
            </p:grpSpPr>
            <p:sp>
              <p:nvSpPr>
                <p:cNvPr id="116" name="Google Shape;12536;p89">
                  <a:extLst>
                    <a:ext uri="{FF2B5EF4-FFF2-40B4-BE49-F238E27FC236}">
                      <a16:creationId xmlns:a16="http://schemas.microsoft.com/office/drawing/2014/main" id="{1B7261A8-8625-E4F5-DB74-486F66BDCC70}"/>
                    </a:ext>
                  </a:extLst>
                </p:cNvPr>
                <p:cNvSpPr/>
                <p:nvPr/>
              </p:nvSpPr>
              <p:spPr>
                <a:xfrm>
                  <a:off x="-5575350" y="2547550"/>
                  <a:ext cx="79575" cy="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" h="3530" extrusionOk="0">
                      <a:moveTo>
                        <a:pt x="1088" y="1"/>
                      </a:moveTo>
                      <a:cubicBezTo>
                        <a:pt x="1001" y="1"/>
                        <a:pt x="915" y="32"/>
                        <a:pt x="852" y="95"/>
                      </a:cubicBezTo>
                      <a:lnTo>
                        <a:pt x="379" y="568"/>
                      </a:lnTo>
                      <a:cubicBezTo>
                        <a:pt x="1" y="978"/>
                        <a:pt x="1" y="1639"/>
                        <a:pt x="379" y="2017"/>
                      </a:cubicBezTo>
                      <a:cubicBezTo>
                        <a:pt x="584" y="2222"/>
                        <a:pt x="852" y="2324"/>
                        <a:pt x="1115" y="2324"/>
                      </a:cubicBezTo>
                      <a:cubicBezTo>
                        <a:pt x="1379" y="2324"/>
                        <a:pt x="1639" y="2222"/>
                        <a:pt x="1828" y="2017"/>
                      </a:cubicBezTo>
                      <a:cubicBezTo>
                        <a:pt x="1891" y="1970"/>
                        <a:pt x="1986" y="1946"/>
                        <a:pt x="2076" y="1946"/>
                      </a:cubicBezTo>
                      <a:cubicBezTo>
                        <a:pt x="2167" y="1946"/>
                        <a:pt x="2253" y="1970"/>
                        <a:pt x="2301" y="2017"/>
                      </a:cubicBezTo>
                      <a:cubicBezTo>
                        <a:pt x="2427" y="2143"/>
                        <a:pt x="2427" y="2395"/>
                        <a:pt x="2301" y="2490"/>
                      </a:cubicBezTo>
                      <a:lnTo>
                        <a:pt x="1828" y="2962"/>
                      </a:lnTo>
                      <a:cubicBezTo>
                        <a:pt x="1734" y="3088"/>
                        <a:pt x="1734" y="3340"/>
                        <a:pt x="1828" y="3435"/>
                      </a:cubicBezTo>
                      <a:cubicBezTo>
                        <a:pt x="1891" y="3498"/>
                        <a:pt x="1986" y="3529"/>
                        <a:pt x="2076" y="3529"/>
                      </a:cubicBezTo>
                      <a:cubicBezTo>
                        <a:pt x="2167" y="3529"/>
                        <a:pt x="2253" y="3498"/>
                        <a:pt x="2301" y="3435"/>
                      </a:cubicBezTo>
                      <a:lnTo>
                        <a:pt x="2773" y="2962"/>
                      </a:lnTo>
                      <a:cubicBezTo>
                        <a:pt x="3183" y="2584"/>
                        <a:pt x="3183" y="1923"/>
                        <a:pt x="2773" y="1513"/>
                      </a:cubicBezTo>
                      <a:cubicBezTo>
                        <a:pt x="2569" y="1293"/>
                        <a:pt x="2309" y="1182"/>
                        <a:pt x="2049" y="1182"/>
                      </a:cubicBezTo>
                      <a:cubicBezTo>
                        <a:pt x="1789" y="1182"/>
                        <a:pt x="1529" y="1293"/>
                        <a:pt x="1324" y="1513"/>
                      </a:cubicBezTo>
                      <a:cubicBezTo>
                        <a:pt x="1261" y="1576"/>
                        <a:pt x="1174" y="1608"/>
                        <a:pt x="1088" y="1608"/>
                      </a:cubicBezTo>
                      <a:cubicBezTo>
                        <a:pt x="1001" y="1608"/>
                        <a:pt x="915" y="1576"/>
                        <a:pt x="852" y="1513"/>
                      </a:cubicBezTo>
                      <a:cubicBezTo>
                        <a:pt x="726" y="1387"/>
                        <a:pt x="726" y="1167"/>
                        <a:pt x="852" y="1041"/>
                      </a:cubicBezTo>
                      <a:lnTo>
                        <a:pt x="1324" y="568"/>
                      </a:lnTo>
                      <a:cubicBezTo>
                        <a:pt x="1450" y="442"/>
                        <a:pt x="1450" y="221"/>
                        <a:pt x="1324" y="95"/>
                      </a:cubicBezTo>
                      <a:cubicBezTo>
                        <a:pt x="1261" y="32"/>
                        <a:pt x="1174" y="1"/>
                        <a:pt x="1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Google Shape;12537;p89">
                  <a:extLst>
                    <a:ext uri="{FF2B5EF4-FFF2-40B4-BE49-F238E27FC236}">
                      <a16:creationId xmlns:a16="http://schemas.microsoft.com/office/drawing/2014/main" id="{E82F9A56-5CF5-6D7C-FC3B-D7C8B0EA8136}"/>
                    </a:ext>
                  </a:extLst>
                </p:cNvPr>
                <p:cNvSpPr/>
                <p:nvPr/>
              </p:nvSpPr>
              <p:spPr>
                <a:xfrm>
                  <a:off x="-5526500" y="2499525"/>
                  <a:ext cx="85075" cy="8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3" h="3269" extrusionOk="0">
                      <a:moveTo>
                        <a:pt x="1107" y="0"/>
                      </a:moveTo>
                      <a:cubicBezTo>
                        <a:pt x="1016" y="0"/>
                        <a:pt x="930" y="32"/>
                        <a:pt x="882" y="95"/>
                      </a:cubicBezTo>
                      <a:lnTo>
                        <a:pt x="410" y="567"/>
                      </a:lnTo>
                      <a:cubicBezTo>
                        <a:pt x="0" y="945"/>
                        <a:pt x="0" y="1638"/>
                        <a:pt x="410" y="2016"/>
                      </a:cubicBezTo>
                      <a:lnTo>
                        <a:pt x="882" y="2489"/>
                      </a:lnTo>
                      <a:lnTo>
                        <a:pt x="1355" y="2962"/>
                      </a:lnTo>
                      <a:cubicBezTo>
                        <a:pt x="1544" y="3166"/>
                        <a:pt x="1804" y="3269"/>
                        <a:pt x="2068" y="3269"/>
                      </a:cubicBezTo>
                      <a:cubicBezTo>
                        <a:pt x="2332" y="3269"/>
                        <a:pt x="2599" y="3166"/>
                        <a:pt x="2804" y="2962"/>
                      </a:cubicBezTo>
                      <a:lnTo>
                        <a:pt x="3277" y="2489"/>
                      </a:lnTo>
                      <a:cubicBezTo>
                        <a:pt x="3403" y="2363"/>
                        <a:pt x="3403" y="2142"/>
                        <a:pt x="3277" y="2016"/>
                      </a:cubicBezTo>
                      <a:cubicBezTo>
                        <a:pt x="3178" y="1918"/>
                        <a:pt x="3070" y="1870"/>
                        <a:pt x="2977" y="1870"/>
                      </a:cubicBezTo>
                      <a:cubicBezTo>
                        <a:pt x="2892" y="1870"/>
                        <a:pt x="2818" y="1910"/>
                        <a:pt x="2773" y="1985"/>
                      </a:cubicBezTo>
                      <a:lnTo>
                        <a:pt x="2300" y="2457"/>
                      </a:lnTo>
                      <a:cubicBezTo>
                        <a:pt x="2237" y="2520"/>
                        <a:pt x="2143" y="2552"/>
                        <a:pt x="2052" y="2552"/>
                      </a:cubicBezTo>
                      <a:cubicBezTo>
                        <a:pt x="1961" y="2552"/>
                        <a:pt x="1875" y="2520"/>
                        <a:pt x="1827" y="2457"/>
                      </a:cubicBezTo>
                      <a:lnTo>
                        <a:pt x="1575" y="2205"/>
                      </a:lnTo>
                      <a:lnTo>
                        <a:pt x="2300" y="1512"/>
                      </a:lnTo>
                      <a:cubicBezTo>
                        <a:pt x="2395" y="1386"/>
                        <a:pt x="2395" y="1134"/>
                        <a:pt x="2300" y="1040"/>
                      </a:cubicBezTo>
                      <a:cubicBezTo>
                        <a:pt x="2237" y="977"/>
                        <a:pt x="2143" y="945"/>
                        <a:pt x="2052" y="945"/>
                      </a:cubicBezTo>
                      <a:cubicBezTo>
                        <a:pt x="1961" y="945"/>
                        <a:pt x="1875" y="977"/>
                        <a:pt x="1827" y="1040"/>
                      </a:cubicBezTo>
                      <a:lnTo>
                        <a:pt x="1103" y="1733"/>
                      </a:lnTo>
                      <a:lnTo>
                        <a:pt x="882" y="1512"/>
                      </a:lnTo>
                      <a:cubicBezTo>
                        <a:pt x="756" y="1386"/>
                        <a:pt x="756" y="1166"/>
                        <a:pt x="882" y="1040"/>
                      </a:cubicBezTo>
                      <a:lnTo>
                        <a:pt x="1355" y="567"/>
                      </a:lnTo>
                      <a:cubicBezTo>
                        <a:pt x="1449" y="441"/>
                        <a:pt x="1449" y="221"/>
                        <a:pt x="1355" y="95"/>
                      </a:cubicBezTo>
                      <a:cubicBezTo>
                        <a:pt x="1292" y="32"/>
                        <a:pt x="1197" y="0"/>
                        <a:pt x="110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Google Shape;12538;p89">
                  <a:extLst>
                    <a:ext uri="{FF2B5EF4-FFF2-40B4-BE49-F238E27FC236}">
                      <a16:creationId xmlns:a16="http://schemas.microsoft.com/office/drawing/2014/main" id="{E3CF5867-EA74-E44A-4784-EF14C57BF7FD}"/>
                    </a:ext>
                  </a:extLst>
                </p:cNvPr>
                <p:cNvSpPr/>
                <p:nvPr/>
              </p:nvSpPr>
              <p:spPr>
                <a:xfrm>
                  <a:off x="-5480050" y="2456975"/>
                  <a:ext cx="80375" cy="7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026" extrusionOk="0">
                      <a:moveTo>
                        <a:pt x="1100" y="686"/>
                      </a:moveTo>
                      <a:cubicBezTo>
                        <a:pt x="1190" y="686"/>
                        <a:pt x="1277" y="710"/>
                        <a:pt x="1324" y="757"/>
                      </a:cubicBezTo>
                      <a:lnTo>
                        <a:pt x="2332" y="1765"/>
                      </a:lnTo>
                      <a:cubicBezTo>
                        <a:pt x="2490" y="1860"/>
                        <a:pt x="2490" y="2112"/>
                        <a:pt x="2332" y="2238"/>
                      </a:cubicBezTo>
                      <a:cubicBezTo>
                        <a:pt x="2269" y="2285"/>
                        <a:pt x="2183" y="2309"/>
                        <a:pt x="2096" y="2309"/>
                      </a:cubicBezTo>
                      <a:cubicBezTo>
                        <a:pt x="2009" y="2309"/>
                        <a:pt x="1923" y="2285"/>
                        <a:pt x="1860" y="2238"/>
                      </a:cubicBezTo>
                      <a:lnTo>
                        <a:pt x="852" y="1229"/>
                      </a:lnTo>
                      <a:cubicBezTo>
                        <a:pt x="757" y="1135"/>
                        <a:pt x="757" y="883"/>
                        <a:pt x="852" y="757"/>
                      </a:cubicBezTo>
                      <a:cubicBezTo>
                        <a:pt x="915" y="710"/>
                        <a:pt x="1009" y="686"/>
                        <a:pt x="1100" y="686"/>
                      </a:cubicBezTo>
                      <a:close/>
                      <a:moveTo>
                        <a:pt x="1119" y="1"/>
                      </a:moveTo>
                      <a:cubicBezTo>
                        <a:pt x="852" y="1"/>
                        <a:pt x="584" y="95"/>
                        <a:pt x="379" y="284"/>
                      </a:cubicBezTo>
                      <a:cubicBezTo>
                        <a:pt x="1" y="694"/>
                        <a:pt x="1" y="1356"/>
                        <a:pt x="379" y="1765"/>
                      </a:cubicBezTo>
                      <a:lnTo>
                        <a:pt x="1387" y="2742"/>
                      </a:lnTo>
                      <a:cubicBezTo>
                        <a:pt x="1576" y="2931"/>
                        <a:pt x="1836" y="3025"/>
                        <a:pt x="2100" y="3025"/>
                      </a:cubicBezTo>
                      <a:cubicBezTo>
                        <a:pt x="2364" y="3025"/>
                        <a:pt x="2632" y="2931"/>
                        <a:pt x="2836" y="2742"/>
                      </a:cubicBezTo>
                      <a:cubicBezTo>
                        <a:pt x="3214" y="2332"/>
                        <a:pt x="3214" y="1671"/>
                        <a:pt x="2836" y="1293"/>
                      </a:cubicBezTo>
                      <a:lnTo>
                        <a:pt x="1860" y="284"/>
                      </a:lnTo>
                      <a:cubicBezTo>
                        <a:pt x="1655" y="95"/>
                        <a:pt x="1387" y="1"/>
                        <a:pt x="1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Google Shape;12539;p89">
                  <a:extLst>
                    <a:ext uri="{FF2B5EF4-FFF2-40B4-BE49-F238E27FC236}">
                      <a16:creationId xmlns:a16="http://schemas.microsoft.com/office/drawing/2014/main" id="{6691E5E3-B413-C81D-FF1F-AC3BCD7C5D0E}"/>
                    </a:ext>
                  </a:extLst>
                </p:cNvPr>
                <p:cNvSpPr/>
                <p:nvPr/>
              </p:nvSpPr>
              <p:spPr>
                <a:xfrm>
                  <a:off x="-5637575" y="2397900"/>
                  <a:ext cx="2954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11658" extrusionOk="0">
                      <a:moveTo>
                        <a:pt x="9185" y="1479"/>
                      </a:moveTo>
                      <a:cubicBezTo>
                        <a:pt x="9245" y="1479"/>
                        <a:pt x="9245" y="1482"/>
                        <a:pt x="9263" y="1482"/>
                      </a:cubicBezTo>
                      <a:cubicBezTo>
                        <a:pt x="9421" y="1482"/>
                        <a:pt x="9579" y="1513"/>
                        <a:pt x="9673" y="1545"/>
                      </a:cubicBezTo>
                      <a:lnTo>
                        <a:pt x="9106" y="2143"/>
                      </a:lnTo>
                      <a:cubicBezTo>
                        <a:pt x="8980" y="2269"/>
                        <a:pt x="8980" y="2490"/>
                        <a:pt x="9106" y="2616"/>
                      </a:cubicBezTo>
                      <a:cubicBezTo>
                        <a:pt x="9153" y="2679"/>
                        <a:pt x="9240" y="2710"/>
                        <a:pt x="9330" y="2710"/>
                      </a:cubicBezTo>
                      <a:cubicBezTo>
                        <a:pt x="9421" y="2710"/>
                        <a:pt x="9515" y="2679"/>
                        <a:pt x="9579" y="2616"/>
                      </a:cubicBezTo>
                      <a:lnTo>
                        <a:pt x="10146" y="2017"/>
                      </a:lnTo>
                      <a:cubicBezTo>
                        <a:pt x="10272" y="2175"/>
                        <a:pt x="10303" y="2332"/>
                        <a:pt x="10303" y="2553"/>
                      </a:cubicBezTo>
                      <a:lnTo>
                        <a:pt x="10146" y="5325"/>
                      </a:lnTo>
                      <a:cubicBezTo>
                        <a:pt x="10114" y="5798"/>
                        <a:pt x="9925" y="6239"/>
                        <a:pt x="9515" y="6554"/>
                      </a:cubicBezTo>
                      <a:lnTo>
                        <a:pt x="9484" y="6585"/>
                      </a:lnTo>
                      <a:lnTo>
                        <a:pt x="8570" y="7499"/>
                      </a:lnTo>
                      <a:cubicBezTo>
                        <a:pt x="5231" y="10902"/>
                        <a:pt x="5829" y="10303"/>
                        <a:pt x="5199" y="10902"/>
                      </a:cubicBezTo>
                      <a:cubicBezTo>
                        <a:pt x="5136" y="10949"/>
                        <a:pt x="5050" y="10972"/>
                        <a:pt x="4963" y="10972"/>
                      </a:cubicBezTo>
                      <a:cubicBezTo>
                        <a:pt x="4876" y="10972"/>
                        <a:pt x="4790" y="10949"/>
                        <a:pt x="4727" y="10902"/>
                      </a:cubicBezTo>
                      <a:lnTo>
                        <a:pt x="820" y="6995"/>
                      </a:lnTo>
                      <a:cubicBezTo>
                        <a:pt x="694" y="6869"/>
                        <a:pt x="694" y="6648"/>
                        <a:pt x="820" y="6522"/>
                      </a:cubicBezTo>
                      <a:lnTo>
                        <a:pt x="5262" y="2112"/>
                      </a:lnTo>
                      <a:cubicBezTo>
                        <a:pt x="5577" y="1797"/>
                        <a:pt x="5987" y="1639"/>
                        <a:pt x="6365" y="1608"/>
                      </a:cubicBezTo>
                      <a:cubicBezTo>
                        <a:pt x="8503" y="1495"/>
                        <a:pt x="9033" y="1479"/>
                        <a:pt x="9185" y="1479"/>
                      </a:cubicBezTo>
                      <a:close/>
                      <a:moveTo>
                        <a:pt x="11422" y="1"/>
                      </a:moveTo>
                      <a:cubicBezTo>
                        <a:pt x="11335" y="1"/>
                        <a:pt x="11248" y="32"/>
                        <a:pt x="11185" y="95"/>
                      </a:cubicBezTo>
                      <a:lnTo>
                        <a:pt x="10240" y="1041"/>
                      </a:lnTo>
                      <a:cubicBezTo>
                        <a:pt x="9958" y="871"/>
                        <a:pt x="9650" y="752"/>
                        <a:pt x="9316" y="752"/>
                      </a:cubicBezTo>
                      <a:cubicBezTo>
                        <a:pt x="9278" y="752"/>
                        <a:pt x="9239" y="754"/>
                        <a:pt x="9200" y="757"/>
                      </a:cubicBezTo>
                      <a:lnTo>
                        <a:pt x="6428" y="883"/>
                      </a:lnTo>
                      <a:cubicBezTo>
                        <a:pt x="5829" y="915"/>
                        <a:pt x="5262" y="1167"/>
                        <a:pt x="4853" y="1608"/>
                      </a:cubicBezTo>
                      <a:lnTo>
                        <a:pt x="379" y="6018"/>
                      </a:lnTo>
                      <a:cubicBezTo>
                        <a:pt x="1" y="6396"/>
                        <a:pt x="1" y="7058"/>
                        <a:pt x="379" y="7468"/>
                      </a:cubicBezTo>
                      <a:lnTo>
                        <a:pt x="4286" y="11374"/>
                      </a:lnTo>
                      <a:cubicBezTo>
                        <a:pt x="4490" y="11563"/>
                        <a:pt x="4758" y="11658"/>
                        <a:pt x="5022" y="11658"/>
                      </a:cubicBezTo>
                      <a:cubicBezTo>
                        <a:pt x="5286" y="11658"/>
                        <a:pt x="5546" y="11563"/>
                        <a:pt x="5735" y="11374"/>
                      </a:cubicBezTo>
                      <a:lnTo>
                        <a:pt x="9137" y="7972"/>
                      </a:lnTo>
                      <a:lnTo>
                        <a:pt x="10051" y="7058"/>
                      </a:lnTo>
                      <a:cubicBezTo>
                        <a:pt x="10555" y="6648"/>
                        <a:pt x="10870" y="6018"/>
                        <a:pt x="10902" y="5388"/>
                      </a:cubicBezTo>
                      <a:lnTo>
                        <a:pt x="11059" y="2584"/>
                      </a:lnTo>
                      <a:cubicBezTo>
                        <a:pt x="11059" y="2238"/>
                        <a:pt x="10996" y="1828"/>
                        <a:pt x="10776" y="1545"/>
                      </a:cubicBezTo>
                      <a:lnTo>
                        <a:pt x="11721" y="600"/>
                      </a:lnTo>
                      <a:cubicBezTo>
                        <a:pt x="11815" y="442"/>
                        <a:pt x="11815" y="221"/>
                        <a:pt x="11658" y="95"/>
                      </a:cubicBezTo>
                      <a:cubicBezTo>
                        <a:pt x="11595" y="32"/>
                        <a:pt x="11508" y="1"/>
                        <a:pt x="114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3" name="Google Shape;12546;p89">
                <a:extLst>
                  <a:ext uri="{FF2B5EF4-FFF2-40B4-BE49-F238E27FC236}">
                    <a16:creationId xmlns:a16="http://schemas.microsoft.com/office/drawing/2014/main" id="{D26EF81F-CB7F-ADA4-DF6B-413EC80ADE92}"/>
                  </a:ext>
                </a:extLst>
              </p:cNvPr>
              <p:cNvGrpSpPr/>
              <p:nvPr/>
            </p:nvGrpSpPr>
            <p:grpSpPr>
              <a:xfrm>
                <a:off x="6981824" y="2659341"/>
                <a:ext cx="648218" cy="646458"/>
                <a:chOff x="-3854375" y="2405000"/>
                <a:chExt cx="294600" cy="293800"/>
              </a:xfrm>
              <a:grpFill/>
            </p:grpSpPr>
            <p:sp>
              <p:nvSpPr>
                <p:cNvPr id="114" name="Google Shape;12547;p89">
                  <a:extLst>
                    <a:ext uri="{FF2B5EF4-FFF2-40B4-BE49-F238E27FC236}">
                      <a16:creationId xmlns:a16="http://schemas.microsoft.com/office/drawing/2014/main" id="{BF9FC309-8132-788A-B975-178E2999E870}"/>
                    </a:ext>
                  </a:extLst>
                </p:cNvPr>
                <p:cNvSpPr/>
                <p:nvPr/>
              </p:nvSpPr>
              <p:spPr>
                <a:xfrm>
                  <a:off x="-3854375" y="2405000"/>
                  <a:ext cx="2946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2" extrusionOk="0">
                      <a:moveTo>
                        <a:pt x="6994" y="694"/>
                      </a:moveTo>
                      <a:lnTo>
                        <a:pt x="6994" y="1103"/>
                      </a:lnTo>
                      <a:cubicBezTo>
                        <a:pt x="6994" y="1261"/>
                        <a:pt x="7120" y="1387"/>
                        <a:pt x="7278" y="1418"/>
                      </a:cubicBezTo>
                      <a:cubicBezTo>
                        <a:pt x="7467" y="1481"/>
                        <a:pt x="7719" y="1576"/>
                        <a:pt x="7908" y="1702"/>
                      </a:cubicBezTo>
                      <a:cubicBezTo>
                        <a:pt x="7954" y="1736"/>
                        <a:pt x="8009" y="1750"/>
                        <a:pt x="8066" y="1750"/>
                      </a:cubicBezTo>
                      <a:cubicBezTo>
                        <a:pt x="8164" y="1750"/>
                        <a:pt x="8269" y="1710"/>
                        <a:pt x="8349" y="1670"/>
                      </a:cubicBezTo>
                      <a:lnTo>
                        <a:pt x="8664" y="1355"/>
                      </a:lnTo>
                      <a:lnTo>
                        <a:pt x="9137" y="1828"/>
                      </a:lnTo>
                      <a:lnTo>
                        <a:pt x="8822" y="2143"/>
                      </a:lnTo>
                      <a:cubicBezTo>
                        <a:pt x="8696" y="2269"/>
                        <a:pt x="8696" y="2426"/>
                        <a:pt x="8759" y="2584"/>
                      </a:cubicBezTo>
                      <a:cubicBezTo>
                        <a:pt x="8885" y="2773"/>
                        <a:pt x="8979" y="2962"/>
                        <a:pt x="9042" y="3214"/>
                      </a:cubicBezTo>
                      <a:cubicBezTo>
                        <a:pt x="9074" y="3372"/>
                        <a:pt x="9200" y="3466"/>
                        <a:pt x="9357" y="3466"/>
                      </a:cubicBezTo>
                      <a:lnTo>
                        <a:pt x="9798" y="3466"/>
                      </a:lnTo>
                      <a:lnTo>
                        <a:pt x="9798" y="4159"/>
                      </a:lnTo>
                      <a:lnTo>
                        <a:pt x="9357" y="4159"/>
                      </a:lnTo>
                      <a:cubicBezTo>
                        <a:pt x="9200" y="4159"/>
                        <a:pt x="9074" y="4222"/>
                        <a:pt x="9042" y="4380"/>
                      </a:cubicBezTo>
                      <a:cubicBezTo>
                        <a:pt x="9011" y="4569"/>
                        <a:pt x="8885" y="4821"/>
                        <a:pt x="8759" y="5010"/>
                      </a:cubicBezTo>
                      <a:cubicBezTo>
                        <a:pt x="8696" y="5136"/>
                        <a:pt x="8727" y="5325"/>
                        <a:pt x="8822" y="5451"/>
                      </a:cubicBezTo>
                      <a:lnTo>
                        <a:pt x="9137" y="5766"/>
                      </a:lnTo>
                      <a:lnTo>
                        <a:pt x="8664" y="6238"/>
                      </a:lnTo>
                      <a:lnTo>
                        <a:pt x="8349" y="5923"/>
                      </a:lnTo>
                      <a:cubicBezTo>
                        <a:pt x="8275" y="5850"/>
                        <a:pt x="8191" y="5819"/>
                        <a:pt x="8101" y="5819"/>
                      </a:cubicBezTo>
                      <a:cubicBezTo>
                        <a:pt x="8038" y="5819"/>
                        <a:pt x="7973" y="5834"/>
                        <a:pt x="7908" y="5860"/>
                      </a:cubicBezTo>
                      <a:cubicBezTo>
                        <a:pt x="7719" y="5986"/>
                        <a:pt x="7498" y="6081"/>
                        <a:pt x="7278" y="6144"/>
                      </a:cubicBezTo>
                      <a:cubicBezTo>
                        <a:pt x="7120" y="6175"/>
                        <a:pt x="6994" y="6301"/>
                        <a:pt x="6994" y="6459"/>
                      </a:cubicBezTo>
                      <a:lnTo>
                        <a:pt x="6994" y="6900"/>
                      </a:lnTo>
                      <a:lnTo>
                        <a:pt x="6333" y="6900"/>
                      </a:lnTo>
                      <a:lnTo>
                        <a:pt x="6333" y="6459"/>
                      </a:lnTo>
                      <a:cubicBezTo>
                        <a:pt x="6333" y="6301"/>
                        <a:pt x="6207" y="6207"/>
                        <a:pt x="6049" y="6144"/>
                      </a:cubicBezTo>
                      <a:cubicBezTo>
                        <a:pt x="5860" y="6112"/>
                        <a:pt x="5608" y="5986"/>
                        <a:pt x="5419" y="5860"/>
                      </a:cubicBezTo>
                      <a:cubicBezTo>
                        <a:pt x="5374" y="5838"/>
                        <a:pt x="5322" y="5828"/>
                        <a:pt x="5267" y="5828"/>
                      </a:cubicBezTo>
                      <a:cubicBezTo>
                        <a:pt x="5167" y="5828"/>
                        <a:pt x="5059" y="5862"/>
                        <a:pt x="4978" y="5923"/>
                      </a:cubicBezTo>
                      <a:lnTo>
                        <a:pt x="4663" y="6238"/>
                      </a:lnTo>
                      <a:lnTo>
                        <a:pt x="4190" y="5766"/>
                      </a:lnTo>
                      <a:lnTo>
                        <a:pt x="4505" y="5451"/>
                      </a:lnTo>
                      <a:cubicBezTo>
                        <a:pt x="4631" y="5325"/>
                        <a:pt x="4631" y="5167"/>
                        <a:pt x="4568" y="5010"/>
                      </a:cubicBezTo>
                      <a:cubicBezTo>
                        <a:pt x="4442" y="4821"/>
                        <a:pt x="4348" y="4632"/>
                        <a:pt x="4285" y="4380"/>
                      </a:cubicBezTo>
                      <a:cubicBezTo>
                        <a:pt x="4253" y="4254"/>
                        <a:pt x="4127" y="4159"/>
                        <a:pt x="4001" y="4159"/>
                      </a:cubicBezTo>
                      <a:lnTo>
                        <a:pt x="3529" y="4159"/>
                      </a:lnTo>
                      <a:lnTo>
                        <a:pt x="3529" y="3466"/>
                      </a:lnTo>
                      <a:lnTo>
                        <a:pt x="3970" y="3466"/>
                      </a:lnTo>
                      <a:cubicBezTo>
                        <a:pt x="4127" y="3466"/>
                        <a:pt x="4253" y="3372"/>
                        <a:pt x="4285" y="3214"/>
                      </a:cubicBezTo>
                      <a:cubicBezTo>
                        <a:pt x="4316" y="2993"/>
                        <a:pt x="4442" y="2773"/>
                        <a:pt x="4568" y="2584"/>
                      </a:cubicBezTo>
                      <a:cubicBezTo>
                        <a:pt x="4631" y="2458"/>
                        <a:pt x="4600" y="2269"/>
                        <a:pt x="4505" y="2143"/>
                      </a:cubicBezTo>
                      <a:lnTo>
                        <a:pt x="4190" y="1828"/>
                      </a:lnTo>
                      <a:lnTo>
                        <a:pt x="4663" y="1355"/>
                      </a:lnTo>
                      <a:lnTo>
                        <a:pt x="4978" y="1670"/>
                      </a:lnTo>
                      <a:cubicBezTo>
                        <a:pt x="5046" y="1738"/>
                        <a:pt x="5122" y="1769"/>
                        <a:pt x="5203" y="1769"/>
                      </a:cubicBezTo>
                      <a:cubicBezTo>
                        <a:pt x="5273" y="1769"/>
                        <a:pt x="5346" y="1746"/>
                        <a:pt x="5419" y="1702"/>
                      </a:cubicBezTo>
                      <a:cubicBezTo>
                        <a:pt x="5608" y="1576"/>
                        <a:pt x="5829" y="1513"/>
                        <a:pt x="6049" y="1418"/>
                      </a:cubicBezTo>
                      <a:cubicBezTo>
                        <a:pt x="6207" y="1387"/>
                        <a:pt x="6333" y="1261"/>
                        <a:pt x="6333" y="1103"/>
                      </a:cubicBezTo>
                      <a:lnTo>
                        <a:pt x="6333" y="694"/>
                      </a:lnTo>
                      <a:close/>
                      <a:moveTo>
                        <a:pt x="10964" y="4821"/>
                      </a:moveTo>
                      <a:lnTo>
                        <a:pt x="9830" y="8255"/>
                      </a:lnTo>
                      <a:lnTo>
                        <a:pt x="2773" y="8255"/>
                      </a:lnTo>
                      <a:lnTo>
                        <a:pt x="2143" y="4821"/>
                      </a:lnTo>
                      <a:lnTo>
                        <a:pt x="3686" y="4821"/>
                      </a:lnTo>
                      <a:cubicBezTo>
                        <a:pt x="3718" y="4947"/>
                        <a:pt x="3781" y="5010"/>
                        <a:pt x="3812" y="5136"/>
                      </a:cubicBezTo>
                      <a:lnTo>
                        <a:pt x="3466" y="5482"/>
                      </a:lnTo>
                      <a:cubicBezTo>
                        <a:pt x="3340" y="5608"/>
                        <a:pt x="3340" y="5829"/>
                        <a:pt x="3466" y="5955"/>
                      </a:cubicBezTo>
                      <a:lnTo>
                        <a:pt x="4442" y="6932"/>
                      </a:lnTo>
                      <a:cubicBezTo>
                        <a:pt x="4505" y="6995"/>
                        <a:pt x="4592" y="7026"/>
                        <a:pt x="4679" y="7026"/>
                      </a:cubicBezTo>
                      <a:cubicBezTo>
                        <a:pt x="4765" y="7026"/>
                        <a:pt x="4852" y="6995"/>
                        <a:pt x="4915" y="6932"/>
                      </a:cubicBezTo>
                      <a:lnTo>
                        <a:pt x="5262" y="6585"/>
                      </a:lnTo>
                      <a:cubicBezTo>
                        <a:pt x="5356" y="6617"/>
                        <a:pt x="5451" y="6680"/>
                        <a:pt x="5577" y="6711"/>
                      </a:cubicBezTo>
                      <a:lnTo>
                        <a:pt x="5577" y="7215"/>
                      </a:lnTo>
                      <a:cubicBezTo>
                        <a:pt x="5577" y="7404"/>
                        <a:pt x="5734" y="7562"/>
                        <a:pt x="5923" y="7562"/>
                      </a:cubicBezTo>
                      <a:lnTo>
                        <a:pt x="7309" y="7562"/>
                      </a:lnTo>
                      <a:cubicBezTo>
                        <a:pt x="7498" y="7562"/>
                        <a:pt x="7656" y="7404"/>
                        <a:pt x="7656" y="7215"/>
                      </a:cubicBezTo>
                      <a:lnTo>
                        <a:pt x="7656" y="6711"/>
                      </a:lnTo>
                      <a:cubicBezTo>
                        <a:pt x="7782" y="6680"/>
                        <a:pt x="7876" y="6617"/>
                        <a:pt x="7971" y="6585"/>
                      </a:cubicBezTo>
                      <a:lnTo>
                        <a:pt x="8349" y="6932"/>
                      </a:lnTo>
                      <a:cubicBezTo>
                        <a:pt x="8396" y="6995"/>
                        <a:pt x="8483" y="7026"/>
                        <a:pt x="8574" y="7026"/>
                      </a:cubicBezTo>
                      <a:cubicBezTo>
                        <a:pt x="8664" y="7026"/>
                        <a:pt x="8759" y="6995"/>
                        <a:pt x="8822" y="6932"/>
                      </a:cubicBezTo>
                      <a:lnTo>
                        <a:pt x="9798" y="5955"/>
                      </a:lnTo>
                      <a:cubicBezTo>
                        <a:pt x="9924" y="5829"/>
                        <a:pt x="9924" y="5608"/>
                        <a:pt x="9798" y="5482"/>
                      </a:cubicBezTo>
                      <a:lnTo>
                        <a:pt x="9452" y="5136"/>
                      </a:lnTo>
                      <a:cubicBezTo>
                        <a:pt x="9483" y="5041"/>
                        <a:pt x="9515" y="4947"/>
                        <a:pt x="9546" y="4821"/>
                      </a:cubicBezTo>
                      <a:close/>
                      <a:moveTo>
                        <a:pt x="3907" y="10334"/>
                      </a:moveTo>
                      <a:cubicBezTo>
                        <a:pt x="4096" y="10366"/>
                        <a:pt x="4253" y="10523"/>
                        <a:pt x="4253" y="10681"/>
                      </a:cubicBezTo>
                      <a:cubicBezTo>
                        <a:pt x="4253" y="10870"/>
                        <a:pt x="4096" y="11027"/>
                        <a:pt x="3907" y="11027"/>
                      </a:cubicBezTo>
                      <a:cubicBezTo>
                        <a:pt x="3686" y="11027"/>
                        <a:pt x="3529" y="10870"/>
                        <a:pt x="3529" y="10681"/>
                      </a:cubicBezTo>
                      <a:cubicBezTo>
                        <a:pt x="3529" y="10492"/>
                        <a:pt x="3686" y="10334"/>
                        <a:pt x="3907" y="10334"/>
                      </a:cubicBezTo>
                      <a:close/>
                      <a:moveTo>
                        <a:pt x="8664" y="10334"/>
                      </a:moveTo>
                      <a:cubicBezTo>
                        <a:pt x="8853" y="10366"/>
                        <a:pt x="9011" y="10523"/>
                        <a:pt x="9011" y="10681"/>
                      </a:cubicBezTo>
                      <a:cubicBezTo>
                        <a:pt x="9011" y="10870"/>
                        <a:pt x="8853" y="11027"/>
                        <a:pt x="8664" y="11027"/>
                      </a:cubicBezTo>
                      <a:cubicBezTo>
                        <a:pt x="8444" y="11027"/>
                        <a:pt x="8286" y="10870"/>
                        <a:pt x="8286" y="10681"/>
                      </a:cubicBezTo>
                      <a:cubicBezTo>
                        <a:pt x="8286" y="10492"/>
                        <a:pt x="8444" y="10334"/>
                        <a:pt x="8664" y="10334"/>
                      </a:cubicBezTo>
                      <a:close/>
                      <a:moveTo>
                        <a:pt x="5892" y="0"/>
                      </a:moveTo>
                      <a:cubicBezTo>
                        <a:pt x="5703" y="0"/>
                        <a:pt x="5545" y="158"/>
                        <a:pt x="5545" y="379"/>
                      </a:cubicBezTo>
                      <a:lnTo>
                        <a:pt x="5545" y="883"/>
                      </a:lnTo>
                      <a:cubicBezTo>
                        <a:pt x="5419" y="914"/>
                        <a:pt x="5356" y="946"/>
                        <a:pt x="5230" y="1009"/>
                      </a:cubicBezTo>
                      <a:lnTo>
                        <a:pt x="4883" y="631"/>
                      </a:lnTo>
                      <a:cubicBezTo>
                        <a:pt x="4820" y="583"/>
                        <a:pt x="4734" y="560"/>
                        <a:pt x="4647" y="560"/>
                      </a:cubicBezTo>
                      <a:cubicBezTo>
                        <a:pt x="4561" y="560"/>
                        <a:pt x="4474" y="583"/>
                        <a:pt x="4411" y="631"/>
                      </a:cubicBezTo>
                      <a:lnTo>
                        <a:pt x="3434" y="1639"/>
                      </a:lnTo>
                      <a:cubicBezTo>
                        <a:pt x="3308" y="1733"/>
                        <a:pt x="3308" y="1985"/>
                        <a:pt x="3434" y="2111"/>
                      </a:cubicBezTo>
                      <a:lnTo>
                        <a:pt x="3781" y="2458"/>
                      </a:lnTo>
                      <a:cubicBezTo>
                        <a:pt x="3718" y="2521"/>
                        <a:pt x="3686" y="2647"/>
                        <a:pt x="3655" y="2773"/>
                      </a:cubicBezTo>
                      <a:lnTo>
                        <a:pt x="3151" y="2773"/>
                      </a:lnTo>
                      <a:cubicBezTo>
                        <a:pt x="2930" y="2773"/>
                        <a:pt x="2773" y="2930"/>
                        <a:pt x="2773" y="3119"/>
                      </a:cubicBezTo>
                      <a:lnTo>
                        <a:pt x="2773" y="4159"/>
                      </a:lnTo>
                      <a:lnTo>
                        <a:pt x="1985" y="4159"/>
                      </a:lnTo>
                      <a:lnTo>
                        <a:pt x="1765" y="2930"/>
                      </a:lnTo>
                      <a:cubicBezTo>
                        <a:pt x="1670" y="2458"/>
                        <a:pt x="1197" y="2111"/>
                        <a:pt x="693" y="2111"/>
                      </a:cubicBezTo>
                      <a:lnTo>
                        <a:pt x="347" y="2111"/>
                      </a:lnTo>
                      <a:cubicBezTo>
                        <a:pt x="158" y="2111"/>
                        <a:pt x="0" y="2269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693" y="2804"/>
                      </a:lnTo>
                      <a:cubicBezTo>
                        <a:pt x="882" y="2804"/>
                        <a:pt x="1103" y="2930"/>
                        <a:pt x="1103" y="3088"/>
                      </a:cubicBezTo>
                      <a:lnTo>
                        <a:pt x="2080" y="8570"/>
                      </a:lnTo>
                      <a:cubicBezTo>
                        <a:pt x="1891" y="8759"/>
                        <a:pt x="1765" y="9042"/>
                        <a:pt x="1765" y="9357"/>
                      </a:cubicBezTo>
                      <a:cubicBezTo>
                        <a:pt x="1765" y="9861"/>
                        <a:pt x="2143" y="10366"/>
                        <a:pt x="2867" y="10366"/>
                      </a:cubicBezTo>
                      <a:cubicBezTo>
                        <a:pt x="2836" y="10492"/>
                        <a:pt x="2836" y="10618"/>
                        <a:pt x="2836" y="10712"/>
                      </a:cubicBezTo>
                      <a:cubicBezTo>
                        <a:pt x="2836" y="11279"/>
                        <a:pt x="3308" y="11752"/>
                        <a:pt x="3844" y="11752"/>
                      </a:cubicBezTo>
                      <a:cubicBezTo>
                        <a:pt x="4411" y="11752"/>
                        <a:pt x="4883" y="11279"/>
                        <a:pt x="4883" y="10712"/>
                      </a:cubicBezTo>
                      <a:cubicBezTo>
                        <a:pt x="4883" y="10618"/>
                        <a:pt x="4820" y="10492"/>
                        <a:pt x="4820" y="10366"/>
                      </a:cubicBezTo>
                      <a:lnTo>
                        <a:pt x="7719" y="10366"/>
                      </a:lnTo>
                      <a:cubicBezTo>
                        <a:pt x="7656" y="10492"/>
                        <a:pt x="7656" y="10618"/>
                        <a:pt x="7656" y="10712"/>
                      </a:cubicBezTo>
                      <a:cubicBezTo>
                        <a:pt x="7656" y="11279"/>
                        <a:pt x="8129" y="11752"/>
                        <a:pt x="8696" y="11752"/>
                      </a:cubicBezTo>
                      <a:cubicBezTo>
                        <a:pt x="9231" y="11752"/>
                        <a:pt x="9735" y="11279"/>
                        <a:pt x="9735" y="10712"/>
                      </a:cubicBezTo>
                      <a:cubicBezTo>
                        <a:pt x="9735" y="10618"/>
                        <a:pt x="9672" y="10492"/>
                        <a:pt x="9672" y="10366"/>
                      </a:cubicBezTo>
                      <a:lnTo>
                        <a:pt x="10082" y="10366"/>
                      </a:lnTo>
                      <a:cubicBezTo>
                        <a:pt x="10271" y="10366"/>
                        <a:pt x="10428" y="10208"/>
                        <a:pt x="10428" y="10019"/>
                      </a:cubicBezTo>
                      <a:cubicBezTo>
                        <a:pt x="10428" y="9830"/>
                        <a:pt x="10271" y="9672"/>
                        <a:pt x="10082" y="9672"/>
                      </a:cubicBezTo>
                      <a:lnTo>
                        <a:pt x="2867" y="9672"/>
                      </a:lnTo>
                      <a:cubicBezTo>
                        <a:pt x="2678" y="9672"/>
                        <a:pt x="2521" y="9515"/>
                        <a:pt x="2521" y="9294"/>
                      </a:cubicBezTo>
                      <a:cubicBezTo>
                        <a:pt x="2521" y="9137"/>
                        <a:pt x="2678" y="8948"/>
                        <a:pt x="2867" y="8948"/>
                      </a:cubicBezTo>
                      <a:lnTo>
                        <a:pt x="10082" y="8948"/>
                      </a:lnTo>
                      <a:cubicBezTo>
                        <a:pt x="10239" y="8948"/>
                        <a:pt x="10334" y="8885"/>
                        <a:pt x="10397" y="8727"/>
                      </a:cubicBezTo>
                      <a:lnTo>
                        <a:pt x="11720" y="4663"/>
                      </a:lnTo>
                      <a:cubicBezTo>
                        <a:pt x="11783" y="4537"/>
                        <a:pt x="11720" y="4411"/>
                        <a:pt x="11689" y="4348"/>
                      </a:cubicBezTo>
                      <a:cubicBezTo>
                        <a:pt x="11563" y="4191"/>
                        <a:pt x="11405" y="4191"/>
                        <a:pt x="11279" y="4191"/>
                      </a:cubicBezTo>
                      <a:lnTo>
                        <a:pt x="10397" y="4191"/>
                      </a:lnTo>
                      <a:lnTo>
                        <a:pt x="10397" y="3119"/>
                      </a:lnTo>
                      <a:cubicBezTo>
                        <a:pt x="10397" y="2930"/>
                        <a:pt x="10239" y="2773"/>
                        <a:pt x="10019" y="2773"/>
                      </a:cubicBezTo>
                      <a:lnTo>
                        <a:pt x="9515" y="2773"/>
                      </a:lnTo>
                      <a:cubicBezTo>
                        <a:pt x="9483" y="2647"/>
                        <a:pt x="9452" y="2584"/>
                        <a:pt x="9389" y="2458"/>
                      </a:cubicBezTo>
                      <a:lnTo>
                        <a:pt x="9767" y="2080"/>
                      </a:lnTo>
                      <a:cubicBezTo>
                        <a:pt x="9861" y="1985"/>
                        <a:pt x="9861" y="1733"/>
                        <a:pt x="9767" y="1607"/>
                      </a:cubicBezTo>
                      <a:lnTo>
                        <a:pt x="8759" y="631"/>
                      </a:lnTo>
                      <a:cubicBezTo>
                        <a:pt x="8711" y="568"/>
                        <a:pt x="8625" y="536"/>
                        <a:pt x="8534" y="536"/>
                      </a:cubicBezTo>
                      <a:cubicBezTo>
                        <a:pt x="8444" y="536"/>
                        <a:pt x="8349" y="568"/>
                        <a:pt x="8286" y="631"/>
                      </a:cubicBezTo>
                      <a:lnTo>
                        <a:pt x="7939" y="1009"/>
                      </a:lnTo>
                      <a:cubicBezTo>
                        <a:pt x="7876" y="946"/>
                        <a:pt x="7750" y="914"/>
                        <a:pt x="7624" y="883"/>
                      </a:cubicBezTo>
                      <a:lnTo>
                        <a:pt x="7624" y="379"/>
                      </a:lnTo>
                      <a:cubicBezTo>
                        <a:pt x="7624" y="158"/>
                        <a:pt x="7467" y="0"/>
                        <a:pt x="72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Google Shape;12548;p89">
                  <a:extLst>
                    <a:ext uri="{FF2B5EF4-FFF2-40B4-BE49-F238E27FC236}">
                      <a16:creationId xmlns:a16="http://schemas.microsoft.com/office/drawing/2014/main" id="{DF38DAD5-DC17-524C-3B7E-A81DB3DE4ADD}"/>
                    </a:ext>
                  </a:extLst>
                </p:cNvPr>
                <p:cNvSpPr/>
                <p:nvPr/>
              </p:nvSpPr>
              <p:spPr>
                <a:xfrm>
                  <a:off x="-3731500" y="2458550"/>
                  <a:ext cx="843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2" extrusionOk="0">
                      <a:moveTo>
                        <a:pt x="1701" y="631"/>
                      </a:moveTo>
                      <a:cubicBezTo>
                        <a:pt x="2237" y="631"/>
                        <a:pt x="2709" y="1103"/>
                        <a:pt x="2709" y="1639"/>
                      </a:cubicBezTo>
                      <a:cubicBezTo>
                        <a:pt x="2709" y="2206"/>
                        <a:pt x="2237" y="2679"/>
                        <a:pt x="1701" y="2679"/>
                      </a:cubicBezTo>
                      <a:cubicBezTo>
                        <a:pt x="1134" y="2679"/>
                        <a:pt x="662" y="2206"/>
                        <a:pt x="662" y="1639"/>
                      </a:cubicBezTo>
                      <a:cubicBezTo>
                        <a:pt x="662" y="1103"/>
                        <a:pt x="1134" y="631"/>
                        <a:pt x="1701" y="631"/>
                      </a:cubicBezTo>
                      <a:close/>
                      <a:moveTo>
                        <a:pt x="1701" y="1"/>
                      </a:moveTo>
                      <a:cubicBezTo>
                        <a:pt x="756" y="1"/>
                        <a:pt x="0" y="725"/>
                        <a:pt x="0" y="1702"/>
                      </a:cubicBezTo>
                      <a:cubicBezTo>
                        <a:pt x="0" y="2647"/>
                        <a:pt x="756" y="3372"/>
                        <a:pt x="1701" y="3372"/>
                      </a:cubicBezTo>
                      <a:cubicBezTo>
                        <a:pt x="2646" y="3372"/>
                        <a:pt x="3371" y="2647"/>
                        <a:pt x="3371" y="1702"/>
                      </a:cubicBezTo>
                      <a:cubicBezTo>
                        <a:pt x="3371" y="725"/>
                        <a:pt x="2646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4" name="Google Shape;12553;p89">
                <a:extLst>
                  <a:ext uri="{FF2B5EF4-FFF2-40B4-BE49-F238E27FC236}">
                    <a16:creationId xmlns:a16="http://schemas.microsoft.com/office/drawing/2014/main" id="{75A5732E-3C7C-DB49-8F89-45ECCBF29302}"/>
                  </a:ext>
                </a:extLst>
              </p:cNvPr>
              <p:cNvSpPr/>
              <p:nvPr/>
            </p:nvSpPr>
            <p:spPr>
              <a:xfrm>
                <a:off x="11151816" y="2661730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860" y="662"/>
                    </a:moveTo>
                    <a:cubicBezTo>
                      <a:pt x="6080" y="662"/>
                      <a:pt x="6238" y="851"/>
                      <a:pt x="6238" y="1040"/>
                    </a:cubicBezTo>
                    <a:lnTo>
                      <a:pt x="6238" y="1386"/>
                    </a:lnTo>
                    <a:lnTo>
                      <a:pt x="756" y="1386"/>
                    </a:lnTo>
                    <a:lnTo>
                      <a:pt x="756" y="1040"/>
                    </a:lnTo>
                    <a:cubicBezTo>
                      <a:pt x="725" y="851"/>
                      <a:pt x="882" y="662"/>
                      <a:pt x="1071" y="662"/>
                    </a:cubicBezTo>
                    <a:close/>
                    <a:moveTo>
                      <a:pt x="6175" y="2048"/>
                    </a:moveTo>
                    <a:lnTo>
                      <a:pt x="6175" y="3686"/>
                    </a:lnTo>
                    <a:cubicBezTo>
                      <a:pt x="5639" y="3686"/>
                      <a:pt x="5198" y="4096"/>
                      <a:pt x="5198" y="4663"/>
                    </a:cubicBezTo>
                    <a:cubicBezTo>
                      <a:pt x="4820" y="4694"/>
                      <a:pt x="4505" y="4883"/>
                      <a:pt x="4348" y="5261"/>
                    </a:cubicBezTo>
                    <a:lnTo>
                      <a:pt x="3592" y="4505"/>
                    </a:lnTo>
                    <a:cubicBezTo>
                      <a:pt x="3403" y="4300"/>
                      <a:pt x="3135" y="4198"/>
                      <a:pt x="2867" y="4198"/>
                    </a:cubicBezTo>
                    <a:cubicBezTo>
                      <a:pt x="2599" y="4198"/>
                      <a:pt x="2331" y="4300"/>
                      <a:pt x="2142" y="4505"/>
                    </a:cubicBezTo>
                    <a:cubicBezTo>
                      <a:pt x="1733" y="4883"/>
                      <a:pt x="1733" y="5576"/>
                      <a:pt x="2142" y="5954"/>
                    </a:cubicBezTo>
                    <a:lnTo>
                      <a:pt x="4505" y="8317"/>
                    </a:lnTo>
                    <a:lnTo>
                      <a:pt x="4316" y="8317"/>
                    </a:lnTo>
                    <a:cubicBezTo>
                      <a:pt x="3875" y="8317"/>
                      <a:pt x="3466" y="8601"/>
                      <a:pt x="3308" y="9042"/>
                    </a:cubicBezTo>
                    <a:lnTo>
                      <a:pt x="725" y="9042"/>
                    </a:lnTo>
                    <a:lnTo>
                      <a:pt x="725" y="8979"/>
                    </a:lnTo>
                    <a:lnTo>
                      <a:pt x="725" y="2048"/>
                    </a:lnTo>
                    <a:close/>
                    <a:moveTo>
                      <a:pt x="7640" y="3907"/>
                    </a:moveTo>
                    <a:cubicBezTo>
                      <a:pt x="7727" y="3907"/>
                      <a:pt x="7813" y="3938"/>
                      <a:pt x="7876" y="4001"/>
                    </a:cubicBezTo>
                    <a:lnTo>
                      <a:pt x="8664" y="4789"/>
                    </a:lnTo>
                    <a:cubicBezTo>
                      <a:pt x="9325" y="5450"/>
                      <a:pt x="9861" y="6238"/>
                      <a:pt x="10113" y="7026"/>
                    </a:cubicBezTo>
                    <a:lnTo>
                      <a:pt x="7530" y="9609"/>
                    </a:lnTo>
                    <a:lnTo>
                      <a:pt x="4222" y="9609"/>
                    </a:lnTo>
                    <a:cubicBezTo>
                      <a:pt x="4033" y="9609"/>
                      <a:pt x="3875" y="9451"/>
                      <a:pt x="3875" y="9262"/>
                    </a:cubicBezTo>
                    <a:cubicBezTo>
                      <a:pt x="3875" y="9073"/>
                      <a:pt x="4033" y="8916"/>
                      <a:pt x="4222" y="8916"/>
                    </a:cubicBezTo>
                    <a:lnTo>
                      <a:pt x="5230" y="8916"/>
                    </a:lnTo>
                    <a:cubicBezTo>
                      <a:pt x="5387" y="8916"/>
                      <a:pt x="5513" y="8821"/>
                      <a:pt x="5545" y="8695"/>
                    </a:cubicBezTo>
                    <a:cubicBezTo>
                      <a:pt x="5608" y="8601"/>
                      <a:pt x="5608" y="8443"/>
                      <a:pt x="5482" y="8349"/>
                    </a:cubicBezTo>
                    <a:lnTo>
                      <a:pt x="2520" y="5387"/>
                    </a:lnTo>
                    <a:cubicBezTo>
                      <a:pt x="2394" y="5293"/>
                      <a:pt x="2394" y="5041"/>
                      <a:pt x="2520" y="4915"/>
                    </a:cubicBezTo>
                    <a:cubicBezTo>
                      <a:pt x="2583" y="4868"/>
                      <a:pt x="2670" y="4844"/>
                      <a:pt x="2757" y="4844"/>
                    </a:cubicBezTo>
                    <a:cubicBezTo>
                      <a:pt x="2843" y="4844"/>
                      <a:pt x="2930" y="4868"/>
                      <a:pt x="2993" y="4915"/>
                    </a:cubicBezTo>
                    <a:lnTo>
                      <a:pt x="4442" y="6395"/>
                    </a:lnTo>
                    <a:lnTo>
                      <a:pt x="5450" y="7372"/>
                    </a:lnTo>
                    <a:cubicBezTo>
                      <a:pt x="5498" y="7435"/>
                      <a:pt x="5584" y="7467"/>
                      <a:pt x="5675" y="7467"/>
                    </a:cubicBezTo>
                    <a:cubicBezTo>
                      <a:pt x="5765" y="7467"/>
                      <a:pt x="5860" y="7435"/>
                      <a:pt x="5923" y="7372"/>
                    </a:cubicBezTo>
                    <a:cubicBezTo>
                      <a:pt x="6017" y="7246"/>
                      <a:pt x="6017" y="7026"/>
                      <a:pt x="5923" y="6900"/>
                    </a:cubicBezTo>
                    <a:lnTo>
                      <a:pt x="4915" y="5923"/>
                    </a:lnTo>
                    <a:cubicBezTo>
                      <a:pt x="4820" y="5797"/>
                      <a:pt x="4820" y="5545"/>
                      <a:pt x="4915" y="5450"/>
                    </a:cubicBezTo>
                    <a:cubicBezTo>
                      <a:pt x="4978" y="5387"/>
                      <a:pt x="5072" y="5356"/>
                      <a:pt x="5163" y="5356"/>
                    </a:cubicBezTo>
                    <a:cubicBezTo>
                      <a:pt x="5253" y="5356"/>
                      <a:pt x="5340" y="5387"/>
                      <a:pt x="5387" y="5450"/>
                    </a:cubicBezTo>
                    <a:lnTo>
                      <a:pt x="6396" y="6427"/>
                    </a:lnTo>
                    <a:cubicBezTo>
                      <a:pt x="6443" y="6490"/>
                      <a:pt x="6529" y="6522"/>
                      <a:pt x="6620" y="6522"/>
                    </a:cubicBezTo>
                    <a:cubicBezTo>
                      <a:pt x="6711" y="6522"/>
                      <a:pt x="6805" y="6490"/>
                      <a:pt x="6868" y="6427"/>
                    </a:cubicBezTo>
                    <a:cubicBezTo>
                      <a:pt x="6963" y="6301"/>
                      <a:pt x="6963" y="6080"/>
                      <a:pt x="6868" y="5954"/>
                    </a:cubicBezTo>
                    <a:lnTo>
                      <a:pt x="5860" y="4978"/>
                    </a:lnTo>
                    <a:cubicBezTo>
                      <a:pt x="5765" y="4852"/>
                      <a:pt x="5765" y="4631"/>
                      <a:pt x="5860" y="4505"/>
                    </a:cubicBezTo>
                    <a:cubicBezTo>
                      <a:pt x="5923" y="4442"/>
                      <a:pt x="6017" y="4411"/>
                      <a:pt x="6108" y="4411"/>
                    </a:cubicBezTo>
                    <a:cubicBezTo>
                      <a:pt x="6199" y="4411"/>
                      <a:pt x="6285" y="4442"/>
                      <a:pt x="6333" y="4505"/>
                    </a:cubicBezTo>
                    <a:lnTo>
                      <a:pt x="7341" y="5482"/>
                    </a:lnTo>
                    <a:cubicBezTo>
                      <a:pt x="7388" y="5545"/>
                      <a:pt x="7475" y="5576"/>
                      <a:pt x="7565" y="5576"/>
                    </a:cubicBezTo>
                    <a:cubicBezTo>
                      <a:pt x="7656" y="5576"/>
                      <a:pt x="7750" y="5545"/>
                      <a:pt x="7813" y="5482"/>
                    </a:cubicBezTo>
                    <a:cubicBezTo>
                      <a:pt x="7908" y="5356"/>
                      <a:pt x="7908" y="5135"/>
                      <a:pt x="7813" y="5009"/>
                    </a:cubicBezTo>
                    <a:lnTo>
                      <a:pt x="7341" y="4537"/>
                    </a:lnTo>
                    <a:cubicBezTo>
                      <a:pt x="7278" y="4348"/>
                      <a:pt x="7278" y="4096"/>
                      <a:pt x="7404" y="4001"/>
                    </a:cubicBezTo>
                    <a:cubicBezTo>
                      <a:pt x="7467" y="3938"/>
                      <a:pt x="7553" y="3907"/>
                      <a:pt x="7640" y="3907"/>
                    </a:cubicBezTo>
                    <a:close/>
                    <a:moveTo>
                      <a:pt x="10554" y="7624"/>
                    </a:moveTo>
                    <a:lnTo>
                      <a:pt x="10806" y="7845"/>
                    </a:lnTo>
                    <a:cubicBezTo>
                      <a:pt x="10964" y="8002"/>
                      <a:pt x="10964" y="8191"/>
                      <a:pt x="10806" y="8317"/>
                    </a:cubicBezTo>
                    <a:lnTo>
                      <a:pt x="8853" y="10239"/>
                    </a:lnTo>
                    <a:cubicBezTo>
                      <a:pt x="8806" y="10302"/>
                      <a:pt x="8719" y="10334"/>
                      <a:pt x="8628" y="10334"/>
                    </a:cubicBezTo>
                    <a:cubicBezTo>
                      <a:pt x="8538" y="10334"/>
                      <a:pt x="8443" y="10302"/>
                      <a:pt x="8380" y="10239"/>
                    </a:cubicBezTo>
                    <a:lnTo>
                      <a:pt x="8160" y="10019"/>
                    </a:lnTo>
                    <a:lnTo>
                      <a:pt x="10554" y="7624"/>
                    </a:lnTo>
                    <a:close/>
                    <a:moveTo>
                      <a:pt x="3277" y="9672"/>
                    </a:moveTo>
                    <a:cubicBezTo>
                      <a:pt x="3434" y="10050"/>
                      <a:pt x="3781" y="10334"/>
                      <a:pt x="4222" y="10334"/>
                    </a:cubicBezTo>
                    <a:lnTo>
                      <a:pt x="6143" y="10334"/>
                    </a:lnTo>
                    <a:lnTo>
                      <a:pt x="6143" y="10680"/>
                    </a:lnTo>
                    <a:lnTo>
                      <a:pt x="6175" y="10680"/>
                    </a:lnTo>
                    <a:cubicBezTo>
                      <a:pt x="6175" y="10869"/>
                      <a:pt x="6017" y="11027"/>
                      <a:pt x="5828" y="11027"/>
                    </a:cubicBezTo>
                    <a:lnTo>
                      <a:pt x="1040" y="11027"/>
                    </a:lnTo>
                    <a:cubicBezTo>
                      <a:pt x="819" y="11027"/>
                      <a:pt x="662" y="10869"/>
                      <a:pt x="662" y="10680"/>
                    </a:cubicBezTo>
                    <a:lnTo>
                      <a:pt x="662" y="9672"/>
                    </a:lnTo>
                    <a:close/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0649"/>
                    </a:lnTo>
                    <a:cubicBezTo>
                      <a:pt x="0" y="11184"/>
                      <a:pt x="473" y="11657"/>
                      <a:pt x="1040" y="11657"/>
                    </a:cubicBezTo>
                    <a:lnTo>
                      <a:pt x="5828" y="11657"/>
                    </a:lnTo>
                    <a:cubicBezTo>
                      <a:pt x="6396" y="11657"/>
                      <a:pt x="6868" y="11184"/>
                      <a:pt x="6868" y="10649"/>
                    </a:cubicBezTo>
                    <a:lnTo>
                      <a:pt x="6868" y="10334"/>
                    </a:lnTo>
                    <a:lnTo>
                      <a:pt x="7467" y="10334"/>
                    </a:lnTo>
                    <a:lnTo>
                      <a:pt x="7876" y="10775"/>
                    </a:lnTo>
                    <a:cubicBezTo>
                      <a:pt x="8081" y="10964"/>
                      <a:pt x="8349" y="11058"/>
                      <a:pt x="8613" y="11058"/>
                    </a:cubicBezTo>
                    <a:cubicBezTo>
                      <a:pt x="8877" y="11058"/>
                      <a:pt x="9136" y="10964"/>
                      <a:pt x="9325" y="10775"/>
                    </a:cubicBezTo>
                    <a:lnTo>
                      <a:pt x="11279" y="8821"/>
                    </a:lnTo>
                    <a:cubicBezTo>
                      <a:pt x="11688" y="8443"/>
                      <a:pt x="11688" y="7782"/>
                      <a:pt x="11310" y="7372"/>
                    </a:cubicBezTo>
                    <a:lnTo>
                      <a:pt x="10869" y="6931"/>
                    </a:lnTo>
                    <a:cubicBezTo>
                      <a:pt x="10554" y="6080"/>
                      <a:pt x="10082" y="5261"/>
                      <a:pt x="9420" y="4505"/>
                    </a:cubicBezTo>
                    <a:lnTo>
                      <a:pt x="8380" y="3466"/>
                    </a:lnTo>
                    <a:cubicBezTo>
                      <a:pt x="8191" y="3277"/>
                      <a:pt x="7931" y="3182"/>
                      <a:pt x="7668" y="3182"/>
                    </a:cubicBezTo>
                    <a:cubicBezTo>
                      <a:pt x="7404" y="3182"/>
                      <a:pt x="7136" y="3277"/>
                      <a:pt x="6931" y="3466"/>
                    </a:cubicBezTo>
                    <a:lnTo>
                      <a:pt x="6868" y="3560"/>
                    </a:lnTo>
                    <a:lnTo>
                      <a:pt x="6868" y="1040"/>
                    </a:lnTo>
                    <a:cubicBezTo>
                      <a:pt x="6868" y="473"/>
                      <a:pt x="6396" y="0"/>
                      <a:pt x="58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05" name="Google Shape;12565;p89">
                <a:extLst>
                  <a:ext uri="{FF2B5EF4-FFF2-40B4-BE49-F238E27FC236}">
                    <a16:creationId xmlns:a16="http://schemas.microsoft.com/office/drawing/2014/main" id="{C1290DEF-209B-3FE0-25D2-9145ABE5D20B}"/>
                  </a:ext>
                </a:extLst>
              </p:cNvPr>
              <p:cNvSpPr/>
              <p:nvPr/>
            </p:nvSpPr>
            <p:spPr>
              <a:xfrm>
                <a:off x="3705147" y="2680982"/>
                <a:ext cx="655149" cy="602727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0957" extrusionOk="0">
                    <a:moveTo>
                      <a:pt x="7325" y="654"/>
                    </a:moveTo>
                    <a:cubicBezTo>
                      <a:pt x="7412" y="654"/>
                      <a:pt x="7498" y="686"/>
                      <a:pt x="7561" y="749"/>
                    </a:cubicBezTo>
                    <a:lnTo>
                      <a:pt x="10995" y="4088"/>
                    </a:lnTo>
                    <a:cubicBezTo>
                      <a:pt x="11122" y="4246"/>
                      <a:pt x="11122" y="4466"/>
                      <a:pt x="10995" y="4592"/>
                    </a:cubicBezTo>
                    <a:lnTo>
                      <a:pt x="10082" y="5506"/>
                    </a:lnTo>
                    <a:lnTo>
                      <a:pt x="7404" y="2859"/>
                    </a:lnTo>
                    <a:cubicBezTo>
                      <a:pt x="7215" y="2670"/>
                      <a:pt x="6955" y="2576"/>
                      <a:pt x="6691" y="2576"/>
                    </a:cubicBezTo>
                    <a:cubicBezTo>
                      <a:pt x="6427" y="2576"/>
                      <a:pt x="6159" y="2670"/>
                      <a:pt x="5955" y="2859"/>
                    </a:cubicBezTo>
                    <a:lnTo>
                      <a:pt x="4978" y="3805"/>
                    </a:lnTo>
                    <a:cubicBezTo>
                      <a:pt x="4915" y="3868"/>
                      <a:pt x="4828" y="3899"/>
                      <a:pt x="4742" y="3899"/>
                    </a:cubicBezTo>
                    <a:cubicBezTo>
                      <a:pt x="4655" y="3899"/>
                      <a:pt x="4568" y="3868"/>
                      <a:pt x="4505" y="3805"/>
                    </a:cubicBezTo>
                    <a:cubicBezTo>
                      <a:pt x="4379" y="3679"/>
                      <a:pt x="4379" y="3458"/>
                      <a:pt x="4505" y="3332"/>
                    </a:cubicBezTo>
                    <a:lnTo>
                      <a:pt x="5955" y="1883"/>
                    </a:lnTo>
                    <a:lnTo>
                      <a:pt x="7089" y="749"/>
                    </a:lnTo>
                    <a:cubicBezTo>
                      <a:pt x="7152" y="686"/>
                      <a:pt x="7239" y="654"/>
                      <a:pt x="7325" y="654"/>
                    </a:cubicBezTo>
                    <a:close/>
                    <a:moveTo>
                      <a:pt x="2808" y="5183"/>
                    </a:moveTo>
                    <a:cubicBezTo>
                      <a:pt x="2899" y="5183"/>
                      <a:pt x="2993" y="5207"/>
                      <a:pt x="3056" y="5254"/>
                    </a:cubicBezTo>
                    <a:cubicBezTo>
                      <a:pt x="3151" y="5380"/>
                      <a:pt x="3151" y="5632"/>
                      <a:pt x="3056" y="5726"/>
                    </a:cubicBezTo>
                    <a:lnTo>
                      <a:pt x="2048" y="6735"/>
                    </a:lnTo>
                    <a:cubicBezTo>
                      <a:pt x="2001" y="6782"/>
                      <a:pt x="1914" y="6805"/>
                      <a:pt x="1824" y="6805"/>
                    </a:cubicBezTo>
                    <a:cubicBezTo>
                      <a:pt x="1733" y="6805"/>
                      <a:pt x="1639" y="6782"/>
                      <a:pt x="1576" y="6735"/>
                    </a:cubicBezTo>
                    <a:cubicBezTo>
                      <a:pt x="1449" y="6609"/>
                      <a:pt x="1449" y="6357"/>
                      <a:pt x="1576" y="6262"/>
                    </a:cubicBezTo>
                    <a:lnTo>
                      <a:pt x="2584" y="5254"/>
                    </a:lnTo>
                    <a:cubicBezTo>
                      <a:pt x="2631" y="5207"/>
                      <a:pt x="2718" y="5183"/>
                      <a:pt x="2808" y="5183"/>
                    </a:cubicBezTo>
                    <a:close/>
                    <a:moveTo>
                      <a:pt x="3785" y="6167"/>
                    </a:moveTo>
                    <a:cubicBezTo>
                      <a:pt x="3875" y="6167"/>
                      <a:pt x="3970" y="6199"/>
                      <a:pt x="4033" y="6262"/>
                    </a:cubicBezTo>
                    <a:cubicBezTo>
                      <a:pt x="4159" y="6357"/>
                      <a:pt x="4159" y="6609"/>
                      <a:pt x="4033" y="6735"/>
                    </a:cubicBezTo>
                    <a:lnTo>
                      <a:pt x="3056" y="7711"/>
                    </a:lnTo>
                    <a:cubicBezTo>
                      <a:pt x="2993" y="7774"/>
                      <a:pt x="2899" y="7806"/>
                      <a:pt x="2808" y="7806"/>
                    </a:cubicBezTo>
                    <a:cubicBezTo>
                      <a:pt x="2718" y="7806"/>
                      <a:pt x="2631" y="7774"/>
                      <a:pt x="2584" y="7711"/>
                    </a:cubicBezTo>
                    <a:cubicBezTo>
                      <a:pt x="2395" y="7554"/>
                      <a:pt x="2395" y="7365"/>
                      <a:pt x="2584" y="7239"/>
                    </a:cubicBezTo>
                    <a:lnTo>
                      <a:pt x="3560" y="6262"/>
                    </a:lnTo>
                    <a:cubicBezTo>
                      <a:pt x="3608" y="6199"/>
                      <a:pt x="3694" y="6167"/>
                      <a:pt x="3785" y="6167"/>
                    </a:cubicBezTo>
                    <a:close/>
                    <a:moveTo>
                      <a:pt x="4730" y="7113"/>
                    </a:moveTo>
                    <a:cubicBezTo>
                      <a:pt x="4821" y="7113"/>
                      <a:pt x="4915" y="7144"/>
                      <a:pt x="4978" y="7207"/>
                    </a:cubicBezTo>
                    <a:cubicBezTo>
                      <a:pt x="5073" y="7302"/>
                      <a:pt x="5073" y="7554"/>
                      <a:pt x="4978" y="7680"/>
                    </a:cubicBezTo>
                    <a:lnTo>
                      <a:pt x="4001" y="8656"/>
                    </a:lnTo>
                    <a:cubicBezTo>
                      <a:pt x="3938" y="8719"/>
                      <a:pt x="3844" y="8751"/>
                      <a:pt x="3749" y="8751"/>
                    </a:cubicBezTo>
                    <a:cubicBezTo>
                      <a:pt x="3655" y="8751"/>
                      <a:pt x="3560" y="8719"/>
                      <a:pt x="3497" y="8656"/>
                    </a:cubicBezTo>
                    <a:cubicBezTo>
                      <a:pt x="3403" y="8530"/>
                      <a:pt x="3403" y="8310"/>
                      <a:pt x="3497" y="8184"/>
                    </a:cubicBezTo>
                    <a:lnTo>
                      <a:pt x="4505" y="7207"/>
                    </a:lnTo>
                    <a:cubicBezTo>
                      <a:pt x="4553" y="7144"/>
                      <a:pt x="4639" y="7113"/>
                      <a:pt x="4730" y="7113"/>
                    </a:cubicBezTo>
                    <a:close/>
                    <a:moveTo>
                      <a:pt x="4100" y="969"/>
                    </a:moveTo>
                    <a:cubicBezTo>
                      <a:pt x="4190" y="969"/>
                      <a:pt x="4285" y="1001"/>
                      <a:pt x="4348" y="1064"/>
                    </a:cubicBezTo>
                    <a:lnTo>
                      <a:pt x="5041" y="1725"/>
                    </a:lnTo>
                    <a:lnTo>
                      <a:pt x="3938" y="2828"/>
                    </a:lnTo>
                    <a:cubicBezTo>
                      <a:pt x="3560" y="3206"/>
                      <a:pt x="3560" y="3899"/>
                      <a:pt x="3938" y="4277"/>
                    </a:cubicBezTo>
                    <a:cubicBezTo>
                      <a:pt x="4143" y="4482"/>
                      <a:pt x="4411" y="4584"/>
                      <a:pt x="4675" y="4584"/>
                    </a:cubicBezTo>
                    <a:cubicBezTo>
                      <a:pt x="4939" y="4584"/>
                      <a:pt x="5199" y="4482"/>
                      <a:pt x="5388" y="4277"/>
                    </a:cubicBezTo>
                    <a:lnTo>
                      <a:pt x="6396" y="3332"/>
                    </a:lnTo>
                    <a:cubicBezTo>
                      <a:pt x="6443" y="3269"/>
                      <a:pt x="6530" y="3238"/>
                      <a:pt x="6620" y="3238"/>
                    </a:cubicBezTo>
                    <a:cubicBezTo>
                      <a:pt x="6711" y="3238"/>
                      <a:pt x="6805" y="3269"/>
                      <a:pt x="6868" y="3332"/>
                    </a:cubicBezTo>
                    <a:lnTo>
                      <a:pt x="10334" y="6735"/>
                    </a:lnTo>
                    <a:cubicBezTo>
                      <a:pt x="10491" y="6829"/>
                      <a:pt x="10491" y="7113"/>
                      <a:pt x="10365" y="7239"/>
                    </a:cubicBezTo>
                    <a:cubicBezTo>
                      <a:pt x="10302" y="7302"/>
                      <a:pt x="10216" y="7333"/>
                      <a:pt x="10129" y="7333"/>
                    </a:cubicBezTo>
                    <a:cubicBezTo>
                      <a:pt x="10042" y="7333"/>
                      <a:pt x="9956" y="7302"/>
                      <a:pt x="9893" y="7239"/>
                    </a:cubicBezTo>
                    <a:lnTo>
                      <a:pt x="8444" y="5789"/>
                    </a:lnTo>
                    <a:cubicBezTo>
                      <a:pt x="8381" y="5726"/>
                      <a:pt x="8286" y="5695"/>
                      <a:pt x="8195" y="5695"/>
                    </a:cubicBezTo>
                    <a:cubicBezTo>
                      <a:pt x="8105" y="5695"/>
                      <a:pt x="8018" y="5726"/>
                      <a:pt x="7971" y="5789"/>
                    </a:cubicBezTo>
                    <a:cubicBezTo>
                      <a:pt x="7845" y="5884"/>
                      <a:pt x="7845" y="6136"/>
                      <a:pt x="7971" y="6262"/>
                    </a:cubicBezTo>
                    <a:lnTo>
                      <a:pt x="9420" y="7711"/>
                    </a:lnTo>
                    <a:cubicBezTo>
                      <a:pt x="9546" y="7837"/>
                      <a:pt x="9546" y="8058"/>
                      <a:pt x="9420" y="8184"/>
                    </a:cubicBezTo>
                    <a:cubicBezTo>
                      <a:pt x="9357" y="8247"/>
                      <a:pt x="9271" y="8278"/>
                      <a:pt x="9184" y="8278"/>
                    </a:cubicBezTo>
                    <a:cubicBezTo>
                      <a:pt x="9097" y="8278"/>
                      <a:pt x="9011" y="8247"/>
                      <a:pt x="8948" y="8184"/>
                    </a:cubicBezTo>
                    <a:lnTo>
                      <a:pt x="7498" y="6735"/>
                    </a:lnTo>
                    <a:cubicBezTo>
                      <a:pt x="7435" y="6672"/>
                      <a:pt x="7341" y="6640"/>
                      <a:pt x="7250" y="6640"/>
                    </a:cubicBezTo>
                    <a:cubicBezTo>
                      <a:pt x="7160" y="6640"/>
                      <a:pt x="7073" y="6672"/>
                      <a:pt x="7026" y="6735"/>
                    </a:cubicBezTo>
                    <a:cubicBezTo>
                      <a:pt x="6900" y="6829"/>
                      <a:pt x="6900" y="7081"/>
                      <a:pt x="7026" y="7176"/>
                    </a:cubicBezTo>
                    <a:lnTo>
                      <a:pt x="8475" y="8656"/>
                    </a:lnTo>
                    <a:cubicBezTo>
                      <a:pt x="8601" y="8751"/>
                      <a:pt x="8601" y="9003"/>
                      <a:pt x="8475" y="9129"/>
                    </a:cubicBezTo>
                    <a:cubicBezTo>
                      <a:pt x="8412" y="9176"/>
                      <a:pt x="8325" y="9200"/>
                      <a:pt x="8239" y="9200"/>
                    </a:cubicBezTo>
                    <a:cubicBezTo>
                      <a:pt x="8152" y="9200"/>
                      <a:pt x="8066" y="9176"/>
                      <a:pt x="8003" y="9129"/>
                    </a:cubicBezTo>
                    <a:lnTo>
                      <a:pt x="6459" y="7648"/>
                    </a:lnTo>
                    <a:cubicBezTo>
                      <a:pt x="6270" y="7459"/>
                      <a:pt x="6018" y="7396"/>
                      <a:pt x="5797" y="7396"/>
                    </a:cubicBezTo>
                    <a:cubicBezTo>
                      <a:pt x="5797" y="7144"/>
                      <a:pt x="5671" y="6924"/>
                      <a:pt x="5482" y="6735"/>
                    </a:cubicBezTo>
                    <a:cubicBezTo>
                      <a:pt x="5293" y="6514"/>
                      <a:pt x="5041" y="6451"/>
                      <a:pt x="4821" y="6388"/>
                    </a:cubicBezTo>
                    <a:cubicBezTo>
                      <a:pt x="4821" y="6167"/>
                      <a:pt x="4694" y="5947"/>
                      <a:pt x="4505" y="5726"/>
                    </a:cubicBezTo>
                    <a:cubicBezTo>
                      <a:pt x="4285" y="5537"/>
                      <a:pt x="4064" y="5474"/>
                      <a:pt x="3812" y="5411"/>
                    </a:cubicBezTo>
                    <a:cubicBezTo>
                      <a:pt x="3812" y="5191"/>
                      <a:pt x="3718" y="4939"/>
                      <a:pt x="3497" y="4750"/>
                    </a:cubicBezTo>
                    <a:cubicBezTo>
                      <a:pt x="3308" y="4561"/>
                      <a:pt x="3048" y="4466"/>
                      <a:pt x="2785" y="4466"/>
                    </a:cubicBezTo>
                    <a:cubicBezTo>
                      <a:pt x="2521" y="4466"/>
                      <a:pt x="2253" y="4561"/>
                      <a:pt x="2048" y="4750"/>
                    </a:cubicBezTo>
                    <a:lnTo>
                      <a:pt x="1544" y="5254"/>
                    </a:lnTo>
                    <a:lnTo>
                      <a:pt x="819" y="4561"/>
                    </a:lnTo>
                    <a:cubicBezTo>
                      <a:pt x="725" y="4435"/>
                      <a:pt x="725" y="4183"/>
                      <a:pt x="819" y="4088"/>
                    </a:cubicBezTo>
                    <a:lnTo>
                      <a:pt x="3875" y="1064"/>
                    </a:lnTo>
                    <a:cubicBezTo>
                      <a:pt x="3923" y="1001"/>
                      <a:pt x="4009" y="969"/>
                      <a:pt x="4100" y="969"/>
                    </a:cubicBezTo>
                    <a:close/>
                    <a:moveTo>
                      <a:pt x="5718" y="8089"/>
                    </a:moveTo>
                    <a:cubicBezTo>
                      <a:pt x="5805" y="8089"/>
                      <a:pt x="5892" y="8121"/>
                      <a:pt x="5955" y="8184"/>
                    </a:cubicBezTo>
                    <a:cubicBezTo>
                      <a:pt x="6081" y="8310"/>
                      <a:pt x="6081" y="8530"/>
                      <a:pt x="5955" y="8656"/>
                    </a:cubicBezTo>
                    <a:lnTo>
                      <a:pt x="4978" y="9633"/>
                    </a:lnTo>
                    <a:cubicBezTo>
                      <a:pt x="4915" y="9696"/>
                      <a:pt x="4821" y="9728"/>
                      <a:pt x="4730" y="9728"/>
                    </a:cubicBezTo>
                    <a:cubicBezTo>
                      <a:pt x="4639" y="9728"/>
                      <a:pt x="4553" y="9696"/>
                      <a:pt x="4505" y="9633"/>
                    </a:cubicBezTo>
                    <a:cubicBezTo>
                      <a:pt x="4379" y="9507"/>
                      <a:pt x="4379" y="9286"/>
                      <a:pt x="4505" y="9160"/>
                    </a:cubicBezTo>
                    <a:lnTo>
                      <a:pt x="5482" y="8184"/>
                    </a:lnTo>
                    <a:cubicBezTo>
                      <a:pt x="5545" y="8121"/>
                      <a:pt x="5632" y="8089"/>
                      <a:pt x="5718" y="8089"/>
                    </a:cubicBezTo>
                    <a:close/>
                    <a:moveTo>
                      <a:pt x="6616" y="8877"/>
                    </a:moveTo>
                    <a:lnTo>
                      <a:pt x="7467" y="9665"/>
                    </a:lnTo>
                    <a:cubicBezTo>
                      <a:pt x="7593" y="9759"/>
                      <a:pt x="7593" y="9980"/>
                      <a:pt x="7435" y="10106"/>
                    </a:cubicBezTo>
                    <a:cubicBezTo>
                      <a:pt x="7388" y="10169"/>
                      <a:pt x="7286" y="10200"/>
                      <a:pt x="7179" y="10200"/>
                    </a:cubicBezTo>
                    <a:cubicBezTo>
                      <a:pt x="7073" y="10200"/>
                      <a:pt x="6963" y="10169"/>
                      <a:pt x="6900" y="10106"/>
                    </a:cubicBezTo>
                    <a:lnTo>
                      <a:pt x="6207" y="9412"/>
                    </a:lnTo>
                    <a:lnTo>
                      <a:pt x="6427" y="9160"/>
                    </a:lnTo>
                    <a:cubicBezTo>
                      <a:pt x="6522" y="9097"/>
                      <a:pt x="6585" y="8971"/>
                      <a:pt x="6616" y="8877"/>
                    </a:cubicBezTo>
                    <a:close/>
                    <a:moveTo>
                      <a:pt x="7309" y="0"/>
                    </a:moveTo>
                    <a:cubicBezTo>
                      <a:pt x="7042" y="0"/>
                      <a:pt x="6774" y="103"/>
                      <a:pt x="6585" y="308"/>
                    </a:cubicBezTo>
                    <a:lnTo>
                      <a:pt x="5608" y="1284"/>
                    </a:lnTo>
                    <a:lnTo>
                      <a:pt x="4852" y="560"/>
                    </a:lnTo>
                    <a:cubicBezTo>
                      <a:pt x="4656" y="394"/>
                      <a:pt x="4409" y="307"/>
                      <a:pt x="4163" y="307"/>
                    </a:cubicBezTo>
                    <a:cubicBezTo>
                      <a:pt x="3897" y="307"/>
                      <a:pt x="3631" y="409"/>
                      <a:pt x="3434" y="623"/>
                    </a:cubicBezTo>
                    <a:lnTo>
                      <a:pt x="410" y="3647"/>
                    </a:lnTo>
                    <a:cubicBezTo>
                      <a:pt x="0" y="4025"/>
                      <a:pt x="0" y="4718"/>
                      <a:pt x="410" y="5096"/>
                    </a:cubicBezTo>
                    <a:lnTo>
                      <a:pt x="1103" y="5821"/>
                    </a:lnTo>
                    <a:cubicBezTo>
                      <a:pt x="725" y="6199"/>
                      <a:pt x="725" y="6829"/>
                      <a:pt x="1103" y="7239"/>
                    </a:cubicBezTo>
                    <a:cubicBezTo>
                      <a:pt x="1292" y="7428"/>
                      <a:pt x="1544" y="7491"/>
                      <a:pt x="1765" y="7554"/>
                    </a:cubicBezTo>
                    <a:cubicBezTo>
                      <a:pt x="1765" y="7774"/>
                      <a:pt x="1891" y="8026"/>
                      <a:pt x="2080" y="8215"/>
                    </a:cubicBezTo>
                    <a:cubicBezTo>
                      <a:pt x="2300" y="8404"/>
                      <a:pt x="2521" y="8499"/>
                      <a:pt x="2773" y="8530"/>
                    </a:cubicBezTo>
                    <a:cubicBezTo>
                      <a:pt x="2773" y="8751"/>
                      <a:pt x="2867" y="9003"/>
                      <a:pt x="3088" y="9192"/>
                    </a:cubicBezTo>
                    <a:cubicBezTo>
                      <a:pt x="3277" y="9381"/>
                      <a:pt x="3497" y="9475"/>
                      <a:pt x="3749" y="9507"/>
                    </a:cubicBezTo>
                    <a:cubicBezTo>
                      <a:pt x="3749" y="9759"/>
                      <a:pt x="3875" y="9980"/>
                      <a:pt x="4064" y="10169"/>
                    </a:cubicBezTo>
                    <a:cubicBezTo>
                      <a:pt x="4253" y="10373"/>
                      <a:pt x="4521" y="10476"/>
                      <a:pt x="4789" y="10476"/>
                    </a:cubicBezTo>
                    <a:cubicBezTo>
                      <a:pt x="5057" y="10476"/>
                      <a:pt x="5325" y="10373"/>
                      <a:pt x="5514" y="10169"/>
                    </a:cubicBezTo>
                    <a:lnTo>
                      <a:pt x="5766" y="9948"/>
                    </a:lnTo>
                    <a:lnTo>
                      <a:pt x="6459" y="10673"/>
                    </a:lnTo>
                    <a:cubicBezTo>
                      <a:pt x="6664" y="10862"/>
                      <a:pt x="6939" y="10956"/>
                      <a:pt x="7219" y="10956"/>
                    </a:cubicBezTo>
                    <a:cubicBezTo>
                      <a:pt x="7498" y="10956"/>
                      <a:pt x="7782" y="10862"/>
                      <a:pt x="8003" y="10673"/>
                    </a:cubicBezTo>
                    <a:cubicBezTo>
                      <a:pt x="8192" y="10452"/>
                      <a:pt x="8286" y="10232"/>
                      <a:pt x="8318" y="9980"/>
                    </a:cubicBezTo>
                    <a:cubicBezTo>
                      <a:pt x="8538" y="9980"/>
                      <a:pt x="8790" y="9885"/>
                      <a:pt x="8979" y="9665"/>
                    </a:cubicBezTo>
                    <a:cubicBezTo>
                      <a:pt x="9168" y="9475"/>
                      <a:pt x="9263" y="9255"/>
                      <a:pt x="9294" y="9003"/>
                    </a:cubicBezTo>
                    <a:cubicBezTo>
                      <a:pt x="9546" y="9003"/>
                      <a:pt x="9767" y="8877"/>
                      <a:pt x="9956" y="8688"/>
                    </a:cubicBezTo>
                    <a:cubicBezTo>
                      <a:pt x="10176" y="8499"/>
                      <a:pt x="10239" y="8247"/>
                      <a:pt x="10271" y="8026"/>
                    </a:cubicBezTo>
                    <a:cubicBezTo>
                      <a:pt x="10523" y="8026"/>
                      <a:pt x="10743" y="7900"/>
                      <a:pt x="10964" y="7711"/>
                    </a:cubicBezTo>
                    <a:cubicBezTo>
                      <a:pt x="11342" y="7302"/>
                      <a:pt x="11342" y="6640"/>
                      <a:pt x="10964" y="6262"/>
                    </a:cubicBezTo>
                    <a:lnTo>
                      <a:pt x="10680" y="5978"/>
                    </a:lnTo>
                    <a:lnTo>
                      <a:pt x="11594" y="5065"/>
                    </a:lnTo>
                    <a:cubicBezTo>
                      <a:pt x="11909" y="4687"/>
                      <a:pt x="11909" y="4057"/>
                      <a:pt x="11468" y="3647"/>
                    </a:cubicBezTo>
                    <a:lnTo>
                      <a:pt x="8034" y="308"/>
                    </a:lnTo>
                    <a:cubicBezTo>
                      <a:pt x="7845" y="103"/>
                      <a:pt x="7577" y="0"/>
                      <a:pt x="73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06" name="Google Shape;12575;p89">
                <a:extLst>
                  <a:ext uri="{FF2B5EF4-FFF2-40B4-BE49-F238E27FC236}">
                    <a16:creationId xmlns:a16="http://schemas.microsoft.com/office/drawing/2014/main" id="{7449BBB7-0A21-BE86-4176-8150A04C5C4C}"/>
                  </a:ext>
                </a:extLst>
              </p:cNvPr>
              <p:cNvGrpSpPr/>
              <p:nvPr/>
            </p:nvGrpSpPr>
            <p:grpSpPr>
              <a:xfrm>
                <a:off x="7877844" y="2660193"/>
                <a:ext cx="568457" cy="644753"/>
                <a:chOff x="-3478675" y="2405775"/>
                <a:chExt cx="258350" cy="293025"/>
              </a:xfrm>
              <a:grpFill/>
            </p:grpSpPr>
            <p:sp>
              <p:nvSpPr>
                <p:cNvPr id="110" name="Google Shape;12576;p89">
                  <a:extLst>
                    <a:ext uri="{FF2B5EF4-FFF2-40B4-BE49-F238E27FC236}">
                      <a16:creationId xmlns:a16="http://schemas.microsoft.com/office/drawing/2014/main" id="{D96F764E-3D04-2C1C-C569-B75E09C62F81}"/>
                    </a:ext>
                  </a:extLst>
                </p:cNvPr>
                <p:cNvSpPr/>
                <p:nvPr/>
              </p:nvSpPr>
              <p:spPr>
                <a:xfrm>
                  <a:off x="-3478675" y="2405775"/>
                  <a:ext cx="2583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4" h="11721" extrusionOk="0">
                      <a:moveTo>
                        <a:pt x="6018" y="694"/>
                      </a:moveTo>
                      <a:cubicBezTo>
                        <a:pt x="6175" y="694"/>
                        <a:pt x="6301" y="757"/>
                        <a:pt x="6333" y="915"/>
                      </a:cubicBezTo>
                      <a:lnTo>
                        <a:pt x="6490" y="1450"/>
                      </a:lnTo>
                      <a:lnTo>
                        <a:pt x="3781" y="1450"/>
                      </a:lnTo>
                      <a:lnTo>
                        <a:pt x="3970" y="915"/>
                      </a:lnTo>
                      <a:cubicBezTo>
                        <a:pt x="4033" y="757"/>
                        <a:pt x="4127" y="694"/>
                        <a:pt x="4285" y="694"/>
                      </a:cubicBezTo>
                      <a:close/>
                      <a:moveTo>
                        <a:pt x="9326" y="2049"/>
                      </a:moveTo>
                      <a:cubicBezTo>
                        <a:pt x="9546" y="2049"/>
                        <a:pt x="9704" y="2206"/>
                        <a:pt x="9704" y="2427"/>
                      </a:cubicBezTo>
                      <a:lnTo>
                        <a:pt x="9704" y="2773"/>
                      </a:lnTo>
                      <a:lnTo>
                        <a:pt x="756" y="2773"/>
                      </a:lnTo>
                      <a:lnTo>
                        <a:pt x="756" y="2427"/>
                      </a:lnTo>
                      <a:cubicBezTo>
                        <a:pt x="756" y="2206"/>
                        <a:pt x="914" y="2049"/>
                        <a:pt x="1103" y="2049"/>
                      </a:cubicBezTo>
                      <a:close/>
                      <a:moveTo>
                        <a:pt x="8916" y="3498"/>
                      </a:moveTo>
                      <a:lnTo>
                        <a:pt x="8317" y="10681"/>
                      </a:lnTo>
                      <a:cubicBezTo>
                        <a:pt x="8317" y="10839"/>
                        <a:pt x="8160" y="10996"/>
                        <a:pt x="7971" y="10996"/>
                      </a:cubicBezTo>
                      <a:lnTo>
                        <a:pt x="2363" y="10996"/>
                      </a:lnTo>
                      <a:cubicBezTo>
                        <a:pt x="2174" y="10996"/>
                        <a:pt x="2048" y="10902"/>
                        <a:pt x="2016" y="10681"/>
                      </a:cubicBezTo>
                      <a:lnTo>
                        <a:pt x="1418" y="3498"/>
                      </a:lnTo>
                      <a:close/>
                      <a:moveTo>
                        <a:pt x="4285" y="1"/>
                      </a:moveTo>
                      <a:cubicBezTo>
                        <a:pt x="3875" y="1"/>
                        <a:pt x="3466" y="285"/>
                        <a:pt x="3308" y="726"/>
                      </a:cubicBezTo>
                      <a:lnTo>
                        <a:pt x="3088" y="1450"/>
                      </a:lnTo>
                      <a:lnTo>
                        <a:pt x="1040" y="1450"/>
                      </a:lnTo>
                      <a:cubicBezTo>
                        <a:pt x="473" y="1450"/>
                        <a:pt x="0" y="1923"/>
                        <a:pt x="0" y="2458"/>
                      </a:cubicBezTo>
                      <a:lnTo>
                        <a:pt x="0" y="3120"/>
                      </a:lnTo>
                      <a:cubicBezTo>
                        <a:pt x="0" y="3341"/>
                        <a:pt x="158" y="3498"/>
                        <a:pt x="347" y="3498"/>
                      </a:cubicBezTo>
                      <a:lnTo>
                        <a:pt x="725" y="3498"/>
                      </a:lnTo>
                      <a:lnTo>
                        <a:pt x="1292" y="10776"/>
                      </a:lnTo>
                      <a:cubicBezTo>
                        <a:pt x="1355" y="11311"/>
                        <a:pt x="1764" y="11721"/>
                        <a:pt x="2331" y="11721"/>
                      </a:cubicBezTo>
                      <a:lnTo>
                        <a:pt x="7908" y="11721"/>
                      </a:lnTo>
                      <a:cubicBezTo>
                        <a:pt x="8475" y="11721"/>
                        <a:pt x="8916" y="11311"/>
                        <a:pt x="8948" y="10776"/>
                      </a:cubicBezTo>
                      <a:lnTo>
                        <a:pt x="9546" y="3498"/>
                      </a:lnTo>
                      <a:lnTo>
                        <a:pt x="9893" y="3498"/>
                      </a:lnTo>
                      <a:cubicBezTo>
                        <a:pt x="10082" y="3498"/>
                        <a:pt x="10239" y="3341"/>
                        <a:pt x="10239" y="3120"/>
                      </a:cubicBezTo>
                      <a:lnTo>
                        <a:pt x="10239" y="2458"/>
                      </a:lnTo>
                      <a:cubicBezTo>
                        <a:pt x="10334" y="1860"/>
                        <a:pt x="9861" y="1450"/>
                        <a:pt x="9294" y="1450"/>
                      </a:cubicBezTo>
                      <a:lnTo>
                        <a:pt x="7246" y="1450"/>
                      </a:lnTo>
                      <a:lnTo>
                        <a:pt x="7026" y="726"/>
                      </a:lnTo>
                      <a:cubicBezTo>
                        <a:pt x="6868" y="285"/>
                        <a:pt x="6490" y="1"/>
                        <a:pt x="60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Google Shape;12577;p89">
                  <a:extLst>
                    <a:ext uri="{FF2B5EF4-FFF2-40B4-BE49-F238E27FC236}">
                      <a16:creationId xmlns:a16="http://schemas.microsoft.com/office/drawing/2014/main" id="{9E2915C9-940A-C09F-7735-C0EC434181D1}"/>
                    </a:ext>
                  </a:extLst>
                </p:cNvPr>
                <p:cNvSpPr/>
                <p:nvPr/>
              </p:nvSpPr>
              <p:spPr>
                <a:xfrm>
                  <a:off x="-3408575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5829"/>
                      </a:lnTo>
                      <a:cubicBezTo>
                        <a:pt x="0" y="6018"/>
                        <a:pt x="158" y="6176"/>
                        <a:pt x="347" y="6176"/>
                      </a:cubicBezTo>
                      <a:cubicBezTo>
                        <a:pt x="536" y="6176"/>
                        <a:pt x="693" y="6018"/>
                        <a:pt x="693" y="5829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Google Shape;12578;p89">
                  <a:extLst>
                    <a:ext uri="{FF2B5EF4-FFF2-40B4-BE49-F238E27FC236}">
                      <a16:creationId xmlns:a16="http://schemas.microsoft.com/office/drawing/2014/main" id="{786B4DA5-5E34-A121-9DA9-D7995FDF9581}"/>
                    </a:ext>
                  </a:extLst>
                </p:cNvPr>
                <p:cNvSpPr/>
                <p:nvPr/>
              </p:nvSpPr>
              <p:spPr>
                <a:xfrm>
                  <a:off x="-33574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Google Shape;12579;p89">
                  <a:extLst>
                    <a:ext uri="{FF2B5EF4-FFF2-40B4-BE49-F238E27FC236}">
                      <a16:creationId xmlns:a16="http://schemas.microsoft.com/office/drawing/2014/main" id="{7D8F5853-BC17-6143-710F-26D6B50D3EAE}"/>
                    </a:ext>
                  </a:extLst>
                </p:cNvPr>
                <p:cNvSpPr/>
                <p:nvPr/>
              </p:nvSpPr>
              <p:spPr>
                <a:xfrm>
                  <a:off x="-33062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7" name="Google Shape;12605;p89">
                <a:extLst>
                  <a:ext uri="{FF2B5EF4-FFF2-40B4-BE49-F238E27FC236}">
                    <a16:creationId xmlns:a16="http://schemas.microsoft.com/office/drawing/2014/main" id="{62E4A2CC-AD5A-ECD4-E51C-F08D65D1E046}"/>
                  </a:ext>
                </a:extLst>
              </p:cNvPr>
              <p:cNvGrpSpPr/>
              <p:nvPr/>
            </p:nvGrpSpPr>
            <p:grpSpPr>
              <a:xfrm>
                <a:off x="2047704" y="2664512"/>
                <a:ext cx="640885" cy="635902"/>
                <a:chOff x="6790450" y="3119050"/>
                <a:chExt cx="262750" cy="260675"/>
              </a:xfrm>
              <a:grpFill/>
            </p:grpSpPr>
            <p:sp>
              <p:nvSpPr>
                <p:cNvPr id="108" name="Google Shape;12606;p89">
                  <a:extLst>
                    <a:ext uri="{FF2B5EF4-FFF2-40B4-BE49-F238E27FC236}">
                      <a16:creationId xmlns:a16="http://schemas.microsoft.com/office/drawing/2014/main" id="{A50BFC05-8515-4035-B9BD-E4D99EC0EA03}"/>
                    </a:ext>
                  </a:extLst>
                </p:cNvPr>
                <p:cNvSpPr/>
                <p:nvPr/>
              </p:nvSpPr>
              <p:spPr>
                <a:xfrm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Google Shape;12607;p89">
                  <a:extLst>
                    <a:ext uri="{FF2B5EF4-FFF2-40B4-BE49-F238E27FC236}">
                      <a16:creationId xmlns:a16="http://schemas.microsoft.com/office/drawing/2014/main" id="{77C08FE0-2A9F-5913-2C85-02CA320DA035}"/>
                    </a:ext>
                  </a:extLst>
                </p:cNvPr>
                <p:cNvSpPr/>
                <p:nvPr/>
              </p:nvSpPr>
              <p:spPr>
                <a:xfrm flipH="1"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900C2-CC7E-F758-FA2C-591ED14EA4B7}"/>
                </a:ext>
              </a:extLst>
            </p:cNvPr>
            <p:cNvGrpSpPr/>
            <p:nvPr/>
          </p:nvGrpSpPr>
          <p:grpSpPr>
            <a:xfrm>
              <a:off x="2040531" y="5542392"/>
              <a:ext cx="8060013" cy="620859"/>
              <a:chOff x="2040531" y="5123204"/>
              <a:chExt cx="8060013" cy="620859"/>
            </a:xfrm>
            <a:grpFill/>
          </p:grpSpPr>
          <p:grpSp>
            <p:nvGrpSpPr>
              <p:cNvPr id="60" name="Google Shape;12608;p89">
                <a:extLst>
                  <a:ext uri="{FF2B5EF4-FFF2-40B4-BE49-F238E27FC236}">
                    <a16:creationId xmlns:a16="http://schemas.microsoft.com/office/drawing/2014/main" id="{29A6DB3B-5867-ED01-B486-A41032E09672}"/>
                  </a:ext>
                </a:extLst>
              </p:cNvPr>
              <p:cNvGrpSpPr/>
              <p:nvPr/>
            </p:nvGrpSpPr>
            <p:grpSpPr>
              <a:xfrm>
                <a:off x="9554815" y="5123204"/>
                <a:ext cx="545729" cy="620859"/>
                <a:chOff x="7660859" y="2571753"/>
                <a:chExt cx="366561" cy="417024"/>
              </a:xfrm>
              <a:grpFill/>
            </p:grpSpPr>
            <p:sp>
              <p:nvSpPr>
                <p:cNvPr id="91" name="Google Shape;12609;p89">
                  <a:extLst>
                    <a:ext uri="{FF2B5EF4-FFF2-40B4-BE49-F238E27FC236}">
                      <a16:creationId xmlns:a16="http://schemas.microsoft.com/office/drawing/2014/main" id="{181D8D59-D8ED-A754-40F3-BCCAF4F022CB}"/>
                    </a:ext>
                  </a:extLst>
                </p:cNvPr>
                <p:cNvSpPr/>
                <p:nvPr/>
              </p:nvSpPr>
              <p:spPr>
                <a:xfrm>
                  <a:off x="7770506" y="2633631"/>
                  <a:ext cx="147259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6" h="7026" extrusionOk="0">
                      <a:moveTo>
                        <a:pt x="4114" y="2928"/>
                      </a:moveTo>
                      <a:lnTo>
                        <a:pt x="4114" y="4099"/>
                      </a:lnTo>
                      <a:lnTo>
                        <a:pt x="2943" y="4099"/>
                      </a:lnTo>
                      <a:lnTo>
                        <a:pt x="2943" y="2928"/>
                      </a:lnTo>
                      <a:close/>
                      <a:moveTo>
                        <a:pt x="2354" y="1"/>
                      </a:moveTo>
                      <a:cubicBezTo>
                        <a:pt x="2032" y="1"/>
                        <a:pt x="1771" y="263"/>
                        <a:pt x="1771" y="586"/>
                      </a:cubicBezTo>
                      <a:lnTo>
                        <a:pt x="1771" y="1757"/>
                      </a:lnTo>
                      <a:lnTo>
                        <a:pt x="618" y="1757"/>
                      </a:lnTo>
                      <a:cubicBezTo>
                        <a:pt x="301" y="1757"/>
                        <a:pt x="31" y="1999"/>
                        <a:pt x="17" y="2314"/>
                      </a:cubicBezTo>
                      <a:cubicBezTo>
                        <a:pt x="1" y="2650"/>
                        <a:pt x="268" y="2928"/>
                        <a:pt x="600" y="2928"/>
                      </a:cubicBezTo>
                      <a:lnTo>
                        <a:pt x="1771" y="2928"/>
                      </a:lnTo>
                      <a:lnTo>
                        <a:pt x="1771" y="4099"/>
                      </a:lnTo>
                      <a:lnTo>
                        <a:pt x="618" y="4099"/>
                      </a:lnTo>
                      <a:cubicBezTo>
                        <a:pt x="301" y="4099"/>
                        <a:pt x="31" y="4341"/>
                        <a:pt x="17" y="4656"/>
                      </a:cubicBezTo>
                      <a:cubicBezTo>
                        <a:pt x="1" y="4992"/>
                        <a:pt x="268" y="5270"/>
                        <a:pt x="600" y="5270"/>
                      </a:cubicBezTo>
                      <a:lnTo>
                        <a:pt x="1771" y="5270"/>
                      </a:lnTo>
                      <a:lnTo>
                        <a:pt x="1771" y="6423"/>
                      </a:lnTo>
                      <a:cubicBezTo>
                        <a:pt x="1771" y="6738"/>
                        <a:pt x="2014" y="7011"/>
                        <a:pt x="2329" y="7025"/>
                      </a:cubicBezTo>
                      <a:cubicBezTo>
                        <a:pt x="2338" y="7025"/>
                        <a:pt x="2348" y="7025"/>
                        <a:pt x="2357" y="7025"/>
                      </a:cubicBezTo>
                      <a:cubicBezTo>
                        <a:pt x="2680" y="7025"/>
                        <a:pt x="2943" y="6764"/>
                        <a:pt x="2943" y="6441"/>
                      </a:cubicBezTo>
                      <a:lnTo>
                        <a:pt x="2943" y="5270"/>
                      </a:lnTo>
                      <a:lnTo>
                        <a:pt x="4114" y="5270"/>
                      </a:lnTo>
                      <a:lnTo>
                        <a:pt x="4114" y="6423"/>
                      </a:lnTo>
                      <a:cubicBezTo>
                        <a:pt x="4114" y="6738"/>
                        <a:pt x="4356" y="7011"/>
                        <a:pt x="4671" y="7025"/>
                      </a:cubicBezTo>
                      <a:cubicBezTo>
                        <a:pt x="4680" y="7025"/>
                        <a:pt x="4690" y="7025"/>
                        <a:pt x="4699" y="7025"/>
                      </a:cubicBezTo>
                      <a:cubicBezTo>
                        <a:pt x="5023" y="7025"/>
                        <a:pt x="5285" y="6764"/>
                        <a:pt x="5285" y="6441"/>
                      </a:cubicBezTo>
                      <a:lnTo>
                        <a:pt x="5285" y="5270"/>
                      </a:lnTo>
                      <a:lnTo>
                        <a:pt x="6456" y="5270"/>
                      </a:lnTo>
                      <a:cubicBezTo>
                        <a:pt x="6788" y="5270"/>
                        <a:pt x="7056" y="4992"/>
                        <a:pt x="7040" y="4656"/>
                      </a:cubicBezTo>
                      <a:cubicBezTo>
                        <a:pt x="7025" y="4341"/>
                        <a:pt x="6753" y="4099"/>
                        <a:pt x="6438" y="4099"/>
                      </a:cubicBezTo>
                      <a:lnTo>
                        <a:pt x="5285" y="4099"/>
                      </a:lnTo>
                      <a:lnTo>
                        <a:pt x="5285" y="2928"/>
                      </a:lnTo>
                      <a:lnTo>
                        <a:pt x="6438" y="2928"/>
                      </a:lnTo>
                      <a:cubicBezTo>
                        <a:pt x="6753" y="2928"/>
                        <a:pt x="7025" y="2685"/>
                        <a:pt x="7040" y="2370"/>
                      </a:cubicBezTo>
                      <a:cubicBezTo>
                        <a:pt x="7056" y="2034"/>
                        <a:pt x="6788" y="1757"/>
                        <a:pt x="6456" y="1757"/>
                      </a:cubicBezTo>
                      <a:lnTo>
                        <a:pt x="5285" y="1757"/>
                      </a:lnTo>
                      <a:lnTo>
                        <a:pt x="5285" y="603"/>
                      </a:lnTo>
                      <a:cubicBezTo>
                        <a:pt x="5285" y="287"/>
                        <a:pt x="5042" y="16"/>
                        <a:pt x="4727" y="2"/>
                      </a:cubicBezTo>
                      <a:cubicBezTo>
                        <a:pt x="4717" y="1"/>
                        <a:pt x="4707" y="1"/>
                        <a:pt x="4696" y="1"/>
                      </a:cubicBezTo>
                      <a:cubicBezTo>
                        <a:pt x="4374" y="1"/>
                        <a:pt x="4114" y="263"/>
                        <a:pt x="4114" y="586"/>
                      </a:cubicBezTo>
                      <a:lnTo>
                        <a:pt x="4114" y="1757"/>
                      </a:lnTo>
                      <a:lnTo>
                        <a:pt x="2943" y="1757"/>
                      </a:lnTo>
                      <a:lnTo>
                        <a:pt x="2943" y="603"/>
                      </a:lnTo>
                      <a:cubicBezTo>
                        <a:pt x="2943" y="287"/>
                        <a:pt x="2700" y="16"/>
                        <a:pt x="2385" y="2"/>
                      </a:cubicBezTo>
                      <a:cubicBezTo>
                        <a:pt x="2375" y="1"/>
                        <a:pt x="2364" y="1"/>
                        <a:pt x="23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Google Shape;12610;p89">
                  <a:extLst>
                    <a:ext uri="{FF2B5EF4-FFF2-40B4-BE49-F238E27FC236}">
                      <a16:creationId xmlns:a16="http://schemas.microsoft.com/office/drawing/2014/main" id="{E47DAECE-0FC1-D07F-4CDA-D39C7C136B70}"/>
                    </a:ext>
                  </a:extLst>
                </p:cNvPr>
                <p:cNvSpPr/>
                <p:nvPr/>
              </p:nvSpPr>
              <p:spPr>
                <a:xfrm>
                  <a:off x="7730834" y="2792447"/>
                  <a:ext cx="226648" cy="7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0" h="3679" extrusionOk="0">
                      <a:moveTo>
                        <a:pt x="747" y="0"/>
                      </a:moveTo>
                      <a:cubicBezTo>
                        <a:pt x="280" y="0"/>
                        <a:pt x="0" y="520"/>
                        <a:pt x="258" y="910"/>
                      </a:cubicBezTo>
                      <a:cubicBezTo>
                        <a:pt x="1470" y="2730"/>
                        <a:pt x="3430" y="3678"/>
                        <a:pt x="5429" y="3678"/>
                      </a:cubicBezTo>
                      <a:cubicBezTo>
                        <a:pt x="7423" y="3678"/>
                        <a:pt x="9385" y="2733"/>
                        <a:pt x="10600" y="911"/>
                      </a:cubicBezTo>
                      <a:cubicBezTo>
                        <a:pt x="10860" y="523"/>
                        <a:pt x="10578" y="2"/>
                        <a:pt x="10116" y="2"/>
                      </a:cubicBezTo>
                      <a:cubicBezTo>
                        <a:pt x="10115" y="2"/>
                        <a:pt x="10114" y="2"/>
                        <a:pt x="10113" y="2"/>
                      </a:cubicBezTo>
                      <a:cubicBezTo>
                        <a:pt x="9924" y="2"/>
                        <a:pt x="9738" y="92"/>
                        <a:pt x="9625" y="262"/>
                      </a:cubicBezTo>
                      <a:cubicBezTo>
                        <a:pt x="8688" y="1668"/>
                        <a:pt x="7119" y="2507"/>
                        <a:pt x="5429" y="2507"/>
                      </a:cubicBezTo>
                      <a:cubicBezTo>
                        <a:pt x="3740" y="2507"/>
                        <a:pt x="2172" y="1668"/>
                        <a:pt x="1235" y="264"/>
                      </a:cubicBezTo>
                      <a:cubicBezTo>
                        <a:pt x="1125" y="101"/>
                        <a:pt x="943" y="0"/>
                        <a:pt x="7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Google Shape;12611;p89">
                  <a:extLst>
                    <a:ext uri="{FF2B5EF4-FFF2-40B4-BE49-F238E27FC236}">
                      <a16:creationId xmlns:a16="http://schemas.microsoft.com/office/drawing/2014/main" id="{237B41EF-A7E0-627B-9781-2234A2349EC8}"/>
                    </a:ext>
                  </a:extLst>
                </p:cNvPr>
                <p:cNvSpPr/>
                <p:nvPr/>
              </p:nvSpPr>
              <p:spPr>
                <a:xfrm>
                  <a:off x="7660859" y="2571753"/>
                  <a:ext cx="366561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4" h="19982" extrusionOk="0">
                      <a:moveTo>
                        <a:pt x="14636" y="1169"/>
                      </a:moveTo>
                      <a:cubicBezTo>
                        <a:pt x="15587" y="1169"/>
                        <a:pt x="16392" y="1992"/>
                        <a:pt x="16392" y="2965"/>
                      </a:cubicBezTo>
                      <a:lnTo>
                        <a:pt x="16392" y="14674"/>
                      </a:lnTo>
                      <a:cubicBezTo>
                        <a:pt x="16392" y="15643"/>
                        <a:pt x="15607" y="16431"/>
                        <a:pt x="14636" y="16431"/>
                      </a:cubicBezTo>
                      <a:lnTo>
                        <a:pt x="11124" y="16431"/>
                      </a:lnTo>
                      <a:cubicBezTo>
                        <a:pt x="10967" y="16431"/>
                        <a:pt x="10816" y="16493"/>
                        <a:pt x="10707" y="16604"/>
                      </a:cubicBezTo>
                      <a:lnTo>
                        <a:pt x="8782" y="18561"/>
                      </a:lnTo>
                      <a:lnTo>
                        <a:pt x="6857" y="16604"/>
                      </a:lnTo>
                      <a:cubicBezTo>
                        <a:pt x="6748" y="16493"/>
                        <a:pt x="6597" y="16431"/>
                        <a:pt x="6440" y="16431"/>
                      </a:cubicBezTo>
                      <a:lnTo>
                        <a:pt x="2928" y="16431"/>
                      </a:lnTo>
                      <a:cubicBezTo>
                        <a:pt x="1959" y="16431"/>
                        <a:pt x="1172" y="15643"/>
                        <a:pt x="1172" y="14674"/>
                      </a:cubicBezTo>
                      <a:lnTo>
                        <a:pt x="1172" y="2965"/>
                      </a:lnTo>
                      <a:cubicBezTo>
                        <a:pt x="1172" y="1992"/>
                        <a:pt x="1977" y="1169"/>
                        <a:pt x="2928" y="1169"/>
                      </a:cubicBezTo>
                      <a:close/>
                      <a:moveTo>
                        <a:pt x="2928" y="0"/>
                      </a:moveTo>
                      <a:cubicBezTo>
                        <a:pt x="1310" y="0"/>
                        <a:pt x="1" y="1346"/>
                        <a:pt x="1" y="2965"/>
                      </a:cubicBezTo>
                      <a:lnTo>
                        <a:pt x="1" y="14674"/>
                      </a:lnTo>
                      <a:cubicBezTo>
                        <a:pt x="1" y="16291"/>
                        <a:pt x="1312" y="17600"/>
                        <a:pt x="2928" y="17600"/>
                      </a:cubicBezTo>
                      <a:lnTo>
                        <a:pt x="6196" y="17600"/>
                      </a:lnTo>
                      <a:lnTo>
                        <a:pt x="8365" y="19806"/>
                      </a:lnTo>
                      <a:cubicBezTo>
                        <a:pt x="8474" y="19919"/>
                        <a:pt x="8625" y="19981"/>
                        <a:pt x="8782" y="19981"/>
                      </a:cubicBezTo>
                      <a:cubicBezTo>
                        <a:pt x="8940" y="19981"/>
                        <a:pt x="9090" y="19919"/>
                        <a:pt x="9200" y="19806"/>
                      </a:cubicBezTo>
                      <a:lnTo>
                        <a:pt x="11370" y="17600"/>
                      </a:lnTo>
                      <a:lnTo>
                        <a:pt x="14636" y="17600"/>
                      </a:lnTo>
                      <a:cubicBezTo>
                        <a:pt x="16251" y="17600"/>
                        <a:pt x="17563" y="16287"/>
                        <a:pt x="17563" y="14674"/>
                      </a:cubicBezTo>
                      <a:lnTo>
                        <a:pt x="17563" y="2965"/>
                      </a:lnTo>
                      <a:cubicBezTo>
                        <a:pt x="17563" y="1348"/>
                        <a:pt x="16254" y="0"/>
                        <a:pt x="14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Google Shape;12612;p89">
                <a:extLst>
                  <a:ext uri="{FF2B5EF4-FFF2-40B4-BE49-F238E27FC236}">
                    <a16:creationId xmlns:a16="http://schemas.microsoft.com/office/drawing/2014/main" id="{BE448C50-2FCC-C772-1C9A-17A9583BD52D}"/>
                  </a:ext>
                </a:extLst>
              </p:cNvPr>
              <p:cNvGrpSpPr/>
              <p:nvPr/>
            </p:nvGrpSpPr>
            <p:grpSpPr>
              <a:xfrm>
                <a:off x="5797695" y="5123204"/>
                <a:ext cx="620859" cy="620859"/>
                <a:chOff x="5566722" y="2571753"/>
                <a:chExt cx="417024" cy="417024"/>
              </a:xfrm>
              <a:grpFill/>
            </p:grpSpPr>
            <p:sp>
              <p:nvSpPr>
                <p:cNvPr id="89" name="Google Shape;12613;p89">
                  <a:extLst>
                    <a:ext uri="{FF2B5EF4-FFF2-40B4-BE49-F238E27FC236}">
                      <a16:creationId xmlns:a16="http://schemas.microsoft.com/office/drawing/2014/main" id="{86732BF5-7B0B-B955-9518-E4682A3BE5B2}"/>
                    </a:ext>
                  </a:extLst>
                </p:cNvPr>
                <p:cNvSpPr/>
                <p:nvPr/>
              </p:nvSpPr>
              <p:spPr>
                <a:xfrm>
                  <a:off x="5566722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0" y="1171"/>
                      </a:moveTo>
                      <a:cubicBezTo>
                        <a:pt x="14855" y="1171"/>
                        <a:pt x="18810" y="5127"/>
                        <a:pt x="18810" y="9991"/>
                      </a:cubicBezTo>
                      <a:cubicBezTo>
                        <a:pt x="18810" y="14854"/>
                        <a:pt x="14855" y="18810"/>
                        <a:pt x="9990" y="18810"/>
                      </a:cubicBezTo>
                      <a:cubicBezTo>
                        <a:pt x="5127" y="18810"/>
                        <a:pt x="1170" y="14854"/>
                        <a:pt x="1170" y="9991"/>
                      </a:cubicBezTo>
                      <a:cubicBezTo>
                        <a:pt x="1170" y="5127"/>
                        <a:pt x="5127" y="1171"/>
                        <a:pt x="9990" y="1171"/>
                      </a:cubicBezTo>
                      <a:close/>
                      <a:moveTo>
                        <a:pt x="9990" y="0"/>
                      </a:moveTo>
                      <a:cubicBezTo>
                        <a:pt x="4488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0" y="19981"/>
                      </a:cubicBezTo>
                      <a:cubicBezTo>
                        <a:pt x="15492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Google Shape;12614;p89">
                  <a:extLst>
                    <a:ext uri="{FF2B5EF4-FFF2-40B4-BE49-F238E27FC236}">
                      <a16:creationId xmlns:a16="http://schemas.microsoft.com/office/drawing/2014/main" id="{9371FDD2-6E4B-69F9-64D7-3C65135E8708}"/>
                    </a:ext>
                  </a:extLst>
                </p:cNvPr>
                <p:cNvSpPr/>
                <p:nvPr/>
              </p:nvSpPr>
              <p:spPr>
                <a:xfrm>
                  <a:off x="5653037" y="2658069"/>
                  <a:ext cx="207719" cy="24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3" h="11646" extrusionOk="0">
                      <a:moveTo>
                        <a:pt x="8782" y="1300"/>
                      </a:moveTo>
                      <a:lnTo>
                        <a:pt x="8782" y="2448"/>
                      </a:lnTo>
                      <a:lnTo>
                        <a:pt x="4099" y="3384"/>
                      </a:lnTo>
                      <a:lnTo>
                        <a:pt x="4099" y="2236"/>
                      </a:lnTo>
                      <a:lnTo>
                        <a:pt x="8782" y="1300"/>
                      </a:lnTo>
                      <a:close/>
                      <a:moveTo>
                        <a:pt x="8782" y="7304"/>
                      </a:moveTo>
                      <a:lnTo>
                        <a:pt x="8782" y="8447"/>
                      </a:lnTo>
                      <a:cubicBezTo>
                        <a:pt x="8782" y="8766"/>
                        <a:pt x="8591" y="9047"/>
                        <a:pt x="8295" y="9165"/>
                      </a:cubicBezTo>
                      <a:cubicBezTo>
                        <a:pt x="8163" y="9218"/>
                        <a:pt x="7987" y="9306"/>
                        <a:pt x="7782" y="9306"/>
                      </a:cubicBezTo>
                      <a:cubicBezTo>
                        <a:pt x="7653" y="9306"/>
                        <a:pt x="7513" y="9271"/>
                        <a:pt x="7365" y="9171"/>
                      </a:cubicBezTo>
                      <a:cubicBezTo>
                        <a:pt x="6850" y="8824"/>
                        <a:pt x="6937" y="8042"/>
                        <a:pt x="7512" y="7812"/>
                      </a:cubicBezTo>
                      <a:lnTo>
                        <a:pt x="8782" y="7304"/>
                      </a:lnTo>
                      <a:close/>
                      <a:moveTo>
                        <a:pt x="2928" y="8475"/>
                      </a:moveTo>
                      <a:lnTo>
                        <a:pt x="2928" y="9618"/>
                      </a:lnTo>
                      <a:cubicBezTo>
                        <a:pt x="2928" y="9937"/>
                        <a:pt x="2737" y="10218"/>
                        <a:pt x="2442" y="10336"/>
                      </a:cubicBezTo>
                      <a:cubicBezTo>
                        <a:pt x="2308" y="10389"/>
                        <a:pt x="2132" y="10476"/>
                        <a:pt x="1928" y="10476"/>
                      </a:cubicBezTo>
                      <a:cubicBezTo>
                        <a:pt x="1799" y="10476"/>
                        <a:pt x="1659" y="10442"/>
                        <a:pt x="1511" y="10342"/>
                      </a:cubicBezTo>
                      <a:cubicBezTo>
                        <a:pt x="996" y="9993"/>
                        <a:pt x="1083" y="9213"/>
                        <a:pt x="1658" y="8983"/>
                      </a:cubicBezTo>
                      <a:lnTo>
                        <a:pt x="2928" y="8475"/>
                      </a:lnTo>
                      <a:close/>
                      <a:moveTo>
                        <a:pt x="9369" y="1"/>
                      </a:moveTo>
                      <a:cubicBezTo>
                        <a:pt x="9330" y="1"/>
                        <a:pt x="9291" y="4"/>
                        <a:pt x="9252" y="12"/>
                      </a:cubicBezTo>
                      <a:lnTo>
                        <a:pt x="3399" y="1182"/>
                      </a:lnTo>
                      <a:cubicBezTo>
                        <a:pt x="3124" y="1237"/>
                        <a:pt x="2928" y="1477"/>
                        <a:pt x="2928" y="1757"/>
                      </a:cubicBezTo>
                      <a:lnTo>
                        <a:pt x="2928" y="7214"/>
                      </a:lnTo>
                      <a:lnTo>
                        <a:pt x="1223" y="7897"/>
                      </a:lnTo>
                      <a:cubicBezTo>
                        <a:pt x="480" y="8192"/>
                        <a:pt x="0" y="8902"/>
                        <a:pt x="0" y="9701"/>
                      </a:cubicBezTo>
                      <a:cubicBezTo>
                        <a:pt x="0" y="10782"/>
                        <a:pt x="880" y="11645"/>
                        <a:pt x="1944" y="11645"/>
                      </a:cubicBezTo>
                      <a:cubicBezTo>
                        <a:pt x="2362" y="11645"/>
                        <a:pt x="2624" y="11523"/>
                        <a:pt x="2877" y="11423"/>
                      </a:cubicBezTo>
                      <a:cubicBezTo>
                        <a:pt x="3618" y="11125"/>
                        <a:pt x="4099" y="10418"/>
                        <a:pt x="4099" y="9618"/>
                      </a:cubicBezTo>
                      <a:lnTo>
                        <a:pt x="4099" y="4578"/>
                      </a:lnTo>
                      <a:lnTo>
                        <a:pt x="8782" y="3641"/>
                      </a:lnTo>
                      <a:lnTo>
                        <a:pt x="8782" y="6043"/>
                      </a:lnTo>
                      <a:lnTo>
                        <a:pt x="7076" y="6726"/>
                      </a:lnTo>
                      <a:cubicBezTo>
                        <a:pt x="6335" y="7023"/>
                        <a:pt x="5854" y="7731"/>
                        <a:pt x="5854" y="8530"/>
                      </a:cubicBezTo>
                      <a:cubicBezTo>
                        <a:pt x="5854" y="9611"/>
                        <a:pt x="6733" y="10476"/>
                        <a:pt x="7798" y="10476"/>
                      </a:cubicBezTo>
                      <a:cubicBezTo>
                        <a:pt x="8216" y="10476"/>
                        <a:pt x="8477" y="10354"/>
                        <a:pt x="8730" y="10251"/>
                      </a:cubicBezTo>
                      <a:cubicBezTo>
                        <a:pt x="9473" y="9956"/>
                        <a:pt x="9953" y="9247"/>
                        <a:pt x="9953" y="8447"/>
                      </a:cubicBezTo>
                      <a:lnTo>
                        <a:pt x="9953" y="586"/>
                      </a:lnTo>
                      <a:cubicBezTo>
                        <a:pt x="9953" y="410"/>
                        <a:pt x="9873" y="244"/>
                        <a:pt x="9739" y="133"/>
                      </a:cubicBezTo>
                      <a:cubicBezTo>
                        <a:pt x="9633" y="47"/>
                        <a:pt x="9503" y="1"/>
                        <a:pt x="9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2" name="Google Shape;12615;p89">
                <a:extLst>
                  <a:ext uri="{FF2B5EF4-FFF2-40B4-BE49-F238E27FC236}">
                    <a16:creationId xmlns:a16="http://schemas.microsoft.com/office/drawing/2014/main" id="{E18C7C5E-E1FC-D5F0-BC8C-82AE31249E3D}"/>
                  </a:ext>
                </a:extLst>
              </p:cNvPr>
              <p:cNvGrpSpPr/>
              <p:nvPr/>
            </p:nvGrpSpPr>
            <p:grpSpPr>
              <a:xfrm>
                <a:off x="6736981" y="5279039"/>
                <a:ext cx="620845" cy="309187"/>
                <a:chOff x="6090251" y="2676413"/>
                <a:chExt cx="417014" cy="207677"/>
              </a:xfrm>
              <a:grpFill/>
            </p:grpSpPr>
            <p:sp>
              <p:nvSpPr>
                <p:cNvPr id="85" name="Google Shape;12616;p89">
                  <a:extLst>
                    <a:ext uri="{FF2B5EF4-FFF2-40B4-BE49-F238E27FC236}">
                      <a16:creationId xmlns:a16="http://schemas.microsoft.com/office/drawing/2014/main" id="{259ECB9C-3F08-34A3-5F37-437294C84E05}"/>
                    </a:ext>
                  </a:extLst>
                </p:cNvPr>
                <p:cNvSpPr/>
                <p:nvPr/>
              </p:nvSpPr>
              <p:spPr>
                <a:xfrm>
                  <a:off x="6237672" y="2725248"/>
                  <a:ext cx="61086" cy="158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7611" extrusionOk="0">
                      <a:moveTo>
                        <a:pt x="1463" y="1172"/>
                      </a:moveTo>
                      <a:cubicBezTo>
                        <a:pt x="1624" y="1172"/>
                        <a:pt x="1757" y="1303"/>
                        <a:pt x="1757" y="1465"/>
                      </a:cubicBezTo>
                      <a:lnTo>
                        <a:pt x="1757" y="6148"/>
                      </a:lnTo>
                      <a:cubicBezTo>
                        <a:pt x="1757" y="6309"/>
                        <a:pt x="1624" y="6440"/>
                        <a:pt x="1463" y="6440"/>
                      </a:cubicBezTo>
                      <a:cubicBezTo>
                        <a:pt x="1302" y="6440"/>
                        <a:pt x="1171" y="6309"/>
                        <a:pt x="1171" y="6148"/>
                      </a:cubicBezTo>
                      <a:lnTo>
                        <a:pt x="1171" y="1465"/>
                      </a:lnTo>
                      <a:cubicBezTo>
                        <a:pt x="1171" y="1303"/>
                        <a:pt x="1302" y="1172"/>
                        <a:pt x="1463" y="1172"/>
                      </a:cubicBezTo>
                      <a:close/>
                      <a:moveTo>
                        <a:pt x="1463" y="1"/>
                      </a:moveTo>
                      <a:cubicBezTo>
                        <a:pt x="657" y="1"/>
                        <a:pt x="0" y="657"/>
                        <a:pt x="0" y="1465"/>
                      </a:cubicBezTo>
                      <a:lnTo>
                        <a:pt x="0" y="6148"/>
                      </a:lnTo>
                      <a:cubicBezTo>
                        <a:pt x="0" y="6955"/>
                        <a:pt x="657" y="7611"/>
                        <a:pt x="1463" y="7611"/>
                      </a:cubicBezTo>
                      <a:cubicBezTo>
                        <a:pt x="2270" y="7611"/>
                        <a:pt x="2926" y="6955"/>
                        <a:pt x="2926" y="6148"/>
                      </a:cubicBezTo>
                      <a:lnTo>
                        <a:pt x="2926" y="1465"/>
                      </a:lnTo>
                      <a:cubicBezTo>
                        <a:pt x="2926" y="657"/>
                        <a:pt x="2270" y="1"/>
                        <a:pt x="14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Google Shape;12617;p89">
                  <a:extLst>
                    <a:ext uri="{FF2B5EF4-FFF2-40B4-BE49-F238E27FC236}">
                      <a16:creationId xmlns:a16="http://schemas.microsoft.com/office/drawing/2014/main" id="{19855632-0E42-E091-809C-74FE73DDB558}"/>
                    </a:ext>
                  </a:extLst>
                </p:cNvPr>
                <p:cNvSpPr/>
                <p:nvPr/>
              </p:nvSpPr>
              <p:spPr>
                <a:xfrm>
                  <a:off x="6446178" y="2761915"/>
                  <a:ext cx="61086" cy="61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2927" extrusionOk="0">
                      <a:moveTo>
                        <a:pt x="1464" y="1171"/>
                      </a:moveTo>
                      <a:cubicBezTo>
                        <a:pt x="1625" y="1171"/>
                        <a:pt x="1756" y="1302"/>
                        <a:pt x="1756" y="1463"/>
                      </a:cubicBezTo>
                      <a:cubicBezTo>
                        <a:pt x="1756" y="1626"/>
                        <a:pt x="1625" y="1757"/>
                        <a:pt x="1464" y="1757"/>
                      </a:cubicBezTo>
                      <a:cubicBezTo>
                        <a:pt x="1303" y="1757"/>
                        <a:pt x="1170" y="1626"/>
                        <a:pt x="1170" y="1463"/>
                      </a:cubicBezTo>
                      <a:cubicBezTo>
                        <a:pt x="1170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cubicBezTo>
                        <a:pt x="1" y="2270"/>
                        <a:pt x="657" y="2926"/>
                        <a:pt x="1464" y="2926"/>
                      </a:cubicBezTo>
                      <a:cubicBezTo>
                        <a:pt x="2270" y="2926"/>
                        <a:pt x="2927" y="2270"/>
                        <a:pt x="2927" y="1463"/>
                      </a:cubicBez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Google Shape;12618;p89">
                  <a:extLst>
                    <a:ext uri="{FF2B5EF4-FFF2-40B4-BE49-F238E27FC236}">
                      <a16:creationId xmlns:a16="http://schemas.microsoft.com/office/drawing/2014/main" id="{CC653166-6686-56C6-2A49-8EC4135E4C21}"/>
                    </a:ext>
                  </a:extLst>
                </p:cNvPr>
                <p:cNvSpPr/>
                <p:nvPr/>
              </p:nvSpPr>
              <p:spPr>
                <a:xfrm>
                  <a:off x="6311758" y="2676413"/>
                  <a:ext cx="135446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90" h="9951" extrusionOk="0">
                      <a:moveTo>
                        <a:pt x="1466" y="1171"/>
                      </a:moveTo>
                      <a:cubicBezTo>
                        <a:pt x="1627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6" y="3598"/>
                      </a:lnTo>
                      <a:cubicBezTo>
                        <a:pt x="4243" y="3541"/>
                        <a:pt x="4318" y="3512"/>
                        <a:pt x="4392" y="3512"/>
                      </a:cubicBezTo>
                      <a:cubicBezTo>
                        <a:pt x="4467" y="3512"/>
                        <a:pt x="4542" y="3541"/>
                        <a:pt x="4598" y="3598"/>
                      </a:cubicBezTo>
                      <a:cubicBezTo>
                        <a:pt x="4713" y="3712"/>
                        <a:pt x="4713" y="3897"/>
                        <a:pt x="4598" y="4012"/>
                      </a:cubicBezTo>
                      <a:lnTo>
                        <a:pt x="3247" y="5364"/>
                      </a:lnTo>
                      <a:lnTo>
                        <a:pt x="5221" y="8325"/>
                      </a:lnTo>
                      <a:cubicBezTo>
                        <a:pt x="5280" y="8414"/>
                        <a:pt x="5274" y="8500"/>
                        <a:pt x="5265" y="8546"/>
                      </a:cubicBezTo>
                      <a:cubicBezTo>
                        <a:pt x="5257" y="8591"/>
                        <a:pt x="5228" y="8674"/>
                        <a:pt x="5140" y="8732"/>
                      </a:cubicBezTo>
                      <a:cubicBezTo>
                        <a:pt x="5090" y="8764"/>
                        <a:pt x="5037" y="8780"/>
                        <a:pt x="4979" y="8780"/>
                      </a:cubicBezTo>
                      <a:cubicBezTo>
                        <a:pt x="4880" y="8780"/>
                        <a:pt x="4788" y="8732"/>
                        <a:pt x="4735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7" y="8782"/>
                        <a:pt x="1466" y="8782"/>
                      </a:cubicBezTo>
                      <a:cubicBezTo>
                        <a:pt x="1305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5" y="1171"/>
                        <a:pt x="1466" y="1171"/>
                      </a:cubicBezTo>
                      <a:close/>
                      <a:moveTo>
                        <a:pt x="1466" y="0"/>
                      </a:moveTo>
                      <a:cubicBezTo>
                        <a:pt x="659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9" y="9951"/>
                        <a:pt x="1466" y="9951"/>
                      </a:cubicBezTo>
                      <a:cubicBezTo>
                        <a:pt x="2272" y="9951"/>
                        <a:pt x="2929" y="9295"/>
                        <a:pt x="2929" y="8488"/>
                      </a:cubicBezTo>
                      <a:lnTo>
                        <a:pt x="2929" y="8053"/>
                      </a:lnTo>
                      <a:lnTo>
                        <a:pt x="3760" y="9300"/>
                      </a:lnTo>
                      <a:cubicBezTo>
                        <a:pt x="4032" y="9709"/>
                        <a:pt x="4487" y="9951"/>
                        <a:pt x="4979" y="9951"/>
                      </a:cubicBezTo>
                      <a:cubicBezTo>
                        <a:pt x="5269" y="9951"/>
                        <a:pt x="5548" y="9866"/>
                        <a:pt x="5789" y="9705"/>
                      </a:cubicBezTo>
                      <a:cubicBezTo>
                        <a:pt x="6114" y="9489"/>
                        <a:pt x="6336" y="9158"/>
                        <a:pt x="6413" y="8775"/>
                      </a:cubicBezTo>
                      <a:cubicBezTo>
                        <a:pt x="6490" y="8391"/>
                        <a:pt x="6412" y="8001"/>
                        <a:pt x="6196" y="7676"/>
                      </a:cubicBezTo>
                      <a:lnTo>
                        <a:pt x="4754" y="5512"/>
                      </a:lnTo>
                      <a:lnTo>
                        <a:pt x="5426" y="4840"/>
                      </a:lnTo>
                      <a:cubicBezTo>
                        <a:pt x="5998" y="4269"/>
                        <a:pt x="5998" y="3340"/>
                        <a:pt x="5426" y="2771"/>
                      </a:cubicBezTo>
                      <a:cubicBezTo>
                        <a:pt x="5142" y="2485"/>
                        <a:pt x="4767" y="2342"/>
                        <a:pt x="4392" y="2342"/>
                      </a:cubicBezTo>
                      <a:cubicBezTo>
                        <a:pt x="4017" y="2342"/>
                        <a:pt x="3642" y="2485"/>
                        <a:pt x="3357" y="2771"/>
                      </a:cubicBezTo>
                      <a:lnTo>
                        <a:pt x="2929" y="3199"/>
                      </a:lnTo>
                      <a:lnTo>
                        <a:pt x="2929" y="1463"/>
                      </a:lnTo>
                      <a:cubicBezTo>
                        <a:pt x="2929" y="657"/>
                        <a:pt x="2272" y="0"/>
                        <a:pt x="14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Google Shape;12619;p89">
                  <a:extLst>
                    <a:ext uri="{FF2B5EF4-FFF2-40B4-BE49-F238E27FC236}">
                      <a16:creationId xmlns:a16="http://schemas.microsoft.com/office/drawing/2014/main" id="{D500A236-299B-A0A6-E0AF-521BF4130010}"/>
                    </a:ext>
                  </a:extLst>
                </p:cNvPr>
                <p:cNvSpPr/>
                <p:nvPr/>
              </p:nvSpPr>
              <p:spPr>
                <a:xfrm>
                  <a:off x="6090251" y="2676413"/>
                  <a:ext cx="135405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4" y="1171"/>
                      </a:moveTo>
                      <a:cubicBezTo>
                        <a:pt x="1625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4" y="3598"/>
                      </a:lnTo>
                      <a:cubicBezTo>
                        <a:pt x="4241" y="3541"/>
                        <a:pt x="4316" y="3512"/>
                        <a:pt x="4391" y="3512"/>
                      </a:cubicBezTo>
                      <a:cubicBezTo>
                        <a:pt x="4466" y="3512"/>
                        <a:pt x="4541" y="3541"/>
                        <a:pt x="4598" y="3598"/>
                      </a:cubicBezTo>
                      <a:cubicBezTo>
                        <a:pt x="4712" y="3712"/>
                        <a:pt x="4712" y="3897"/>
                        <a:pt x="4598" y="4012"/>
                      </a:cubicBezTo>
                      <a:lnTo>
                        <a:pt x="3245" y="5364"/>
                      </a:lnTo>
                      <a:lnTo>
                        <a:pt x="5219" y="8325"/>
                      </a:lnTo>
                      <a:cubicBezTo>
                        <a:pt x="5278" y="8414"/>
                        <a:pt x="5272" y="8500"/>
                        <a:pt x="5264" y="8546"/>
                      </a:cubicBezTo>
                      <a:cubicBezTo>
                        <a:pt x="5255" y="8591"/>
                        <a:pt x="5226" y="8674"/>
                        <a:pt x="5138" y="8732"/>
                      </a:cubicBezTo>
                      <a:cubicBezTo>
                        <a:pt x="5090" y="8764"/>
                        <a:pt x="5035" y="8780"/>
                        <a:pt x="4977" y="8780"/>
                      </a:cubicBezTo>
                      <a:cubicBezTo>
                        <a:pt x="4878" y="8780"/>
                        <a:pt x="4788" y="8732"/>
                        <a:pt x="4733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5" y="8782"/>
                        <a:pt x="1464" y="8782"/>
                      </a:cubicBezTo>
                      <a:cubicBezTo>
                        <a:pt x="1303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7" y="9951"/>
                        <a:pt x="1464" y="9951"/>
                      </a:cubicBezTo>
                      <a:cubicBezTo>
                        <a:pt x="2270" y="9951"/>
                        <a:pt x="2927" y="9295"/>
                        <a:pt x="2927" y="8488"/>
                      </a:cubicBezTo>
                      <a:lnTo>
                        <a:pt x="2927" y="8053"/>
                      </a:lnTo>
                      <a:lnTo>
                        <a:pt x="3758" y="9300"/>
                      </a:lnTo>
                      <a:cubicBezTo>
                        <a:pt x="4031" y="9709"/>
                        <a:pt x="4485" y="9951"/>
                        <a:pt x="4977" y="9951"/>
                      </a:cubicBezTo>
                      <a:cubicBezTo>
                        <a:pt x="5267" y="9951"/>
                        <a:pt x="5548" y="9866"/>
                        <a:pt x="5787" y="9705"/>
                      </a:cubicBezTo>
                      <a:cubicBezTo>
                        <a:pt x="6113" y="9489"/>
                        <a:pt x="6336" y="9158"/>
                        <a:pt x="6412" y="8775"/>
                      </a:cubicBezTo>
                      <a:cubicBezTo>
                        <a:pt x="6488" y="8391"/>
                        <a:pt x="6410" y="8001"/>
                        <a:pt x="6194" y="7676"/>
                      </a:cubicBezTo>
                      <a:lnTo>
                        <a:pt x="4752" y="5512"/>
                      </a:lnTo>
                      <a:lnTo>
                        <a:pt x="5426" y="4840"/>
                      </a:lnTo>
                      <a:cubicBezTo>
                        <a:pt x="5996" y="4269"/>
                        <a:pt x="5996" y="3340"/>
                        <a:pt x="5426" y="2771"/>
                      </a:cubicBezTo>
                      <a:cubicBezTo>
                        <a:pt x="5141" y="2485"/>
                        <a:pt x="4766" y="2342"/>
                        <a:pt x="4391" y="2342"/>
                      </a:cubicBezTo>
                      <a:cubicBezTo>
                        <a:pt x="4016" y="2342"/>
                        <a:pt x="3641" y="2485"/>
                        <a:pt x="3357" y="2771"/>
                      </a:cubicBezTo>
                      <a:lnTo>
                        <a:pt x="2927" y="3199"/>
                      </a:lnTo>
                      <a:lnTo>
                        <a:pt x="2927" y="1463"/>
                      </a:ln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3" name="Google Shape;12620;p89">
                <a:extLst>
                  <a:ext uri="{FF2B5EF4-FFF2-40B4-BE49-F238E27FC236}">
                    <a16:creationId xmlns:a16="http://schemas.microsoft.com/office/drawing/2014/main" id="{EF7E0970-ABDF-287A-703A-ADC930FA22E2}"/>
                  </a:ext>
                </a:extLst>
              </p:cNvPr>
              <p:cNvGrpSpPr/>
              <p:nvPr/>
            </p:nvGrpSpPr>
            <p:grpSpPr>
              <a:xfrm>
                <a:off x="8615531" y="5123204"/>
                <a:ext cx="620859" cy="620859"/>
                <a:chOff x="7137330" y="2571753"/>
                <a:chExt cx="417024" cy="417024"/>
              </a:xfrm>
              <a:grpFill/>
            </p:grpSpPr>
            <p:sp>
              <p:nvSpPr>
                <p:cNvPr id="82" name="Google Shape;12621;p89">
                  <a:extLst>
                    <a:ext uri="{FF2B5EF4-FFF2-40B4-BE49-F238E27FC236}">
                      <a16:creationId xmlns:a16="http://schemas.microsoft.com/office/drawing/2014/main" id="{85594F8E-EAC7-B129-7796-E5CFB84F3E55}"/>
                    </a:ext>
                  </a:extLst>
                </p:cNvPr>
                <p:cNvSpPr/>
                <p:nvPr/>
              </p:nvSpPr>
              <p:spPr>
                <a:xfrm>
                  <a:off x="7235854" y="2645840"/>
                  <a:ext cx="219949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9" h="12881" extrusionOk="0">
                      <a:moveTo>
                        <a:pt x="5271" y="1172"/>
                      </a:moveTo>
                      <a:cubicBezTo>
                        <a:pt x="7530" y="1172"/>
                        <a:pt x="9368" y="3010"/>
                        <a:pt x="9368" y="5270"/>
                      </a:cubicBezTo>
                      <a:cubicBezTo>
                        <a:pt x="9368" y="6273"/>
                        <a:pt x="8717" y="7797"/>
                        <a:pt x="7624" y="9343"/>
                      </a:cubicBezTo>
                      <a:cubicBezTo>
                        <a:pt x="6513" y="10917"/>
                        <a:pt x="5536" y="11665"/>
                        <a:pt x="5271" y="11708"/>
                      </a:cubicBezTo>
                      <a:cubicBezTo>
                        <a:pt x="5004" y="11665"/>
                        <a:pt x="4029" y="10917"/>
                        <a:pt x="2916" y="9343"/>
                      </a:cubicBezTo>
                      <a:cubicBezTo>
                        <a:pt x="1825" y="7797"/>
                        <a:pt x="1172" y="6273"/>
                        <a:pt x="1172" y="5270"/>
                      </a:cubicBezTo>
                      <a:cubicBezTo>
                        <a:pt x="1172" y="3010"/>
                        <a:pt x="3010" y="1172"/>
                        <a:pt x="5271" y="1172"/>
                      </a:cubicBezTo>
                      <a:close/>
                      <a:moveTo>
                        <a:pt x="5271" y="1"/>
                      </a:moveTo>
                      <a:cubicBezTo>
                        <a:pt x="2366" y="1"/>
                        <a:pt x="1" y="2364"/>
                        <a:pt x="1" y="5270"/>
                      </a:cubicBezTo>
                      <a:cubicBezTo>
                        <a:pt x="1" y="7084"/>
                        <a:pt x="1409" y="9247"/>
                        <a:pt x="2014" y="10093"/>
                      </a:cubicBezTo>
                      <a:cubicBezTo>
                        <a:pt x="2481" y="10747"/>
                        <a:pt x="4098" y="12881"/>
                        <a:pt x="5271" y="12881"/>
                      </a:cubicBezTo>
                      <a:cubicBezTo>
                        <a:pt x="6444" y="12881"/>
                        <a:pt x="8059" y="10747"/>
                        <a:pt x="8528" y="10093"/>
                      </a:cubicBezTo>
                      <a:cubicBezTo>
                        <a:pt x="9133" y="9247"/>
                        <a:pt x="10539" y="7084"/>
                        <a:pt x="10539" y="5270"/>
                      </a:cubicBezTo>
                      <a:cubicBezTo>
                        <a:pt x="10539" y="2364"/>
                        <a:pt x="8175" y="1"/>
                        <a:pt x="52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Google Shape;12622;p89">
                  <a:extLst>
                    <a:ext uri="{FF2B5EF4-FFF2-40B4-BE49-F238E27FC236}">
                      <a16:creationId xmlns:a16="http://schemas.microsoft.com/office/drawing/2014/main" id="{576A7E19-EA47-0AE2-A0E6-C968804371A1}"/>
                    </a:ext>
                  </a:extLst>
                </p:cNvPr>
                <p:cNvSpPr/>
                <p:nvPr/>
              </p:nvSpPr>
              <p:spPr>
                <a:xfrm>
                  <a:off x="7137330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2" y="1171"/>
                      </a:moveTo>
                      <a:cubicBezTo>
                        <a:pt x="14855" y="1171"/>
                        <a:pt x="18812" y="5127"/>
                        <a:pt x="18812" y="9991"/>
                      </a:cubicBezTo>
                      <a:cubicBezTo>
                        <a:pt x="18812" y="14854"/>
                        <a:pt x="14855" y="18810"/>
                        <a:pt x="9992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2" y="1171"/>
                      </a:cubicBezTo>
                      <a:close/>
                      <a:moveTo>
                        <a:pt x="9992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1"/>
                        <a:pt x="4490" y="19981"/>
                        <a:pt x="9992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Google Shape;12623;p89">
                  <a:extLst>
                    <a:ext uri="{FF2B5EF4-FFF2-40B4-BE49-F238E27FC236}">
                      <a16:creationId xmlns:a16="http://schemas.microsoft.com/office/drawing/2014/main" id="{E16827F2-87A5-8869-0BCF-AA06B719E311}"/>
                    </a:ext>
                  </a:extLst>
                </p:cNvPr>
                <p:cNvSpPr/>
                <p:nvPr/>
              </p:nvSpPr>
              <p:spPr>
                <a:xfrm>
                  <a:off x="7284751" y="2694716"/>
                  <a:ext cx="122173" cy="122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" h="5855" extrusionOk="0">
                      <a:moveTo>
                        <a:pt x="2928" y="1172"/>
                      </a:moveTo>
                      <a:cubicBezTo>
                        <a:pt x="3895" y="1172"/>
                        <a:pt x="4684" y="1959"/>
                        <a:pt x="4684" y="2928"/>
                      </a:cubicBezTo>
                      <a:cubicBezTo>
                        <a:pt x="4684" y="3896"/>
                        <a:pt x="3895" y="4683"/>
                        <a:pt x="2928" y="4683"/>
                      </a:cubicBezTo>
                      <a:cubicBezTo>
                        <a:pt x="1958" y="4683"/>
                        <a:pt x="1171" y="3896"/>
                        <a:pt x="1171" y="2928"/>
                      </a:cubicBezTo>
                      <a:cubicBezTo>
                        <a:pt x="2139" y="2928"/>
                        <a:pt x="2928" y="2139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2655" y="1"/>
                        <a:pt x="2374" y="47"/>
                        <a:pt x="2066" y="142"/>
                      </a:cubicBezTo>
                      <a:cubicBezTo>
                        <a:pt x="1732" y="245"/>
                        <a:pt x="1562" y="616"/>
                        <a:pt x="1704" y="936"/>
                      </a:cubicBezTo>
                      <a:cubicBezTo>
                        <a:pt x="1885" y="1345"/>
                        <a:pt x="1569" y="1756"/>
                        <a:pt x="1177" y="1756"/>
                      </a:cubicBezTo>
                      <a:cubicBezTo>
                        <a:pt x="1099" y="1756"/>
                        <a:pt x="1018" y="1740"/>
                        <a:pt x="938" y="1704"/>
                      </a:cubicBezTo>
                      <a:cubicBezTo>
                        <a:pt x="860" y="1670"/>
                        <a:pt x="780" y="1654"/>
                        <a:pt x="701" y="1654"/>
                      </a:cubicBezTo>
                      <a:cubicBezTo>
                        <a:pt x="453" y="1654"/>
                        <a:pt x="219" y="1813"/>
                        <a:pt x="142" y="2067"/>
                      </a:cubicBezTo>
                      <a:cubicBezTo>
                        <a:pt x="46" y="2373"/>
                        <a:pt x="0" y="2656"/>
                        <a:pt x="0" y="2928"/>
                      </a:cubicBezTo>
                      <a:cubicBezTo>
                        <a:pt x="0" y="4542"/>
                        <a:pt x="1313" y="5854"/>
                        <a:pt x="2928" y="5854"/>
                      </a:cubicBezTo>
                      <a:cubicBezTo>
                        <a:pt x="4541" y="5854"/>
                        <a:pt x="5854" y="4542"/>
                        <a:pt x="5854" y="2928"/>
                      </a:cubicBezTo>
                      <a:cubicBezTo>
                        <a:pt x="5854" y="1313"/>
                        <a:pt x="4541" y="1"/>
                        <a:pt x="29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oogle Shape;12624;p89">
                <a:extLst>
                  <a:ext uri="{FF2B5EF4-FFF2-40B4-BE49-F238E27FC236}">
                    <a16:creationId xmlns:a16="http://schemas.microsoft.com/office/drawing/2014/main" id="{ADBD9E90-2CDB-656B-72AA-E42D6E10F3FF}"/>
                  </a:ext>
                </a:extLst>
              </p:cNvPr>
              <p:cNvGrpSpPr/>
              <p:nvPr/>
            </p:nvGrpSpPr>
            <p:grpSpPr>
              <a:xfrm>
                <a:off x="7676248" y="5123204"/>
                <a:ext cx="620859" cy="620859"/>
                <a:chOff x="6613801" y="2571753"/>
                <a:chExt cx="417024" cy="417024"/>
              </a:xfrm>
              <a:grpFill/>
            </p:grpSpPr>
            <p:sp>
              <p:nvSpPr>
                <p:cNvPr id="77" name="Google Shape;12625;p89">
                  <a:extLst>
                    <a:ext uri="{FF2B5EF4-FFF2-40B4-BE49-F238E27FC236}">
                      <a16:creationId xmlns:a16="http://schemas.microsoft.com/office/drawing/2014/main" id="{668A08BD-7A5A-1DEE-025C-82F871CCEA30}"/>
                    </a:ext>
                  </a:extLst>
                </p:cNvPr>
                <p:cNvSpPr/>
                <p:nvPr/>
              </p:nvSpPr>
              <p:spPr>
                <a:xfrm>
                  <a:off x="6613801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1" y="1171"/>
                      </a:moveTo>
                      <a:cubicBezTo>
                        <a:pt x="14854" y="1171"/>
                        <a:pt x="18812" y="5127"/>
                        <a:pt x="18812" y="9991"/>
                      </a:cubicBezTo>
                      <a:cubicBezTo>
                        <a:pt x="18812" y="14854"/>
                        <a:pt x="14854" y="18810"/>
                        <a:pt x="9991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1" y="1171"/>
                      </a:cubicBezTo>
                      <a:close/>
                      <a:moveTo>
                        <a:pt x="9991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1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1" y="0"/>
                        <a:pt x="99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Google Shape;12626;p89">
                  <a:extLst>
                    <a:ext uri="{FF2B5EF4-FFF2-40B4-BE49-F238E27FC236}">
                      <a16:creationId xmlns:a16="http://schemas.microsoft.com/office/drawing/2014/main" id="{54FE9C5C-2F36-1D06-01D6-39987FA0FDE4}"/>
                    </a:ext>
                  </a:extLst>
                </p:cNvPr>
                <p:cNvSpPr/>
                <p:nvPr/>
              </p:nvSpPr>
              <p:spPr>
                <a:xfrm>
                  <a:off x="6663449" y="2645840"/>
                  <a:ext cx="317704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3" h="12881" extrusionOk="0">
                      <a:moveTo>
                        <a:pt x="12295" y="1172"/>
                      </a:moveTo>
                      <a:cubicBezTo>
                        <a:pt x="12619" y="1172"/>
                        <a:pt x="12881" y="1435"/>
                        <a:pt x="12881" y="1757"/>
                      </a:cubicBezTo>
                      <a:cubicBezTo>
                        <a:pt x="12881" y="2079"/>
                        <a:pt x="12617" y="2343"/>
                        <a:pt x="12295" y="2343"/>
                      </a:cubicBezTo>
                      <a:cubicBezTo>
                        <a:pt x="11973" y="2343"/>
                        <a:pt x="11709" y="2079"/>
                        <a:pt x="11709" y="1757"/>
                      </a:cubicBezTo>
                      <a:cubicBezTo>
                        <a:pt x="11709" y="1435"/>
                        <a:pt x="11973" y="1172"/>
                        <a:pt x="12295" y="1172"/>
                      </a:cubicBezTo>
                      <a:close/>
                      <a:moveTo>
                        <a:pt x="2343" y="4685"/>
                      </a:moveTo>
                      <a:cubicBezTo>
                        <a:pt x="2592" y="4685"/>
                        <a:pt x="2827" y="4763"/>
                        <a:pt x="3022" y="4902"/>
                      </a:cubicBezTo>
                      <a:cubicBezTo>
                        <a:pt x="2330" y="5410"/>
                        <a:pt x="1821" y="6015"/>
                        <a:pt x="1513" y="6677"/>
                      </a:cubicBezTo>
                      <a:cubicBezTo>
                        <a:pt x="1301" y="6461"/>
                        <a:pt x="1173" y="6167"/>
                        <a:pt x="1173" y="5856"/>
                      </a:cubicBezTo>
                      <a:cubicBezTo>
                        <a:pt x="1173" y="5210"/>
                        <a:pt x="1697" y="4685"/>
                        <a:pt x="2343" y="4685"/>
                      </a:cubicBezTo>
                      <a:close/>
                      <a:moveTo>
                        <a:pt x="12881" y="4685"/>
                      </a:moveTo>
                      <a:cubicBezTo>
                        <a:pt x="13526" y="4685"/>
                        <a:pt x="14052" y="5208"/>
                        <a:pt x="14052" y="5854"/>
                      </a:cubicBezTo>
                      <a:cubicBezTo>
                        <a:pt x="14052" y="6167"/>
                        <a:pt x="13923" y="6461"/>
                        <a:pt x="13712" y="6677"/>
                      </a:cubicBezTo>
                      <a:cubicBezTo>
                        <a:pt x="13404" y="6015"/>
                        <a:pt x="12893" y="5410"/>
                        <a:pt x="12201" y="4902"/>
                      </a:cubicBezTo>
                      <a:cubicBezTo>
                        <a:pt x="12396" y="4763"/>
                        <a:pt x="12633" y="4685"/>
                        <a:pt x="12881" y="4685"/>
                      </a:cubicBezTo>
                      <a:close/>
                      <a:moveTo>
                        <a:pt x="7616" y="4685"/>
                      </a:moveTo>
                      <a:cubicBezTo>
                        <a:pt x="9058" y="4685"/>
                        <a:pt x="10407" y="5074"/>
                        <a:pt x="11416" y="5778"/>
                      </a:cubicBezTo>
                      <a:cubicBezTo>
                        <a:pt x="12360" y="6440"/>
                        <a:pt x="12881" y="7299"/>
                        <a:pt x="12881" y="8196"/>
                      </a:cubicBezTo>
                      <a:cubicBezTo>
                        <a:pt x="12881" y="9095"/>
                        <a:pt x="12360" y="9953"/>
                        <a:pt x="11416" y="10615"/>
                      </a:cubicBezTo>
                      <a:cubicBezTo>
                        <a:pt x="10407" y="11320"/>
                        <a:pt x="9056" y="11710"/>
                        <a:pt x="7612" y="11710"/>
                      </a:cubicBezTo>
                      <a:cubicBezTo>
                        <a:pt x="6167" y="11710"/>
                        <a:pt x="4816" y="11320"/>
                        <a:pt x="3807" y="10615"/>
                      </a:cubicBezTo>
                      <a:cubicBezTo>
                        <a:pt x="2863" y="9953"/>
                        <a:pt x="2343" y="9095"/>
                        <a:pt x="2343" y="8196"/>
                      </a:cubicBezTo>
                      <a:cubicBezTo>
                        <a:pt x="2343" y="7299"/>
                        <a:pt x="2863" y="6440"/>
                        <a:pt x="3807" y="5778"/>
                      </a:cubicBezTo>
                      <a:cubicBezTo>
                        <a:pt x="4816" y="5074"/>
                        <a:pt x="6165" y="4685"/>
                        <a:pt x="7609" y="4685"/>
                      </a:cubicBezTo>
                      <a:close/>
                      <a:moveTo>
                        <a:pt x="8782" y="0"/>
                      </a:moveTo>
                      <a:cubicBezTo>
                        <a:pt x="8538" y="0"/>
                        <a:pt x="8309" y="156"/>
                        <a:pt x="8228" y="402"/>
                      </a:cubicBezTo>
                      <a:lnTo>
                        <a:pt x="7186" y="3524"/>
                      </a:lnTo>
                      <a:cubicBezTo>
                        <a:pt x="6065" y="3576"/>
                        <a:pt x="4998" y="3836"/>
                        <a:pt x="4073" y="4276"/>
                      </a:cubicBezTo>
                      <a:cubicBezTo>
                        <a:pt x="3634" y="3797"/>
                        <a:pt x="3011" y="3514"/>
                        <a:pt x="2343" y="3514"/>
                      </a:cubicBezTo>
                      <a:cubicBezTo>
                        <a:pt x="1051" y="3514"/>
                        <a:pt x="0" y="4565"/>
                        <a:pt x="0" y="5856"/>
                      </a:cubicBezTo>
                      <a:cubicBezTo>
                        <a:pt x="0" y="6702"/>
                        <a:pt x="469" y="7478"/>
                        <a:pt x="1186" y="7889"/>
                      </a:cubicBezTo>
                      <a:cubicBezTo>
                        <a:pt x="1177" y="7991"/>
                        <a:pt x="1171" y="8094"/>
                        <a:pt x="1171" y="8196"/>
                      </a:cubicBezTo>
                      <a:cubicBezTo>
                        <a:pt x="1171" y="9488"/>
                        <a:pt x="1870" y="10687"/>
                        <a:pt x="3137" y="11573"/>
                      </a:cubicBezTo>
                      <a:cubicBezTo>
                        <a:pt x="4340" y="12415"/>
                        <a:pt x="5928" y="12881"/>
                        <a:pt x="7611" y="12881"/>
                      </a:cubicBezTo>
                      <a:cubicBezTo>
                        <a:pt x="9293" y="12881"/>
                        <a:pt x="10883" y="12415"/>
                        <a:pt x="12086" y="11573"/>
                      </a:cubicBezTo>
                      <a:cubicBezTo>
                        <a:pt x="13353" y="10687"/>
                        <a:pt x="14050" y="9488"/>
                        <a:pt x="14050" y="8196"/>
                      </a:cubicBezTo>
                      <a:cubicBezTo>
                        <a:pt x="14050" y="8094"/>
                        <a:pt x="14046" y="7991"/>
                        <a:pt x="14037" y="7889"/>
                      </a:cubicBezTo>
                      <a:cubicBezTo>
                        <a:pt x="14754" y="7478"/>
                        <a:pt x="15223" y="6702"/>
                        <a:pt x="15223" y="5856"/>
                      </a:cubicBezTo>
                      <a:cubicBezTo>
                        <a:pt x="15223" y="4565"/>
                        <a:pt x="14172" y="3514"/>
                        <a:pt x="12881" y="3514"/>
                      </a:cubicBezTo>
                      <a:cubicBezTo>
                        <a:pt x="12212" y="3514"/>
                        <a:pt x="11589" y="3797"/>
                        <a:pt x="11152" y="4276"/>
                      </a:cubicBezTo>
                      <a:cubicBezTo>
                        <a:pt x="10330" y="3885"/>
                        <a:pt x="9396" y="3636"/>
                        <a:pt x="8412" y="3549"/>
                      </a:cubicBezTo>
                      <a:lnTo>
                        <a:pt x="9153" y="1327"/>
                      </a:lnTo>
                      <a:lnTo>
                        <a:pt x="10540" y="1789"/>
                      </a:lnTo>
                      <a:cubicBezTo>
                        <a:pt x="10556" y="2742"/>
                        <a:pt x="11338" y="3514"/>
                        <a:pt x="12295" y="3514"/>
                      </a:cubicBezTo>
                      <a:cubicBezTo>
                        <a:pt x="13263" y="3514"/>
                        <a:pt x="14052" y="2725"/>
                        <a:pt x="14052" y="1757"/>
                      </a:cubicBezTo>
                      <a:cubicBezTo>
                        <a:pt x="14052" y="790"/>
                        <a:pt x="13263" y="1"/>
                        <a:pt x="12295" y="1"/>
                      </a:cubicBezTo>
                      <a:cubicBezTo>
                        <a:pt x="11732" y="1"/>
                        <a:pt x="11232" y="268"/>
                        <a:pt x="10910" y="678"/>
                      </a:cubicBezTo>
                      <a:lnTo>
                        <a:pt x="8968" y="31"/>
                      </a:lnTo>
                      <a:cubicBezTo>
                        <a:pt x="8906" y="10"/>
                        <a:pt x="8844" y="0"/>
                        <a:pt x="87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Google Shape;12627;p89">
                  <a:extLst>
                    <a:ext uri="{FF2B5EF4-FFF2-40B4-BE49-F238E27FC236}">
                      <a16:creationId xmlns:a16="http://schemas.microsoft.com/office/drawing/2014/main" id="{B8E0B2E6-F7EE-3B7C-C746-7809AA40883F}"/>
                    </a:ext>
                  </a:extLst>
                </p:cNvPr>
                <p:cNvSpPr/>
                <p:nvPr/>
              </p:nvSpPr>
              <p:spPr>
                <a:xfrm>
                  <a:off x="6748992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1" y="1"/>
                      </a:moveTo>
                      <a:cubicBezTo>
                        <a:pt x="526" y="1"/>
                        <a:pt x="0" y="525"/>
                        <a:pt x="0" y="1170"/>
                      </a:cubicBezTo>
                      <a:cubicBezTo>
                        <a:pt x="0" y="1816"/>
                        <a:pt x="526" y="2341"/>
                        <a:pt x="1171" y="2341"/>
                      </a:cubicBezTo>
                      <a:cubicBezTo>
                        <a:pt x="1817" y="2341"/>
                        <a:pt x="2342" y="1816"/>
                        <a:pt x="2342" y="1170"/>
                      </a:cubicBezTo>
                      <a:cubicBezTo>
                        <a:pt x="2342" y="525"/>
                        <a:pt x="1817" y="1"/>
                        <a:pt x="11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Google Shape;12628;p89">
                  <a:extLst>
                    <a:ext uri="{FF2B5EF4-FFF2-40B4-BE49-F238E27FC236}">
                      <a16:creationId xmlns:a16="http://schemas.microsoft.com/office/drawing/2014/main" id="{767A5402-CAEF-31EC-C1C4-D6ABCA6E13B3}"/>
                    </a:ext>
                  </a:extLst>
                </p:cNvPr>
                <p:cNvSpPr/>
                <p:nvPr/>
              </p:nvSpPr>
              <p:spPr>
                <a:xfrm>
                  <a:off x="6846703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2" y="1"/>
                      </a:moveTo>
                      <a:cubicBezTo>
                        <a:pt x="526" y="1"/>
                        <a:pt x="1" y="525"/>
                        <a:pt x="1" y="1170"/>
                      </a:cubicBezTo>
                      <a:cubicBezTo>
                        <a:pt x="1" y="1816"/>
                        <a:pt x="526" y="2341"/>
                        <a:pt x="1172" y="2341"/>
                      </a:cubicBezTo>
                      <a:cubicBezTo>
                        <a:pt x="1818" y="2341"/>
                        <a:pt x="2343" y="1816"/>
                        <a:pt x="2343" y="1170"/>
                      </a:cubicBezTo>
                      <a:cubicBezTo>
                        <a:pt x="2343" y="525"/>
                        <a:pt x="1818" y="1"/>
                        <a:pt x="11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Google Shape;12629;p89">
                  <a:extLst>
                    <a:ext uri="{FF2B5EF4-FFF2-40B4-BE49-F238E27FC236}">
                      <a16:creationId xmlns:a16="http://schemas.microsoft.com/office/drawing/2014/main" id="{D6051FA0-EA9F-904F-DF02-533ED9A28DAA}"/>
                    </a:ext>
                  </a:extLst>
                </p:cNvPr>
                <p:cNvSpPr/>
                <p:nvPr/>
              </p:nvSpPr>
              <p:spPr>
                <a:xfrm>
                  <a:off x="6759469" y="2841323"/>
                  <a:ext cx="125658" cy="3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" h="1722" extrusionOk="0">
                      <a:moveTo>
                        <a:pt x="670" y="0"/>
                      </a:moveTo>
                      <a:cubicBezTo>
                        <a:pt x="455" y="0"/>
                        <a:pt x="249" y="119"/>
                        <a:pt x="146" y="324"/>
                      </a:cubicBezTo>
                      <a:cubicBezTo>
                        <a:pt x="1" y="614"/>
                        <a:pt x="117" y="965"/>
                        <a:pt x="407" y="1110"/>
                      </a:cubicBezTo>
                      <a:cubicBezTo>
                        <a:pt x="1223" y="1516"/>
                        <a:pt x="2116" y="1722"/>
                        <a:pt x="3011" y="1722"/>
                      </a:cubicBezTo>
                      <a:cubicBezTo>
                        <a:pt x="3905" y="1722"/>
                        <a:pt x="4800" y="1518"/>
                        <a:pt x="5614" y="1110"/>
                      </a:cubicBezTo>
                      <a:cubicBezTo>
                        <a:pt x="5904" y="965"/>
                        <a:pt x="6021" y="614"/>
                        <a:pt x="5875" y="324"/>
                      </a:cubicBezTo>
                      <a:cubicBezTo>
                        <a:pt x="5774" y="119"/>
                        <a:pt x="5567" y="0"/>
                        <a:pt x="5352" y="0"/>
                      </a:cubicBezTo>
                      <a:cubicBezTo>
                        <a:pt x="5264" y="0"/>
                        <a:pt x="5174" y="20"/>
                        <a:pt x="5090" y="62"/>
                      </a:cubicBezTo>
                      <a:cubicBezTo>
                        <a:pt x="4439" y="388"/>
                        <a:pt x="3725" y="551"/>
                        <a:pt x="3011" y="551"/>
                      </a:cubicBezTo>
                      <a:cubicBezTo>
                        <a:pt x="2296" y="551"/>
                        <a:pt x="1582" y="388"/>
                        <a:pt x="931" y="62"/>
                      </a:cubicBezTo>
                      <a:cubicBezTo>
                        <a:pt x="847" y="20"/>
                        <a:pt x="758" y="0"/>
                        <a:pt x="6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5" name="Google Shape;12633;p89">
                <a:extLst>
                  <a:ext uri="{FF2B5EF4-FFF2-40B4-BE49-F238E27FC236}">
                    <a16:creationId xmlns:a16="http://schemas.microsoft.com/office/drawing/2014/main" id="{C659CBB7-1684-6338-3BF2-242105C88171}"/>
                  </a:ext>
                </a:extLst>
              </p:cNvPr>
              <p:cNvGrpSpPr/>
              <p:nvPr/>
            </p:nvGrpSpPr>
            <p:grpSpPr>
              <a:xfrm>
                <a:off x="2040531" y="5215345"/>
                <a:ext cx="620859" cy="436577"/>
                <a:chOff x="3476576" y="2633631"/>
                <a:chExt cx="417024" cy="293244"/>
              </a:xfrm>
              <a:grpFill/>
            </p:grpSpPr>
            <p:sp>
              <p:nvSpPr>
                <p:cNvPr id="75" name="Google Shape;12634;p89">
                  <a:extLst>
                    <a:ext uri="{FF2B5EF4-FFF2-40B4-BE49-F238E27FC236}">
                      <a16:creationId xmlns:a16="http://schemas.microsoft.com/office/drawing/2014/main" id="{B73DA27E-7EC5-653A-0FBC-C2593378B9FF}"/>
                    </a:ext>
                  </a:extLst>
                </p:cNvPr>
                <p:cNvSpPr/>
                <p:nvPr/>
              </p:nvSpPr>
              <p:spPr>
                <a:xfrm>
                  <a:off x="3476576" y="2633631"/>
                  <a:ext cx="417024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4051" extrusionOk="0">
                      <a:moveTo>
                        <a:pt x="17056" y="1172"/>
                      </a:moveTo>
                      <a:cubicBezTo>
                        <a:pt x="18023" y="1172"/>
                        <a:pt x="18811" y="1961"/>
                        <a:pt x="18811" y="2929"/>
                      </a:cubicBezTo>
                      <a:lnTo>
                        <a:pt x="18811" y="11124"/>
                      </a:lnTo>
                      <a:cubicBezTo>
                        <a:pt x="18811" y="12092"/>
                        <a:pt x="18023" y="12881"/>
                        <a:pt x="17056" y="12881"/>
                      </a:cubicBezTo>
                      <a:lnTo>
                        <a:pt x="2927" y="12881"/>
                      </a:lnTo>
                      <a:cubicBezTo>
                        <a:pt x="1959" y="12881"/>
                        <a:pt x="1172" y="12092"/>
                        <a:pt x="1172" y="11124"/>
                      </a:cubicBezTo>
                      <a:lnTo>
                        <a:pt x="1172" y="2929"/>
                      </a:lnTo>
                      <a:cubicBezTo>
                        <a:pt x="1172" y="1961"/>
                        <a:pt x="1959" y="1172"/>
                        <a:pt x="2927" y="1172"/>
                      </a:cubicBezTo>
                      <a:close/>
                      <a:moveTo>
                        <a:pt x="2927" y="1"/>
                      </a:moveTo>
                      <a:cubicBezTo>
                        <a:pt x="1313" y="1"/>
                        <a:pt x="1" y="1315"/>
                        <a:pt x="1" y="2929"/>
                      </a:cubicBezTo>
                      <a:lnTo>
                        <a:pt x="1" y="11124"/>
                      </a:lnTo>
                      <a:cubicBezTo>
                        <a:pt x="1" y="12738"/>
                        <a:pt x="1313" y="14050"/>
                        <a:pt x="2927" y="14050"/>
                      </a:cubicBezTo>
                      <a:lnTo>
                        <a:pt x="17056" y="14050"/>
                      </a:lnTo>
                      <a:cubicBezTo>
                        <a:pt x="18669" y="14050"/>
                        <a:pt x="19982" y="12738"/>
                        <a:pt x="19982" y="11124"/>
                      </a:cubicBezTo>
                      <a:lnTo>
                        <a:pt x="19982" y="2929"/>
                      </a:lnTo>
                      <a:cubicBezTo>
                        <a:pt x="19982" y="1315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6" name="Google Shape;12635;p89">
                  <a:extLst>
                    <a:ext uri="{FF2B5EF4-FFF2-40B4-BE49-F238E27FC236}">
                      <a16:creationId xmlns:a16="http://schemas.microsoft.com/office/drawing/2014/main" id="{0377C16E-0C17-111C-977C-83D18CEFA006}"/>
                    </a:ext>
                  </a:extLst>
                </p:cNvPr>
                <p:cNvSpPr/>
                <p:nvPr/>
              </p:nvSpPr>
              <p:spPr>
                <a:xfrm>
                  <a:off x="3636206" y="2706945"/>
                  <a:ext cx="122194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5" h="7026" extrusionOk="0">
                      <a:moveTo>
                        <a:pt x="1172" y="1643"/>
                      </a:moveTo>
                      <a:lnTo>
                        <a:pt x="4165" y="3514"/>
                      </a:lnTo>
                      <a:lnTo>
                        <a:pt x="1172" y="5384"/>
                      </a:lnTo>
                      <a:lnTo>
                        <a:pt x="1172" y="1643"/>
                      </a:lnTo>
                      <a:close/>
                      <a:moveTo>
                        <a:pt x="586" y="0"/>
                      </a:moveTo>
                      <a:cubicBezTo>
                        <a:pt x="489" y="0"/>
                        <a:pt x="391" y="25"/>
                        <a:pt x="302" y="74"/>
                      </a:cubicBezTo>
                      <a:cubicBezTo>
                        <a:pt x="116" y="178"/>
                        <a:pt x="1" y="373"/>
                        <a:pt x="1" y="587"/>
                      </a:cubicBezTo>
                      <a:lnTo>
                        <a:pt x="1" y="6440"/>
                      </a:lnTo>
                      <a:cubicBezTo>
                        <a:pt x="1" y="6653"/>
                        <a:pt x="116" y="6849"/>
                        <a:pt x="302" y="6953"/>
                      </a:cubicBezTo>
                      <a:cubicBezTo>
                        <a:pt x="389" y="7001"/>
                        <a:pt x="487" y="7026"/>
                        <a:pt x="585" y="7026"/>
                      </a:cubicBezTo>
                      <a:cubicBezTo>
                        <a:pt x="693" y="7026"/>
                        <a:pt x="801" y="6997"/>
                        <a:pt x="896" y="6937"/>
                      </a:cubicBezTo>
                      <a:lnTo>
                        <a:pt x="5580" y="4010"/>
                      </a:lnTo>
                      <a:cubicBezTo>
                        <a:pt x="5750" y="3903"/>
                        <a:pt x="5854" y="3714"/>
                        <a:pt x="5854" y="3513"/>
                      </a:cubicBezTo>
                      <a:cubicBezTo>
                        <a:pt x="5854" y="3311"/>
                        <a:pt x="5750" y="3123"/>
                        <a:pt x="5580" y="3017"/>
                      </a:cubicBezTo>
                      <a:lnTo>
                        <a:pt x="896" y="90"/>
                      </a:lnTo>
                      <a:cubicBezTo>
                        <a:pt x="801" y="30"/>
                        <a:pt x="694" y="0"/>
                        <a:pt x="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6" name="Google Shape;12636;p89">
                <a:extLst>
                  <a:ext uri="{FF2B5EF4-FFF2-40B4-BE49-F238E27FC236}">
                    <a16:creationId xmlns:a16="http://schemas.microsoft.com/office/drawing/2014/main" id="{C43A53A4-7EFF-1AFB-7DE2-414C5798ECD1}"/>
                  </a:ext>
                </a:extLst>
              </p:cNvPr>
              <p:cNvGrpSpPr/>
              <p:nvPr/>
            </p:nvGrpSpPr>
            <p:grpSpPr>
              <a:xfrm>
                <a:off x="2979814" y="5123312"/>
                <a:ext cx="620890" cy="620641"/>
                <a:chOff x="3988564" y="2571836"/>
                <a:chExt cx="417045" cy="416878"/>
              </a:xfrm>
              <a:grpFill/>
            </p:grpSpPr>
            <p:sp>
              <p:nvSpPr>
                <p:cNvPr id="73" name="Google Shape;12637;p89">
                  <a:extLst>
                    <a:ext uri="{FF2B5EF4-FFF2-40B4-BE49-F238E27FC236}">
                      <a16:creationId xmlns:a16="http://schemas.microsoft.com/office/drawing/2014/main" id="{4EE60DA7-6430-0D07-49B7-6AF7AAA57366}"/>
                    </a:ext>
                  </a:extLst>
                </p:cNvPr>
                <p:cNvSpPr/>
                <p:nvPr/>
              </p:nvSpPr>
              <p:spPr>
                <a:xfrm>
                  <a:off x="4090678" y="2650431"/>
                  <a:ext cx="213124" cy="25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2" h="12423" extrusionOk="0">
                      <a:moveTo>
                        <a:pt x="4938" y="1172"/>
                      </a:moveTo>
                      <a:cubicBezTo>
                        <a:pt x="7267" y="1172"/>
                        <a:pt x="8610" y="2621"/>
                        <a:pt x="8610" y="3081"/>
                      </a:cubicBezTo>
                      <a:cubicBezTo>
                        <a:pt x="8610" y="3348"/>
                        <a:pt x="8308" y="3471"/>
                        <a:pt x="8102" y="3471"/>
                      </a:cubicBezTo>
                      <a:cubicBezTo>
                        <a:pt x="7867" y="3471"/>
                        <a:pt x="7733" y="3357"/>
                        <a:pt x="7407" y="3026"/>
                      </a:cubicBezTo>
                      <a:cubicBezTo>
                        <a:pt x="6933" y="2541"/>
                        <a:pt x="6282" y="1879"/>
                        <a:pt x="4821" y="1879"/>
                      </a:cubicBezTo>
                      <a:cubicBezTo>
                        <a:pt x="4177" y="1879"/>
                        <a:pt x="3602" y="2046"/>
                        <a:pt x="3162" y="2362"/>
                      </a:cubicBezTo>
                      <a:cubicBezTo>
                        <a:pt x="2687" y="2700"/>
                        <a:pt x="2417" y="3188"/>
                        <a:pt x="2417" y="3701"/>
                      </a:cubicBezTo>
                      <a:cubicBezTo>
                        <a:pt x="2417" y="4145"/>
                        <a:pt x="2603" y="4758"/>
                        <a:pt x="3491" y="5152"/>
                      </a:cubicBezTo>
                      <a:cubicBezTo>
                        <a:pt x="3997" y="5378"/>
                        <a:pt x="4646" y="5506"/>
                        <a:pt x="5334" y="5642"/>
                      </a:cubicBezTo>
                      <a:cubicBezTo>
                        <a:pt x="7566" y="6081"/>
                        <a:pt x="9029" y="6514"/>
                        <a:pt x="9029" y="8449"/>
                      </a:cubicBezTo>
                      <a:cubicBezTo>
                        <a:pt x="9029" y="8455"/>
                        <a:pt x="9029" y="8464"/>
                        <a:pt x="9029" y="8478"/>
                      </a:cubicBezTo>
                      <a:cubicBezTo>
                        <a:pt x="9035" y="8646"/>
                        <a:pt x="9028" y="9518"/>
                        <a:pt x="8347" y="10222"/>
                      </a:cubicBezTo>
                      <a:cubicBezTo>
                        <a:pt x="7688" y="10903"/>
                        <a:pt x="6597" y="11248"/>
                        <a:pt x="5102" y="11252"/>
                      </a:cubicBezTo>
                      <a:cubicBezTo>
                        <a:pt x="2240" y="11250"/>
                        <a:pt x="1171" y="9891"/>
                        <a:pt x="1171" y="9033"/>
                      </a:cubicBezTo>
                      <a:cubicBezTo>
                        <a:pt x="1171" y="8780"/>
                        <a:pt x="1518" y="8672"/>
                        <a:pt x="1656" y="8672"/>
                      </a:cubicBezTo>
                      <a:cubicBezTo>
                        <a:pt x="1844" y="8672"/>
                        <a:pt x="2005" y="8837"/>
                        <a:pt x="2327" y="9212"/>
                      </a:cubicBezTo>
                      <a:cubicBezTo>
                        <a:pt x="2843" y="9813"/>
                        <a:pt x="3551" y="10636"/>
                        <a:pt x="5095" y="10636"/>
                      </a:cubicBezTo>
                      <a:cubicBezTo>
                        <a:pt x="6363" y="10636"/>
                        <a:pt x="7727" y="9881"/>
                        <a:pt x="7727" y="8612"/>
                      </a:cubicBezTo>
                      <a:cubicBezTo>
                        <a:pt x="7727" y="7951"/>
                        <a:pt x="7363" y="7445"/>
                        <a:pt x="6647" y="7109"/>
                      </a:cubicBezTo>
                      <a:cubicBezTo>
                        <a:pt x="6130" y="6866"/>
                        <a:pt x="5472" y="6726"/>
                        <a:pt x="4773" y="6578"/>
                      </a:cubicBezTo>
                      <a:cubicBezTo>
                        <a:pt x="2620" y="6120"/>
                        <a:pt x="1209" y="5683"/>
                        <a:pt x="1209" y="3859"/>
                      </a:cubicBezTo>
                      <a:cubicBezTo>
                        <a:pt x="1209" y="2893"/>
                        <a:pt x="1667" y="2191"/>
                        <a:pt x="2606" y="1711"/>
                      </a:cubicBezTo>
                      <a:cubicBezTo>
                        <a:pt x="3388" y="1313"/>
                        <a:pt x="4350" y="1172"/>
                        <a:pt x="4938" y="1172"/>
                      </a:cubicBezTo>
                      <a:close/>
                      <a:moveTo>
                        <a:pt x="4938" y="1"/>
                      </a:moveTo>
                      <a:cubicBezTo>
                        <a:pt x="2944" y="1"/>
                        <a:pt x="39" y="991"/>
                        <a:pt x="39" y="3861"/>
                      </a:cubicBezTo>
                      <a:cubicBezTo>
                        <a:pt x="39" y="5149"/>
                        <a:pt x="579" y="6129"/>
                        <a:pt x="1644" y="6772"/>
                      </a:cubicBezTo>
                      <a:cubicBezTo>
                        <a:pt x="2505" y="7293"/>
                        <a:pt x="3581" y="7523"/>
                        <a:pt x="4529" y="7724"/>
                      </a:cubicBezTo>
                      <a:cubicBezTo>
                        <a:pt x="5159" y="7857"/>
                        <a:pt x="5755" y="7984"/>
                        <a:pt x="6149" y="8170"/>
                      </a:cubicBezTo>
                      <a:cubicBezTo>
                        <a:pt x="6556" y="8359"/>
                        <a:pt x="6556" y="8518"/>
                        <a:pt x="6556" y="8612"/>
                      </a:cubicBezTo>
                      <a:cubicBezTo>
                        <a:pt x="6556" y="9100"/>
                        <a:pt x="5785" y="9465"/>
                        <a:pt x="5095" y="9465"/>
                      </a:cubicBezTo>
                      <a:cubicBezTo>
                        <a:pt x="4089" y="9465"/>
                        <a:pt x="3664" y="8971"/>
                        <a:pt x="3215" y="8449"/>
                      </a:cubicBezTo>
                      <a:cubicBezTo>
                        <a:pt x="2833" y="8005"/>
                        <a:pt x="2401" y="7501"/>
                        <a:pt x="1656" y="7501"/>
                      </a:cubicBezTo>
                      <a:cubicBezTo>
                        <a:pt x="860" y="7501"/>
                        <a:pt x="0" y="8087"/>
                        <a:pt x="0" y="9035"/>
                      </a:cubicBezTo>
                      <a:cubicBezTo>
                        <a:pt x="0" y="10459"/>
                        <a:pt x="1462" y="12423"/>
                        <a:pt x="5104" y="12423"/>
                      </a:cubicBezTo>
                      <a:cubicBezTo>
                        <a:pt x="6926" y="12419"/>
                        <a:pt x="8301" y="11954"/>
                        <a:pt x="9187" y="11036"/>
                      </a:cubicBezTo>
                      <a:cubicBezTo>
                        <a:pt x="10167" y="10024"/>
                        <a:pt x="10211" y="8803"/>
                        <a:pt x="10200" y="8442"/>
                      </a:cubicBezTo>
                      <a:cubicBezTo>
                        <a:pt x="10199" y="7101"/>
                        <a:pt x="9638" y="6090"/>
                        <a:pt x="8536" y="5435"/>
                      </a:cubicBezTo>
                      <a:cubicBezTo>
                        <a:pt x="7642" y="4904"/>
                        <a:pt x="6537" y="4685"/>
                        <a:pt x="5560" y="4492"/>
                      </a:cubicBezTo>
                      <a:cubicBezTo>
                        <a:pt x="4939" y="4370"/>
                        <a:pt x="4354" y="4255"/>
                        <a:pt x="3966" y="4084"/>
                      </a:cubicBezTo>
                      <a:cubicBezTo>
                        <a:pt x="3588" y="3916"/>
                        <a:pt x="3588" y="3781"/>
                        <a:pt x="3588" y="3703"/>
                      </a:cubicBezTo>
                      <a:cubicBezTo>
                        <a:pt x="3588" y="3429"/>
                        <a:pt x="4016" y="3050"/>
                        <a:pt x="4821" y="3050"/>
                      </a:cubicBezTo>
                      <a:cubicBezTo>
                        <a:pt x="5790" y="3050"/>
                        <a:pt x="6153" y="3418"/>
                        <a:pt x="6570" y="3847"/>
                      </a:cubicBezTo>
                      <a:cubicBezTo>
                        <a:pt x="6921" y="4202"/>
                        <a:pt x="7354" y="4644"/>
                        <a:pt x="8102" y="4644"/>
                      </a:cubicBezTo>
                      <a:cubicBezTo>
                        <a:pt x="8966" y="4644"/>
                        <a:pt x="9781" y="4016"/>
                        <a:pt x="9781" y="3082"/>
                      </a:cubicBezTo>
                      <a:cubicBezTo>
                        <a:pt x="9781" y="1768"/>
                        <a:pt x="7722" y="1"/>
                        <a:pt x="49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Google Shape;12638;p89">
                  <a:extLst>
                    <a:ext uri="{FF2B5EF4-FFF2-40B4-BE49-F238E27FC236}">
                      <a16:creationId xmlns:a16="http://schemas.microsoft.com/office/drawing/2014/main" id="{D0BFF148-C62E-EB23-C0FF-0EDF970B79B1}"/>
                    </a:ext>
                  </a:extLst>
                </p:cNvPr>
                <p:cNvSpPr/>
                <p:nvPr/>
              </p:nvSpPr>
              <p:spPr>
                <a:xfrm>
                  <a:off x="3988564" y="2571836"/>
                  <a:ext cx="417045" cy="416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75" extrusionOk="0">
                      <a:moveTo>
                        <a:pt x="5465" y="1172"/>
                      </a:moveTo>
                      <a:cubicBezTo>
                        <a:pt x="6229" y="1172"/>
                        <a:pt x="6714" y="1356"/>
                        <a:pt x="7184" y="1548"/>
                      </a:cubicBezTo>
                      <a:cubicBezTo>
                        <a:pt x="7842" y="1820"/>
                        <a:pt x="8120" y="1882"/>
                        <a:pt x="8506" y="1882"/>
                      </a:cubicBezTo>
                      <a:cubicBezTo>
                        <a:pt x="8831" y="1882"/>
                        <a:pt x="9232" y="1838"/>
                        <a:pt x="10000" y="1838"/>
                      </a:cubicBezTo>
                      <a:cubicBezTo>
                        <a:pt x="13275" y="1838"/>
                        <a:pt x="15226" y="3478"/>
                        <a:pt x="16286" y="4855"/>
                      </a:cubicBezTo>
                      <a:cubicBezTo>
                        <a:pt x="17660" y="6641"/>
                        <a:pt x="18149" y="8709"/>
                        <a:pt x="18149" y="9937"/>
                      </a:cubicBezTo>
                      <a:cubicBezTo>
                        <a:pt x="18149" y="11304"/>
                        <a:pt x="17841" y="11405"/>
                        <a:pt x="18414" y="12744"/>
                      </a:cubicBezTo>
                      <a:cubicBezTo>
                        <a:pt x="18610" y="13203"/>
                        <a:pt x="18812" y="13675"/>
                        <a:pt x="18812" y="14565"/>
                      </a:cubicBezTo>
                      <a:cubicBezTo>
                        <a:pt x="18812" y="15702"/>
                        <a:pt x="18373" y="16765"/>
                        <a:pt x="17575" y="17561"/>
                      </a:cubicBezTo>
                      <a:cubicBezTo>
                        <a:pt x="16776" y="18358"/>
                        <a:pt x="15671" y="18803"/>
                        <a:pt x="14546" y="18803"/>
                      </a:cubicBezTo>
                      <a:cubicBezTo>
                        <a:pt x="14544" y="18803"/>
                        <a:pt x="14542" y="18803"/>
                        <a:pt x="14540" y="18803"/>
                      </a:cubicBezTo>
                      <a:lnTo>
                        <a:pt x="14519" y="18803"/>
                      </a:lnTo>
                      <a:cubicBezTo>
                        <a:pt x="13754" y="18803"/>
                        <a:pt x="13270" y="18612"/>
                        <a:pt x="12799" y="18418"/>
                      </a:cubicBezTo>
                      <a:cubicBezTo>
                        <a:pt x="12161" y="18154"/>
                        <a:pt x="11842" y="18085"/>
                        <a:pt x="11520" y="18085"/>
                      </a:cubicBezTo>
                      <a:cubicBezTo>
                        <a:pt x="11167" y="18085"/>
                        <a:pt x="10809" y="18168"/>
                        <a:pt x="10022" y="18168"/>
                      </a:cubicBezTo>
                      <a:cubicBezTo>
                        <a:pt x="6746" y="18168"/>
                        <a:pt x="4785" y="16516"/>
                        <a:pt x="3717" y="15131"/>
                      </a:cubicBezTo>
                      <a:cubicBezTo>
                        <a:pt x="2328" y="13328"/>
                        <a:pt x="1835" y="11257"/>
                        <a:pt x="1835" y="10031"/>
                      </a:cubicBezTo>
                      <a:cubicBezTo>
                        <a:pt x="1835" y="8674"/>
                        <a:pt x="2146" y="8571"/>
                        <a:pt x="1569" y="7222"/>
                      </a:cubicBezTo>
                      <a:cubicBezTo>
                        <a:pt x="1375" y="6765"/>
                        <a:pt x="1173" y="6293"/>
                        <a:pt x="1171" y="5408"/>
                      </a:cubicBezTo>
                      <a:cubicBezTo>
                        <a:pt x="1175" y="3063"/>
                        <a:pt x="3100" y="1172"/>
                        <a:pt x="5465" y="1172"/>
                      </a:cubicBezTo>
                      <a:close/>
                      <a:moveTo>
                        <a:pt x="5465" y="0"/>
                      </a:moveTo>
                      <a:cubicBezTo>
                        <a:pt x="3993" y="0"/>
                        <a:pt x="2617" y="552"/>
                        <a:pt x="1587" y="1582"/>
                      </a:cubicBezTo>
                      <a:cubicBezTo>
                        <a:pt x="566" y="2603"/>
                        <a:pt x="4" y="3960"/>
                        <a:pt x="0" y="5403"/>
                      </a:cubicBezTo>
                      <a:lnTo>
                        <a:pt x="0" y="5414"/>
                      </a:lnTo>
                      <a:cubicBezTo>
                        <a:pt x="2" y="6535"/>
                        <a:pt x="274" y="7170"/>
                        <a:pt x="492" y="7682"/>
                      </a:cubicBezTo>
                      <a:cubicBezTo>
                        <a:pt x="938" y="8725"/>
                        <a:pt x="664" y="8547"/>
                        <a:pt x="664" y="10031"/>
                      </a:cubicBezTo>
                      <a:cubicBezTo>
                        <a:pt x="664" y="11738"/>
                        <a:pt x="1385" y="14023"/>
                        <a:pt x="2790" y="15845"/>
                      </a:cubicBezTo>
                      <a:cubicBezTo>
                        <a:pt x="4019" y="17439"/>
                        <a:pt x="6270" y="19339"/>
                        <a:pt x="10022" y="19339"/>
                      </a:cubicBezTo>
                      <a:cubicBezTo>
                        <a:pt x="10942" y="19339"/>
                        <a:pt x="11234" y="19255"/>
                        <a:pt x="11494" y="19255"/>
                      </a:cubicBezTo>
                      <a:cubicBezTo>
                        <a:pt x="11700" y="19255"/>
                        <a:pt x="11887" y="19308"/>
                        <a:pt x="12353" y="19500"/>
                      </a:cubicBezTo>
                      <a:cubicBezTo>
                        <a:pt x="12875" y="19716"/>
                        <a:pt x="13523" y="19974"/>
                        <a:pt x="14519" y="19974"/>
                      </a:cubicBezTo>
                      <a:lnTo>
                        <a:pt x="14554" y="19974"/>
                      </a:lnTo>
                      <a:cubicBezTo>
                        <a:pt x="15985" y="19974"/>
                        <a:pt x="17386" y="19403"/>
                        <a:pt x="18402" y="18391"/>
                      </a:cubicBezTo>
                      <a:cubicBezTo>
                        <a:pt x="19422" y="17374"/>
                        <a:pt x="19983" y="16015"/>
                        <a:pt x="19983" y="14565"/>
                      </a:cubicBezTo>
                      <a:cubicBezTo>
                        <a:pt x="19983" y="13436"/>
                        <a:pt x="19711" y="12797"/>
                        <a:pt x="19491" y="12284"/>
                      </a:cubicBezTo>
                      <a:cubicBezTo>
                        <a:pt x="19045" y="11243"/>
                        <a:pt x="19320" y="11421"/>
                        <a:pt x="19320" y="9937"/>
                      </a:cubicBezTo>
                      <a:cubicBezTo>
                        <a:pt x="19320" y="8218"/>
                        <a:pt x="18603" y="5946"/>
                        <a:pt x="17213" y="4140"/>
                      </a:cubicBezTo>
                      <a:cubicBezTo>
                        <a:pt x="15994" y="2557"/>
                        <a:pt x="13753" y="667"/>
                        <a:pt x="10000" y="667"/>
                      </a:cubicBezTo>
                      <a:cubicBezTo>
                        <a:pt x="9146" y="667"/>
                        <a:pt x="8785" y="712"/>
                        <a:pt x="8528" y="712"/>
                      </a:cubicBezTo>
                      <a:cubicBezTo>
                        <a:pt x="8261" y="712"/>
                        <a:pt x="8109" y="664"/>
                        <a:pt x="7630" y="466"/>
                      </a:cubicBezTo>
                      <a:cubicBezTo>
                        <a:pt x="7110" y="252"/>
                        <a:pt x="6461" y="0"/>
                        <a:pt x="54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" name="Google Shape;12639;p89">
                <a:extLst>
                  <a:ext uri="{FF2B5EF4-FFF2-40B4-BE49-F238E27FC236}">
                    <a16:creationId xmlns:a16="http://schemas.microsoft.com/office/drawing/2014/main" id="{E48BCE9A-D171-BA22-3584-CA1FDFA5922D}"/>
                  </a:ext>
                </a:extLst>
              </p:cNvPr>
              <p:cNvGrpSpPr/>
              <p:nvPr/>
            </p:nvGrpSpPr>
            <p:grpSpPr>
              <a:xfrm>
                <a:off x="3919129" y="5123204"/>
                <a:ext cx="620859" cy="620859"/>
                <a:chOff x="4500573" y="2571753"/>
                <a:chExt cx="417024" cy="417024"/>
              </a:xfrm>
              <a:grpFill/>
            </p:grpSpPr>
            <p:sp>
              <p:nvSpPr>
                <p:cNvPr id="71" name="Google Shape;12640;p89">
                  <a:extLst>
                    <a:ext uri="{FF2B5EF4-FFF2-40B4-BE49-F238E27FC236}">
                      <a16:creationId xmlns:a16="http://schemas.microsoft.com/office/drawing/2014/main" id="{828231A8-DAB3-0BF6-E859-3D669FF5A3DC}"/>
                    </a:ext>
                  </a:extLst>
                </p:cNvPr>
                <p:cNvSpPr/>
                <p:nvPr/>
              </p:nvSpPr>
              <p:spPr>
                <a:xfrm>
                  <a:off x="4550263" y="2632817"/>
                  <a:ext cx="317683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2" h="14051" extrusionOk="0">
                      <a:moveTo>
                        <a:pt x="7616" y="1172"/>
                      </a:moveTo>
                      <a:cubicBezTo>
                        <a:pt x="8529" y="1202"/>
                        <a:pt x="10613" y="1570"/>
                        <a:pt x="10613" y="4280"/>
                      </a:cubicBezTo>
                      <a:cubicBezTo>
                        <a:pt x="10613" y="4791"/>
                        <a:pt x="10565" y="5662"/>
                        <a:pt x="10565" y="5683"/>
                      </a:cubicBezTo>
                      <a:cubicBezTo>
                        <a:pt x="10565" y="6490"/>
                        <a:pt x="11186" y="6530"/>
                        <a:pt x="11312" y="6530"/>
                      </a:cubicBezTo>
                      <a:cubicBezTo>
                        <a:pt x="11563" y="6530"/>
                        <a:pt x="11867" y="6461"/>
                        <a:pt x="12149" y="6399"/>
                      </a:cubicBezTo>
                      <a:lnTo>
                        <a:pt x="12149" y="6399"/>
                      </a:lnTo>
                      <a:cubicBezTo>
                        <a:pt x="11697" y="6589"/>
                        <a:pt x="10875" y="6838"/>
                        <a:pt x="10875" y="7608"/>
                      </a:cubicBezTo>
                      <a:cubicBezTo>
                        <a:pt x="10875" y="9260"/>
                        <a:pt x="12294" y="9897"/>
                        <a:pt x="13233" y="10316"/>
                      </a:cubicBezTo>
                      <a:cubicBezTo>
                        <a:pt x="13419" y="10399"/>
                        <a:pt x="13661" y="10509"/>
                        <a:pt x="13838" y="10608"/>
                      </a:cubicBezTo>
                      <a:cubicBezTo>
                        <a:pt x="13590" y="10652"/>
                        <a:pt x="13247" y="10703"/>
                        <a:pt x="12826" y="10802"/>
                      </a:cubicBezTo>
                      <a:cubicBezTo>
                        <a:pt x="12446" y="10894"/>
                        <a:pt x="12149" y="11195"/>
                        <a:pt x="12067" y="11574"/>
                      </a:cubicBezTo>
                      <a:cubicBezTo>
                        <a:pt x="12058" y="11614"/>
                        <a:pt x="12049" y="11652"/>
                        <a:pt x="12041" y="11683"/>
                      </a:cubicBezTo>
                      <a:cubicBezTo>
                        <a:pt x="11837" y="11646"/>
                        <a:pt x="11549" y="11584"/>
                        <a:pt x="11156" y="11584"/>
                      </a:cubicBezTo>
                      <a:cubicBezTo>
                        <a:pt x="10220" y="11584"/>
                        <a:pt x="9658" y="11968"/>
                        <a:pt x="9161" y="12306"/>
                      </a:cubicBezTo>
                      <a:cubicBezTo>
                        <a:pt x="8711" y="12614"/>
                        <a:pt x="8322" y="12879"/>
                        <a:pt x="7611" y="12881"/>
                      </a:cubicBezTo>
                      <a:cubicBezTo>
                        <a:pt x="6900" y="12879"/>
                        <a:pt x="6511" y="12614"/>
                        <a:pt x="6060" y="12306"/>
                      </a:cubicBezTo>
                      <a:cubicBezTo>
                        <a:pt x="5563" y="11968"/>
                        <a:pt x="5000" y="11584"/>
                        <a:pt x="4064" y="11584"/>
                      </a:cubicBezTo>
                      <a:cubicBezTo>
                        <a:pt x="3671" y="11584"/>
                        <a:pt x="3381" y="11646"/>
                        <a:pt x="3180" y="11683"/>
                      </a:cubicBezTo>
                      <a:cubicBezTo>
                        <a:pt x="3171" y="11652"/>
                        <a:pt x="3164" y="11614"/>
                        <a:pt x="3155" y="11574"/>
                      </a:cubicBezTo>
                      <a:cubicBezTo>
                        <a:pt x="3072" y="11195"/>
                        <a:pt x="2775" y="10894"/>
                        <a:pt x="2394" y="10802"/>
                      </a:cubicBezTo>
                      <a:cubicBezTo>
                        <a:pt x="1973" y="10703"/>
                        <a:pt x="1630" y="10652"/>
                        <a:pt x="1384" y="10608"/>
                      </a:cubicBezTo>
                      <a:cubicBezTo>
                        <a:pt x="1559" y="10509"/>
                        <a:pt x="1803" y="10399"/>
                        <a:pt x="1987" y="10316"/>
                      </a:cubicBezTo>
                      <a:cubicBezTo>
                        <a:pt x="2927" y="9897"/>
                        <a:pt x="4347" y="9260"/>
                        <a:pt x="4347" y="7608"/>
                      </a:cubicBezTo>
                      <a:cubicBezTo>
                        <a:pt x="4347" y="6838"/>
                        <a:pt x="3525" y="6589"/>
                        <a:pt x="3072" y="6399"/>
                      </a:cubicBezTo>
                      <a:lnTo>
                        <a:pt x="3072" y="6399"/>
                      </a:lnTo>
                      <a:cubicBezTo>
                        <a:pt x="3355" y="6461"/>
                        <a:pt x="3657" y="6530"/>
                        <a:pt x="3910" y="6530"/>
                      </a:cubicBezTo>
                      <a:cubicBezTo>
                        <a:pt x="4034" y="6530"/>
                        <a:pt x="4655" y="6490"/>
                        <a:pt x="4655" y="5683"/>
                      </a:cubicBezTo>
                      <a:cubicBezTo>
                        <a:pt x="4655" y="5662"/>
                        <a:pt x="4609" y="4793"/>
                        <a:pt x="4609" y="4280"/>
                      </a:cubicBezTo>
                      <a:cubicBezTo>
                        <a:pt x="4609" y="1558"/>
                        <a:pt x="6698" y="1199"/>
                        <a:pt x="7616" y="1172"/>
                      </a:cubicBezTo>
                      <a:close/>
                      <a:moveTo>
                        <a:pt x="7602" y="1"/>
                      </a:moveTo>
                      <a:cubicBezTo>
                        <a:pt x="7201" y="11"/>
                        <a:pt x="6164" y="98"/>
                        <a:pt x="5219" y="691"/>
                      </a:cubicBezTo>
                      <a:cubicBezTo>
                        <a:pt x="4407" y="1200"/>
                        <a:pt x="3438" y="2237"/>
                        <a:pt x="3438" y="4280"/>
                      </a:cubicBezTo>
                      <a:cubicBezTo>
                        <a:pt x="3438" y="4714"/>
                        <a:pt x="3454" y="5041"/>
                        <a:pt x="3466" y="5288"/>
                      </a:cubicBezTo>
                      <a:cubicBezTo>
                        <a:pt x="3176" y="5225"/>
                        <a:pt x="2914" y="5159"/>
                        <a:pt x="2711" y="5159"/>
                      </a:cubicBezTo>
                      <a:cubicBezTo>
                        <a:pt x="2005" y="5159"/>
                        <a:pt x="1492" y="5593"/>
                        <a:pt x="1492" y="6187"/>
                      </a:cubicBezTo>
                      <a:cubicBezTo>
                        <a:pt x="1492" y="7031"/>
                        <a:pt x="2302" y="7355"/>
                        <a:pt x="2785" y="7547"/>
                      </a:cubicBezTo>
                      <a:cubicBezTo>
                        <a:pt x="2907" y="7595"/>
                        <a:pt x="3077" y="7664"/>
                        <a:pt x="3173" y="7717"/>
                      </a:cubicBezTo>
                      <a:cubicBezTo>
                        <a:pt x="3084" y="8885"/>
                        <a:pt x="1453" y="9124"/>
                        <a:pt x="595" y="9723"/>
                      </a:cubicBezTo>
                      <a:cubicBezTo>
                        <a:pt x="201" y="9999"/>
                        <a:pt x="1" y="10337"/>
                        <a:pt x="1" y="10730"/>
                      </a:cubicBezTo>
                      <a:cubicBezTo>
                        <a:pt x="1" y="11119"/>
                        <a:pt x="194" y="11425"/>
                        <a:pt x="547" y="11590"/>
                      </a:cubicBezTo>
                      <a:cubicBezTo>
                        <a:pt x="892" y="11752"/>
                        <a:pt x="1340" y="11765"/>
                        <a:pt x="2032" y="11920"/>
                      </a:cubicBezTo>
                      <a:cubicBezTo>
                        <a:pt x="2081" y="12138"/>
                        <a:pt x="2134" y="12318"/>
                        <a:pt x="2231" y="12474"/>
                      </a:cubicBezTo>
                      <a:cubicBezTo>
                        <a:pt x="2428" y="12789"/>
                        <a:pt x="2691" y="12874"/>
                        <a:pt x="2981" y="12874"/>
                      </a:cubicBezTo>
                      <a:cubicBezTo>
                        <a:pt x="3325" y="12874"/>
                        <a:pt x="3708" y="12754"/>
                        <a:pt x="4064" y="12754"/>
                      </a:cubicBezTo>
                      <a:cubicBezTo>
                        <a:pt x="4639" y="12754"/>
                        <a:pt x="4975" y="12984"/>
                        <a:pt x="5400" y="13274"/>
                      </a:cubicBezTo>
                      <a:cubicBezTo>
                        <a:pt x="5907" y="13619"/>
                        <a:pt x="6537" y="14050"/>
                        <a:pt x="7609" y="14050"/>
                      </a:cubicBezTo>
                      <a:lnTo>
                        <a:pt x="7611" y="14050"/>
                      </a:lnTo>
                      <a:cubicBezTo>
                        <a:pt x="8683" y="14050"/>
                        <a:pt x="9315" y="13620"/>
                        <a:pt x="9821" y="13274"/>
                      </a:cubicBezTo>
                      <a:cubicBezTo>
                        <a:pt x="10247" y="12984"/>
                        <a:pt x="10581" y="12754"/>
                        <a:pt x="11156" y="12754"/>
                      </a:cubicBezTo>
                      <a:cubicBezTo>
                        <a:pt x="11621" y="12754"/>
                        <a:pt x="11881" y="12881"/>
                        <a:pt x="12228" y="12881"/>
                      </a:cubicBezTo>
                      <a:cubicBezTo>
                        <a:pt x="12647" y="12881"/>
                        <a:pt x="12874" y="12660"/>
                        <a:pt x="12991" y="12474"/>
                      </a:cubicBezTo>
                      <a:cubicBezTo>
                        <a:pt x="13088" y="12318"/>
                        <a:pt x="13139" y="12136"/>
                        <a:pt x="13189" y="11920"/>
                      </a:cubicBezTo>
                      <a:cubicBezTo>
                        <a:pt x="13880" y="11765"/>
                        <a:pt x="14328" y="11752"/>
                        <a:pt x="14673" y="11590"/>
                      </a:cubicBezTo>
                      <a:cubicBezTo>
                        <a:pt x="15027" y="11425"/>
                        <a:pt x="15221" y="11119"/>
                        <a:pt x="15221" y="10730"/>
                      </a:cubicBezTo>
                      <a:cubicBezTo>
                        <a:pt x="15221" y="10337"/>
                        <a:pt x="15020" y="9999"/>
                        <a:pt x="14625" y="9723"/>
                      </a:cubicBezTo>
                      <a:cubicBezTo>
                        <a:pt x="13769" y="9124"/>
                        <a:pt x="12136" y="8885"/>
                        <a:pt x="12048" y="7717"/>
                      </a:cubicBezTo>
                      <a:cubicBezTo>
                        <a:pt x="12143" y="7664"/>
                        <a:pt x="12313" y="7595"/>
                        <a:pt x="12435" y="7547"/>
                      </a:cubicBezTo>
                      <a:cubicBezTo>
                        <a:pt x="12918" y="7355"/>
                        <a:pt x="13728" y="7031"/>
                        <a:pt x="13728" y="6187"/>
                      </a:cubicBezTo>
                      <a:cubicBezTo>
                        <a:pt x="13728" y="5593"/>
                        <a:pt x="13215" y="5159"/>
                        <a:pt x="12509" y="5159"/>
                      </a:cubicBezTo>
                      <a:cubicBezTo>
                        <a:pt x="12306" y="5159"/>
                        <a:pt x="12044" y="5225"/>
                        <a:pt x="11754" y="5288"/>
                      </a:cubicBezTo>
                      <a:cubicBezTo>
                        <a:pt x="11768" y="5041"/>
                        <a:pt x="11782" y="4714"/>
                        <a:pt x="11782" y="4280"/>
                      </a:cubicBezTo>
                      <a:cubicBezTo>
                        <a:pt x="11782" y="2246"/>
                        <a:pt x="10822" y="1211"/>
                        <a:pt x="10017" y="700"/>
                      </a:cubicBezTo>
                      <a:cubicBezTo>
                        <a:pt x="9076" y="105"/>
                        <a:pt x="8037" y="13"/>
                        <a:pt x="7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2" name="Google Shape;12641;p89">
                  <a:extLst>
                    <a:ext uri="{FF2B5EF4-FFF2-40B4-BE49-F238E27FC236}">
                      <a16:creationId xmlns:a16="http://schemas.microsoft.com/office/drawing/2014/main" id="{2681BFB7-BE3E-2457-CF9B-9EE0F548229C}"/>
                    </a:ext>
                  </a:extLst>
                </p:cNvPr>
                <p:cNvSpPr/>
                <p:nvPr/>
              </p:nvSpPr>
              <p:spPr>
                <a:xfrm>
                  <a:off x="450057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7" y="1172"/>
                      </a:moveTo>
                      <a:cubicBezTo>
                        <a:pt x="17990" y="1172"/>
                        <a:pt x="18812" y="1975"/>
                        <a:pt x="18812" y="2927"/>
                      </a:cubicBezTo>
                      <a:lnTo>
                        <a:pt x="18812" y="17017"/>
                      </a:lnTo>
                      <a:cubicBezTo>
                        <a:pt x="18812" y="17990"/>
                        <a:pt x="17990" y="18811"/>
                        <a:pt x="17017" y="18811"/>
                      </a:cubicBezTo>
                      <a:lnTo>
                        <a:pt x="2966" y="18811"/>
                      </a:lnTo>
                      <a:cubicBezTo>
                        <a:pt x="1993" y="18811"/>
                        <a:pt x="1172" y="17990"/>
                        <a:pt x="1172" y="17017"/>
                      </a:cubicBezTo>
                      <a:lnTo>
                        <a:pt x="1172" y="2927"/>
                      </a:lnTo>
                      <a:cubicBezTo>
                        <a:pt x="1172" y="1975"/>
                        <a:pt x="1993" y="1172"/>
                        <a:pt x="2966" y="1172"/>
                      </a:cubicBezTo>
                      <a:close/>
                      <a:moveTo>
                        <a:pt x="2966" y="1"/>
                      </a:moveTo>
                      <a:cubicBezTo>
                        <a:pt x="1349" y="1"/>
                        <a:pt x="1" y="1310"/>
                        <a:pt x="1" y="2927"/>
                      </a:cubicBezTo>
                      <a:lnTo>
                        <a:pt x="1" y="17015"/>
                      </a:lnTo>
                      <a:cubicBezTo>
                        <a:pt x="1" y="18636"/>
                        <a:pt x="1349" y="19982"/>
                        <a:pt x="2966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2" y="18634"/>
                        <a:pt x="19982" y="17015"/>
                      </a:cubicBezTo>
                      <a:lnTo>
                        <a:pt x="19982" y="2927"/>
                      </a:lnTo>
                      <a:cubicBezTo>
                        <a:pt x="19982" y="1310"/>
                        <a:pt x="18635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8" name="Google Shape;12642;p89">
                <a:extLst>
                  <a:ext uri="{FF2B5EF4-FFF2-40B4-BE49-F238E27FC236}">
                    <a16:creationId xmlns:a16="http://schemas.microsoft.com/office/drawing/2014/main" id="{9845C952-261A-0B31-4C0A-ACCAEBD3E7CE}"/>
                  </a:ext>
                </a:extLst>
              </p:cNvPr>
              <p:cNvGrpSpPr/>
              <p:nvPr/>
            </p:nvGrpSpPr>
            <p:grpSpPr>
              <a:xfrm>
                <a:off x="4858412" y="5123204"/>
                <a:ext cx="620859" cy="620859"/>
                <a:chOff x="5012603" y="2571753"/>
                <a:chExt cx="417024" cy="417024"/>
              </a:xfrm>
              <a:grpFill/>
            </p:grpSpPr>
            <p:sp>
              <p:nvSpPr>
                <p:cNvPr id="69" name="Google Shape;12643;p89">
                  <a:extLst>
                    <a:ext uri="{FF2B5EF4-FFF2-40B4-BE49-F238E27FC236}">
                      <a16:creationId xmlns:a16="http://schemas.microsoft.com/office/drawing/2014/main" id="{506C7ED0-F944-FA14-DE9B-812CB5F898C1}"/>
                    </a:ext>
                  </a:extLst>
                </p:cNvPr>
                <p:cNvSpPr/>
                <p:nvPr/>
              </p:nvSpPr>
              <p:spPr>
                <a:xfrm>
                  <a:off x="5133124" y="2631210"/>
                  <a:ext cx="180818" cy="30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4" h="14377" extrusionOk="0">
                      <a:moveTo>
                        <a:pt x="4683" y="1171"/>
                      </a:moveTo>
                      <a:lnTo>
                        <a:pt x="4683" y="3395"/>
                      </a:lnTo>
                      <a:cubicBezTo>
                        <a:pt x="4683" y="3719"/>
                        <a:pt x="4945" y="3980"/>
                        <a:pt x="5269" y="3980"/>
                      </a:cubicBezTo>
                      <a:lnTo>
                        <a:pt x="7493" y="3980"/>
                      </a:lnTo>
                      <a:lnTo>
                        <a:pt x="7493" y="5620"/>
                      </a:lnTo>
                      <a:lnTo>
                        <a:pt x="5269" y="5620"/>
                      </a:lnTo>
                      <a:cubicBezTo>
                        <a:pt x="4945" y="5620"/>
                        <a:pt x="4683" y="5882"/>
                        <a:pt x="4683" y="6206"/>
                      </a:cubicBezTo>
                      <a:lnTo>
                        <a:pt x="4683" y="9859"/>
                      </a:lnTo>
                      <a:cubicBezTo>
                        <a:pt x="4683" y="10227"/>
                        <a:pt x="4706" y="10648"/>
                        <a:pt x="4975" y="10986"/>
                      </a:cubicBezTo>
                      <a:cubicBezTo>
                        <a:pt x="5327" y="11423"/>
                        <a:pt x="5899" y="11474"/>
                        <a:pt x="6299" y="11474"/>
                      </a:cubicBezTo>
                      <a:lnTo>
                        <a:pt x="7494" y="11474"/>
                      </a:lnTo>
                      <a:lnTo>
                        <a:pt x="7494" y="13158"/>
                      </a:lnTo>
                      <a:cubicBezTo>
                        <a:pt x="7137" y="13183"/>
                        <a:pt x="6635" y="13207"/>
                        <a:pt x="6113" y="13207"/>
                      </a:cubicBezTo>
                      <a:cubicBezTo>
                        <a:pt x="3848" y="13207"/>
                        <a:pt x="3044" y="11806"/>
                        <a:pt x="3044" y="10607"/>
                      </a:cubicBezTo>
                      <a:lnTo>
                        <a:pt x="3044" y="6206"/>
                      </a:lnTo>
                      <a:cubicBezTo>
                        <a:pt x="3044" y="5882"/>
                        <a:pt x="2782" y="5620"/>
                        <a:pt x="2460" y="5620"/>
                      </a:cubicBezTo>
                      <a:lnTo>
                        <a:pt x="1172" y="5620"/>
                      </a:lnTo>
                      <a:lnTo>
                        <a:pt x="1172" y="4090"/>
                      </a:lnTo>
                      <a:cubicBezTo>
                        <a:pt x="2035" y="3913"/>
                        <a:pt x="2690" y="3487"/>
                        <a:pt x="3120" y="2820"/>
                      </a:cubicBezTo>
                      <a:cubicBezTo>
                        <a:pt x="3463" y="2289"/>
                        <a:pt x="3608" y="1697"/>
                        <a:pt x="3703" y="1171"/>
                      </a:cubicBezTo>
                      <a:close/>
                      <a:moveTo>
                        <a:pt x="3208" y="0"/>
                      </a:moveTo>
                      <a:cubicBezTo>
                        <a:pt x="2922" y="0"/>
                        <a:pt x="2677" y="207"/>
                        <a:pt x="2631" y="490"/>
                      </a:cubicBezTo>
                      <a:cubicBezTo>
                        <a:pt x="2409" y="1822"/>
                        <a:pt x="2209" y="2861"/>
                        <a:pt x="537" y="3000"/>
                      </a:cubicBezTo>
                      <a:cubicBezTo>
                        <a:pt x="234" y="3025"/>
                        <a:pt x="1" y="3278"/>
                        <a:pt x="1" y="3582"/>
                      </a:cubicBezTo>
                      <a:lnTo>
                        <a:pt x="1" y="6206"/>
                      </a:lnTo>
                      <a:cubicBezTo>
                        <a:pt x="1" y="6529"/>
                        <a:pt x="263" y="6791"/>
                        <a:pt x="586" y="6791"/>
                      </a:cubicBezTo>
                      <a:lnTo>
                        <a:pt x="1874" y="6791"/>
                      </a:lnTo>
                      <a:lnTo>
                        <a:pt x="1874" y="10607"/>
                      </a:lnTo>
                      <a:cubicBezTo>
                        <a:pt x="1874" y="12618"/>
                        <a:pt x="3355" y="14377"/>
                        <a:pt x="6111" y="14377"/>
                      </a:cubicBezTo>
                      <a:cubicBezTo>
                        <a:pt x="7158" y="14377"/>
                        <a:pt x="8098" y="14285"/>
                        <a:pt x="8137" y="14281"/>
                      </a:cubicBezTo>
                      <a:cubicBezTo>
                        <a:pt x="8436" y="14251"/>
                        <a:pt x="8664" y="14000"/>
                        <a:pt x="8664" y="13699"/>
                      </a:cubicBezTo>
                      <a:lnTo>
                        <a:pt x="8664" y="10888"/>
                      </a:lnTo>
                      <a:cubicBezTo>
                        <a:pt x="8664" y="10565"/>
                        <a:pt x="8402" y="10303"/>
                        <a:pt x="8078" y="10303"/>
                      </a:cubicBezTo>
                      <a:lnTo>
                        <a:pt x="6299" y="10303"/>
                      </a:lnTo>
                      <a:cubicBezTo>
                        <a:pt x="5828" y="10303"/>
                        <a:pt x="5855" y="10292"/>
                        <a:pt x="5855" y="9859"/>
                      </a:cubicBezTo>
                      <a:lnTo>
                        <a:pt x="5855" y="6791"/>
                      </a:lnTo>
                      <a:lnTo>
                        <a:pt x="8078" y="6791"/>
                      </a:lnTo>
                      <a:cubicBezTo>
                        <a:pt x="8402" y="6791"/>
                        <a:pt x="8664" y="6529"/>
                        <a:pt x="8664" y="6206"/>
                      </a:cubicBezTo>
                      <a:lnTo>
                        <a:pt x="8664" y="3397"/>
                      </a:lnTo>
                      <a:cubicBezTo>
                        <a:pt x="8664" y="3073"/>
                        <a:pt x="8402" y="2811"/>
                        <a:pt x="8078" y="2811"/>
                      </a:cubicBezTo>
                      <a:lnTo>
                        <a:pt x="5855" y="2811"/>
                      </a:lnTo>
                      <a:lnTo>
                        <a:pt x="5855" y="586"/>
                      </a:lnTo>
                      <a:cubicBezTo>
                        <a:pt x="5855" y="262"/>
                        <a:pt x="5593" y="0"/>
                        <a:pt x="52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Google Shape;12644;p89">
                  <a:extLst>
                    <a:ext uri="{FF2B5EF4-FFF2-40B4-BE49-F238E27FC236}">
                      <a16:creationId xmlns:a16="http://schemas.microsoft.com/office/drawing/2014/main" id="{A26AD492-668B-E6AF-C2E1-CECD4BD7C724}"/>
                    </a:ext>
                  </a:extLst>
                </p:cNvPr>
                <p:cNvSpPr/>
                <p:nvPr/>
              </p:nvSpPr>
              <p:spPr>
                <a:xfrm>
                  <a:off x="501260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53" y="1172"/>
                      </a:moveTo>
                      <a:cubicBezTo>
                        <a:pt x="18007" y="1172"/>
                        <a:pt x="18810" y="1993"/>
                        <a:pt x="18810" y="2966"/>
                      </a:cubicBezTo>
                      <a:lnTo>
                        <a:pt x="18810" y="17017"/>
                      </a:lnTo>
                      <a:cubicBezTo>
                        <a:pt x="18810" y="17990"/>
                        <a:pt x="18007" y="18811"/>
                        <a:pt x="17053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69" y="17990"/>
                        <a:pt x="1169" y="17017"/>
                      </a:cubicBezTo>
                      <a:lnTo>
                        <a:pt x="1169" y="2966"/>
                      </a:lnTo>
                      <a:cubicBezTo>
                        <a:pt x="1169" y="1993"/>
                        <a:pt x="1992" y="1172"/>
                        <a:pt x="2965" y="1172"/>
                      </a:cubicBezTo>
                      <a:close/>
                      <a:moveTo>
                        <a:pt x="2965" y="1"/>
                      </a:moveTo>
                      <a:cubicBezTo>
                        <a:pt x="1346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6"/>
                        <a:pt x="1348" y="19982"/>
                        <a:pt x="2965" y="19982"/>
                      </a:cubicBezTo>
                      <a:lnTo>
                        <a:pt x="17053" y="19982"/>
                      </a:lnTo>
                      <a:cubicBezTo>
                        <a:pt x="18672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9"/>
                        <a:pt x="18672" y="1"/>
                        <a:pt x="170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8500458-8BC9-3E4D-48C0-F6CC6FDAB179}"/>
                </a:ext>
              </a:extLst>
            </p:cNvPr>
            <p:cNvGrpSpPr/>
            <p:nvPr/>
          </p:nvGrpSpPr>
          <p:grpSpPr>
            <a:xfrm>
              <a:off x="397214" y="4545124"/>
              <a:ext cx="11386542" cy="645964"/>
              <a:chOff x="397214" y="4323264"/>
              <a:chExt cx="11386542" cy="645964"/>
            </a:xfrm>
            <a:grpFill/>
          </p:grpSpPr>
          <p:sp>
            <p:nvSpPr>
              <p:cNvPr id="9" name="Google Shape;12453;p89">
                <a:extLst>
                  <a:ext uri="{FF2B5EF4-FFF2-40B4-BE49-F238E27FC236}">
                    <a16:creationId xmlns:a16="http://schemas.microsoft.com/office/drawing/2014/main" id="{D5A0E4BE-B920-00C2-3125-F54C2CEC2D04}"/>
                  </a:ext>
                </a:extLst>
              </p:cNvPr>
              <p:cNvSpPr/>
              <p:nvPr/>
            </p:nvSpPr>
            <p:spPr>
              <a:xfrm>
                <a:off x="1182098" y="4420919"/>
                <a:ext cx="641288" cy="450628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8192" extrusionOk="0">
                    <a:moveTo>
                      <a:pt x="10429" y="662"/>
                    </a:moveTo>
                    <a:cubicBezTo>
                      <a:pt x="10114" y="1008"/>
                      <a:pt x="6207" y="4915"/>
                      <a:pt x="6081" y="5072"/>
                    </a:cubicBezTo>
                    <a:cubicBezTo>
                      <a:pt x="6018" y="5135"/>
                      <a:pt x="5916" y="5167"/>
                      <a:pt x="5813" y="5167"/>
                    </a:cubicBezTo>
                    <a:cubicBezTo>
                      <a:pt x="5711" y="5167"/>
                      <a:pt x="5608" y="5135"/>
                      <a:pt x="5545" y="5072"/>
                    </a:cubicBezTo>
                    <a:lnTo>
                      <a:pt x="1135" y="662"/>
                    </a:lnTo>
                    <a:close/>
                    <a:moveTo>
                      <a:pt x="662" y="1134"/>
                    </a:moveTo>
                    <a:lnTo>
                      <a:pt x="3624" y="4096"/>
                    </a:lnTo>
                    <a:lnTo>
                      <a:pt x="662" y="7057"/>
                    </a:lnTo>
                    <a:lnTo>
                      <a:pt x="662" y="1134"/>
                    </a:lnTo>
                    <a:close/>
                    <a:moveTo>
                      <a:pt x="10996" y="1134"/>
                    </a:moveTo>
                    <a:lnTo>
                      <a:pt x="10996" y="7057"/>
                    </a:lnTo>
                    <a:lnTo>
                      <a:pt x="8034" y="4096"/>
                    </a:lnTo>
                    <a:lnTo>
                      <a:pt x="10996" y="1134"/>
                    </a:lnTo>
                    <a:close/>
                    <a:moveTo>
                      <a:pt x="7562" y="4568"/>
                    </a:moveTo>
                    <a:lnTo>
                      <a:pt x="10492" y="7530"/>
                    </a:lnTo>
                    <a:lnTo>
                      <a:pt x="1198" y="7530"/>
                    </a:lnTo>
                    <a:lnTo>
                      <a:pt x="4096" y="4568"/>
                    </a:lnTo>
                    <a:lnTo>
                      <a:pt x="5073" y="5545"/>
                    </a:lnTo>
                    <a:cubicBezTo>
                      <a:pt x="5278" y="5750"/>
                      <a:pt x="5553" y="5852"/>
                      <a:pt x="5829" y="5852"/>
                    </a:cubicBezTo>
                    <a:cubicBezTo>
                      <a:pt x="6105" y="5852"/>
                      <a:pt x="6380" y="5750"/>
                      <a:pt x="6585" y="5545"/>
                    </a:cubicBezTo>
                    <a:lnTo>
                      <a:pt x="7562" y="4568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08"/>
                    </a:cubicBezTo>
                    <a:lnTo>
                      <a:pt x="1" y="7152"/>
                    </a:lnTo>
                    <a:cubicBezTo>
                      <a:pt x="1" y="7719"/>
                      <a:pt x="473" y="8191"/>
                      <a:pt x="1009" y="8191"/>
                    </a:cubicBezTo>
                    <a:lnTo>
                      <a:pt x="10618" y="8191"/>
                    </a:lnTo>
                    <a:cubicBezTo>
                      <a:pt x="11185" y="8191"/>
                      <a:pt x="11657" y="7719"/>
                      <a:pt x="11657" y="7152"/>
                    </a:cubicBezTo>
                    <a:lnTo>
                      <a:pt x="11657" y="1008"/>
                    </a:lnTo>
                    <a:cubicBezTo>
                      <a:pt x="11657" y="441"/>
                      <a:pt x="11185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0" name="Google Shape;12489;p89">
                <a:extLst>
                  <a:ext uri="{FF2B5EF4-FFF2-40B4-BE49-F238E27FC236}">
                    <a16:creationId xmlns:a16="http://schemas.microsoft.com/office/drawing/2014/main" id="{FB99BCD8-BB97-495D-E475-F6D1873186A3}"/>
                  </a:ext>
                </a:extLst>
              </p:cNvPr>
              <p:cNvGrpSpPr/>
              <p:nvPr/>
            </p:nvGrpSpPr>
            <p:grpSpPr>
              <a:xfrm>
                <a:off x="3714261" y="4323264"/>
                <a:ext cx="642992" cy="645964"/>
                <a:chOff x="-1333975" y="2365850"/>
                <a:chExt cx="292225" cy="293575"/>
              </a:xfrm>
              <a:grpFill/>
            </p:grpSpPr>
            <p:sp>
              <p:nvSpPr>
                <p:cNvPr id="52" name="Google Shape;12490;p89">
                  <a:extLst>
                    <a:ext uri="{FF2B5EF4-FFF2-40B4-BE49-F238E27FC236}">
                      <a16:creationId xmlns:a16="http://schemas.microsoft.com/office/drawing/2014/main" id="{3ABD407D-0B8E-D069-5D12-55E6064CBF5D}"/>
                    </a:ext>
                  </a:extLst>
                </p:cNvPr>
                <p:cNvSpPr/>
                <p:nvPr/>
              </p:nvSpPr>
              <p:spPr>
                <a:xfrm>
                  <a:off x="-1285150" y="2365850"/>
                  <a:ext cx="191225" cy="29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9" h="11743" extrusionOk="0">
                      <a:moveTo>
                        <a:pt x="3813" y="684"/>
                      </a:moveTo>
                      <a:cubicBezTo>
                        <a:pt x="5545" y="684"/>
                        <a:pt x="6900" y="2039"/>
                        <a:pt x="6900" y="3740"/>
                      </a:cubicBezTo>
                      <a:cubicBezTo>
                        <a:pt x="6931" y="4780"/>
                        <a:pt x="6553" y="5347"/>
                        <a:pt x="6270" y="5788"/>
                      </a:cubicBezTo>
                      <a:cubicBezTo>
                        <a:pt x="5797" y="6544"/>
                        <a:pt x="5608" y="6922"/>
                        <a:pt x="5608" y="7930"/>
                      </a:cubicBezTo>
                      <a:cubicBezTo>
                        <a:pt x="5608" y="8119"/>
                        <a:pt x="5451" y="8277"/>
                        <a:pt x="5230" y="8277"/>
                      </a:cubicBezTo>
                      <a:lnTo>
                        <a:pt x="2489" y="8277"/>
                      </a:lnTo>
                      <a:cubicBezTo>
                        <a:pt x="2300" y="8277"/>
                        <a:pt x="2143" y="8119"/>
                        <a:pt x="2143" y="7930"/>
                      </a:cubicBezTo>
                      <a:cubicBezTo>
                        <a:pt x="2143" y="6922"/>
                        <a:pt x="1922" y="6576"/>
                        <a:pt x="1450" y="5820"/>
                      </a:cubicBezTo>
                      <a:cubicBezTo>
                        <a:pt x="1198" y="5347"/>
                        <a:pt x="567" y="4528"/>
                        <a:pt x="788" y="3205"/>
                      </a:cubicBezTo>
                      <a:cubicBezTo>
                        <a:pt x="1040" y="1819"/>
                        <a:pt x="2237" y="684"/>
                        <a:pt x="3813" y="684"/>
                      </a:cubicBezTo>
                      <a:close/>
                      <a:moveTo>
                        <a:pt x="4852" y="8907"/>
                      </a:moveTo>
                      <a:lnTo>
                        <a:pt x="4852" y="9569"/>
                      </a:lnTo>
                      <a:lnTo>
                        <a:pt x="4506" y="9569"/>
                      </a:lnTo>
                      <a:cubicBezTo>
                        <a:pt x="4285" y="9569"/>
                        <a:pt x="4128" y="9726"/>
                        <a:pt x="4128" y="9915"/>
                      </a:cubicBezTo>
                      <a:cubicBezTo>
                        <a:pt x="4128" y="10136"/>
                        <a:pt x="4285" y="10293"/>
                        <a:pt x="4506" y="10293"/>
                      </a:cubicBezTo>
                      <a:lnTo>
                        <a:pt x="4852" y="10293"/>
                      </a:lnTo>
                      <a:lnTo>
                        <a:pt x="4852" y="10640"/>
                      </a:lnTo>
                      <a:cubicBezTo>
                        <a:pt x="4884" y="10829"/>
                        <a:pt x="4726" y="10986"/>
                        <a:pt x="4537" y="10986"/>
                      </a:cubicBezTo>
                      <a:lnTo>
                        <a:pt x="3151" y="10986"/>
                      </a:lnTo>
                      <a:cubicBezTo>
                        <a:pt x="2962" y="10986"/>
                        <a:pt x="2804" y="10829"/>
                        <a:pt x="2804" y="10640"/>
                      </a:cubicBezTo>
                      <a:lnTo>
                        <a:pt x="2804" y="10293"/>
                      </a:lnTo>
                      <a:lnTo>
                        <a:pt x="3151" y="10293"/>
                      </a:lnTo>
                      <a:cubicBezTo>
                        <a:pt x="3371" y="10293"/>
                        <a:pt x="3529" y="10136"/>
                        <a:pt x="3529" y="9915"/>
                      </a:cubicBezTo>
                      <a:cubicBezTo>
                        <a:pt x="3529" y="9726"/>
                        <a:pt x="3371" y="9569"/>
                        <a:pt x="3151" y="9569"/>
                      </a:cubicBezTo>
                      <a:lnTo>
                        <a:pt x="2804" y="9569"/>
                      </a:lnTo>
                      <a:lnTo>
                        <a:pt x="2804" y="8907"/>
                      </a:lnTo>
                      <a:close/>
                      <a:moveTo>
                        <a:pt x="3897" y="1"/>
                      </a:moveTo>
                      <a:cubicBezTo>
                        <a:pt x="3632" y="1"/>
                        <a:pt x="3361" y="28"/>
                        <a:pt x="3088" y="86"/>
                      </a:cubicBezTo>
                      <a:cubicBezTo>
                        <a:pt x="1607" y="401"/>
                        <a:pt x="441" y="1566"/>
                        <a:pt x="158" y="3079"/>
                      </a:cubicBezTo>
                      <a:cubicBezTo>
                        <a:pt x="0" y="3992"/>
                        <a:pt x="158" y="4969"/>
                        <a:pt x="631" y="5757"/>
                      </a:cubicBezTo>
                      <a:cubicBezTo>
                        <a:pt x="757" y="5914"/>
                        <a:pt x="820" y="6072"/>
                        <a:pt x="914" y="6229"/>
                      </a:cubicBezTo>
                      <a:cubicBezTo>
                        <a:pt x="1355" y="6891"/>
                        <a:pt x="1450" y="7143"/>
                        <a:pt x="1450" y="7962"/>
                      </a:cubicBezTo>
                      <a:cubicBezTo>
                        <a:pt x="1450" y="8403"/>
                        <a:pt x="1733" y="8781"/>
                        <a:pt x="2143" y="8939"/>
                      </a:cubicBezTo>
                      <a:lnTo>
                        <a:pt x="2143" y="10703"/>
                      </a:lnTo>
                      <a:cubicBezTo>
                        <a:pt x="2143" y="11270"/>
                        <a:pt x="2615" y="11743"/>
                        <a:pt x="3151" y="11743"/>
                      </a:cubicBezTo>
                      <a:lnTo>
                        <a:pt x="4537" y="11743"/>
                      </a:lnTo>
                      <a:cubicBezTo>
                        <a:pt x="5073" y="11743"/>
                        <a:pt x="5545" y="11270"/>
                        <a:pt x="5545" y="10703"/>
                      </a:cubicBezTo>
                      <a:lnTo>
                        <a:pt x="5545" y="8939"/>
                      </a:lnTo>
                      <a:cubicBezTo>
                        <a:pt x="5955" y="8781"/>
                        <a:pt x="6238" y="8435"/>
                        <a:pt x="6238" y="7962"/>
                      </a:cubicBezTo>
                      <a:lnTo>
                        <a:pt x="6238" y="7930"/>
                      </a:lnTo>
                      <a:cubicBezTo>
                        <a:pt x="6238" y="7143"/>
                        <a:pt x="6427" y="6828"/>
                        <a:pt x="6805" y="6229"/>
                      </a:cubicBezTo>
                      <a:cubicBezTo>
                        <a:pt x="7089" y="5788"/>
                        <a:pt x="7593" y="5032"/>
                        <a:pt x="7593" y="3835"/>
                      </a:cubicBezTo>
                      <a:cubicBezTo>
                        <a:pt x="7649" y="1658"/>
                        <a:pt x="5950" y="1"/>
                        <a:pt x="38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Google Shape;12491;p89">
                  <a:extLst>
                    <a:ext uri="{FF2B5EF4-FFF2-40B4-BE49-F238E27FC236}">
                      <a16:creationId xmlns:a16="http://schemas.microsoft.com/office/drawing/2014/main" id="{815630DE-E069-D249-43D0-467C24E88DD7}"/>
                    </a:ext>
                  </a:extLst>
                </p:cNvPr>
                <p:cNvSpPr/>
                <p:nvPr/>
              </p:nvSpPr>
              <p:spPr>
                <a:xfrm>
                  <a:off x="-107642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6" y="568"/>
                        <a:pt x="1386" y="379"/>
                      </a:cubicBez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Google Shape;12492;p89">
                  <a:extLst>
                    <a:ext uri="{FF2B5EF4-FFF2-40B4-BE49-F238E27FC236}">
                      <a16:creationId xmlns:a16="http://schemas.microsoft.com/office/drawing/2014/main" id="{146277BC-4740-32F0-149A-0E852548A8B3}"/>
                    </a:ext>
                  </a:extLst>
                </p:cNvPr>
                <p:cNvSpPr/>
                <p:nvPr/>
              </p:nvSpPr>
              <p:spPr>
                <a:xfrm>
                  <a:off x="-133397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08" y="725"/>
                      </a:lnTo>
                      <a:cubicBezTo>
                        <a:pt x="1197" y="694"/>
                        <a:pt x="1386" y="536"/>
                        <a:pt x="1386" y="379"/>
                      </a:cubicBezTo>
                      <a:cubicBezTo>
                        <a:pt x="1386" y="158"/>
                        <a:pt x="119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Google Shape;12493;p89">
                  <a:extLst>
                    <a:ext uri="{FF2B5EF4-FFF2-40B4-BE49-F238E27FC236}">
                      <a16:creationId xmlns:a16="http://schemas.microsoft.com/office/drawing/2014/main" id="{35970C94-AEDB-F2A9-F77E-07ED6A7E485A}"/>
                    </a:ext>
                  </a:extLst>
                </p:cNvPr>
                <p:cNvSpPr/>
                <p:nvPr/>
              </p:nvSpPr>
              <p:spPr>
                <a:xfrm>
                  <a:off x="-1093750" y="2383050"/>
                  <a:ext cx="35450" cy="2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063" extrusionOk="0">
                      <a:moveTo>
                        <a:pt x="992" y="1"/>
                      </a:moveTo>
                      <a:cubicBezTo>
                        <a:pt x="931" y="1"/>
                        <a:pt x="870" y="19"/>
                        <a:pt x="819" y="59"/>
                      </a:cubicBezTo>
                      <a:lnTo>
                        <a:pt x="221" y="406"/>
                      </a:lnTo>
                      <a:cubicBezTo>
                        <a:pt x="63" y="500"/>
                        <a:pt x="0" y="721"/>
                        <a:pt x="95" y="878"/>
                      </a:cubicBezTo>
                      <a:cubicBezTo>
                        <a:pt x="159" y="985"/>
                        <a:pt x="295" y="1063"/>
                        <a:pt x="415" y="1063"/>
                      </a:cubicBezTo>
                      <a:cubicBezTo>
                        <a:pt x="473" y="1063"/>
                        <a:pt x="527" y="1045"/>
                        <a:pt x="567" y="1005"/>
                      </a:cubicBezTo>
                      <a:lnTo>
                        <a:pt x="1166" y="658"/>
                      </a:lnTo>
                      <a:cubicBezTo>
                        <a:pt x="1323" y="563"/>
                        <a:pt x="1418" y="343"/>
                        <a:pt x="1292" y="185"/>
                      </a:cubicBezTo>
                      <a:cubicBezTo>
                        <a:pt x="1249" y="79"/>
                        <a:pt x="1120" y="1"/>
                        <a:pt x="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Google Shape;12494;p89">
                  <a:extLst>
                    <a:ext uri="{FF2B5EF4-FFF2-40B4-BE49-F238E27FC236}">
                      <a16:creationId xmlns:a16="http://schemas.microsoft.com/office/drawing/2014/main" id="{8DBF2818-BE6B-8651-D536-CF5F084AFD4D}"/>
                    </a:ext>
                  </a:extLst>
                </p:cNvPr>
                <p:cNvSpPr/>
                <p:nvPr/>
              </p:nvSpPr>
              <p:spPr>
                <a:xfrm>
                  <a:off x="-1317450" y="2512575"/>
                  <a:ext cx="354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049" extrusionOk="0">
                      <a:moveTo>
                        <a:pt x="1005" y="1"/>
                      </a:moveTo>
                      <a:cubicBezTo>
                        <a:pt x="944" y="1"/>
                        <a:pt x="880" y="15"/>
                        <a:pt x="820" y="45"/>
                      </a:cubicBezTo>
                      <a:lnTo>
                        <a:pt x="221" y="392"/>
                      </a:lnTo>
                      <a:cubicBezTo>
                        <a:pt x="64" y="486"/>
                        <a:pt x="1" y="707"/>
                        <a:pt x="127" y="864"/>
                      </a:cubicBezTo>
                      <a:cubicBezTo>
                        <a:pt x="169" y="971"/>
                        <a:pt x="299" y="1049"/>
                        <a:pt x="427" y="1049"/>
                      </a:cubicBezTo>
                      <a:cubicBezTo>
                        <a:pt x="488" y="1049"/>
                        <a:pt x="548" y="1031"/>
                        <a:pt x="599" y="990"/>
                      </a:cubicBezTo>
                      <a:lnTo>
                        <a:pt x="1166" y="644"/>
                      </a:lnTo>
                      <a:cubicBezTo>
                        <a:pt x="1324" y="549"/>
                        <a:pt x="1418" y="329"/>
                        <a:pt x="1292" y="171"/>
                      </a:cubicBezTo>
                      <a:cubicBezTo>
                        <a:pt x="1250" y="64"/>
                        <a:pt x="1134" y="1"/>
                        <a:pt x="10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Google Shape;12495;p89">
                  <a:extLst>
                    <a:ext uri="{FF2B5EF4-FFF2-40B4-BE49-F238E27FC236}">
                      <a16:creationId xmlns:a16="http://schemas.microsoft.com/office/drawing/2014/main" id="{5AC97643-CE3C-20E0-5EB8-030CEB24C178}"/>
                    </a:ext>
                  </a:extLst>
                </p:cNvPr>
                <p:cNvSpPr/>
                <p:nvPr/>
              </p:nvSpPr>
              <p:spPr>
                <a:xfrm>
                  <a:off x="-1092975" y="2512575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378" y="1"/>
                      </a:moveTo>
                      <a:cubicBezTo>
                        <a:pt x="264" y="1"/>
                        <a:pt x="149" y="64"/>
                        <a:pt x="64" y="171"/>
                      </a:cubicBezTo>
                      <a:cubicBezTo>
                        <a:pt x="1" y="329"/>
                        <a:pt x="32" y="518"/>
                        <a:pt x="190" y="644"/>
                      </a:cubicBezTo>
                      <a:lnTo>
                        <a:pt x="788" y="990"/>
                      </a:lnTo>
                      <a:cubicBezTo>
                        <a:pt x="838" y="1010"/>
                        <a:pt x="891" y="1021"/>
                        <a:pt x="944" y="1021"/>
                      </a:cubicBezTo>
                      <a:cubicBezTo>
                        <a:pt x="1059" y="1021"/>
                        <a:pt x="1175" y="972"/>
                        <a:pt x="1261" y="864"/>
                      </a:cubicBezTo>
                      <a:cubicBezTo>
                        <a:pt x="1387" y="675"/>
                        <a:pt x="1292" y="486"/>
                        <a:pt x="1135" y="392"/>
                      </a:cubicBezTo>
                      <a:lnTo>
                        <a:pt x="536" y="45"/>
                      </a:lnTo>
                      <a:cubicBezTo>
                        <a:pt x="486" y="15"/>
                        <a:pt x="432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Google Shape;12496;p89">
                  <a:extLst>
                    <a:ext uri="{FF2B5EF4-FFF2-40B4-BE49-F238E27FC236}">
                      <a16:creationId xmlns:a16="http://schemas.microsoft.com/office/drawing/2014/main" id="{4A80EA8C-DE18-1B48-E73A-FC9D95B0B0F7}"/>
                    </a:ext>
                  </a:extLst>
                </p:cNvPr>
                <p:cNvSpPr/>
                <p:nvPr/>
              </p:nvSpPr>
              <p:spPr>
                <a:xfrm>
                  <a:off x="-1316650" y="2383750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405" y="1"/>
                      </a:moveTo>
                      <a:cubicBezTo>
                        <a:pt x="283" y="1"/>
                        <a:pt x="159" y="50"/>
                        <a:pt x="95" y="157"/>
                      </a:cubicBezTo>
                      <a:cubicBezTo>
                        <a:pt x="0" y="315"/>
                        <a:pt x="63" y="504"/>
                        <a:pt x="221" y="630"/>
                      </a:cubicBezTo>
                      <a:lnTo>
                        <a:pt x="788" y="977"/>
                      </a:lnTo>
                      <a:cubicBezTo>
                        <a:pt x="838" y="1007"/>
                        <a:pt x="895" y="1021"/>
                        <a:pt x="953" y="1021"/>
                      </a:cubicBezTo>
                      <a:cubicBezTo>
                        <a:pt x="1074" y="1021"/>
                        <a:pt x="1196" y="958"/>
                        <a:pt x="1260" y="850"/>
                      </a:cubicBezTo>
                      <a:cubicBezTo>
                        <a:pt x="1386" y="693"/>
                        <a:pt x="1292" y="504"/>
                        <a:pt x="1134" y="378"/>
                      </a:cubicBezTo>
                      <a:lnTo>
                        <a:pt x="567" y="31"/>
                      </a:lnTo>
                      <a:cubicBezTo>
                        <a:pt x="517" y="11"/>
                        <a:pt x="461" y="1"/>
                        <a:pt x="4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Google Shape;12497;p89">
                  <a:extLst>
                    <a:ext uri="{FF2B5EF4-FFF2-40B4-BE49-F238E27FC236}">
                      <a16:creationId xmlns:a16="http://schemas.microsoft.com/office/drawing/2014/main" id="{15AC3D48-6FF4-B985-E871-17148CEE8F70}"/>
                    </a:ext>
                  </a:extLst>
                </p:cNvPr>
                <p:cNvSpPr/>
                <p:nvPr/>
              </p:nvSpPr>
              <p:spPr>
                <a:xfrm>
                  <a:off x="-1239475" y="2401575"/>
                  <a:ext cx="102425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6124" extrusionOk="0">
                      <a:moveTo>
                        <a:pt x="1733" y="1492"/>
                      </a:moveTo>
                      <a:lnTo>
                        <a:pt x="1733" y="2343"/>
                      </a:lnTo>
                      <a:cubicBezTo>
                        <a:pt x="1733" y="2500"/>
                        <a:pt x="1796" y="2626"/>
                        <a:pt x="1922" y="2658"/>
                      </a:cubicBezTo>
                      <a:lnTo>
                        <a:pt x="3246" y="3225"/>
                      </a:lnTo>
                      <a:lnTo>
                        <a:pt x="2395" y="4611"/>
                      </a:lnTo>
                      <a:lnTo>
                        <a:pt x="2395" y="3729"/>
                      </a:lnTo>
                      <a:cubicBezTo>
                        <a:pt x="2395" y="3572"/>
                        <a:pt x="2332" y="3445"/>
                        <a:pt x="2206" y="3414"/>
                      </a:cubicBezTo>
                      <a:lnTo>
                        <a:pt x="851" y="2878"/>
                      </a:lnTo>
                      <a:lnTo>
                        <a:pt x="1733" y="1492"/>
                      </a:lnTo>
                      <a:close/>
                      <a:moveTo>
                        <a:pt x="2038" y="0"/>
                      </a:moveTo>
                      <a:cubicBezTo>
                        <a:pt x="1919" y="0"/>
                        <a:pt x="1814" y="47"/>
                        <a:pt x="1765" y="169"/>
                      </a:cubicBezTo>
                      <a:lnTo>
                        <a:pt x="64" y="2941"/>
                      </a:lnTo>
                      <a:cubicBezTo>
                        <a:pt x="32" y="3004"/>
                        <a:pt x="1" y="3130"/>
                        <a:pt x="32" y="3225"/>
                      </a:cubicBezTo>
                      <a:cubicBezTo>
                        <a:pt x="64" y="3288"/>
                        <a:pt x="158" y="3382"/>
                        <a:pt x="221" y="3414"/>
                      </a:cubicBezTo>
                      <a:lnTo>
                        <a:pt x="1733" y="4013"/>
                      </a:lnTo>
                      <a:lnTo>
                        <a:pt x="1733" y="5808"/>
                      </a:lnTo>
                      <a:cubicBezTo>
                        <a:pt x="1733" y="5966"/>
                        <a:pt x="1859" y="6092"/>
                        <a:pt x="1954" y="6123"/>
                      </a:cubicBezTo>
                      <a:lnTo>
                        <a:pt x="2049" y="6123"/>
                      </a:lnTo>
                      <a:cubicBezTo>
                        <a:pt x="2143" y="6123"/>
                        <a:pt x="2269" y="6092"/>
                        <a:pt x="2301" y="5966"/>
                      </a:cubicBezTo>
                      <a:lnTo>
                        <a:pt x="4002" y="3225"/>
                      </a:lnTo>
                      <a:cubicBezTo>
                        <a:pt x="4033" y="3130"/>
                        <a:pt x="4096" y="3004"/>
                        <a:pt x="4033" y="2941"/>
                      </a:cubicBezTo>
                      <a:cubicBezTo>
                        <a:pt x="4033" y="2878"/>
                        <a:pt x="3970" y="2784"/>
                        <a:pt x="3907" y="2752"/>
                      </a:cubicBezTo>
                      <a:lnTo>
                        <a:pt x="2395" y="2154"/>
                      </a:lnTo>
                      <a:lnTo>
                        <a:pt x="2395" y="358"/>
                      </a:lnTo>
                      <a:cubicBezTo>
                        <a:pt x="2395" y="169"/>
                        <a:pt x="2269" y="74"/>
                        <a:pt x="2143" y="11"/>
                      </a:cubicBezTo>
                      <a:cubicBezTo>
                        <a:pt x="2108" y="4"/>
                        <a:pt x="2072" y="0"/>
                        <a:pt x="20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" name="Google Shape;12529;p89">
                <a:extLst>
                  <a:ext uri="{FF2B5EF4-FFF2-40B4-BE49-F238E27FC236}">
                    <a16:creationId xmlns:a16="http://schemas.microsoft.com/office/drawing/2014/main" id="{086A8FA3-F869-8100-4E04-472D0A838E6E}"/>
                  </a:ext>
                </a:extLst>
              </p:cNvPr>
              <p:cNvGrpSpPr/>
              <p:nvPr/>
            </p:nvGrpSpPr>
            <p:grpSpPr>
              <a:xfrm>
                <a:off x="6232997" y="4324751"/>
                <a:ext cx="641288" cy="642992"/>
                <a:chOff x="-1333200" y="2770450"/>
                <a:chExt cx="291450" cy="292225"/>
              </a:xfrm>
              <a:grpFill/>
            </p:grpSpPr>
            <p:sp>
              <p:nvSpPr>
                <p:cNvPr id="50" name="Google Shape;12530;p89">
                  <a:extLst>
                    <a:ext uri="{FF2B5EF4-FFF2-40B4-BE49-F238E27FC236}">
                      <a16:creationId xmlns:a16="http://schemas.microsoft.com/office/drawing/2014/main" id="{67681BE5-444A-A7CA-9FED-A0960277FF73}"/>
                    </a:ext>
                  </a:extLst>
                </p:cNvPr>
                <p:cNvSpPr/>
                <p:nvPr/>
              </p:nvSpPr>
              <p:spPr>
                <a:xfrm>
                  <a:off x="-1299325" y="2808250"/>
                  <a:ext cx="222925" cy="1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5389" extrusionOk="0">
                      <a:moveTo>
                        <a:pt x="7877" y="631"/>
                      </a:moveTo>
                      <a:cubicBezTo>
                        <a:pt x="8066" y="631"/>
                        <a:pt x="8223" y="789"/>
                        <a:pt x="8223" y="978"/>
                      </a:cubicBezTo>
                      <a:cubicBezTo>
                        <a:pt x="8223" y="1167"/>
                        <a:pt x="8066" y="1324"/>
                        <a:pt x="7877" y="1324"/>
                      </a:cubicBezTo>
                      <a:cubicBezTo>
                        <a:pt x="7656" y="1324"/>
                        <a:pt x="7498" y="1167"/>
                        <a:pt x="7498" y="978"/>
                      </a:cubicBezTo>
                      <a:cubicBezTo>
                        <a:pt x="7498" y="789"/>
                        <a:pt x="7656" y="631"/>
                        <a:pt x="7877" y="631"/>
                      </a:cubicBezTo>
                      <a:close/>
                      <a:moveTo>
                        <a:pt x="3056" y="1293"/>
                      </a:moveTo>
                      <a:cubicBezTo>
                        <a:pt x="3245" y="1293"/>
                        <a:pt x="3403" y="1450"/>
                        <a:pt x="3403" y="1639"/>
                      </a:cubicBezTo>
                      <a:cubicBezTo>
                        <a:pt x="3403" y="1828"/>
                        <a:pt x="3245" y="1986"/>
                        <a:pt x="3056" y="1986"/>
                      </a:cubicBezTo>
                      <a:cubicBezTo>
                        <a:pt x="2867" y="1986"/>
                        <a:pt x="2710" y="1828"/>
                        <a:pt x="2710" y="1639"/>
                      </a:cubicBezTo>
                      <a:cubicBezTo>
                        <a:pt x="2741" y="1450"/>
                        <a:pt x="2899" y="1293"/>
                        <a:pt x="3056" y="1293"/>
                      </a:cubicBezTo>
                      <a:close/>
                      <a:moveTo>
                        <a:pt x="5797" y="3340"/>
                      </a:moveTo>
                      <a:cubicBezTo>
                        <a:pt x="6018" y="3340"/>
                        <a:pt x="6175" y="3498"/>
                        <a:pt x="6175" y="3687"/>
                      </a:cubicBezTo>
                      <a:cubicBezTo>
                        <a:pt x="6175" y="3876"/>
                        <a:pt x="6018" y="4034"/>
                        <a:pt x="5797" y="4034"/>
                      </a:cubicBezTo>
                      <a:cubicBezTo>
                        <a:pt x="5608" y="4034"/>
                        <a:pt x="5451" y="3876"/>
                        <a:pt x="5451" y="3687"/>
                      </a:cubicBezTo>
                      <a:cubicBezTo>
                        <a:pt x="5451" y="3498"/>
                        <a:pt x="5608" y="3340"/>
                        <a:pt x="5797" y="3340"/>
                      </a:cubicBezTo>
                      <a:close/>
                      <a:moveTo>
                        <a:pt x="1008" y="4034"/>
                      </a:moveTo>
                      <a:cubicBezTo>
                        <a:pt x="1198" y="4034"/>
                        <a:pt x="1355" y="4191"/>
                        <a:pt x="1355" y="4412"/>
                      </a:cubicBezTo>
                      <a:cubicBezTo>
                        <a:pt x="1355" y="4601"/>
                        <a:pt x="1198" y="4758"/>
                        <a:pt x="1008" y="4758"/>
                      </a:cubicBezTo>
                      <a:cubicBezTo>
                        <a:pt x="819" y="4758"/>
                        <a:pt x="662" y="4601"/>
                        <a:pt x="662" y="4412"/>
                      </a:cubicBezTo>
                      <a:cubicBezTo>
                        <a:pt x="662" y="4191"/>
                        <a:pt x="819" y="4034"/>
                        <a:pt x="1008" y="4034"/>
                      </a:cubicBezTo>
                      <a:close/>
                      <a:moveTo>
                        <a:pt x="7908" y="1"/>
                      </a:moveTo>
                      <a:cubicBezTo>
                        <a:pt x="7341" y="1"/>
                        <a:pt x="6868" y="474"/>
                        <a:pt x="6868" y="1009"/>
                      </a:cubicBezTo>
                      <a:cubicBezTo>
                        <a:pt x="6868" y="1198"/>
                        <a:pt x="6963" y="1419"/>
                        <a:pt x="7026" y="1576"/>
                      </a:cubicBezTo>
                      <a:lnTo>
                        <a:pt x="6112" y="2742"/>
                      </a:lnTo>
                      <a:cubicBezTo>
                        <a:pt x="6032" y="2722"/>
                        <a:pt x="5943" y="2711"/>
                        <a:pt x="5850" y="2711"/>
                      </a:cubicBezTo>
                      <a:cubicBezTo>
                        <a:pt x="5650" y="2711"/>
                        <a:pt x="5434" y="2760"/>
                        <a:pt x="5262" y="2868"/>
                      </a:cubicBezTo>
                      <a:lnTo>
                        <a:pt x="4096" y="1954"/>
                      </a:lnTo>
                      <a:cubicBezTo>
                        <a:pt x="4127" y="1891"/>
                        <a:pt x="4127" y="1765"/>
                        <a:pt x="4127" y="1639"/>
                      </a:cubicBezTo>
                      <a:cubicBezTo>
                        <a:pt x="4127" y="1104"/>
                        <a:pt x="3655" y="631"/>
                        <a:pt x="3088" y="631"/>
                      </a:cubicBezTo>
                      <a:cubicBezTo>
                        <a:pt x="2552" y="631"/>
                        <a:pt x="2080" y="1104"/>
                        <a:pt x="2080" y="1639"/>
                      </a:cubicBezTo>
                      <a:cubicBezTo>
                        <a:pt x="2080" y="1828"/>
                        <a:pt x="2143" y="2049"/>
                        <a:pt x="2237" y="2206"/>
                      </a:cubicBezTo>
                      <a:lnTo>
                        <a:pt x="1324" y="3372"/>
                      </a:lnTo>
                      <a:cubicBezTo>
                        <a:pt x="1261" y="3340"/>
                        <a:pt x="1134" y="3340"/>
                        <a:pt x="1008" y="3340"/>
                      </a:cubicBezTo>
                      <a:cubicBezTo>
                        <a:pt x="441" y="3340"/>
                        <a:pt x="0" y="3813"/>
                        <a:pt x="0" y="4349"/>
                      </a:cubicBezTo>
                      <a:cubicBezTo>
                        <a:pt x="0" y="4947"/>
                        <a:pt x="441" y="5388"/>
                        <a:pt x="1008" y="5388"/>
                      </a:cubicBezTo>
                      <a:cubicBezTo>
                        <a:pt x="1576" y="5388"/>
                        <a:pt x="2017" y="4916"/>
                        <a:pt x="2017" y="4349"/>
                      </a:cubicBezTo>
                      <a:cubicBezTo>
                        <a:pt x="2017" y="4160"/>
                        <a:pt x="1954" y="3971"/>
                        <a:pt x="1859" y="3813"/>
                      </a:cubicBezTo>
                      <a:lnTo>
                        <a:pt x="2773" y="2616"/>
                      </a:lnTo>
                      <a:cubicBezTo>
                        <a:pt x="2875" y="2650"/>
                        <a:pt x="2980" y="2667"/>
                        <a:pt x="3087" y="2667"/>
                      </a:cubicBezTo>
                      <a:cubicBezTo>
                        <a:pt x="3278" y="2667"/>
                        <a:pt x="3473" y="2611"/>
                        <a:pt x="3655" y="2490"/>
                      </a:cubicBezTo>
                      <a:lnTo>
                        <a:pt x="4821" y="3403"/>
                      </a:lnTo>
                      <a:cubicBezTo>
                        <a:pt x="4789" y="3498"/>
                        <a:pt x="4789" y="3624"/>
                        <a:pt x="4789" y="3719"/>
                      </a:cubicBezTo>
                      <a:cubicBezTo>
                        <a:pt x="4789" y="4286"/>
                        <a:pt x="5262" y="4758"/>
                        <a:pt x="5797" y="4758"/>
                      </a:cubicBezTo>
                      <a:cubicBezTo>
                        <a:pt x="6364" y="4758"/>
                        <a:pt x="6837" y="4286"/>
                        <a:pt x="6837" y="3719"/>
                      </a:cubicBezTo>
                      <a:cubicBezTo>
                        <a:pt x="6837" y="3529"/>
                        <a:pt x="6742" y="3340"/>
                        <a:pt x="6679" y="3183"/>
                      </a:cubicBezTo>
                      <a:lnTo>
                        <a:pt x="7593" y="1986"/>
                      </a:lnTo>
                      <a:cubicBezTo>
                        <a:pt x="7656" y="2049"/>
                        <a:pt x="7782" y="2049"/>
                        <a:pt x="7908" y="2049"/>
                      </a:cubicBezTo>
                      <a:cubicBezTo>
                        <a:pt x="8444" y="2049"/>
                        <a:pt x="8916" y="1576"/>
                        <a:pt x="8916" y="1009"/>
                      </a:cubicBez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Google Shape;12531;p89">
                  <a:extLst>
                    <a:ext uri="{FF2B5EF4-FFF2-40B4-BE49-F238E27FC236}">
                      <a16:creationId xmlns:a16="http://schemas.microsoft.com/office/drawing/2014/main" id="{20CD0D39-7586-566B-9A6D-B4C7F222405A}"/>
                    </a:ext>
                  </a:extLst>
                </p:cNvPr>
                <p:cNvSpPr/>
                <p:nvPr/>
              </p:nvSpPr>
              <p:spPr>
                <a:xfrm>
                  <a:off x="-1333200" y="2770450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586" y="725"/>
                      </a:moveTo>
                      <a:cubicBezTo>
                        <a:pt x="10807" y="725"/>
                        <a:pt x="10964" y="883"/>
                        <a:pt x="10964" y="1072"/>
                      </a:cubicBezTo>
                      <a:lnTo>
                        <a:pt x="10964" y="7593"/>
                      </a:lnTo>
                      <a:lnTo>
                        <a:pt x="631" y="7593"/>
                      </a:lnTo>
                      <a:lnTo>
                        <a:pt x="631" y="1072"/>
                      </a:lnTo>
                      <a:cubicBezTo>
                        <a:pt x="662" y="883"/>
                        <a:pt x="820" y="725"/>
                        <a:pt x="977" y="725"/>
                      </a:cubicBezTo>
                      <a:close/>
                      <a:moveTo>
                        <a:pt x="10996" y="8286"/>
                      </a:moveTo>
                      <a:lnTo>
                        <a:pt x="10996" y="8633"/>
                      </a:lnTo>
                      <a:cubicBezTo>
                        <a:pt x="10996" y="8822"/>
                        <a:pt x="10838" y="8980"/>
                        <a:pt x="10618" y="8980"/>
                      </a:cubicBezTo>
                      <a:lnTo>
                        <a:pt x="1009" y="8980"/>
                      </a:lnTo>
                      <a:cubicBezTo>
                        <a:pt x="820" y="8980"/>
                        <a:pt x="662" y="8822"/>
                        <a:pt x="662" y="8633"/>
                      </a:cubicBezTo>
                      <a:lnTo>
                        <a:pt x="662" y="8286"/>
                      </a:lnTo>
                      <a:close/>
                      <a:moveTo>
                        <a:pt x="6617" y="9641"/>
                      </a:moveTo>
                      <a:lnTo>
                        <a:pt x="6932" y="11027"/>
                      </a:lnTo>
                      <a:lnTo>
                        <a:pt x="4632" y="11027"/>
                      </a:lnTo>
                      <a:lnTo>
                        <a:pt x="4947" y="9641"/>
                      </a:ln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8570"/>
                      </a:lnTo>
                      <a:cubicBezTo>
                        <a:pt x="1" y="9137"/>
                        <a:pt x="473" y="9610"/>
                        <a:pt x="1009" y="9610"/>
                      </a:cubicBezTo>
                      <a:lnTo>
                        <a:pt x="4285" y="9610"/>
                      </a:lnTo>
                      <a:lnTo>
                        <a:pt x="3970" y="10996"/>
                      </a:lnTo>
                      <a:lnTo>
                        <a:pt x="3057" y="10996"/>
                      </a:lnTo>
                      <a:cubicBezTo>
                        <a:pt x="2868" y="10996"/>
                        <a:pt x="2710" y="11153"/>
                        <a:pt x="2710" y="11342"/>
                      </a:cubicBezTo>
                      <a:cubicBezTo>
                        <a:pt x="2710" y="11531"/>
                        <a:pt x="2868" y="11689"/>
                        <a:pt x="3057" y="11689"/>
                      </a:cubicBezTo>
                      <a:lnTo>
                        <a:pt x="8538" y="11689"/>
                      </a:lnTo>
                      <a:cubicBezTo>
                        <a:pt x="8727" y="11689"/>
                        <a:pt x="8885" y="11531"/>
                        <a:pt x="8885" y="11342"/>
                      </a:cubicBezTo>
                      <a:cubicBezTo>
                        <a:pt x="8885" y="11153"/>
                        <a:pt x="8727" y="10996"/>
                        <a:pt x="8538" y="10996"/>
                      </a:cubicBezTo>
                      <a:lnTo>
                        <a:pt x="7625" y="10996"/>
                      </a:lnTo>
                      <a:lnTo>
                        <a:pt x="7310" y="9610"/>
                      </a:lnTo>
                      <a:lnTo>
                        <a:pt x="10618" y="9610"/>
                      </a:lnTo>
                      <a:cubicBezTo>
                        <a:pt x="11185" y="9610"/>
                        <a:pt x="11657" y="9137"/>
                        <a:pt x="11657" y="8570"/>
                      </a:cubicBezTo>
                      <a:lnTo>
                        <a:pt x="11657" y="1040"/>
                      </a:lnTo>
                      <a:cubicBezTo>
                        <a:pt x="11657" y="473"/>
                        <a:pt x="11185" y="1"/>
                        <a:pt x="106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oogle Shape;12557;p89">
                <a:extLst>
                  <a:ext uri="{FF2B5EF4-FFF2-40B4-BE49-F238E27FC236}">
                    <a16:creationId xmlns:a16="http://schemas.microsoft.com/office/drawing/2014/main" id="{890A5590-6C3F-A5A6-97CF-357383036512}"/>
                  </a:ext>
                </a:extLst>
              </p:cNvPr>
              <p:cNvGrpSpPr/>
              <p:nvPr/>
            </p:nvGrpSpPr>
            <p:grpSpPr>
              <a:xfrm>
                <a:off x="2029476" y="4325600"/>
                <a:ext cx="642992" cy="641288"/>
                <a:chOff x="-937025" y="2064750"/>
                <a:chExt cx="292225" cy="291450"/>
              </a:xfrm>
              <a:grpFill/>
            </p:grpSpPr>
            <p:sp>
              <p:nvSpPr>
                <p:cNvPr id="47" name="Google Shape;12558;p89">
                  <a:extLst>
                    <a:ext uri="{FF2B5EF4-FFF2-40B4-BE49-F238E27FC236}">
                      <a16:creationId xmlns:a16="http://schemas.microsoft.com/office/drawing/2014/main" id="{735D2064-FEAC-9660-FE2C-C67246EFAF8E}"/>
                    </a:ext>
                  </a:extLst>
                </p:cNvPr>
                <p:cNvSpPr/>
                <p:nvPr/>
              </p:nvSpPr>
              <p:spPr>
                <a:xfrm>
                  <a:off x="-834625" y="2134850"/>
                  <a:ext cx="8665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03" extrusionOk="0">
                      <a:moveTo>
                        <a:pt x="1702" y="599"/>
                      </a:moveTo>
                      <a:cubicBezTo>
                        <a:pt x="1922" y="599"/>
                        <a:pt x="2080" y="788"/>
                        <a:pt x="2080" y="977"/>
                      </a:cubicBezTo>
                      <a:cubicBezTo>
                        <a:pt x="2080" y="1166"/>
                        <a:pt x="1922" y="1324"/>
                        <a:pt x="1702" y="1324"/>
                      </a:cubicBezTo>
                      <a:cubicBezTo>
                        <a:pt x="1512" y="1324"/>
                        <a:pt x="1355" y="1166"/>
                        <a:pt x="1355" y="977"/>
                      </a:cubicBezTo>
                      <a:cubicBezTo>
                        <a:pt x="1355" y="788"/>
                        <a:pt x="1512" y="599"/>
                        <a:pt x="1702" y="599"/>
                      </a:cubicBezTo>
                      <a:close/>
                      <a:moveTo>
                        <a:pt x="1765" y="2048"/>
                      </a:moveTo>
                      <a:cubicBezTo>
                        <a:pt x="2174" y="2048"/>
                        <a:pt x="2584" y="2300"/>
                        <a:pt x="2741" y="2710"/>
                      </a:cubicBezTo>
                      <a:lnTo>
                        <a:pt x="756" y="2710"/>
                      </a:lnTo>
                      <a:cubicBezTo>
                        <a:pt x="914" y="2300"/>
                        <a:pt x="1292" y="2048"/>
                        <a:pt x="1765" y="2048"/>
                      </a:cubicBezTo>
                      <a:close/>
                      <a:moveTo>
                        <a:pt x="1702" y="0"/>
                      </a:moveTo>
                      <a:cubicBezTo>
                        <a:pt x="1166" y="0"/>
                        <a:pt x="693" y="441"/>
                        <a:pt x="693" y="1009"/>
                      </a:cubicBezTo>
                      <a:cubicBezTo>
                        <a:pt x="693" y="1198"/>
                        <a:pt x="788" y="1387"/>
                        <a:pt x="851" y="1576"/>
                      </a:cubicBezTo>
                      <a:cubicBezTo>
                        <a:pt x="347" y="1891"/>
                        <a:pt x="0" y="2426"/>
                        <a:pt x="0" y="3056"/>
                      </a:cubicBezTo>
                      <a:cubicBezTo>
                        <a:pt x="0" y="3245"/>
                        <a:pt x="158" y="3403"/>
                        <a:pt x="347" y="3403"/>
                      </a:cubicBezTo>
                      <a:lnTo>
                        <a:pt x="3088" y="3403"/>
                      </a:lnTo>
                      <a:cubicBezTo>
                        <a:pt x="3308" y="3403"/>
                        <a:pt x="3466" y="3245"/>
                        <a:pt x="3466" y="3056"/>
                      </a:cubicBezTo>
                      <a:cubicBezTo>
                        <a:pt x="3434" y="2426"/>
                        <a:pt x="3088" y="1828"/>
                        <a:pt x="2584" y="1576"/>
                      </a:cubicBezTo>
                      <a:cubicBezTo>
                        <a:pt x="2710" y="1387"/>
                        <a:pt x="2741" y="1198"/>
                        <a:pt x="2741" y="1009"/>
                      </a:cubicBezTo>
                      <a:cubicBezTo>
                        <a:pt x="2741" y="441"/>
                        <a:pt x="2269" y="0"/>
                        <a:pt x="17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Google Shape;12559;p89">
                  <a:extLst>
                    <a:ext uri="{FF2B5EF4-FFF2-40B4-BE49-F238E27FC236}">
                      <a16:creationId xmlns:a16="http://schemas.microsoft.com/office/drawing/2014/main" id="{A599803F-7B3A-FD17-2073-BC63BF21FBA1}"/>
                    </a:ext>
                  </a:extLst>
                </p:cNvPr>
                <p:cNvSpPr/>
                <p:nvPr/>
              </p:nvSpPr>
              <p:spPr>
                <a:xfrm>
                  <a:off x="-936225" y="2304975"/>
                  <a:ext cx="28985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4" h="2049" extrusionOk="0">
                      <a:moveTo>
                        <a:pt x="3056" y="662"/>
                      </a:moveTo>
                      <a:cubicBezTo>
                        <a:pt x="3277" y="662"/>
                        <a:pt x="3434" y="820"/>
                        <a:pt x="3434" y="1009"/>
                      </a:cubicBezTo>
                      <a:cubicBezTo>
                        <a:pt x="3434" y="1229"/>
                        <a:pt x="3277" y="1387"/>
                        <a:pt x="3056" y="1387"/>
                      </a:cubicBezTo>
                      <a:lnTo>
                        <a:pt x="1008" y="1387"/>
                      </a:lnTo>
                      <a:cubicBezTo>
                        <a:pt x="819" y="1387"/>
                        <a:pt x="662" y="1229"/>
                        <a:pt x="662" y="1009"/>
                      </a:cubicBez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586" y="693"/>
                      </a:moveTo>
                      <a:cubicBezTo>
                        <a:pt x="10775" y="693"/>
                        <a:pt x="10932" y="851"/>
                        <a:pt x="10932" y="1072"/>
                      </a:cubicBezTo>
                      <a:cubicBezTo>
                        <a:pt x="10901" y="1229"/>
                        <a:pt x="10775" y="1387"/>
                        <a:pt x="10586" y="1387"/>
                      </a:cubicBezTo>
                      <a:lnTo>
                        <a:pt x="4001" y="1387"/>
                      </a:lnTo>
                      <a:cubicBezTo>
                        <a:pt x="4096" y="1166"/>
                        <a:pt x="4096" y="914"/>
                        <a:pt x="4001" y="693"/>
                      </a:cubicBez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cubicBezTo>
                        <a:pt x="0" y="1576"/>
                        <a:pt x="473" y="2048"/>
                        <a:pt x="1008" y="2048"/>
                      </a:cubicBezTo>
                      <a:lnTo>
                        <a:pt x="10586" y="2048"/>
                      </a:lnTo>
                      <a:cubicBezTo>
                        <a:pt x="11121" y="2048"/>
                        <a:pt x="11594" y="1576"/>
                        <a:pt x="11594" y="1009"/>
                      </a:cubicBezTo>
                      <a:cubicBezTo>
                        <a:pt x="11594" y="473"/>
                        <a:pt x="11121" y="0"/>
                        <a:pt x="10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Google Shape;12560;p89">
                  <a:extLst>
                    <a:ext uri="{FF2B5EF4-FFF2-40B4-BE49-F238E27FC236}">
                      <a16:creationId xmlns:a16="http://schemas.microsoft.com/office/drawing/2014/main" id="{B102C3F3-A270-3A3C-0ECA-6E7EEE97A7C4}"/>
                    </a:ext>
                  </a:extLst>
                </p:cNvPr>
                <p:cNvSpPr/>
                <p:nvPr/>
              </p:nvSpPr>
              <p:spPr>
                <a:xfrm>
                  <a:off x="-937025" y="2064750"/>
                  <a:ext cx="292225" cy="2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8925" extrusionOk="0">
                      <a:moveTo>
                        <a:pt x="3813" y="662"/>
                      </a:moveTo>
                      <a:cubicBezTo>
                        <a:pt x="4002" y="662"/>
                        <a:pt x="4159" y="820"/>
                        <a:pt x="4159" y="1009"/>
                      </a:cubicBezTo>
                      <a:lnTo>
                        <a:pt x="4159" y="1355"/>
                      </a:lnTo>
                      <a:lnTo>
                        <a:pt x="3813" y="1355"/>
                      </a:lnTo>
                      <a:cubicBezTo>
                        <a:pt x="3246" y="1355"/>
                        <a:pt x="2773" y="1828"/>
                        <a:pt x="2773" y="2395"/>
                      </a:cubicBezTo>
                      <a:lnTo>
                        <a:pt x="2773" y="4978"/>
                      </a:lnTo>
                      <a:lnTo>
                        <a:pt x="2080" y="5703"/>
                      </a:lnTo>
                      <a:lnTo>
                        <a:pt x="2080" y="5199"/>
                      </a:lnTo>
                      <a:cubicBezTo>
                        <a:pt x="2080" y="4978"/>
                        <a:pt x="1922" y="4821"/>
                        <a:pt x="1702" y="4821"/>
                      </a:cubicBezTo>
                      <a:lnTo>
                        <a:pt x="1040" y="4821"/>
                      </a:lnTo>
                      <a:cubicBezTo>
                        <a:pt x="851" y="4821"/>
                        <a:pt x="694" y="4663"/>
                        <a:pt x="694" y="4474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lnTo>
                        <a:pt x="10996" y="4474"/>
                      </a:lnTo>
                      <a:cubicBezTo>
                        <a:pt x="10996" y="4695"/>
                        <a:pt x="10838" y="4852"/>
                        <a:pt x="10649" y="4852"/>
                      </a:cubicBezTo>
                      <a:lnTo>
                        <a:pt x="9893" y="4852"/>
                      </a:lnTo>
                      <a:cubicBezTo>
                        <a:pt x="9704" y="4852"/>
                        <a:pt x="9547" y="5010"/>
                        <a:pt x="9547" y="5199"/>
                      </a:cubicBezTo>
                      <a:lnTo>
                        <a:pt x="9547" y="5703"/>
                      </a:lnTo>
                      <a:lnTo>
                        <a:pt x="8885" y="5010"/>
                      </a:lnTo>
                      <a:lnTo>
                        <a:pt x="8885" y="2395"/>
                      </a:lnTo>
                      <a:cubicBezTo>
                        <a:pt x="8885" y="1859"/>
                        <a:pt x="8412" y="1387"/>
                        <a:pt x="7845" y="1387"/>
                      </a:cubicBezTo>
                      <a:lnTo>
                        <a:pt x="7499" y="1387"/>
                      </a:lnTo>
                      <a:lnTo>
                        <a:pt x="7499" y="1009"/>
                      </a:lnTo>
                      <a:cubicBezTo>
                        <a:pt x="7499" y="820"/>
                        <a:pt x="7656" y="662"/>
                        <a:pt x="7845" y="662"/>
                      </a:cubicBezTo>
                      <a:close/>
                      <a:moveTo>
                        <a:pt x="7845" y="2048"/>
                      </a:moveTo>
                      <a:cubicBezTo>
                        <a:pt x="8066" y="2048"/>
                        <a:pt x="8223" y="2206"/>
                        <a:pt x="8223" y="2395"/>
                      </a:cubicBezTo>
                      <a:lnTo>
                        <a:pt x="8223" y="6522"/>
                      </a:lnTo>
                      <a:cubicBezTo>
                        <a:pt x="8223" y="6742"/>
                        <a:pt x="8066" y="6900"/>
                        <a:pt x="7845" y="6900"/>
                      </a:cubicBezTo>
                      <a:lnTo>
                        <a:pt x="6711" y="6900"/>
                      </a:lnTo>
                      <a:cubicBezTo>
                        <a:pt x="6585" y="6900"/>
                        <a:pt x="6491" y="6931"/>
                        <a:pt x="6428" y="7057"/>
                      </a:cubicBezTo>
                      <a:lnTo>
                        <a:pt x="5798" y="8003"/>
                      </a:lnTo>
                      <a:lnTo>
                        <a:pt x="5167" y="7057"/>
                      </a:lnTo>
                      <a:cubicBezTo>
                        <a:pt x="5104" y="6963"/>
                        <a:pt x="5010" y="6900"/>
                        <a:pt x="4915" y="6900"/>
                      </a:cubicBezTo>
                      <a:lnTo>
                        <a:pt x="3750" y="6900"/>
                      </a:lnTo>
                      <a:cubicBezTo>
                        <a:pt x="3561" y="6900"/>
                        <a:pt x="3403" y="6742"/>
                        <a:pt x="3403" y="6522"/>
                      </a:cubicBezTo>
                      <a:lnTo>
                        <a:pt x="3403" y="2395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4474"/>
                      </a:lnTo>
                      <a:cubicBezTo>
                        <a:pt x="1" y="5041"/>
                        <a:pt x="473" y="5514"/>
                        <a:pt x="1009" y="5514"/>
                      </a:cubicBezTo>
                      <a:lnTo>
                        <a:pt x="1355" y="5514"/>
                      </a:lnTo>
                      <a:lnTo>
                        <a:pt x="1355" y="6522"/>
                      </a:lnTo>
                      <a:cubicBezTo>
                        <a:pt x="1355" y="6736"/>
                        <a:pt x="1544" y="6877"/>
                        <a:pt x="1724" y="6877"/>
                      </a:cubicBezTo>
                      <a:cubicBezTo>
                        <a:pt x="1809" y="6877"/>
                        <a:pt x="1893" y="6845"/>
                        <a:pt x="1954" y="6774"/>
                      </a:cubicBezTo>
                      <a:lnTo>
                        <a:pt x="2742" y="5986"/>
                      </a:lnTo>
                      <a:lnTo>
                        <a:pt x="2742" y="6522"/>
                      </a:lnTo>
                      <a:cubicBezTo>
                        <a:pt x="2742" y="7089"/>
                        <a:pt x="3214" y="7562"/>
                        <a:pt x="3781" y="7562"/>
                      </a:cubicBezTo>
                      <a:lnTo>
                        <a:pt x="4726" y="7562"/>
                      </a:lnTo>
                      <a:lnTo>
                        <a:pt x="5545" y="8759"/>
                      </a:lnTo>
                      <a:cubicBezTo>
                        <a:pt x="5608" y="8869"/>
                        <a:pt x="5719" y="8924"/>
                        <a:pt x="5825" y="8924"/>
                      </a:cubicBezTo>
                      <a:cubicBezTo>
                        <a:pt x="5931" y="8924"/>
                        <a:pt x="6034" y="8869"/>
                        <a:pt x="6081" y="8759"/>
                      </a:cubicBezTo>
                      <a:lnTo>
                        <a:pt x="6932" y="7562"/>
                      </a:lnTo>
                      <a:lnTo>
                        <a:pt x="7877" y="7562"/>
                      </a:lnTo>
                      <a:cubicBezTo>
                        <a:pt x="8412" y="7562"/>
                        <a:pt x="8885" y="7089"/>
                        <a:pt x="8885" y="6522"/>
                      </a:cubicBezTo>
                      <a:lnTo>
                        <a:pt x="8885" y="5986"/>
                      </a:lnTo>
                      <a:lnTo>
                        <a:pt x="9673" y="6774"/>
                      </a:lnTo>
                      <a:cubicBezTo>
                        <a:pt x="9733" y="6845"/>
                        <a:pt x="9817" y="6877"/>
                        <a:pt x="9903" y="6877"/>
                      </a:cubicBezTo>
                      <a:cubicBezTo>
                        <a:pt x="10083" y="6877"/>
                        <a:pt x="10271" y="6736"/>
                        <a:pt x="10271" y="6522"/>
                      </a:cubicBezTo>
                      <a:lnTo>
                        <a:pt x="10271" y="5514"/>
                      </a:lnTo>
                      <a:lnTo>
                        <a:pt x="10649" y="5514"/>
                      </a:lnTo>
                      <a:cubicBezTo>
                        <a:pt x="11216" y="5514"/>
                        <a:pt x="11689" y="5041"/>
                        <a:pt x="11689" y="4474"/>
                      </a:cubicBezTo>
                      <a:lnTo>
                        <a:pt x="11689" y="1009"/>
                      </a:lnTo>
                      <a:cubicBezTo>
                        <a:pt x="11689" y="441"/>
                        <a:pt x="11216" y="0"/>
                        <a:pt x="10649" y="0"/>
                      </a:cubicBezTo>
                      <a:lnTo>
                        <a:pt x="7845" y="0"/>
                      </a:lnTo>
                      <a:cubicBezTo>
                        <a:pt x="7310" y="0"/>
                        <a:pt x="6837" y="473"/>
                        <a:pt x="6837" y="1009"/>
                      </a:cubicBezTo>
                      <a:lnTo>
                        <a:pt x="6837" y="1387"/>
                      </a:lnTo>
                      <a:lnTo>
                        <a:pt x="4789" y="1387"/>
                      </a:lnTo>
                      <a:lnTo>
                        <a:pt x="4789" y="1009"/>
                      </a:lnTo>
                      <a:cubicBezTo>
                        <a:pt x="4789" y="473"/>
                        <a:pt x="4317" y="0"/>
                        <a:pt x="378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oogle Shape;12585;p89">
                <a:extLst>
                  <a:ext uri="{FF2B5EF4-FFF2-40B4-BE49-F238E27FC236}">
                    <a16:creationId xmlns:a16="http://schemas.microsoft.com/office/drawing/2014/main" id="{06DDA145-2EA1-DB98-5035-68AA6D72DB8C}"/>
                  </a:ext>
                </a:extLst>
              </p:cNvPr>
              <p:cNvGrpSpPr/>
              <p:nvPr/>
            </p:nvGrpSpPr>
            <p:grpSpPr>
              <a:xfrm>
                <a:off x="397214" y="4323868"/>
                <a:ext cx="566751" cy="644753"/>
                <a:chOff x="-1684475" y="2049000"/>
                <a:chExt cx="257575" cy="293025"/>
              </a:xfrm>
              <a:grpFill/>
            </p:grpSpPr>
            <p:sp>
              <p:nvSpPr>
                <p:cNvPr id="43" name="Google Shape;12586;p89">
                  <a:extLst>
                    <a:ext uri="{FF2B5EF4-FFF2-40B4-BE49-F238E27FC236}">
                      <a16:creationId xmlns:a16="http://schemas.microsoft.com/office/drawing/2014/main" id="{343C07FD-059C-258D-FF16-A241A703779D}"/>
                    </a:ext>
                  </a:extLst>
                </p:cNvPr>
                <p:cNvSpPr/>
                <p:nvPr/>
              </p:nvSpPr>
              <p:spPr>
                <a:xfrm>
                  <a:off x="-1684475" y="204900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1355" y="693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693"/>
                      </a:lnTo>
                      <a:close/>
                      <a:moveTo>
                        <a:pt x="9546" y="693"/>
                      </a:moveTo>
                      <a:lnTo>
                        <a:pt x="9546" y="1387"/>
                      </a:lnTo>
                      <a:lnTo>
                        <a:pt x="8885" y="1387"/>
                      </a:lnTo>
                      <a:lnTo>
                        <a:pt x="8885" y="693"/>
                      </a:lnTo>
                      <a:close/>
                      <a:moveTo>
                        <a:pt x="8223" y="1387"/>
                      </a:moveTo>
                      <a:lnTo>
                        <a:pt x="8223" y="1733"/>
                      </a:lnTo>
                      <a:cubicBezTo>
                        <a:pt x="8223" y="1922"/>
                        <a:pt x="8381" y="2080"/>
                        <a:pt x="8570" y="2080"/>
                      </a:cubicBezTo>
                      <a:lnTo>
                        <a:pt x="8916" y="2080"/>
                      </a:lnTo>
                      <a:lnTo>
                        <a:pt x="8916" y="9641"/>
                      </a:lnTo>
                      <a:lnTo>
                        <a:pt x="8538" y="9641"/>
                      </a:lnTo>
                      <a:cubicBezTo>
                        <a:pt x="8349" y="9641"/>
                        <a:pt x="8192" y="9798"/>
                        <a:pt x="8192" y="9987"/>
                      </a:cubicBezTo>
                      <a:lnTo>
                        <a:pt x="8192" y="10365"/>
                      </a:lnTo>
                      <a:lnTo>
                        <a:pt x="2080" y="10365"/>
                      </a:lnTo>
                      <a:lnTo>
                        <a:pt x="2080" y="9987"/>
                      </a:lnTo>
                      <a:cubicBezTo>
                        <a:pt x="2080" y="9798"/>
                        <a:pt x="1922" y="9641"/>
                        <a:pt x="1733" y="9641"/>
                      </a:cubicBezTo>
                      <a:lnTo>
                        <a:pt x="1355" y="9641"/>
                      </a:lnTo>
                      <a:lnTo>
                        <a:pt x="1355" y="2080"/>
                      </a:lnTo>
                      <a:lnTo>
                        <a:pt x="1733" y="2080"/>
                      </a:lnTo>
                      <a:cubicBezTo>
                        <a:pt x="1922" y="2080"/>
                        <a:pt x="2080" y="1922"/>
                        <a:pt x="2080" y="1733"/>
                      </a:cubicBezTo>
                      <a:lnTo>
                        <a:pt x="2080" y="1387"/>
                      </a:lnTo>
                      <a:close/>
                      <a:moveTo>
                        <a:pt x="1355" y="10365"/>
                      </a:moveTo>
                      <a:lnTo>
                        <a:pt x="1355" y="11027"/>
                      </a:lnTo>
                      <a:lnTo>
                        <a:pt x="694" y="11027"/>
                      </a:lnTo>
                      <a:lnTo>
                        <a:pt x="694" y="10365"/>
                      </a:lnTo>
                      <a:close/>
                      <a:moveTo>
                        <a:pt x="9609" y="10365"/>
                      </a:moveTo>
                      <a:lnTo>
                        <a:pt x="9609" y="11027"/>
                      </a:lnTo>
                      <a:lnTo>
                        <a:pt x="8916" y="11027"/>
                      </a:lnTo>
                      <a:lnTo>
                        <a:pt x="8916" y="10365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22"/>
                        <a:pt x="158" y="2080"/>
                        <a:pt x="347" y="2080"/>
                      </a:cubicBezTo>
                      <a:lnTo>
                        <a:pt x="694" y="2080"/>
                      </a:lnTo>
                      <a:lnTo>
                        <a:pt x="694" y="9641"/>
                      </a:lnTo>
                      <a:lnTo>
                        <a:pt x="347" y="9641"/>
                      </a:lnTo>
                      <a:cubicBezTo>
                        <a:pt x="158" y="9641"/>
                        <a:pt x="0" y="9798"/>
                        <a:pt x="0" y="9987"/>
                      </a:cubicBezTo>
                      <a:lnTo>
                        <a:pt x="0" y="11374"/>
                      </a:lnTo>
                      <a:cubicBezTo>
                        <a:pt x="0" y="11563"/>
                        <a:pt x="158" y="11720"/>
                        <a:pt x="347" y="11720"/>
                      </a:cubicBezTo>
                      <a:lnTo>
                        <a:pt x="1733" y="11720"/>
                      </a:lnTo>
                      <a:cubicBezTo>
                        <a:pt x="1922" y="11720"/>
                        <a:pt x="2080" y="11563"/>
                        <a:pt x="2080" y="11374"/>
                      </a:cubicBezTo>
                      <a:lnTo>
                        <a:pt x="2080" y="11027"/>
                      </a:lnTo>
                      <a:lnTo>
                        <a:pt x="8223" y="11027"/>
                      </a:lnTo>
                      <a:lnTo>
                        <a:pt x="8223" y="11374"/>
                      </a:lnTo>
                      <a:cubicBezTo>
                        <a:pt x="8223" y="11563"/>
                        <a:pt x="8381" y="11720"/>
                        <a:pt x="8570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74"/>
                      </a:cubicBezTo>
                      <a:lnTo>
                        <a:pt x="10303" y="9987"/>
                      </a:lnTo>
                      <a:cubicBezTo>
                        <a:pt x="10303" y="9798"/>
                        <a:pt x="10145" y="9641"/>
                        <a:pt x="9956" y="9641"/>
                      </a:cubicBezTo>
                      <a:lnTo>
                        <a:pt x="9609" y="9641"/>
                      </a:lnTo>
                      <a:lnTo>
                        <a:pt x="9609" y="2080"/>
                      </a:lnTo>
                      <a:lnTo>
                        <a:pt x="9924" y="2080"/>
                      </a:lnTo>
                      <a:cubicBezTo>
                        <a:pt x="10113" y="2080"/>
                        <a:pt x="10271" y="1922"/>
                        <a:pt x="10271" y="1733"/>
                      </a:cubicBezTo>
                      <a:lnTo>
                        <a:pt x="10271" y="347"/>
                      </a:lnTo>
                      <a:cubicBezTo>
                        <a:pt x="10271" y="158"/>
                        <a:pt x="10113" y="0"/>
                        <a:pt x="9924" y="0"/>
                      </a:cubicBezTo>
                      <a:lnTo>
                        <a:pt x="8538" y="0"/>
                      </a:lnTo>
                      <a:cubicBezTo>
                        <a:pt x="8349" y="0"/>
                        <a:pt x="8192" y="158"/>
                        <a:pt x="8192" y="347"/>
                      </a:cubicBezTo>
                      <a:lnTo>
                        <a:pt x="8192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Google Shape;12587;p89">
                  <a:extLst>
                    <a:ext uri="{FF2B5EF4-FFF2-40B4-BE49-F238E27FC236}">
                      <a16:creationId xmlns:a16="http://schemas.microsoft.com/office/drawing/2014/main" id="{89EAE89D-31B9-25AA-7A8B-9E488F6ACE1B}"/>
                    </a:ext>
                  </a:extLst>
                </p:cNvPr>
                <p:cNvSpPr/>
                <p:nvPr/>
              </p:nvSpPr>
              <p:spPr>
                <a:xfrm>
                  <a:off x="-1615950" y="223880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cubicBezTo>
                        <a:pt x="0" y="568"/>
                        <a:pt x="158" y="726"/>
                        <a:pt x="347" y="726"/>
                      </a:cubicBezTo>
                      <a:lnTo>
                        <a:pt x="4443" y="726"/>
                      </a:lnTo>
                      <a:cubicBezTo>
                        <a:pt x="4663" y="726"/>
                        <a:pt x="4821" y="568"/>
                        <a:pt x="4821" y="348"/>
                      </a:cubicBezTo>
                      <a:cubicBezTo>
                        <a:pt x="4821" y="159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Google Shape;12588;p89">
                  <a:extLst>
                    <a:ext uri="{FF2B5EF4-FFF2-40B4-BE49-F238E27FC236}">
                      <a16:creationId xmlns:a16="http://schemas.microsoft.com/office/drawing/2014/main" id="{EAEC452F-28A3-0CCE-341D-45E6F972E261}"/>
                    </a:ext>
                  </a:extLst>
                </p:cNvPr>
                <p:cNvSpPr/>
                <p:nvPr/>
              </p:nvSpPr>
              <p:spPr>
                <a:xfrm>
                  <a:off x="-1615950" y="2273475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63" y="693"/>
                        <a:pt x="4821" y="536"/>
                        <a:pt x="4821" y="347"/>
                      </a:cubicBezTo>
                      <a:cubicBezTo>
                        <a:pt x="4821" y="158"/>
                        <a:pt x="4663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Google Shape;12589;p89">
                  <a:extLst>
                    <a:ext uri="{FF2B5EF4-FFF2-40B4-BE49-F238E27FC236}">
                      <a16:creationId xmlns:a16="http://schemas.microsoft.com/office/drawing/2014/main" id="{8167BFB9-49E6-9009-7A76-8A11821A0F1C}"/>
                    </a:ext>
                  </a:extLst>
                </p:cNvPr>
                <p:cNvSpPr/>
                <p:nvPr/>
              </p:nvSpPr>
              <p:spPr>
                <a:xfrm>
                  <a:off x="-1630925" y="2100975"/>
                  <a:ext cx="15362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4664" extrusionOk="0">
                      <a:moveTo>
                        <a:pt x="4695" y="662"/>
                      </a:moveTo>
                      <a:lnTo>
                        <a:pt x="2994" y="1985"/>
                      </a:lnTo>
                      <a:lnTo>
                        <a:pt x="1261" y="662"/>
                      </a:lnTo>
                      <a:close/>
                      <a:moveTo>
                        <a:pt x="599" y="1040"/>
                      </a:moveTo>
                      <a:lnTo>
                        <a:pt x="2427" y="2395"/>
                      </a:lnTo>
                      <a:lnTo>
                        <a:pt x="599" y="3781"/>
                      </a:lnTo>
                      <a:lnTo>
                        <a:pt x="599" y="1040"/>
                      </a:lnTo>
                      <a:close/>
                      <a:moveTo>
                        <a:pt x="5357" y="1040"/>
                      </a:moveTo>
                      <a:lnTo>
                        <a:pt x="5357" y="3781"/>
                      </a:lnTo>
                      <a:lnTo>
                        <a:pt x="3561" y="2395"/>
                      </a:lnTo>
                      <a:lnTo>
                        <a:pt x="5357" y="1040"/>
                      </a:lnTo>
                      <a:close/>
                      <a:moveTo>
                        <a:pt x="2994" y="2836"/>
                      </a:moveTo>
                      <a:lnTo>
                        <a:pt x="4695" y="4128"/>
                      </a:lnTo>
                      <a:lnTo>
                        <a:pt x="1292" y="4128"/>
                      </a:lnTo>
                      <a:lnTo>
                        <a:pt x="2994" y="2836"/>
                      </a:lnTo>
                      <a:close/>
                      <a:moveTo>
                        <a:pt x="316" y="1"/>
                      </a:moveTo>
                      <a:cubicBezTo>
                        <a:pt x="158" y="1"/>
                        <a:pt x="1" y="127"/>
                        <a:pt x="1" y="284"/>
                      </a:cubicBezTo>
                      <a:lnTo>
                        <a:pt x="1" y="4380"/>
                      </a:lnTo>
                      <a:cubicBezTo>
                        <a:pt x="64" y="4506"/>
                        <a:pt x="127" y="4600"/>
                        <a:pt x="253" y="4663"/>
                      </a:cubicBezTo>
                      <a:lnTo>
                        <a:pt x="5798" y="4663"/>
                      </a:lnTo>
                      <a:cubicBezTo>
                        <a:pt x="5955" y="4663"/>
                        <a:pt x="6113" y="4537"/>
                        <a:pt x="6144" y="4317"/>
                      </a:cubicBezTo>
                      <a:lnTo>
                        <a:pt x="6081" y="316"/>
                      </a:lnTo>
                      <a:cubicBezTo>
                        <a:pt x="6081" y="158"/>
                        <a:pt x="5955" y="32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4" name="Google Shape;12590;p89">
                <a:extLst>
                  <a:ext uri="{FF2B5EF4-FFF2-40B4-BE49-F238E27FC236}">
                    <a16:creationId xmlns:a16="http://schemas.microsoft.com/office/drawing/2014/main" id="{2A49A7C7-DC0F-EEDC-F0B5-D148EB97BB48}"/>
                  </a:ext>
                </a:extLst>
              </p:cNvPr>
              <p:cNvSpPr/>
              <p:nvPr/>
            </p:nvSpPr>
            <p:spPr>
              <a:xfrm>
                <a:off x="2878542" y="4325150"/>
                <a:ext cx="670717" cy="642168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1674" extrusionOk="0">
                    <a:moveTo>
                      <a:pt x="9483" y="1174"/>
                    </a:moveTo>
                    <a:lnTo>
                      <a:pt x="9483" y="2308"/>
                    </a:lnTo>
                    <a:cubicBezTo>
                      <a:pt x="9483" y="2497"/>
                      <a:pt x="9641" y="2655"/>
                      <a:pt x="9830" y="2655"/>
                    </a:cubicBezTo>
                    <a:lnTo>
                      <a:pt x="10901" y="2655"/>
                    </a:lnTo>
                    <a:lnTo>
                      <a:pt x="9515" y="4041"/>
                    </a:lnTo>
                    <a:lnTo>
                      <a:pt x="8097" y="4041"/>
                    </a:lnTo>
                    <a:lnTo>
                      <a:pt x="8097" y="2560"/>
                    </a:lnTo>
                    <a:lnTo>
                      <a:pt x="9483" y="1174"/>
                    </a:lnTo>
                    <a:close/>
                    <a:moveTo>
                      <a:pt x="4885" y="6181"/>
                    </a:moveTo>
                    <a:cubicBezTo>
                      <a:pt x="5033" y="6181"/>
                      <a:pt x="5183" y="6212"/>
                      <a:pt x="5325" y="6278"/>
                    </a:cubicBezTo>
                    <a:lnTo>
                      <a:pt x="4600" y="7003"/>
                    </a:lnTo>
                    <a:cubicBezTo>
                      <a:pt x="4474" y="7129"/>
                      <a:pt x="4474" y="7349"/>
                      <a:pt x="4600" y="7475"/>
                    </a:cubicBezTo>
                    <a:cubicBezTo>
                      <a:pt x="4663" y="7538"/>
                      <a:pt x="4750" y="7570"/>
                      <a:pt x="4836" y="7570"/>
                    </a:cubicBezTo>
                    <a:cubicBezTo>
                      <a:pt x="4923" y="7570"/>
                      <a:pt x="5010" y="7538"/>
                      <a:pt x="5073" y="7475"/>
                    </a:cubicBezTo>
                    <a:lnTo>
                      <a:pt x="5797" y="6751"/>
                    </a:lnTo>
                    <a:lnTo>
                      <a:pt x="5797" y="6751"/>
                    </a:lnTo>
                    <a:cubicBezTo>
                      <a:pt x="5986" y="7160"/>
                      <a:pt x="5892" y="7633"/>
                      <a:pt x="5577" y="7948"/>
                    </a:cubicBezTo>
                    <a:cubicBezTo>
                      <a:pt x="5388" y="8137"/>
                      <a:pt x="5128" y="8231"/>
                      <a:pt x="4864" y="8231"/>
                    </a:cubicBezTo>
                    <a:cubicBezTo>
                      <a:pt x="4600" y="8231"/>
                      <a:pt x="4332" y="8137"/>
                      <a:pt x="4127" y="7948"/>
                    </a:cubicBezTo>
                    <a:cubicBezTo>
                      <a:pt x="3749" y="7538"/>
                      <a:pt x="3749" y="6877"/>
                      <a:pt x="4127" y="6499"/>
                    </a:cubicBezTo>
                    <a:cubicBezTo>
                      <a:pt x="4333" y="6293"/>
                      <a:pt x="4606" y="6181"/>
                      <a:pt x="4885" y="6181"/>
                    </a:cubicBezTo>
                    <a:close/>
                    <a:moveTo>
                      <a:pt x="4897" y="4831"/>
                    </a:moveTo>
                    <a:cubicBezTo>
                      <a:pt x="5396" y="4831"/>
                      <a:pt x="5890" y="4990"/>
                      <a:pt x="6301" y="5301"/>
                    </a:cubicBezTo>
                    <a:lnTo>
                      <a:pt x="5829" y="5774"/>
                    </a:lnTo>
                    <a:cubicBezTo>
                      <a:pt x="5553" y="5590"/>
                      <a:pt x="5233" y="5499"/>
                      <a:pt x="4911" y="5499"/>
                    </a:cubicBezTo>
                    <a:cubicBezTo>
                      <a:pt x="4460" y="5499"/>
                      <a:pt x="4004" y="5677"/>
                      <a:pt x="3655" y="6026"/>
                    </a:cubicBezTo>
                    <a:cubicBezTo>
                      <a:pt x="2993" y="6688"/>
                      <a:pt x="2993" y="7790"/>
                      <a:pt x="3655" y="8420"/>
                    </a:cubicBezTo>
                    <a:cubicBezTo>
                      <a:pt x="3986" y="8751"/>
                      <a:pt x="4427" y="8917"/>
                      <a:pt x="4864" y="8917"/>
                    </a:cubicBezTo>
                    <a:cubicBezTo>
                      <a:pt x="5301" y="8917"/>
                      <a:pt x="5734" y="8751"/>
                      <a:pt x="6049" y="8420"/>
                    </a:cubicBezTo>
                    <a:cubicBezTo>
                      <a:pt x="6648" y="7822"/>
                      <a:pt x="6742" y="6908"/>
                      <a:pt x="6301" y="6246"/>
                    </a:cubicBezTo>
                    <a:lnTo>
                      <a:pt x="6774" y="5774"/>
                    </a:lnTo>
                    <a:lnTo>
                      <a:pt x="6774" y="5774"/>
                    </a:lnTo>
                    <a:cubicBezTo>
                      <a:pt x="7467" y="6719"/>
                      <a:pt x="7404" y="8074"/>
                      <a:pt x="6585" y="8924"/>
                    </a:cubicBezTo>
                    <a:cubicBezTo>
                      <a:pt x="6112" y="9397"/>
                      <a:pt x="5498" y="9633"/>
                      <a:pt x="4883" y="9633"/>
                    </a:cubicBezTo>
                    <a:cubicBezTo>
                      <a:pt x="4269" y="9633"/>
                      <a:pt x="3655" y="9397"/>
                      <a:pt x="3182" y="8924"/>
                    </a:cubicBezTo>
                    <a:cubicBezTo>
                      <a:pt x="2237" y="7979"/>
                      <a:pt x="2237" y="6499"/>
                      <a:pt x="3182" y="5553"/>
                    </a:cubicBezTo>
                    <a:cubicBezTo>
                      <a:pt x="3667" y="5068"/>
                      <a:pt x="4286" y="4831"/>
                      <a:pt x="4897" y="4831"/>
                    </a:cubicBezTo>
                    <a:close/>
                    <a:moveTo>
                      <a:pt x="4873" y="3463"/>
                    </a:moveTo>
                    <a:cubicBezTo>
                      <a:pt x="5728" y="3463"/>
                      <a:pt x="6583" y="3748"/>
                      <a:pt x="7278" y="4325"/>
                    </a:cubicBezTo>
                    <a:lnTo>
                      <a:pt x="6805" y="4797"/>
                    </a:lnTo>
                    <a:cubicBezTo>
                      <a:pt x="6228" y="4353"/>
                      <a:pt x="5533" y="4125"/>
                      <a:pt x="4844" y="4125"/>
                    </a:cubicBezTo>
                    <a:cubicBezTo>
                      <a:pt x="4065" y="4125"/>
                      <a:pt x="3294" y="4416"/>
                      <a:pt x="2710" y="5018"/>
                    </a:cubicBezTo>
                    <a:cubicBezTo>
                      <a:pt x="1481" y="6246"/>
                      <a:pt x="1481" y="8168"/>
                      <a:pt x="2710" y="9397"/>
                    </a:cubicBezTo>
                    <a:cubicBezTo>
                      <a:pt x="3324" y="10011"/>
                      <a:pt x="4112" y="10318"/>
                      <a:pt x="4899" y="10318"/>
                    </a:cubicBezTo>
                    <a:cubicBezTo>
                      <a:pt x="5687" y="10318"/>
                      <a:pt x="6474" y="10011"/>
                      <a:pt x="7089" y="9397"/>
                    </a:cubicBezTo>
                    <a:cubicBezTo>
                      <a:pt x="8223" y="8263"/>
                      <a:pt x="8255" y="6467"/>
                      <a:pt x="7309" y="5301"/>
                    </a:cubicBezTo>
                    <a:lnTo>
                      <a:pt x="7782" y="4829"/>
                    </a:lnTo>
                    <a:lnTo>
                      <a:pt x="7782" y="4829"/>
                    </a:lnTo>
                    <a:cubicBezTo>
                      <a:pt x="8979" y="6278"/>
                      <a:pt x="8885" y="8483"/>
                      <a:pt x="7530" y="9870"/>
                    </a:cubicBezTo>
                    <a:cubicBezTo>
                      <a:pt x="6790" y="10594"/>
                      <a:pt x="5821" y="10956"/>
                      <a:pt x="4856" y="10956"/>
                    </a:cubicBezTo>
                    <a:cubicBezTo>
                      <a:pt x="3891" y="10956"/>
                      <a:pt x="2930" y="10594"/>
                      <a:pt x="2206" y="9870"/>
                    </a:cubicBezTo>
                    <a:cubicBezTo>
                      <a:pt x="756" y="8420"/>
                      <a:pt x="756" y="6026"/>
                      <a:pt x="2206" y="4545"/>
                    </a:cubicBezTo>
                    <a:cubicBezTo>
                      <a:pt x="2941" y="3827"/>
                      <a:pt x="3907" y="3463"/>
                      <a:pt x="4873" y="3463"/>
                    </a:cubicBezTo>
                    <a:close/>
                    <a:moveTo>
                      <a:pt x="9899" y="0"/>
                    </a:moveTo>
                    <a:cubicBezTo>
                      <a:pt x="9813" y="0"/>
                      <a:pt x="9722" y="32"/>
                      <a:pt x="9641" y="103"/>
                    </a:cubicBezTo>
                    <a:lnTo>
                      <a:pt x="7561" y="2182"/>
                    </a:lnTo>
                    <a:cubicBezTo>
                      <a:pt x="7467" y="2277"/>
                      <a:pt x="7435" y="2340"/>
                      <a:pt x="7435" y="2434"/>
                    </a:cubicBezTo>
                    <a:lnTo>
                      <a:pt x="7435" y="3600"/>
                    </a:lnTo>
                    <a:cubicBezTo>
                      <a:pt x="6670" y="3071"/>
                      <a:pt x="5769" y="2807"/>
                      <a:pt x="4868" y="2807"/>
                    </a:cubicBezTo>
                    <a:cubicBezTo>
                      <a:pt x="3731" y="2807"/>
                      <a:pt x="2595" y="3229"/>
                      <a:pt x="1733" y="4073"/>
                    </a:cubicBezTo>
                    <a:cubicBezTo>
                      <a:pt x="0" y="5805"/>
                      <a:pt x="0" y="8641"/>
                      <a:pt x="1733" y="10374"/>
                    </a:cubicBezTo>
                    <a:cubicBezTo>
                      <a:pt x="2599" y="11240"/>
                      <a:pt x="3741" y="11673"/>
                      <a:pt x="4883" y="11673"/>
                    </a:cubicBezTo>
                    <a:cubicBezTo>
                      <a:pt x="6026" y="11673"/>
                      <a:pt x="7168" y="11240"/>
                      <a:pt x="8034" y="10374"/>
                    </a:cubicBezTo>
                    <a:cubicBezTo>
                      <a:pt x="9578" y="8861"/>
                      <a:pt x="9735" y="6436"/>
                      <a:pt x="8538" y="4703"/>
                    </a:cubicBezTo>
                    <a:lnTo>
                      <a:pt x="9672" y="4703"/>
                    </a:lnTo>
                    <a:cubicBezTo>
                      <a:pt x="9767" y="4703"/>
                      <a:pt x="9893" y="4671"/>
                      <a:pt x="9924" y="4608"/>
                    </a:cubicBezTo>
                    <a:lnTo>
                      <a:pt x="12004" y="2497"/>
                    </a:lnTo>
                    <a:cubicBezTo>
                      <a:pt x="12193" y="2308"/>
                      <a:pt x="12035" y="1962"/>
                      <a:pt x="11783" y="1962"/>
                    </a:cubicBezTo>
                    <a:lnTo>
                      <a:pt x="10239" y="1962"/>
                    </a:lnTo>
                    <a:lnTo>
                      <a:pt x="10239" y="355"/>
                    </a:lnTo>
                    <a:cubicBezTo>
                      <a:pt x="10239" y="141"/>
                      <a:pt x="10080" y="0"/>
                      <a:pt x="98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5" name="Google Shape;12592;p89">
                <a:extLst>
                  <a:ext uri="{FF2B5EF4-FFF2-40B4-BE49-F238E27FC236}">
                    <a16:creationId xmlns:a16="http://schemas.microsoft.com/office/drawing/2014/main" id="{58DB5698-FC39-09F0-598E-B4EB479D1F3F}"/>
                  </a:ext>
                </a:extLst>
              </p:cNvPr>
              <p:cNvSpPr/>
              <p:nvPr/>
            </p:nvSpPr>
            <p:spPr>
              <a:xfrm>
                <a:off x="5410974" y="4324751"/>
                <a:ext cx="641288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6" name="Google Shape;12593;p89">
                <a:extLst>
                  <a:ext uri="{FF2B5EF4-FFF2-40B4-BE49-F238E27FC236}">
                    <a16:creationId xmlns:a16="http://schemas.microsoft.com/office/drawing/2014/main" id="{1CBF773C-4930-B35C-BC65-D450122ED23A}"/>
                  </a:ext>
                </a:extLst>
              </p:cNvPr>
              <p:cNvSpPr/>
              <p:nvPr/>
            </p:nvSpPr>
            <p:spPr>
              <a:xfrm>
                <a:off x="5483751" y="4397527"/>
                <a:ext cx="3993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7" name="Google Shape;12594;p89">
                <a:extLst>
                  <a:ext uri="{FF2B5EF4-FFF2-40B4-BE49-F238E27FC236}">
                    <a16:creationId xmlns:a16="http://schemas.microsoft.com/office/drawing/2014/main" id="{E82FAFD8-88F7-C324-B43E-65EDB4EAFF1B}"/>
                  </a:ext>
                </a:extLst>
              </p:cNvPr>
              <p:cNvSpPr/>
              <p:nvPr/>
            </p:nvSpPr>
            <p:spPr>
              <a:xfrm>
                <a:off x="5559992" y="4397527"/>
                <a:ext cx="3817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8" name="Google Shape;12595;p89">
                <a:extLst>
                  <a:ext uri="{FF2B5EF4-FFF2-40B4-BE49-F238E27FC236}">
                    <a16:creationId xmlns:a16="http://schemas.microsoft.com/office/drawing/2014/main" id="{61E41C4C-9F6B-1FD1-E449-9D190D1B165D}"/>
                  </a:ext>
                </a:extLst>
              </p:cNvPr>
              <p:cNvSpPr/>
              <p:nvPr/>
            </p:nvSpPr>
            <p:spPr>
              <a:xfrm>
                <a:off x="5636234" y="4397527"/>
                <a:ext cx="38231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19" name="Google Shape;12596;p89">
                <a:extLst>
                  <a:ext uri="{FF2B5EF4-FFF2-40B4-BE49-F238E27FC236}">
                    <a16:creationId xmlns:a16="http://schemas.microsoft.com/office/drawing/2014/main" id="{33AC9693-8FA1-E64D-EC8B-CD8FFB1E32EE}"/>
                  </a:ext>
                </a:extLst>
              </p:cNvPr>
              <p:cNvSpPr/>
              <p:nvPr/>
            </p:nvSpPr>
            <p:spPr>
              <a:xfrm>
                <a:off x="5709065" y="4397527"/>
                <a:ext cx="26519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0" name="Google Shape;12597;p89">
                <a:extLst>
                  <a:ext uri="{FF2B5EF4-FFF2-40B4-BE49-F238E27FC236}">
                    <a16:creationId xmlns:a16="http://schemas.microsoft.com/office/drawing/2014/main" id="{F9713028-3D73-74D7-21C8-E6F5DF496928}"/>
                  </a:ext>
                </a:extLst>
              </p:cNvPr>
              <p:cNvSpPr/>
              <p:nvPr/>
            </p:nvSpPr>
            <p:spPr>
              <a:xfrm>
                <a:off x="5636234" y="4666187"/>
                <a:ext cx="187248" cy="187193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1" name="Google Shape;12598;p89">
                <a:extLst>
                  <a:ext uri="{FF2B5EF4-FFF2-40B4-BE49-F238E27FC236}">
                    <a16:creationId xmlns:a16="http://schemas.microsoft.com/office/drawing/2014/main" id="{3777FB47-BD60-1399-19E4-D23335D0C8C1}"/>
                  </a:ext>
                </a:extLst>
              </p:cNvPr>
              <p:cNvGrpSpPr/>
              <p:nvPr/>
            </p:nvGrpSpPr>
            <p:grpSpPr>
              <a:xfrm>
                <a:off x="4600743" y="4323869"/>
                <a:ext cx="566751" cy="644753"/>
                <a:chOff x="-919700" y="2420750"/>
                <a:chExt cx="257575" cy="293025"/>
              </a:xfrm>
              <a:grpFill/>
            </p:grpSpPr>
            <p:sp>
              <p:nvSpPr>
                <p:cNvPr id="40" name="Google Shape;12599;p89">
                  <a:extLst>
                    <a:ext uri="{FF2B5EF4-FFF2-40B4-BE49-F238E27FC236}">
                      <a16:creationId xmlns:a16="http://schemas.microsoft.com/office/drawing/2014/main" id="{19D5E3DB-D1B1-FE5E-9E6F-6BEAAF2912E9}"/>
                    </a:ext>
                  </a:extLst>
                </p:cNvPr>
                <p:cNvSpPr/>
                <p:nvPr/>
              </p:nvSpPr>
              <p:spPr>
                <a:xfrm>
                  <a:off x="-884250" y="2490850"/>
                  <a:ext cx="843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2049" extrusionOk="0">
                      <a:moveTo>
                        <a:pt x="977" y="631"/>
                      </a:moveTo>
                      <a:cubicBezTo>
                        <a:pt x="1166" y="631"/>
                        <a:pt x="1324" y="788"/>
                        <a:pt x="1324" y="977"/>
                      </a:cubicBezTo>
                      <a:cubicBezTo>
                        <a:pt x="1324" y="1198"/>
                        <a:pt x="1166" y="1355"/>
                        <a:pt x="977" y="1355"/>
                      </a:cubicBezTo>
                      <a:cubicBezTo>
                        <a:pt x="788" y="1355"/>
                        <a:pt x="631" y="1198"/>
                        <a:pt x="631" y="977"/>
                      </a:cubicBezTo>
                      <a:cubicBezTo>
                        <a:pt x="631" y="788"/>
                        <a:pt x="788" y="631"/>
                        <a:pt x="977" y="631"/>
                      </a:cubicBezTo>
                      <a:close/>
                      <a:moveTo>
                        <a:pt x="2363" y="631"/>
                      </a:moveTo>
                      <a:cubicBezTo>
                        <a:pt x="2552" y="631"/>
                        <a:pt x="2710" y="788"/>
                        <a:pt x="2710" y="977"/>
                      </a:cubicBezTo>
                      <a:cubicBezTo>
                        <a:pt x="2710" y="1198"/>
                        <a:pt x="2552" y="1355"/>
                        <a:pt x="2363" y="1355"/>
                      </a:cubicBezTo>
                      <a:cubicBezTo>
                        <a:pt x="2174" y="1355"/>
                        <a:pt x="2017" y="1198"/>
                        <a:pt x="2017" y="977"/>
                      </a:cubicBezTo>
                      <a:cubicBezTo>
                        <a:pt x="2017" y="788"/>
                        <a:pt x="2174" y="631"/>
                        <a:pt x="2363" y="631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09" y="2048"/>
                      </a:cubicBezTo>
                      <a:cubicBezTo>
                        <a:pt x="1292" y="2048"/>
                        <a:pt x="1544" y="1922"/>
                        <a:pt x="1702" y="1765"/>
                      </a:cubicBezTo>
                      <a:cubicBezTo>
                        <a:pt x="1891" y="1922"/>
                        <a:pt x="2111" y="2048"/>
                        <a:pt x="2363" y="2048"/>
                      </a:cubicBezTo>
                      <a:cubicBezTo>
                        <a:pt x="2899" y="2048"/>
                        <a:pt x="3371" y="1576"/>
                        <a:pt x="3371" y="1040"/>
                      </a:cubicBezTo>
                      <a:cubicBezTo>
                        <a:pt x="3371" y="442"/>
                        <a:pt x="2899" y="1"/>
                        <a:pt x="2363" y="1"/>
                      </a:cubicBezTo>
                      <a:cubicBezTo>
                        <a:pt x="2080" y="1"/>
                        <a:pt x="1859" y="127"/>
                        <a:pt x="1702" y="284"/>
                      </a:cubicBezTo>
                      <a:cubicBezTo>
                        <a:pt x="1481" y="127"/>
                        <a:pt x="1261" y="1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Google Shape;12600;p89">
                  <a:extLst>
                    <a:ext uri="{FF2B5EF4-FFF2-40B4-BE49-F238E27FC236}">
                      <a16:creationId xmlns:a16="http://schemas.microsoft.com/office/drawing/2014/main" id="{321C2347-268A-4FD6-DFD9-980D1CD464A7}"/>
                    </a:ext>
                  </a:extLst>
                </p:cNvPr>
                <p:cNvSpPr/>
                <p:nvPr/>
              </p:nvSpPr>
              <p:spPr>
                <a:xfrm>
                  <a:off x="-919700" y="242075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7152" y="694"/>
                      </a:moveTo>
                      <a:cubicBezTo>
                        <a:pt x="7373" y="694"/>
                        <a:pt x="7530" y="851"/>
                        <a:pt x="7530" y="1040"/>
                      </a:cubicBezTo>
                      <a:lnTo>
                        <a:pt x="7530" y="1418"/>
                      </a:lnTo>
                      <a:lnTo>
                        <a:pt x="662" y="1418"/>
                      </a:lnTo>
                      <a:lnTo>
                        <a:pt x="662" y="1040"/>
                      </a:lnTo>
                      <a:cubicBezTo>
                        <a:pt x="694" y="851"/>
                        <a:pt x="851" y="694"/>
                        <a:pt x="1009" y="694"/>
                      </a:cubicBezTo>
                      <a:close/>
                      <a:moveTo>
                        <a:pt x="7562" y="2111"/>
                      </a:moveTo>
                      <a:lnTo>
                        <a:pt x="7562" y="3403"/>
                      </a:lnTo>
                      <a:lnTo>
                        <a:pt x="7247" y="3088"/>
                      </a:lnTo>
                      <a:cubicBezTo>
                        <a:pt x="7042" y="2883"/>
                        <a:pt x="6784" y="2792"/>
                        <a:pt x="6528" y="2792"/>
                      </a:cubicBezTo>
                      <a:cubicBezTo>
                        <a:pt x="5999" y="2792"/>
                        <a:pt x="5483" y="3186"/>
                        <a:pt x="5483" y="3781"/>
                      </a:cubicBezTo>
                      <a:cubicBezTo>
                        <a:pt x="5483" y="4065"/>
                        <a:pt x="5577" y="4348"/>
                        <a:pt x="5798" y="4506"/>
                      </a:cubicBezTo>
                      <a:lnTo>
                        <a:pt x="6774" y="5482"/>
                      </a:lnTo>
                      <a:lnTo>
                        <a:pt x="1009" y="5482"/>
                      </a:lnTo>
                      <a:cubicBezTo>
                        <a:pt x="995" y="5485"/>
                        <a:pt x="982" y="5486"/>
                        <a:pt x="968" y="5486"/>
                      </a:cubicBezTo>
                      <a:cubicBezTo>
                        <a:pt x="825" y="5486"/>
                        <a:pt x="694" y="5340"/>
                        <a:pt x="694" y="5167"/>
                      </a:cubicBezTo>
                      <a:lnTo>
                        <a:pt x="694" y="2111"/>
                      </a:lnTo>
                      <a:close/>
                      <a:moveTo>
                        <a:pt x="8160" y="2584"/>
                      </a:moveTo>
                      <a:lnTo>
                        <a:pt x="9200" y="3624"/>
                      </a:lnTo>
                      <a:cubicBezTo>
                        <a:pt x="9421" y="3844"/>
                        <a:pt x="9515" y="4065"/>
                        <a:pt x="9515" y="4348"/>
                      </a:cubicBezTo>
                      <a:lnTo>
                        <a:pt x="9515" y="6900"/>
                      </a:lnTo>
                      <a:cubicBezTo>
                        <a:pt x="9515" y="7373"/>
                        <a:pt x="9358" y="7845"/>
                        <a:pt x="9043" y="8192"/>
                      </a:cubicBezTo>
                      <a:lnTo>
                        <a:pt x="5955" y="8192"/>
                      </a:lnTo>
                      <a:cubicBezTo>
                        <a:pt x="5640" y="7845"/>
                        <a:pt x="5483" y="7373"/>
                        <a:pt x="5483" y="6900"/>
                      </a:cubicBezTo>
                      <a:lnTo>
                        <a:pt x="5483" y="6144"/>
                      </a:lnTo>
                      <a:lnTo>
                        <a:pt x="6837" y="6144"/>
                      </a:lnTo>
                      <a:lnTo>
                        <a:pt x="6837" y="6207"/>
                      </a:lnTo>
                      <a:cubicBezTo>
                        <a:pt x="6837" y="6585"/>
                        <a:pt x="6900" y="6932"/>
                        <a:pt x="7089" y="7373"/>
                      </a:cubicBezTo>
                      <a:cubicBezTo>
                        <a:pt x="7135" y="7487"/>
                        <a:pt x="7263" y="7568"/>
                        <a:pt x="7403" y="7568"/>
                      </a:cubicBezTo>
                      <a:cubicBezTo>
                        <a:pt x="7455" y="7568"/>
                        <a:pt x="7510" y="7556"/>
                        <a:pt x="7562" y="7530"/>
                      </a:cubicBezTo>
                      <a:cubicBezTo>
                        <a:pt x="7719" y="7467"/>
                        <a:pt x="7782" y="7247"/>
                        <a:pt x="7719" y="7058"/>
                      </a:cubicBezTo>
                      <a:cubicBezTo>
                        <a:pt x="7593" y="6774"/>
                        <a:pt x="7530" y="6522"/>
                        <a:pt x="7530" y="6239"/>
                      </a:cubicBezTo>
                      <a:lnTo>
                        <a:pt x="7530" y="5451"/>
                      </a:lnTo>
                      <a:cubicBezTo>
                        <a:pt x="7530" y="5356"/>
                        <a:pt x="7467" y="5262"/>
                        <a:pt x="7404" y="5199"/>
                      </a:cubicBezTo>
                      <a:lnTo>
                        <a:pt x="6207" y="4033"/>
                      </a:lnTo>
                      <a:cubicBezTo>
                        <a:pt x="6018" y="3844"/>
                        <a:pt x="6144" y="3435"/>
                        <a:pt x="6459" y="3435"/>
                      </a:cubicBezTo>
                      <a:cubicBezTo>
                        <a:pt x="6522" y="3435"/>
                        <a:pt x="6648" y="3466"/>
                        <a:pt x="6680" y="3561"/>
                      </a:cubicBezTo>
                      <a:lnTo>
                        <a:pt x="8255" y="5136"/>
                      </a:lnTo>
                      <a:cubicBezTo>
                        <a:pt x="8318" y="5199"/>
                        <a:pt x="8413" y="5230"/>
                        <a:pt x="8503" y="5230"/>
                      </a:cubicBezTo>
                      <a:cubicBezTo>
                        <a:pt x="8594" y="5230"/>
                        <a:pt x="8680" y="5199"/>
                        <a:pt x="8728" y="5136"/>
                      </a:cubicBezTo>
                      <a:cubicBezTo>
                        <a:pt x="8854" y="5010"/>
                        <a:pt x="8854" y="4789"/>
                        <a:pt x="8728" y="4663"/>
                      </a:cubicBezTo>
                      <a:lnTo>
                        <a:pt x="8160" y="4065"/>
                      </a:lnTo>
                      <a:lnTo>
                        <a:pt x="8160" y="2584"/>
                      </a:lnTo>
                      <a:close/>
                      <a:moveTo>
                        <a:pt x="9295" y="8948"/>
                      </a:moveTo>
                      <a:cubicBezTo>
                        <a:pt x="9484" y="8948"/>
                        <a:pt x="9641" y="9105"/>
                        <a:pt x="9641" y="9295"/>
                      </a:cubicBezTo>
                      <a:lnTo>
                        <a:pt x="9641" y="10996"/>
                      </a:lnTo>
                      <a:lnTo>
                        <a:pt x="5514" y="10996"/>
                      </a:lnTo>
                      <a:lnTo>
                        <a:pt x="5514" y="9295"/>
                      </a:lnTo>
                      <a:cubicBezTo>
                        <a:pt x="5514" y="9105"/>
                        <a:pt x="5672" y="8948"/>
                        <a:pt x="5861" y="8948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5167"/>
                      </a:lnTo>
                      <a:cubicBezTo>
                        <a:pt x="1" y="5734"/>
                        <a:pt x="473" y="6207"/>
                        <a:pt x="1009" y="6207"/>
                      </a:cubicBezTo>
                      <a:lnTo>
                        <a:pt x="4789" y="6207"/>
                      </a:lnTo>
                      <a:lnTo>
                        <a:pt x="4789" y="6932"/>
                      </a:lnTo>
                      <a:cubicBezTo>
                        <a:pt x="4789" y="7499"/>
                        <a:pt x="4947" y="8003"/>
                        <a:pt x="5231" y="8444"/>
                      </a:cubicBezTo>
                      <a:cubicBezTo>
                        <a:pt x="4947" y="8633"/>
                        <a:pt x="4789" y="8948"/>
                        <a:pt x="4789" y="9295"/>
                      </a:cubicBezTo>
                      <a:lnTo>
                        <a:pt x="4789" y="11342"/>
                      </a:lnTo>
                      <a:cubicBezTo>
                        <a:pt x="4789" y="11563"/>
                        <a:pt x="4947" y="11720"/>
                        <a:pt x="5168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42"/>
                      </a:cubicBezTo>
                      <a:lnTo>
                        <a:pt x="10303" y="9295"/>
                      </a:lnTo>
                      <a:cubicBezTo>
                        <a:pt x="10303" y="8948"/>
                        <a:pt x="10114" y="8633"/>
                        <a:pt x="9893" y="8444"/>
                      </a:cubicBezTo>
                      <a:cubicBezTo>
                        <a:pt x="10177" y="8003"/>
                        <a:pt x="10303" y="7499"/>
                        <a:pt x="10303" y="6932"/>
                      </a:cubicBezTo>
                      <a:lnTo>
                        <a:pt x="10303" y="4380"/>
                      </a:lnTo>
                      <a:lnTo>
                        <a:pt x="10271" y="4380"/>
                      </a:lnTo>
                      <a:cubicBezTo>
                        <a:pt x="10271" y="3907"/>
                        <a:pt x="10082" y="3466"/>
                        <a:pt x="9767" y="3151"/>
                      </a:cubicBezTo>
                      <a:lnTo>
                        <a:pt x="8224" y="1639"/>
                      </a:lnTo>
                      <a:lnTo>
                        <a:pt x="8224" y="1040"/>
                      </a:lnTo>
                      <a:cubicBezTo>
                        <a:pt x="8224" y="473"/>
                        <a:pt x="7751" y="1"/>
                        <a:pt x="72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Google Shape;12601;p89">
                  <a:extLst>
                    <a:ext uri="{FF2B5EF4-FFF2-40B4-BE49-F238E27FC236}">
                      <a16:creationId xmlns:a16="http://schemas.microsoft.com/office/drawing/2014/main" id="{2B26886A-C376-1BB1-3468-F0B64971E664}"/>
                    </a:ext>
                  </a:extLst>
                </p:cNvPr>
                <p:cNvSpPr/>
                <p:nvPr/>
              </p:nvSpPr>
              <p:spPr>
                <a:xfrm>
                  <a:off x="-766100" y="2660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725" y="568"/>
                        <a:pt x="725" y="379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oogle Shape;12630;p89">
                <a:extLst>
                  <a:ext uri="{FF2B5EF4-FFF2-40B4-BE49-F238E27FC236}">
                    <a16:creationId xmlns:a16="http://schemas.microsoft.com/office/drawing/2014/main" id="{D2D30DA9-4667-26F6-5164-2A64C3306164}"/>
                  </a:ext>
                </a:extLst>
              </p:cNvPr>
              <p:cNvGrpSpPr/>
              <p:nvPr/>
            </p:nvGrpSpPr>
            <p:grpSpPr>
              <a:xfrm>
                <a:off x="11162866" y="4335825"/>
                <a:ext cx="620890" cy="620890"/>
                <a:chOff x="2964567" y="2571753"/>
                <a:chExt cx="417045" cy="417045"/>
              </a:xfrm>
              <a:grpFill/>
            </p:grpSpPr>
            <p:sp>
              <p:nvSpPr>
                <p:cNvPr id="38" name="Google Shape;12631;p89">
                  <a:extLst>
                    <a:ext uri="{FF2B5EF4-FFF2-40B4-BE49-F238E27FC236}">
                      <a16:creationId xmlns:a16="http://schemas.microsoft.com/office/drawing/2014/main" id="{F801F5C1-828C-C7A5-6BE4-99C64276EC44}"/>
                    </a:ext>
                  </a:extLst>
                </p:cNvPr>
                <p:cNvSpPr/>
                <p:nvPr/>
              </p:nvSpPr>
              <p:spPr>
                <a:xfrm>
                  <a:off x="2964567" y="2571753"/>
                  <a:ext cx="417045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83" extrusionOk="0">
                      <a:moveTo>
                        <a:pt x="9992" y="1170"/>
                      </a:moveTo>
                      <a:cubicBezTo>
                        <a:pt x="14855" y="1170"/>
                        <a:pt x="18812" y="4866"/>
                        <a:pt x="18812" y="9405"/>
                      </a:cubicBezTo>
                      <a:cubicBezTo>
                        <a:pt x="18812" y="13925"/>
                        <a:pt x="14855" y="17601"/>
                        <a:pt x="9992" y="17601"/>
                      </a:cubicBezTo>
                      <a:cubicBezTo>
                        <a:pt x="9111" y="17601"/>
                        <a:pt x="8240" y="17481"/>
                        <a:pt x="7407" y="17242"/>
                      </a:cubicBezTo>
                      <a:cubicBezTo>
                        <a:pt x="7354" y="17226"/>
                        <a:pt x="7299" y="17218"/>
                        <a:pt x="7245" y="17218"/>
                      </a:cubicBezTo>
                      <a:cubicBezTo>
                        <a:pt x="7153" y="17218"/>
                        <a:pt x="7062" y="17240"/>
                        <a:pt x="6979" y="17282"/>
                      </a:cubicBezTo>
                      <a:lnTo>
                        <a:pt x="4723" y="18439"/>
                      </a:lnTo>
                      <a:lnTo>
                        <a:pt x="4723" y="16262"/>
                      </a:lnTo>
                      <a:cubicBezTo>
                        <a:pt x="4723" y="16078"/>
                        <a:pt x="4637" y="15904"/>
                        <a:pt x="4490" y="15793"/>
                      </a:cubicBezTo>
                      <a:cubicBezTo>
                        <a:pt x="2381" y="14208"/>
                        <a:pt x="1171" y="11880"/>
                        <a:pt x="1171" y="9405"/>
                      </a:cubicBezTo>
                      <a:cubicBezTo>
                        <a:pt x="1171" y="4866"/>
                        <a:pt x="5129" y="1170"/>
                        <a:pt x="9992" y="1170"/>
                      </a:cubicBezTo>
                      <a:close/>
                      <a:moveTo>
                        <a:pt x="9992" y="1"/>
                      </a:moveTo>
                      <a:cubicBezTo>
                        <a:pt x="4575" y="1"/>
                        <a:pt x="0" y="4153"/>
                        <a:pt x="0" y="9407"/>
                      </a:cubicBezTo>
                      <a:cubicBezTo>
                        <a:pt x="0" y="12221"/>
                        <a:pt x="1359" y="14795"/>
                        <a:pt x="3552" y="16548"/>
                      </a:cubicBezTo>
                      <a:lnTo>
                        <a:pt x="3552" y="19396"/>
                      </a:lnTo>
                      <a:cubicBezTo>
                        <a:pt x="3552" y="19602"/>
                        <a:pt x="3659" y="19791"/>
                        <a:pt x="3832" y="19897"/>
                      </a:cubicBezTo>
                      <a:cubicBezTo>
                        <a:pt x="3925" y="19953"/>
                        <a:pt x="4031" y="19982"/>
                        <a:pt x="4138" y="19982"/>
                      </a:cubicBezTo>
                      <a:cubicBezTo>
                        <a:pt x="4229" y="19982"/>
                        <a:pt x="4320" y="19961"/>
                        <a:pt x="4405" y="19918"/>
                      </a:cubicBezTo>
                      <a:lnTo>
                        <a:pt x="7310" y="18429"/>
                      </a:lnTo>
                      <a:cubicBezTo>
                        <a:pt x="8180" y="18657"/>
                        <a:pt x="9081" y="18772"/>
                        <a:pt x="9992" y="18772"/>
                      </a:cubicBezTo>
                      <a:cubicBezTo>
                        <a:pt x="15500" y="18772"/>
                        <a:pt x="19983" y="14570"/>
                        <a:pt x="19983" y="9407"/>
                      </a:cubicBezTo>
                      <a:cubicBezTo>
                        <a:pt x="19983" y="4151"/>
                        <a:pt x="15405" y="1"/>
                        <a:pt x="9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Google Shape;12632;p89">
                  <a:extLst>
                    <a:ext uri="{FF2B5EF4-FFF2-40B4-BE49-F238E27FC236}">
                      <a16:creationId xmlns:a16="http://schemas.microsoft.com/office/drawing/2014/main" id="{AF7A56F7-ACD9-BC89-0FCD-C81D0B588C0D}"/>
                    </a:ext>
                  </a:extLst>
                </p:cNvPr>
                <p:cNvSpPr/>
                <p:nvPr/>
              </p:nvSpPr>
              <p:spPr>
                <a:xfrm>
                  <a:off x="3037777" y="2694715"/>
                  <a:ext cx="270642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8" h="7026" extrusionOk="0">
                      <a:moveTo>
                        <a:pt x="5362" y="1463"/>
                      </a:moveTo>
                      <a:lnTo>
                        <a:pt x="7241" y="3341"/>
                      </a:lnTo>
                      <a:cubicBezTo>
                        <a:pt x="7353" y="3454"/>
                        <a:pt x="7503" y="3513"/>
                        <a:pt x="7655" y="3513"/>
                      </a:cubicBezTo>
                      <a:cubicBezTo>
                        <a:pt x="7744" y="3513"/>
                        <a:pt x="7833" y="3493"/>
                        <a:pt x="7917" y="3451"/>
                      </a:cubicBezTo>
                      <a:lnTo>
                        <a:pt x="10216" y="2303"/>
                      </a:lnTo>
                      <a:lnTo>
                        <a:pt x="7605" y="5565"/>
                      </a:lnTo>
                      <a:lnTo>
                        <a:pt x="5726" y="3685"/>
                      </a:lnTo>
                      <a:cubicBezTo>
                        <a:pt x="5614" y="3573"/>
                        <a:pt x="5463" y="3514"/>
                        <a:pt x="5311" y="3514"/>
                      </a:cubicBezTo>
                      <a:cubicBezTo>
                        <a:pt x="5223" y="3514"/>
                        <a:pt x="5133" y="3534"/>
                        <a:pt x="5051" y="3575"/>
                      </a:cubicBezTo>
                      <a:lnTo>
                        <a:pt x="2751" y="4725"/>
                      </a:lnTo>
                      <a:lnTo>
                        <a:pt x="2751" y="4725"/>
                      </a:lnTo>
                      <a:lnTo>
                        <a:pt x="5362" y="1463"/>
                      </a:lnTo>
                      <a:close/>
                      <a:moveTo>
                        <a:pt x="5312" y="1"/>
                      </a:moveTo>
                      <a:cubicBezTo>
                        <a:pt x="5302" y="1"/>
                        <a:pt x="5291" y="1"/>
                        <a:pt x="5281" y="2"/>
                      </a:cubicBezTo>
                      <a:cubicBezTo>
                        <a:pt x="5114" y="12"/>
                        <a:pt x="4959" y="92"/>
                        <a:pt x="4856" y="221"/>
                      </a:cubicBezTo>
                      <a:lnTo>
                        <a:pt x="172" y="6075"/>
                      </a:lnTo>
                      <a:cubicBezTo>
                        <a:pt x="0" y="6290"/>
                        <a:pt x="2" y="6595"/>
                        <a:pt x="174" y="6809"/>
                      </a:cubicBezTo>
                      <a:cubicBezTo>
                        <a:pt x="288" y="6950"/>
                        <a:pt x="457" y="7026"/>
                        <a:pt x="630" y="7026"/>
                      </a:cubicBezTo>
                      <a:cubicBezTo>
                        <a:pt x="719" y="7026"/>
                        <a:pt x="808" y="7006"/>
                        <a:pt x="892" y="6964"/>
                      </a:cubicBezTo>
                      <a:lnTo>
                        <a:pt x="5198" y="4811"/>
                      </a:lnTo>
                      <a:lnTo>
                        <a:pt x="7241" y="6855"/>
                      </a:lnTo>
                      <a:cubicBezTo>
                        <a:pt x="7349" y="6964"/>
                        <a:pt x="7496" y="7026"/>
                        <a:pt x="7650" y="7026"/>
                      </a:cubicBezTo>
                      <a:cubicBezTo>
                        <a:pt x="7662" y="7026"/>
                        <a:pt x="7674" y="7025"/>
                        <a:pt x="7687" y="7024"/>
                      </a:cubicBezTo>
                      <a:cubicBezTo>
                        <a:pt x="7853" y="7016"/>
                        <a:pt x="8007" y="6936"/>
                        <a:pt x="8111" y="6807"/>
                      </a:cubicBezTo>
                      <a:lnTo>
                        <a:pt x="12795" y="951"/>
                      </a:lnTo>
                      <a:cubicBezTo>
                        <a:pt x="12967" y="737"/>
                        <a:pt x="12965" y="431"/>
                        <a:pt x="12792" y="219"/>
                      </a:cubicBezTo>
                      <a:cubicBezTo>
                        <a:pt x="12679" y="78"/>
                        <a:pt x="12510" y="1"/>
                        <a:pt x="12337" y="1"/>
                      </a:cubicBezTo>
                      <a:cubicBezTo>
                        <a:pt x="12249" y="1"/>
                        <a:pt x="12159" y="21"/>
                        <a:pt x="12075" y="63"/>
                      </a:cubicBezTo>
                      <a:lnTo>
                        <a:pt x="7770" y="2216"/>
                      </a:lnTo>
                      <a:lnTo>
                        <a:pt x="5726" y="173"/>
                      </a:lnTo>
                      <a:cubicBezTo>
                        <a:pt x="5617" y="62"/>
                        <a:pt x="5467" y="1"/>
                        <a:pt x="53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" name="Google Shape;12645;p89">
                <a:extLst>
                  <a:ext uri="{FF2B5EF4-FFF2-40B4-BE49-F238E27FC236}">
                    <a16:creationId xmlns:a16="http://schemas.microsoft.com/office/drawing/2014/main" id="{03AC7EF9-22D7-858B-E7D3-25215EA8189D}"/>
                  </a:ext>
                </a:extLst>
              </p:cNvPr>
              <p:cNvSpPr/>
              <p:nvPr/>
            </p:nvSpPr>
            <p:spPr>
              <a:xfrm>
                <a:off x="7055026" y="4335935"/>
                <a:ext cx="620847" cy="620847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4602" y="3500"/>
                    </a:moveTo>
                    <a:cubicBezTo>
                      <a:pt x="15137" y="3500"/>
                      <a:pt x="15682" y="3563"/>
                      <a:pt x="16247" y="3689"/>
                    </a:cubicBezTo>
                    <a:cubicBezTo>
                      <a:pt x="16179" y="4154"/>
                      <a:pt x="16095" y="4705"/>
                      <a:pt x="16033" y="5120"/>
                    </a:cubicBezTo>
                    <a:cubicBezTo>
                      <a:pt x="15810" y="5075"/>
                      <a:pt x="15484" y="5035"/>
                      <a:pt x="15150" y="5035"/>
                    </a:cubicBezTo>
                    <a:cubicBezTo>
                      <a:pt x="14968" y="5035"/>
                      <a:pt x="14783" y="5047"/>
                      <a:pt x="14611" y="5076"/>
                    </a:cubicBezTo>
                    <a:cubicBezTo>
                      <a:pt x="13536" y="5258"/>
                      <a:pt x="12918" y="5925"/>
                      <a:pt x="12918" y="6907"/>
                    </a:cubicBezTo>
                    <a:lnTo>
                      <a:pt x="12918" y="8819"/>
                    </a:lnTo>
                    <a:cubicBezTo>
                      <a:pt x="12918" y="9143"/>
                      <a:pt x="13180" y="9405"/>
                      <a:pt x="13504" y="9405"/>
                    </a:cubicBezTo>
                    <a:lnTo>
                      <a:pt x="15681" y="9405"/>
                    </a:lnTo>
                    <a:lnTo>
                      <a:pt x="15388" y="10576"/>
                    </a:lnTo>
                    <a:lnTo>
                      <a:pt x="13504" y="10576"/>
                    </a:lnTo>
                    <a:cubicBezTo>
                      <a:pt x="13180" y="10576"/>
                      <a:pt x="12918" y="10838"/>
                      <a:pt x="12918" y="11161"/>
                    </a:cubicBezTo>
                    <a:lnTo>
                      <a:pt x="12918" y="18811"/>
                    </a:lnTo>
                    <a:lnTo>
                      <a:pt x="11162" y="18811"/>
                    </a:lnTo>
                    <a:lnTo>
                      <a:pt x="11162" y="11161"/>
                    </a:lnTo>
                    <a:cubicBezTo>
                      <a:pt x="11162" y="10838"/>
                      <a:pt x="10900" y="10576"/>
                      <a:pt x="10576" y="10576"/>
                    </a:cubicBezTo>
                    <a:lnTo>
                      <a:pt x="9407" y="10576"/>
                    </a:lnTo>
                    <a:lnTo>
                      <a:pt x="9407" y="9405"/>
                    </a:lnTo>
                    <a:lnTo>
                      <a:pt x="10576" y="9405"/>
                    </a:lnTo>
                    <a:cubicBezTo>
                      <a:pt x="10900" y="9405"/>
                      <a:pt x="11162" y="9143"/>
                      <a:pt x="11162" y="8821"/>
                    </a:cubicBezTo>
                    <a:cubicBezTo>
                      <a:pt x="11162" y="7215"/>
                      <a:pt x="11162" y="6481"/>
                      <a:pt x="11162" y="6143"/>
                    </a:cubicBezTo>
                    <a:cubicBezTo>
                      <a:pt x="11162" y="5520"/>
                      <a:pt x="11163" y="4843"/>
                      <a:pt x="11770" y="4324"/>
                    </a:cubicBezTo>
                    <a:cubicBezTo>
                      <a:pt x="12234" y="3928"/>
                      <a:pt x="12823" y="3687"/>
                      <a:pt x="13628" y="3571"/>
                    </a:cubicBezTo>
                    <a:cubicBezTo>
                      <a:pt x="13950" y="3524"/>
                      <a:pt x="14274" y="3500"/>
                      <a:pt x="14602" y="3500"/>
                    </a:cubicBezTo>
                    <a:close/>
                    <a:moveTo>
                      <a:pt x="17017" y="1170"/>
                    </a:moveTo>
                    <a:cubicBezTo>
                      <a:pt x="17990" y="1170"/>
                      <a:pt x="18811" y="1975"/>
                      <a:pt x="18811" y="2927"/>
                    </a:cubicBezTo>
                    <a:lnTo>
                      <a:pt x="18811" y="17056"/>
                    </a:lnTo>
                    <a:cubicBezTo>
                      <a:pt x="18811" y="18023"/>
                      <a:pt x="18024" y="18811"/>
                      <a:pt x="17056" y="18811"/>
                    </a:cubicBezTo>
                    <a:lnTo>
                      <a:pt x="14089" y="18811"/>
                    </a:lnTo>
                    <a:lnTo>
                      <a:pt x="14089" y="11747"/>
                    </a:lnTo>
                    <a:lnTo>
                      <a:pt x="15846" y="11747"/>
                    </a:lnTo>
                    <a:cubicBezTo>
                      <a:pt x="16115" y="11747"/>
                      <a:pt x="16348" y="11565"/>
                      <a:pt x="16414" y="11305"/>
                    </a:cubicBezTo>
                    <a:lnTo>
                      <a:pt x="16999" y="8963"/>
                    </a:lnTo>
                    <a:cubicBezTo>
                      <a:pt x="17042" y="8787"/>
                      <a:pt x="17003" y="8602"/>
                      <a:pt x="16893" y="8460"/>
                    </a:cubicBezTo>
                    <a:cubicBezTo>
                      <a:pt x="16782" y="8317"/>
                      <a:pt x="16612" y="8235"/>
                      <a:pt x="16431" y="8235"/>
                    </a:cubicBezTo>
                    <a:lnTo>
                      <a:pt x="14089" y="8235"/>
                    </a:lnTo>
                    <a:lnTo>
                      <a:pt x="14089" y="6909"/>
                    </a:lnTo>
                    <a:cubicBezTo>
                      <a:pt x="14089" y="6638"/>
                      <a:pt x="14144" y="6343"/>
                      <a:pt x="14808" y="6229"/>
                    </a:cubicBezTo>
                    <a:cubicBezTo>
                      <a:pt x="14936" y="6208"/>
                      <a:pt x="15061" y="6199"/>
                      <a:pt x="15182" y="6199"/>
                    </a:cubicBezTo>
                    <a:cubicBezTo>
                      <a:pt x="15552" y="6199"/>
                      <a:pt x="15890" y="6283"/>
                      <a:pt x="16198" y="6360"/>
                    </a:cubicBezTo>
                    <a:cubicBezTo>
                      <a:pt x="16304" y="6387"/>
                      <a:pt x="16415" y="6421"/>
                      <a:pt x="16532" y="6421"/>
                    </a:cubicBezTo>
                    <a:cubicBezTo>
                      <a:pt x="16632" y="6421"/>
                      <a:pt x="16736" y="6396"/>
                      <a:pt x="16847" y="6321"/>
                    </a:cubicBezTo>
                    <a:cubicBezTo>
                      <a:pt x="16983" y="6229"/>
                      <a:pt x="17074" y="6084"/>
                      <a:pt x="17098" y="5923"/>
                    </a:cubicBezTo>
                    <a:cubicBezTo>
                      <a:pt x="17098" y="5923"/>
                      <a:pt x="17362" y="4156"/>
                      <a:pt x="17482" y="3339"/>
                    </a:cubicBezTo>
                    <a:cubicBezTo>
                      <a:pt x="17525" y="3049"/>
                      <a:pt x="17346" y="2769"/>
                      <a:pt x="17063" y="2690"/>
                    </a:cubicBezTo>
                    <a:cubicBezTo>
                      <a:pt x="16267" y="2463"/>
                      <a:pt x="15346" y="2343"/>
                      <a:pt x="14504" y="2343"/>
                    </a:cubicBezTo>
                    <a:cubicBezTo>
                      <a:pt x="14137" y="2343"/>
                      <a:pt x="13786" y="2365"/>
                      <a:pt x="13467" y="2412"/>
                    </a:cubicBezTo>
                    <a:cubicBezTo>
                      <a:pt x="12434" y="2562"/>
                      <a:pt x="11646" y="2888"/>
                      <a:pt x="11009" y="3434"/>
                    </a:cubicBezTo>
                    <a:cubicBezTo>
                      <a:pt x="10121" y="4193"/>
                      <a:pt x="10010" y="5168"/>
                      <a:pt x="9999" y="5833"/>
                    </a:cubicBezTo>
                    <a:cubicBezTo>
                      <a:pt x="9999" y="5847"/>
                      <a:pt x="9999" y="7029"/>
                      <a:pt x="9999" y="8235"/>
                    </a:cubicBezTo>
                    <a:lnTo>
                      <a:pt x="8821" y="8235"/>
                    </a:lnTo>
                    <a:cubicBezTo>
                      <a:pt x="8497" y="8235"/>
                      <a:pt x="8236" y="8497"/>
                      <a:pt x="8236" y="8819"/>
                    </a:cubicBezTo>
                    <a:lnTo>
                      <a:pt x="8236" y="11161"/>
                    </a:lnTo>
                    <a:cubicBezTo>
                      <a:pt x="8236" y="11485"/>
                      <a:pt x="8497" y="11747"/>
                      <a:pt x="8821" y="11747"/>
                    </a:cubicBezTo>
                    <a:lnTo>
                      <a:pt x="9991" y="11747"/>
                    </a:lnTo>
                    <a:lnTo>
                      <a:pt x="9991" y="18811"/>
                    </a:lnTo>
                    <a:lnTo>
                      <a:pt x="2927" y="18811"/>
                    </a:lnTo>
                    <a:cubicBezTo>
                      <a:pt x="1959" y="18811"/>
                      <a:pt x="1172" y="18023"/>
                      <a:pt x="1172" y="17054"/>
                    </a:cubicBezTo>
                    <a:lnTo>
                      <a:pt x="1172" y="2927"/>
                    </a:lnTo>
                    <a:cubicBezTo>
                      <a:pt x="1172" y="1959"/>
                      <a:pt x="1959" y="1170"/>
                      <a:pt x="2927" y="1170"/>
                    </a:cubicBezTo>
                    <a:close/>
                    <a:moveTo>
                      <a:pt x="2927" y="1"/>
                    </a:moveTo>
                    <a:cubicBezTo>
                      <a:pt x="1314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4" y="19982"/>
                      <a:pt x="2927" y="19982"/>
                    </a:cubicBezTo>
                    <a:lnTo>
                      <a:pt x="17054" y="19982"/>
                    </a:lnTo>
                    <a:cubicBezTo>
                      <a:pt x="18669" y="19982"/>
                      <a:pt x="19982" y="18669"/>
                      <a:pt x="19982" y="17056"/>
                    </a:cubicBezTo>
                    <a:lnTo>
                      <a:pt x="19982" y="2927"/>
                    </a:lnTo>
                    <a:cubicBezTo>
                      <a:pt x="19982" y="2145"/>
                      <a:pt x="19669" y="1409"/>
                      <a:pt x="19101" y="853"/>
                    </a:cubicBezTo>
                    <a:cubicBezTo>
                      <a:pt x="18538" y="303"/>
                      <a:pt x="17797" y="1"/>
                      <a:pt x="170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4" name="Google Shape;12646;p89">
                <a:extLst>
                  <a:ext uri="{FF2B5EF4-FFF2-40B4-BE49-F238E27FC236}">
                    <a16:creationId xmlns:a16="http://schemas.microsoft.com/office/drawing/2014/main" id="{FA58A55E-5E8C-3BD1-AFC4-863AA92FB1F4}"/>
                  </a:ext>
                </a:extLst>
              </p:cNvPr>
              <p:cNvGrpSpPr/>
              <p:nvPr/>
            </p:nvGrpSpPr>
            <p:grpSpPr>
              <a:xfrm>
                <a:off x="7848323" y="4335840"/>
                <a:ext cx="620922" cy="620859"/>
                <a:chOff x="812101" y="2571761"/>
                <a:chExt cx="417066" cy="417024"/>
              </a:xfrm>
              <a:grpFill/>
            </p:grpSpPr>
            <p:sp>
              <p:nvSpPr>
                <p:cNvPr id="34" name="Google Shape;12647;p89">
                  <a:extLst>
                    <a:ext uri="{FF2B5EF4-FFF2-40B4-BE49-F238E27FC236}">
                      <a16:creationId xmlns:a16="http://schemas.microsoft.com/office/drawing/2014/main" id="{A50140B0-72E3-3974-689F-C475F74ACBD9}"/>
                    </a:ext>
                  </a:extLst>
                </p:cNvPr>
                <p:cNvSpPr/>
                <p:nvPr/>
              </p:nvSpPr>
              <p:spPr>
                <a:xfrm>
                  <a:off x="935084" y="2694744"/>
                  <a:ext cx="171071" cy="17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8197" extrusionOk="0">
                      <a:moveTo>
                        <a:pt x="4099" y="1171"/>
                      </a:moveTo>
                      <a:cubicBezTo>
                        <a:pt x="5712" y="1171"/>
                        <a:pt x="7027" y="2484"/>
                        <a:pt x="7027" y="4097"/>
                      </a:cubicBezTo>
                      <a:cubicBezTo>
                        <a:pt x="7027" y="5712"/>
                        <a:pt x="5712" y="7025"/>
                        <a:pt x="4099" y="7025"/>
                      </a:cubicBezTo>
                      <a:cubicBezTo>
                        <a:pt x="2486" y="7025"/>
                        <a:pt x="1171" y="5712"/>
                        <a:pt x="1171" y="4097"/>
                      </a:cubicBezTo>
                      <a:cubicBezTo>
                        <a:pt x="1171" y="2484"/>
                        <a:pt x="2486" y="1171"/>
                        <a:pt x="4099" y="1171"/>
                      </a:cubicBezTo>
                      <a:close/>
                      <a:moveTo>
                        <a:pt x="4099" y="0"/>
                      </a:moveTo>
                      <a:cubicBezTo>
                        <a:pt x="1840" y="0"/>
                        <a:pt x="0" y="1838"/>
                        <a:pt x="0" y="4097"/>
                      </a:cubicBezTo>
                      <a:cubicBezTo>
                        <a:pt x="0" y="6358"/>
                        <a:pt x="1840" y="8196"/>
                        <a:pt x="4099" y="8196"/>
                      </a:cubicBezTo>
                      <a:cubicBezTo>
                        <a:pt x="6358" y="8196"/>
                        <a:pt x="8196" y="6358"/>
                        <a:pt x="8196" y="4097"/>
                      </a:cubicBezTo>
                      <a:cubicBezTo>
                        <a:pt x="8196" y="1838"/>
                        <a:pt x="6358" y="0"/>
                        <a:pt x="40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Google Shape;12648;p89">
                  <a:extLst>
                    <a:ext uri="{FF2B5EF4-FFF2-40B4-BE49-F238E27FC236}">
                      <a16:creationId xmlns:a16="http://schemas.microsoft.com/office/drawing/2014/main" id="{89070AE8-7FEC-8827-6C9B-4834A1F54804}"/>
                    </a:ext>
                  </a:extLst>
                </p:cNvPr>
                <p:cNvSpPr/>
                <p:nvPr/>
              </p:nvSpPr>
              <p:spPr>
                <a:xfrm>
                  <a:off x="860977" y="2620616"/>
                  <a:ext cx="319311" cy="31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0" h="15299" extrusionOk="0">
                      <a:moveTo>
                        <a:pt x="12333" y="1171"/>
                      </a:moveTo>
                      <a:cubicBezTo>
                        <a:pt x="13306" y="1171"/>
                        <a:pt x="14128" y="1994"/>
                        <a:pt x="14128" y="2967"/>
                      </a:cubicBezTo>
                      <a:lnTo>
                        <a:pt x="14128" y="12334"/>
                      </a:lnTo>
                      <a:cubicBezTo>
                        <a:pt x="14128" y="13307"/>
                        <a:pt x="13306" y="14129"/>
                        <a:pt x="12333" y="14129"/>
                      </a:cubicBezTo>
                      <a:lnTo>
                        <a:pt x="2968" y="14129"/>
                      </a:lnTo>
                      <a:cubicBezTo>
                        <a:pt x="1993" y="14129"/>
                        <a:pt x="1172" y="13307"/>
                        <a:pt x="1172" y="12334"/>
                      </a:cubicBezTo>
                      <a:lnTo>
                        <a:pt x="1172" y="2967"/>
                      </a:lnTo>
                      <a:cubicBezTo>
                        <a:pt x="1172" y="1994"/>
                        <a:pt x="1993" y="1171"/>
                        <a:pt x="2968" y="1171"/>
                      </a:cubicBezTo>
                      <a:close/>
                      <a:moveTo>
                        <a:pt x="2968" y="0"/>
                      </a:moveTo>
                      <a:cubicBezTo>
                        <a:pt x="1351" y="0"/>
                        <a:pt x="1" y="1346"/>
                        <a:pt x="1" y="2967"/>
                      </a:cubicBezTo>
                      <a:lnTo>
                        <a:pt x="1" y="12334"/>
                      </a:lnTo>
                      <a:cubicBezTo>
                        <a:pt x="1" y="13952"/>
                        <a:pt x="1349" y="15299"/>
                        <a:pt x="2968" y="15299"/>
                      </a:cubicBezTo>
                      <a:lnTo>
                        <a:pt x="12333" y="15299"/>
                      </a:lnTo>
                      <a:cubicBezTo>
                        <a:pt x="13953" y="15299"/>
                        <a:pt x="15299" y="13951"/>
                        <a:pt x="15299" y="12334"/>
                      </a:cubicBezTo>
                      <a:lnTo>
                        <a:pt x="15299" y="2967"/>
                      </a:lnTo>
                      <a:cubicBezTo>
                        <a:pt x="15299" y="1345"/>
                        <a:pt x="13948" y="0"/>
                        <a:pt x="123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6" name="Google Shape;12649;p89">
                  <a:extLst>
                    <a:ext uri="{FF2B5EF4-FFF2-40B4-BE49-F238E27FC236}">
                      <a16:creationId xmlns:a16="http://schemas.microsoft.com/office/drawing/2014/main" id="{44926B87-DBD4-3073-3C4A-FA33CE8ACD6C}"/>
                    </a:ext>
                  </a:extLst>
                </p:cNvPr>
                <p:cNvSpPr/>
                <p:nvPr/>
              </p:nvSpPr>
              <p:spPr>
                <a:xfrm>
                  <a:off x="812101" y="2571761"/>
                  <a:ext cx="417066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4" h="19982" extrusionOk="0">
                      <a:moveTo>
                        <a:pt x="17056" y="1172"/>
                      </a:moveTo>
                      <a:cubicBezTo>
                        <a:pt x="18025" y="1172"/>
                        <a:pt x="18812" y="1959"/>
                        <a:pt x="18812" y="2927"/>
                      </a:cubicBezTo>
                      <a:lnTo>
                        <a:pt x="18812" y="17056"/>
                      </a:lnTo>
                      <a:cubicBezTo>
                        <a:pt x="18812" y="18023"/>
                        <a:pt x="18025" y="18811"/>
                        <a:pt x="17056" y="18811"/>
                      </a:cubicBezTo>
                      <a:lnTo>
                        <a:pt x="2928" y="18811"/>
                      </a:lnTo>
                      <a:cubicBezTo>
                        <a:pt x="1961" y="18811"/>
                        <a:pt x="1172" y="18023"/>
                        <a:pt x="1172" y="17056"/>
                      </a:cubicBezTo>
                      <a:lnTo>
                        <a:pt x="1172" y="2927"/>
                      </a:lnTo>
                      <a:cubicBezTo>
                        <a:pt x="1172" y="1959"/>
                        <a:pt x="1961" y="1172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1313" y="1"/>
                        <a:pt x="1" y="1313"/>
                        <a:pt x="1" y="2927"/>
                      </a:cubicBezTo>
                      <a:lnTo>
                        <a:pt x="1" y="17056"/>
                      </a:lnTo>
                      <a:cubicBezTo>
                        <a:pt x="1" y="18669"/>
                        <a:pt x="1313" y="19982"/>
                        <a:pt x="2928" y="19982"/>
                      </a:cubicBezTo>
                      <a:lnTo>
                        <a:pt x="17056" y="19982"/>
                      </a:lnTo>
                      <a:cubicBezTo>
                        <a:pt x="18669" y="19982"/>
                        <a:pt x="19984" y="18669"/>
                        <a:pt x="19984" y="17056"/>
                      </a:cubicBezTo>
                      <a:lnTo>
                        <a:pt x="19984" y="2927"/>
                      </a:lnTo>
                      <a:cubicBezTo>
                        <a:pt x="19984" y="1313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7" name="Google Shape;12650;p89">
                  <a:extLst>
                    <a:ext uri="{FF2B5EF4-FFF2-40B4-BE49-F238E27FC236}">
                      <a16:creationId xmlns:a16="http://schemas.microsoft.com/office/drawing/2014/main" id="{BE036332-90F2-F08F-62C1-067331020C91}"/>
                    </a:ext>
                  </a:extLst>
                </p:cNvPr>
                <p:cNvSpPr/>
                <p:nvPr/>
              </p:nvSpPr>
              <p:spPr>
                <a:xfrm>
                  <a:off x="1081712" y="2670306"/>
                  <a:ext cx="48878" cy="4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2" h="2343" extrusionOk="0">
                      <a:moveTo>
                        <a:pt x="1170" y="0"/>
                      </a:moveTo>
                      <a:cubicBezTo>
                        <a:pt x="524" y="0"/>
                        <a:pt x="1" y="526"/>
                        <a:pt x="1" y="1171"/>
                      </a:cubicBezTo>
                      <a:cubicBezTo>
                        <a:pt x="1" y="1817"/>
                        <a:pt x="524" y="2342"/>
                        <a:pt x="1170" y="2342"/>
                      </a:cubicBezTo>
                      <a:cubicBezTo>
                        <a:pt x="1816" y="2342"/>
                        <a:pt x="2341" y="1817"/>
                        <a:pt x="2341" y="1171"/>
                      </a:cubicBezTo>
                      <a:cubicBezTo>
                        <a:pt x="2341" y="526"/>
                        <a:pt x="1816" y="0"/>
                        <a:pt x="11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" name="Google Shape;12651;p89">
                <a:extLst>
                  <a:ext uri="{FF2B5EF4-FFF2-40B4-BE49-F238E27FC236}">
                    <a16:creationId xmlns:a16="http://schemas.microsoft.com/office/drawing/2014/main" id="{B0ACBA6E-8486-6B55-05B2-9C8717E94ADB}"/>
                  </a:ext>
                </a:extLst>
              </p:cNvPr>
              <p:cNvGrpSpPr/>
              <p:nvPr/>
            </p:nvGrpSpPr>
            <p:grpSpPr>
              <a:xfrm>
                <a:off x="8641703" y="4335840"/>
                <a:ext cx="620859" cy="620859"/>
                <a:chOff x="1323129" y="2571761"/>
                <a:chExt cx="417024" cy="417024"/>
              </a:xfrm>
              <a:grpFill/>
            </p:grpSpPr>
            <p:sp>
              <p:nvSpPr>
                <p:cNvPr id="30" name="Google Shape;12652;p89">
                  <a:extLst>
                    <a:ext uri="{FF2B5EF4-FFF2-40B4-BE49-F238E27FC236}">
                      <a16:creationId xmlns:a16="http://schemas.microsoft.com/office/drawing/2014/main" id="{2135CFC0-D0E0-FFB4-3319-16E5BD23A456}"/>
                    </a:ext>
                  </a:extLst>
                </p:cNvPr>
                <p:cNvSpPr/>
                <p:nvPr/>
              </p:nvSpPr>
              <p:spPr>
                <a:xfrm>
                  <a:off x="1385007" y="2719183"/>
                  <a:ext cx="73337" cy="219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10537" extrusionOk="0">
                      <a:moveTo>
                        <a:pt x="2342" y="1171"/>
                      </a:moveTo>
                      <a:lnTo>
                        <a:pt x="2342" y="9367"/>
                      </a:lnTo>
                      <a:lnTo>
                        <a:pt x="1171" y="9367"/>
                      </a:lnTo>
                      <a:lnTo>
                        <a:pt x="1171" y="1171"/>
                      </a:lnTo>
                      <a:close/>
                      <a:moveTo>
                        <a:pt x="586" y="0"/>
                      </a:moveTo>
                      <a:cubicBezTo>
                        <a:pt x="264" y="0"/>
                        <a:pt x="0" y="262"/>
                        <a:pt x="0" y="586"/>
                      </a:cubicBezTo>
                      <a:lnTo>
                        <a:pt x="0" y="9951"/>
                      </a:lnTo>
                      <a:cubicBezTo>
                        <a:pt x="0" y="10275"/>
                        <a:pt x="264" y="10537"/>
                        <a:pt x="586" y="10537"/>
                      </a:cubicBezTo>
                      <a:lnTo>
                        <a:pt x="2928" y="10537"/>
                      </a:lnTo>
                      <a:cubicBezTo>
                        <a:pt x="3252" y="10537"/>
                        <a:pt x="3514" y="10275"/>
                        <a:pt x="3514" y="9951"/>
                      </a:cubicBezTo>
                      <a:lnTo>
                        <a:pt x="3514" y="586"/>
                      </a:lnTo>
                      <a:cubicBezTo>
                        <a:pt x="3514" y="262"/>
                        <a:pt x="3252" y="0"/>
                        <a:pt x="29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Google Shape;12653;p89">
                  <a:extLst>
                    <a:ext uri="{FF2B5EF4-FFF2-40B4-BE49-F238E27FC236}">
                      <a16:creationId xmlns:a16="http://schemas.microsoft.com/office/drawing/2014/main" id="{37990AA4-658A-EE5B-34D9-3FE938E186E8}"/>
                    </a:ext>
                  </a:extLst>
                </p:cNvPr>
                <p:cNvSpPr/>
                <p:nvPr/>
              </p:nvSpPr>
              <p:spPr>
                <a:xfrm>
                  <a:off x="1385007" y="2621430"/>
                  <a:ext cx="73337" cy="7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3514" extrusionOk="0">
                      <a:moveTo>
                        <a:pt x="1757" y="1171"/>
                      </a:moveTo>
                      <a:cubicBezTo>
                        <a:pt x="2081" y="1171"/>
                        <a:pt x="2342" y="1435"/>
                        <a:pt x="2342" y="1757"/>
                      </a:cubicBezTo>
                      <a:cubicBezTo>
                        <a:pt x="2342" y="2080"/>
                        <a:pt x="2081" y="2342"/>
                        <a:pt x="1757" y="2342"/>
                      </a:cubicBezTo>
                      <a:cubicBezTo>
                        <a:pt x="1435" y="2342"/>
                        <a:pt x="1171" y="2080"/>
                        <a:pt x="1171" y="1757"/>
                      </a:cubicBezTo>
                      <a:cubicBezTo>
                        <a:pt x="1171" y="1435"/>
                        <a:pt x="1435" y="1171"/>
                        <a:pt x="1757" y="1171"/>
                      </a:cubicBezTo>
                      <a:close/>
                      <a:moveTo>
                        <a:pt x="1757" y="0"/>
                      </a:moveTo>
                      <a:cubicBezTo>
                        <a:pt x="789" y="0"/>
                        <a:pt x="0" y="789"/>
                        <a:pt x="0" y="1757"/>
                      </a:cubicBezTo>
                      <a:cubicBezTo>
                        <a:pt x="0" y="2726"/>
                        <a:pt x="789" y="3513"/>
                        <a:pt x="1757" y="3513"/>
                      </a:cubicBezTo>
                      <a:cubicBezTo>
                        <a:pt x="2726" y="3513"/>
                        <a:pt x="3514" y="2726"/>
                        <a:pt x="3514" y="1757"/>
                      </a:cubicBezTo>
                      <a:cubicBezTo>
                        <a:pt x="3514" y="789"/>
                        <a:pt x="2726" y="0"/>
                        <a:pt x="1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Google Shape;12654;p89">
                  <a:extLst>
                    <a:ext uri="{FF2B5EF4-FFF2-40B4-BE49-F238E27FC236}">
                      <a16:creationId xmlns:a16="http://schemas.microsoft.com/office/drawing/2014/main" id="{6738F677-CDE3-734C-850F-F17689B4B9F5}"/>
                    </a:ext>
                  </a:extLst>
                </p:cNvPr>
                <p:cNvSpPr/>
                <p:nvPr/>
              </p:nvSpPr>
              <p:spPr>
                <a:xfrm>
                  <a:off x="1482759" y="2718786"/>
                  <a:ext cx="195510" cy="22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8" h="10556" extrusionOk="0">
                      <a:moveTo>
                        <a:pt x="5559" y="1173"/>
                      </a:moveTo>
                      <a:cubicBezTo>
                        <a:pt x="5720" y="1173"/>
                        <a:pt x="5883" y="1186"/>
                        <a:pt x="6044" y="1212"/>
                      </a:cubicBezTo>
                      <a:cubicBezTo>
                        <a:pt x="7422" y="1435"/>
                        <a:pt x="8196" y="2535"/>
                        <a:pt x="8196" y="3669"/>
                      </a:cubicBezTo>
                      <a:lnTo>
                        <a:pt x="8196" y="9386"/>
                      </a:lnTo>
                      <a:lnTo>
                        <a:pt x="7025" y="9386"/>
                      </a:lnTo>
                      <a:lnTo>
                        <a:pt x="7025" y="4702"/>
                      </a:lnTo>
                      <a:cubicBezTo>
                        <a:pt x="7025" y="3411"/>
                        <a:pt x="5975" y="2360"/>
                        <a:pt x="4683" y="2360"/>
                      </a:cubicBezTo>
                      <a:cubicBezTo>
                        <a:pt x="3392" y="2360"/>
                        <a:pt x="2341" y="3411"/>
                        <a:pt x="2341" y="4702"/>
                      </a:cubicBezTo>
                      <a:lnTo>
                        <a:pt x="2341" y="9386"/>
                      </a:lnTo>
                      <a:lnTo>
                        <a:pt x="1170" y="9386"/>
                      </a:lnTo>
                      <a:lnTo>
                        <a:pt x="1170" y="1190"/>
                      </a:lnTo>
                      <a:lnTo>
                        <a:pt x="2341" y="1190"/>
                      </a:lnTo>
                      <a:lnTo>
                        <a:pt x="2341" y="1776"/>
                      </a:lnTo>
                      <a:cubicBezTo>
                        <a:pt x="2341" y="2011"/>
                        <a:pt x="2484" y="2225"/>
                        <a:pt x="2704" y="2316"/>
                      </a:cubicBezTo>
                      <a:cubicBezTo>
                        <a:pt x="2776" y="2346"/>
                        <a:pt x="2852" y="2361"/>
                        <a:pt x="2928" y="2361"/>
                      </a:cubicBezTo>
                      <a:cubicBezTo>
                        <a:pt x="3080" y="2361"/>
                        <a:pt x="3229" y="2301"/>
                        <a:pt x="3341" y="2190"/>
                      </a:cubicBezTo>
                      <a:lnTo>
                        <a:pt x="3615" y="1916"/>
                      </a:lnTo>
                      <a:cubicBezTo>
                        <a:pt x="4086" y="1443"/>
                        <a:pt x="4813" y="1173"/>
                        <a:pt x="5559" y="1173"/>
                      </a:cubicBezTo>
                      <a:close/>
                      <a:moveTo>
                        <a:pt x="5553" y="0"/>
                      </a:moveTo>
                      <a:cubicBezTo>
                        <a:pt x="4823" y="0"/>
                        <a:pt x="4110" y="189"/>
                        <a:pt x="3509" y="536"/>
                      </a:cubicBezTo>
                      <a:cubicBezTo>
                        <a:pt x="3475" y="246"/>
                        <a:pt x="3227" y="19"/>
                        <a:pt x="2927" y="19"/>
                      </a:cubicBezTo>
                      <a:lnTo>
                        <a:pt x="586" y="19"/>
                      </a:lnTo>
                      <a:cubicBezTo>
                        <a:pt x="262" y="19"/>
                        <a:pt x="1" y="281"/>
                        <a:pt x="1" y="605"/>
                      </a:cubicBezTo>
                      <a:lnTo>
                        <a:pt x="1" y="9970"/>
                      </a:lnTo>
                      <a:cubicBezTo>
                        <a:pt x="1" y="10294"/>
                        <a:pt x="262" y="10556"/>
                        <a:pt x="586" y="10556"/>
                      </a:cubicBezTo>
                      <a:lnTo>
                        <a:pt x="2927" y="10556"/>
                      </a:lnTo>
                      <a:cubicBezTo>
                        <a:pt x="3250" y="10556"/>
                        <a:pt x="3512" y="10294"/>
                        <a:pt x="3512" y="9970"/>
                      </a:cubicBezTo>
                      <a:lnTo>
                        <a:pt x="3512" y="4702"/>
                      </a:lnTo>
                      <a:cubicBezTo>
                        <a:pt x="3512" y="4056"/>
                        <a:pt x="4038" y="3531"/>
                        <a:pt x="4683" y="3531"/>
                      </a:cubicBezTo>
                      <a:cubicBezTo>
                        <a:pt x="5329" y="3531"/>
                        <a:pt x="5854" y="4056"/>
                        <a:pt x="5854" y="4702"/>
                      </a:cubicBezTo>
                      <a:lnTo>
                        <a:pt x="5854" y="9970"/>
                      </a:lnTo>
                      <a:cubicBezTo>
                        <a:pt x="5854" y="10294"/>
                        <a:pt x="6116" y="10556"/>
                        <a:pt x="6440" y="10556"/>
                      </a:cubicBezTo>
                      <a:lnTo>
                        <a:pt x="8782" y="10556"/>
                      </a:lnTo>
                      <a:cubicBezTo>
                        <a:pt x="9104" y="10556"/>
                        <a:pt x="9368" y="10294"/>
                        <a:pt x="9368" y="9970"/>
                      </a:cubicBezTo>
                      <a:lnTo>
                        <a:pt x="9368" y="3669"/>
                      </a:lnTo>
                      <a:cubicBezTo>
                        <a:pt x="9368" y="1921"/>
                        <a:pt x="8131" y="364"/>
                        <a:pt x="6231" y="55"/>
                      </a:cubicBezTo>
                      <a:cubicBezTo>
                        <a:pt x="6005" y="18"/>
                        <a:pt x="5779" y="0"/>
                        <a:pt x="5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Google Shape;12655;p89">
                  <a:extLst>
                    <a:ext uri="{FF2B5EF4-FFF2-40B4-BE49-F238E27FC236}">
                      <a16:creationId xmlns:a16="http://schemas.microsoft.com/office/drawing/2014/main" id="{7FF7238B-5C63-FBDC-F971-5D342934ED7F}"/>
                    </a:ext>
                  </a:extLst>
                </p:cNvPr>
                <p:cNvSpPr/>
                <p:nvPr/>
              </p:nvSpPr>
              <p:spPr>
                <a:xfrm>
                  <a:off x="1323129" y="2571761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5" y="1170"/>
                      </a:moveTo>
                      <a:cubicBezTo>
                        <a:pt x="17989" y="1170"/>
                        <a:pt x="18810" y="1993"/>
                        <a:pt x="18810" y="2966"/>
                      </a:cubicBezTo>
                      <a:lnTo>
                        <a:pt x="18810" y="17015"/>
                      </a:lnTo>
                      <a:cubicBezTo>
                        <a:pt x="18810" y="17990"/>
                        <a:pt x="17989" y="18811"/>
                        <a:pt x="17015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70" y="17990"/>
                        <a:pt x="1170" y="17015"/>
                      </a:cubicBezTo>
                      <a:lnTo>
                        <a:pt x="1170" y="2966"/>
                      </a:lnTo>
                      <a:cubicBezTo>
                        <a:pt x="1170" y="1993"/>
                        <a:pt x="1992" y="1170"/>
                        <a:pt x="2965" y="1170"/>
                      </a:cubicBezTo>
                      <a:close/>
                      <a:moveTo>
                        <a:pt x="2965" y="1"/>
                      </a:moveTo>
                      <a:cubicBezTo>
                        <a:pt x="1347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5"/>
                        <a:pt x="1348" y="19982"/>
                        <a:pt x="2965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7"/>
                        <a:pt x="18633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6" name="Google Shape;12656;p89">
                <a:extLst>
                  <a:ext uri="{FF2B5EF4-FFF2-40B4-BE49-F238E27FC236}">
                    <a16:creationId xmlns:a16="http://schemas.microsoft.com/office/drawing/2014/main" id="{F60D1695-F7EF-6B75-EE06-2E17A0FF75BB}"/>
                  </a:ext>
                </a:extLst>
              </p:cNvPr>
              <p:cNvSpPr/>
              <p:nvPr/>
            </p:nvSpPr>
            <p:spPr>
              <a:xfrm>
                <a:off x="9515717" y="4391943"/>
                <a:ext cx="623923" cy="508838"/>
              </a:xfrm>
              <a:custGeom>
                <a:avLst/>
                <a:gdLst/>
                <a:ahLst/>
                <a:cxnLst/>
                <a:rect l="l" t="t" r="r" b="b"/>
                <a:pathLst>
                  <a:path w="20081" h="16377" extrusionOk="0">
                    <a:moveTo>
                      <a:pt x="13632" y="1165"/>
                    </a:moveTo>
                    <a:cubicBezTo>
                      <a:pt x="14903" y="1165"/>
                      <a:pt x="15458" y="1658"/>
                      <a:pt x="15826" y="1984"/>
                    </a:cubicBezTo>
                    <a:cubicBezTo>
                      <a:pt x="16040" y="2173"/>
                      <a:pt x="16244" y="2353"/>
                      <a:pt x="16548" y="2353"/>
                    </a:cubicBezTo>
                    <a:cubicBezTo>
                      <a:pt x="16762" y="2353"/>
                      <a:pt x="17038" y="2293"/>
                      <a:pt x="17344" y="2196"/>
                    </a:cubicBezTo>
                    <a:lnTo>
                      <a:pt x="17344" y="2196"/>
                    </a:lnTo>
                    <a:cubicBezTo>
                      <a:pt x="17236" y="2288"/>
                      <a:pt x="17119" y="2376"/>
                      <a:pt x="16995" y="2461"/>
                    </a:cubicBezTo>
                    <a:cubicBezTo>
                      <a:pt x="16780" y="2612"/>
                      <a:pt x="16689" y="2889"/>
                      <a:pt x="16778" y="3137"/>
                    </a:cubicBezTo>
                    <a:cubicBezTo>
                      <a:pt x="16861" y="3373"/>
                      <a:pt x="17082" y="3528"/>
                      <a:pt x="17329" y="3528"/>
                    </a:cubicBezTo>
                    <a:cubicBezTo>
                      <a:pt x="17343" y="3528"/>
                      <a:pt x="17358" y="3527"/>
                      <a:pt x="17372" y="3526"/>
                    </a:cubicBezTo>
                    <a:cubicBezTo>
                      <a:pt x="17475" y="3519"/>
                      <a:pt x="17576" y="3508"/>
                      <a:pt x="17680" y="3494"/>
                    </a:cubicBezTo>
                    <a:lnTo>
                      <a:pt x="17680" y="3494"/>
                    </a:lnTo>
                    <a:cubicBezTo>
                      <a:pt x="17275" y="3802"/>
                      <a:pt x="16921" y="3990"/>
                      <a:pt x="16937" y="4786"/>
                    </a:cubicBezTo>
                    <a:cubicBezTo>
                      <a:pt x="16937" y="4826"/>
                      <a:pt x="16939" y="4881"/>
                      <a:pt x="16939" y="4971"/>
                    </a:cubicBezTo>
                    <a:cubicBezTo>
                      <a:pt x="16939" y="6510"/>
                      <a:pt x="16350" y="9097"/>
                      <a:pt x="14694" y="11320"/>
                    </a:cubicBezTo>
                    <a:cubicBezTo>
                      <a:pt x="13372" y="13093"/>
                      <a:pt x="10896" y="15207"/>
                      <a:pt x="6611" y="15207"/>
                    </a:cubicBezTo>
                    <a:cubicBezTo>
                      <a:pt x="5368" y="15207"/>
                      <a:pt x="4159" y="14996"/>
                      <a:pt x="3001" y="14582"/>
                    </a:cubicBezTo>
                    <a:cubicBezTo>
                      <a:pt x="4359" y="14345"/>
                      <a:pt x="5612" y="13799"/>
                      <a:pt x="6698" y="12960"/>
                    </a:cubicBezTo>
                    <a:cubicBezTo>
                      <a:pt x="6893" y="12812"/>
                      <a:pt x="6972" y="12557"/>
                      <a:pt x="6900" y="12323"/>
                    </a:cubicBezTo>
                    <a:cubicBezTo>
                      <a:pt x="6827" y="12090"/>
                      <a:pt x="6617" y="11925"/>
                      <a:pt x="6372" y="11913"/>
                    </a:cubicBezTo>
                    <a:cubicBezTo>
                      <a:pt x="5203" y="11849"/>
                      <a:pt x="4280" y="11209"/>
                      <a:pt x="3767" y="10448"/>
                    </a:cubicBezTo>
                    <a:cubicBezTo>
                      <a:pt x="3968" y="10434"/>
                      <a:pt x="4207" y="10404"/>
                      <a:pt x="4564" y="10340"/>
                    </a:cubicBezTo>
                    <a:cubicBezTo>
                      <a:pt x="4832" y="10294"/>
                      <a:pt x="5030" y="10071"/>
                      <a:pt x="5047" y="9801"/>
                    </a:cubicBezTo>
                    <a:cubicBezTo>
                      <a:pt x="5065" y="9532"/>
                      <a:pt x="4895" y="9286"/>
                      <a:pt x="4637" y="9205"/>
                    </a:cubicBezTo>
                    <a:cubicBezTo>
                      <a:pt x="3296" y="8787"/>
                      <a:pt x="2498" y="8025"/>
                      <a:pt x="2180" y="6838"/>
                    </a:cubicBezTo>
                    <a:lnTo>
                      <a:pt x="2180" y="6838"/>
                    </a:lnTo>
                    <a:cubicBezTo>
                      <a:pt x="2390" y="6891"/>
                      <a:pt x="2642" y="6933"/>
                      <a:pt x="3057" y="6986"/>
                    </a:cubicBezTo>
                    <a:cubicBezTo>
                      <a:pt x="3081" y="6989"/>
                      <a:pt x="3105" y="6991"/>
                      <a:pt x="3129" y="6991"/>
                    </a:cubicBezTo>
                    <a:cubicBezTo>
                      <a:pt x="3359" y="6991"/>
                      <a:pt x="3571" y="6854"/>
                      <a:pt x="3666" y="6640"/>
                    </a:cubicBezTo>
                    <a:cubicBezTo>
                      <a:pt x="3770" y="6403"/>
                      <a:pt x="3707" y="6125"/>
                      <a:pt x="3508" y="5957"/>
                    </a:cubicBezTo>
                    <a:cubicBezTo>
                      <a:pt x="2014" y="4697"/>
                      <a:pt x="1936" y="3409"/>
                      <a:pt x="2210" y="2373"/>
                    </a:cubicBezTo>
                    <a:lnTo>
                      <a:pt x="2210" y="2373"/>
                    </a:lnTo>
                    <a:cubicBezTo>
                      <a:pt x="4267" y="4464"/>
                      <a:pt x="6801" y="5670"/>
                      <a:pt x="9880" y="5882"/>
                    </a:cubicBezTo>
                    <a:cubicBezTo>
                      <a:pt x="9894" y="5883"/>
                      <a:pt x="9908" y="5884"/>
                      <a:pt x="9921" y="5884"/>
                    </a:cubicBezTo>
                    <a:cubicBezTo>
                      <a:pt x="10265" y="5884"/>
                      <a:pt x="10539" y="5586"/>
                      <a:pt x="10503" y="5239"/>
                    </a:cubicBezTo>
                    <a:cubicBezTo>
                      <a:pt x="10372" y="3940"/>
                      <a:pt x="10634" y="2919"/>
                      <a:pt x="11281" y="2203"/>
                    </a:cubicBezTo>
                    <a:cubicBezTo>
                      <a:pt x="11975" y="1437"/>
                      <a:pt x="12981" y="1165"/>
                      <a:pt x="13632" y="1165"/>
                    </a:cubicBezTo>
                    <a:close/>
                    <a:moveTo>
                      <a:pt x="13631" y="1"/>
                    </a:moveTo>
                    <a:cubicBezTo>
                      <a:pt x="12698" y="1"/>
                      <a:pt x="11363" y="368"/>
                      <a:pt x="10413" y="1418"/>
                    </a:cubicBezTo>
                    <a:cubicBezTo>
                      <a:pt x="9665" y="2245"/>
                      <a:pt x="9291" y="3332"/>
                      <a:pt x="9300" y="4649"/>
                    </a:cubicBezTo>
                    <a:cubicBezTo>
                      <a:pt x="6556" y="4315"/>
                      <a:pt x="4306" y="3079"/>
                      <a:pt x="2438" y="887"/>
                    </a:cubicBezTo>
                    <a:cubicBezTo>
                      <a:pt x="2327" y="756"/>
                      <a:pt x="2163" y="681"/>
                      <a:pt x="1993" y="681"/>
                    </a:cubicBezTo>
                    <a:cubicBezTo>
                      <a:pt x="1966" y="681"/>
                      <a:pt x="1938" y="683"/>
                      <a:pt x="1911" y="687"/>
                    </a:cubicBezTo>
                    <a:cubicBezTo>
                      <a:pt x="1713" y="715"/>
                      <a:pt x="1541" y="843"/>
                      <a:pt x="1460" y="1025"/>
                    </a:cubicBezTo>
                    <a:cubicBezTo>
                      <a:pt x="1207" y="1582"/>
                      <a:pt x="876" y="2444"/>
                      <a:pt x="922" y="3466"/>
                    </a:cubicBezTo>
                    <a:cubicBezTo>
                      <a:pt x="952" y="4138"/>
                      <a:pt x="1138" y="4773"/>
                      <a:pt x="1479" y="5368"/>
                    </a:cubicBezTo>
                    <a:cubicBezTo>
                      <a:pt x="1469" y="5367"/>
                      <a:pt x="1459" y="5367"/>
                      <a:pt x="1449" y="5367"/>
                    </a:cubicBezTo>
                    <a:cubicBezTo>
                      <a:pt x="1114" y="5367"/>
                      <a:pt x="843" y="5650"/>
                      <a:pt x="865" y="5990"/>
                    </a:cubicBezTo>
                    <a:cubicBezTo>
                      <a:pt x="963" y="7455"/>
                      <a:pt x="1501" y="8589"/>
                      <a:pt x="2470" y="9380"/>
                    </a:cubicBezTo>
                    <a:cubicBezTo>
                      <a:pt x="2284" y="9528"/>
                      <a:pt x="2208" y="9773"/>
                      <a:pt x="2274" y="9999"/>
                    </a:cubicBezTo>
                    <a:cubicBezTo>
                      <a:pt x="2578" y="11057"/>
                      <a:pt x="3469" y="12207"/>
                      <a:pt x="4833" y="12757"/>
                    </a:cubicBezTo>
                    <a:cubicBezTo>
                      <a:pt x="3802" y="13279"/>
                      <a:pt x="2644" y="13546"/>
                      <a:pt x="1412" y="13546"/>
                    </a:cubicBezTo>
                    <a:cubicBezTo>
                      <a:pt x="1173" y="13546"/>
                      <a:pt x="932" y="13536"/>
                      <a:pt x="689" y="13516"/>
                    </a:cubicBezTo>
                    <a:cubicBezTo>
                      <a:pt x="673" y="13515"/>
                      <a:pt x="658" y="13514"/>
                      <a:pt x="642" y="13514"/>
                    </a:cubicBezTo>
                    <a:cubicBezTo>
                      <a:pt x="390" y="13514"/>
                      <a:pt x="164" y="13676"/>
                      <a:pt x="84" y="13919"/>
                    </a:cubicBezTo>
                    <a:cubicBezTo>
                      <a:pt x="0" y="14177"/>
                      <a:pt x="105" y="14460"/>
                      <a:pt x="338" y="14600"/>
                    </a:cubicBezTo>
                    <a:cubicBezTo>
                      <a:pt x="2284" y="15778"/>
                      <a:pt x="4395" y="16376"/>
                      <a:pt x="6611" y="16376"/>
                    </a:cubicBezTo>
                    <a:cubicBezTo>
                      <a:pt x="11382" y="16376"/>
                      <a:pt x="14151" y="14008"/>
                      <a:pt x="15631" y="12019"/>
                    </a:cubicBezTo>
                    <a:cubicBezTo>
                      <a:pt x="17461" y="9567"/>
                      <a:pt x="18108" y="6689"/>
                      <a:pt x="18108" y="4971"/>
                    </a:cubicBezTo>
                    <a:cubicBezTo>
                      <a:pt x="18108" y="4747"/>
                      <a:pt x="18103" y="4701"/>
                      <a:pt x="18110" y="4637"/>
                    </a:cubicBezTo>
                    <a:cubicBezTo>
                      <a:pt x="18336" y="4435"/>
                      <a:pt x="18964" y="4133"/>
                      <a:pt x="19935" y="2718"/>
                    </a:cubicBezTo>
                    <a:cubicBezTo>
                      <a:pt x="20080" y="2505"/>
                      <a:pt x="20070" y="2221"/>
                      <a:pt x="19909" y="2019"/>
                    </a:cubicBezTo>
                    <a:cubicBezTo>
                      <a:pt x="19795" y="1879"/>
                      <a:pt x="19625" y="1801"/>
                      <a:pt x="19451" y="1801"/>
                    </a:cubicBezTo>
                    <a:cubicBezTo>
                      <a:pt x="19377" y="1801"/>
                      <a:pt x="19303" y="1815"/>
                      <a:pt x="19231" y="1844"/>
                    </a:cubicBezTo>
                    <a:cubicBezTo>
                      <a:pt x="19194" y="1860"/>
                      <a:pt x="19155" y="1874"/>
                      <a:pt x="19118" y="1890"/>
                    </a:cubicBezTo>
                    <a:cubicBezTo>
                      <a:pt x="19269" y="1630"/>
                      <a:pt x="19392" y="1356"/>
                      <a:pt x="19490" y="1062"/>
                    </a:cubicBezTo>
                    <a:cubicBezTo>
                      <a:pt x="19564" y="841"/>
                      <a:pt x="19498" y="598"/>
                      <a:pt x="19327" y="443"/>
                    </a:cubicBezTo>
                    <a:cubicBezTo>
                      <a:pt x="19217" y="344"/>
                      <a:pt x="19076" y="292"/>
                      <a:pt x="18934" y="292"/>
                    </a:cubicBezTo>
                    <a:cubicBezTo>
                      <a:pt x="18853" y="292"/>
                      <a:pt x="18771" y="309"/>
                      <a:pt x="18694" y="344"/>
                    </a:cubicBezTo>
                    <a:cubicBezTo>
                      <a:pt x="18690" y="345"/>
                      <a:pt x="18676" y="351"/>
                      <a:pt x="18651" y="363"/>
                    </a:cubicBezTo>
                    <a:cubicBezTo>
                      <a:pt x="17724" y="830"/>
                      <a:pt x="16999" y="1103"/>
                      <a:pt x="16670" y="1166"/>
                    </a:cubicBezTo>
                    <a:cubicBezTo>
                      <a:pt x="16647" y="1147"/>
                      <a:pt x="16624" y="1126"/>
                      <a:pt x="16603" y="1106"/>
                    </a:cubicBezTo>
                    <a:cubicBezTo>
                      <a:pt x="16194" y="745"/>
                      <a:pt x="15347" y="1"/>
                      <a:pt x="13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27" name="Google Shape;12657;p89">
                <a:extLst>
                  <a:ext uri="{FF2B5EF4-FFF2-40B4-BE49-F238E27FC236}">
                    <a16:creationId xmlns:a16="http://schemas.microsoft.com/office/drawing/2014/main" id="{265187C5-F9F1-5907-8D8F-3D8285175885}"/>
                  </a:ext>
                </a:extLst>
              </p:cNvPr>
              <p:cNvGrpSpPr/>
              <p:nvPr/>
            </p:nvGrpSpPr>
            <p:grpSpPr>
              <a:xfrm>
                <a:off x="10373678" y="4335921"/>
                <a:ext cx="621823" cy="620890"/>
                <a:chOff x="2344476" y="2571761"/>
                <a:chExt cx="417671" cy="417045"/>
              </a:xfrm>
              <a:grpFill/>
            </p:grpSpPr>
            <p:sp>
              <p:nvSpPr>
                <p:cNvPr id="28" name="Google Shape;12658;p89">
                  <a:extLst>
                    <a:ext uri="{FF2B5EF4-FFF2-40B4-BE49-F238E27FC236}">
                      <a16:creationId xmlns:a16="http://schemas.microsoft.com/office/drawing/2014/main" id="{2169E6F7-1FFD-A220-877C-AACAE3FF3BB7}"/>
                    </a:ext>
                  </a:extLst>
                </p:cNvPr>
                <p:cNvSpPr/>
                <p:nvPr/>
              </p:nvSpPr>
              <p:spPr>
                <a:xfrm>
                  <a:off x="2344476" y="2571761"/>
                  <a:ext cx="417671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3" h="19983" extrusionOk="0">
                      <a:moveTo>
                        <a:pt x="10022" y="1170"/>
                      </a:moveTo>
                      <a:cubicBezTo>
                        <a:pt x="14886" y="1170"/>
                        <a:pt x="18842" y="5127"/>
                        <a:pt x="18842" y="9990"/>
                      </a:cubicBezTo>
                      <a:cubicBezTo>
                        <a:pt x="18842" y="14855"/>
                        <a:pt x="14886" y="18811"/>
                        <a:pt x="10023" y="18811"/>
                      </a:cubicBezTo>
                      <a:cubicBezTo>
                        <a:pt x="8516" y="18811"/>
                        <a:pt x="7030" y="18423"/>
                        <a:pt x="5726" y="17691"/>
                      </a:cubicBezTo>
                      <a:cubicBezTo>
                        <a:pt x="5638" y="17641"/>
                        <a:pt x="5539" y="17615"/>
                        <a:pt x="5440" y="17615"/>
                      </a:cubicBezTo>
                      <a:cubicBezTo>
                        <a:pt x="5393" y="17615"/>
                        <a:pt x="5345" y="17621"/>
                        <a:pt x="5298" y="17632"/>
                      </a:cubicBezTo>
                      <a:lnTo>
                        <a:pt x="1419" y="18595"/>
                      </a:lnTo>
                      <a:lnTo>
                        <a:pt x="2381" y="14715"/>
                      </a:lnTo>
                      <a:cubicBezTo>
                        <a:pt x="2417" y="14570"/>
                        <a:pt x="2395" y="14416"/>
                        <a:pt x="2323" y="14287"/>
                      </a:cubicBezTo>
                      <a:cubicBezTo>
                        <a:pt x="1590" y="12982"/>
                        <a:pt x="1203" y="11498"/>
                        <a:pt x="1203" y="9990"/>
                      </a:cubicBezTo>
                      <a:cubicBezTo>
                        <a:pt x="1203" y="5127"/>
                        <a:pt x="5159" y="1170"/>
                        <a:pt x="10022" y="1170"/>
                      </a:cubicBezTo>
                      <a:close/>
                      <a:moveTo>
                        <a:pt x="10023" y="1"/>
                      </a:moveTo>
                      <a:cubicBezTo>
                        <a:pt x="4522" y="1"/>
                        <a:pt x="32" y="4491"/>
                        <a:pt x="32" y="9990"/>
                      </a:cubicBezTo>
                      <a:cubicBezTo>
                        <a:pt x="32" y="11620"/>
                        <a:pt x="432" y="13226"/>
                        <a:pt x="1191" y="14655"/>
                      </a:cubicBezTo>
                      <a:lnTo>
                        <a:pt x="50" y="19256"/>
                      </a:lnTo>
                      <a:cubicBezTo>
                        <a:pt x="0" y="19455"/>
                        <a:pt x="58" y="19665"/>
                        <a:pt x="204" y="19810"/>
                      </a:cubicBezTo>
                      <a:cubicBezTo>
                        <a:pt x="313" y="19921"/>
                        <a:pt x="461" y="19982"/>
                        <a:pt x="614" y="19982"/>
                      </a:cubicBezTo>
                      <a:cubicBezTo>
                        <a:pt x="662" y="19982"/>
                        <a:pt x="710" y="19976"/>
                        <a:pt x="757" y="19964"/>
                      </a:cubicBezTo>
                      <a:lnTo>
                        <a:pt x="5358" y="18823"/>
                      </a:lnTo>
                      <a:cubicBezTo>
                        <a:pt x="6788" y="19582"/>
                        <a:pt x="8394" y="19982"/>
                        <a:pt x="10022" y="19982"/>
                      </a:cubicBezTo>
                      <a:cubicBezTo>
                        <a:pt x="12680" y="19982"/>
                        <a:pt x="15187" y="18940"/>
                        <a:pt x="17078" y="17047"/>
                      </a:cubicBezTo>
                      <a:cubicBezTo>
                        <a:pt x="18971" y="15156"/>
                        <a:pt x="20013" y="12649"/>
                        <a:pt x="20013" y="9990"/>
                      </a:cubicBezTo>
                      <a:cubicBezTo>
                        <a:pt x="20013" y="7333"/>
                        <a:pt x="18971" y="4827"/>
                        <a:pt x="17080" y="2934"/>
                      </a:cubicBezTo>
                      <a:cubicBezTo>
                        <a:pt x="15187" y="1043"/>
                        <a:pt x="12680" y="1"/>
                        <a:pt x="100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Google Shape;12659;p89">
                  <a:extLst>
                    <a:ext uri="{FF2B5EF4-FFF2-40B4-BE49-F238E27FC236}">
                      <a16:creationId xmlns:a16="http://schemas.microsoft.com/office/drawing/2014/main" id="{1C2D4A1B-28F7-851F-1475-438EDC8AD9B5}"/>
                    </a:ext>
                  </a:extLst>
                </p:cNvPr>
                <p:cNvSpPr/>
                <p:nvPr/>
              </p:nvSpPr>
              <p:spPr>
                <a:xfrm>
                  <a:off x="2421672" y="2657388"/>
                  <a:ext cx="260625" cy="243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8" h="11674" extrusionOk="0">
                      <a:moveTo>
                        <a:pt x="3164" y="1171"/>
                      </a:moveTo>
                      <a:cubicBezTo>
                        <a:pt x="3352" y="1171"/>
                        <a:pt x="3536" y="1247"/>
                        <a:pt x="3710" y="1424"/>
                      </a:cubicBezTo>
                      <a:lnTo>
                        <a:pt x="3719" y="1433"/>
                      </a:lnTo>
                      <a:cubicBezTo>
                        <a:pt x="4757" y="2473"/>
                        <a:pt x="4683" y="2832"/>
                        <a:pt x="4449" y="3068"/>
                      </a:cubicBezTo>
                      <a:cubicBezTo>
                        <a:pt x="4240" y="3275"/>
                        <a:pt x="3625" y="3692"/>
                        <a:pt x="3427" y="3892"/>
                      </a:cubicBezTo>
                      <a:cubicBezTo>
                        <a:pt x="2960" y="4359"/>
                        <a:pt x="3046" y="5081"/>
                        <a:pt x="3685" y="6039"/>
                      </a:cubicBezTo>
                      <a:cubicBezTo>
                        <a:pt x="4065" y="6611"/>
                        <a:pt x="4568" y="7166"/>
                        <a:pt x="4805" y="7405"/>
                      </a:cubicBezTo>
                      <a:lnTo>
                        <a:pt x="4806" y="7405"/>
                      </a:lnTo>
                      <a:cubicBezTo>
                        <a:pt x="5045" y="7642"/>
                        <a:pt x="5599" y="8146"/>
                        <a:pt x="6172" y="8527"/>
                      </a:cubicBezTo>
                      <a:cubicBezTo>
                        <a:pt x="6727" y="8895"/>
                        <a:pt x="7202" y="9079"/>
                        <a:pt x="7594" y="9079"/>
                      </a:cubicBezTo>
                      <a:cubicBezTo>
                        <a:pt x="7880" y="9079"/>
                        <a:pt x="8123" y="8981"/>
                        <a:pt x="8320" y="8785"/>
                      </a:cubicBezTo>
                      <a:cubicBezTo>
                        <a:pt x="8518" y="8585"/>
                        <a:pt x="8935" y="7971"/>
                        <a:pt x="9144" y="7762"/>
                      </a:cubicBezTo>
                      <a:cubicBezTo>
                        <a:pt x="9238" y="7668"/>
                        <a:pt x="9331" y="7609"/>
                        <a:pt x="9460" y="7609"/>
                      </a:cubicBezTo>
                      <a:cubicBezTo>
                        <a:pt x="9549" y="7609"/>
                        <a:pt x="9655" y="7637"/>
                        <a:pt x="9790" y="7702"/>
                      </a:cubicBezTo>
                      <a:cubicBezTo>
                        <a:pt x="10172" y="7886"/>
                        <a:pt x="10582" y="8297"/>
                        <a:pt x="10779" y="8493"/>
                      </a:cubicBezTo>
                      <a:lnTo>
                        <a:pt x="10788" y="8502"/>
                      </a:lnTo>
                      <a:cubicBezTo>
                        <a:pt x="11239" y="8944"/>
                        <a:pt x="11037" y="9452"/>
                        <a:pt x="10593" y="9898"/>
                      </a:cubicBezTo>
                      <a:cubicBezTo>
                        <a:pt x="10190" y="10300"/>
                        <a:pt x="9680" y="10502"/>
                        <a:pt x="9068" y="10502"/>
                      </a:cubicBezTo>
                      <a:cubicBezTo>
                        <a:pt x="8521" y="10502"/>
                        <a:pt x="7892" y="10341"/>
                        <a:pt x="7184" y="10020"/>
                      </a:cubicBezTo>
                      <a:cubicBezTo>
                        <a:pt x="5868" y="9420"/>
                        <a:pt x="4676" y="8428"/>
                        <a:pt x="4228" y="7984"/>
                      </a:cubicBezTo>
                      <a:cubicBezTo>
                        <a:pt x="3784" y="7536"/>
                        <a:pt x="2792" y="6344"/>
                        <a:pt x="2192" y="5028"/>
                      </a:cubicBezTo>
                      <a:cubicBezTo>
                        <a:pt x="1511" y="3527"/>
                        <a:pt x="1552" y="2381"/>
                        <a:pt x="2314" y="1619"/>
                      </a:cubicBezTo>
                      <a:cubicBezTo>
                        <a:pt x="2583" y="1350"/>
                        <a:pt x="2877" y="1171"/>
                        <a:pt x="3164" y="1171"/>
                      </a:cubicBezTo>
                      <a:close/>
                      <a:moveTo>
                        <a:pt x="3169" y="1"/>
                      </a:moveTo>
                      <a:cubicBezTo>
                        <a:pt x="2619" y="1"/>
                        <a:pt x="2030" y="247"/>
                        <a:pt x="1486" y="791"/>
                      </a:cubicBezTo>
                      <a:cubicBezTo>
                        <a:pt x="701" y="1576"/>
                        <a:pt x="0" y="3034"/>
                        <a:pt x="1127" y="5512"/>
                      </a:cubicBezTo>
                      <a:cubicBezTo>
                        <a:pt x="1794" y="6979"/>
                        <a:pt x="2868" y="8274"/>
                        <a:pt x="3398" y="8810"/>
                      </a:cubicBezTo>
                      <a:lnTo>
                        <a:pt x="3402" y="8813"/>
                      </a:lnTo>
                      <a:cubicBezTo>
                        <a:pt x="3938" y="9344"/>
                        <a:pt x="5235" y="10418"/>
                        <a:pt x="6699" y="11085"/>
                      </a:cubicBezTo>
                      <a:cubicBezTo>
                        <a:pt x="7490" y="11445"/>
                        <a:pt x="8308" y="11674"/>
                        <a:pt x="9088" y="11674"/>
                      </a:cubicBezTo>
                      <a:cubicBezTo>
                        <a:pt x="9940" y="11674"/>
                        <a:pt x="10746" y="11400"/>
                        <a:pt x="11421" y="10726"/>
                      </a:cubicBezTo>
                      <a:cubicBezTo>
                        <a:pt x="12488" y="9657"/>
                        <a:pt x="12399" y="8442"/>
                        <a:pt x="11607" y="7665"/>
                      </a:cubicBezTo>
                      <a:cubicBezTo>
                        <a:pt x="11219" y="7278"/>
                        <a:pt x="10791" y="6885"/>
                        <a:pt x="10297" y="6648"/>
                      </a:cubicBezTo>
                      <a:cubicBezTo>
                        <a:pt x="10009" y="6509"/>
                        <a:pt x="9725" y="6440"/>
                        <a:pt x="9455" y="6440"/>
                      </a:cubicBezTo>
                      <a:cubicBezTo>
                        <a:pt x="9034" y="6440"/>
                        <a:pt x="8646" y="6606"/>
                        <a:pt x="8316" y="6935"/>
                      </a:cubicBezTo>
                      <a:cubicBezTo>
                        <a:pt x="8070" y="7180"/>
                        <a:pt x="7732" y="7665"/>
                        <a:pt x="7538" y="7904"/>
                      </a:cubicBezTo>
                      <a:cubicBezTo>
                        <a:pt x="7035" y="7819"/>
                        <a:pt x="6032" y="6974"/>
                        <a:pt x="5634" y="6577"/>
                      </a:cubicBezTo>
                      <a:cubicBezTo>
                        <a:pt x="5236" y="6179"/>
                        <a:pt x="4393" y="5174"/>
                        <a:pt x="4308" y="4674"/>
                      </a:cubicBezTo>
                      <a:cubicBezTo>
                        <a:pt x="4545" y="4481"/>
                        <a:pt x="5031" y="4141"/>
                        <a:pt x="5277" y="3895"/>
                      </a:cubicBezTo>
                      <a:cubicBezTo>
                        <a:pt x="5817" y="3354"/>
                        <a:pt x="5919" y="2652"/>
                        <a:pt x="5564" y="1914"/>
                      </a:cubicBezTo>
                      <a:cubicBezTo>
                        <a:pt x="5327" y="1421"/>
                        <a:pt x="4934" y="993"/>
                        <a:pt x="4546" y="605"/>
                      </a:cubicBezTo>
                      <a:cubicBezTo>
                        <a:pt x="4165" y="216"/>
                        <a:pt x="3684" y="1"/>
                        <a:pt x="31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80387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8;p60">
            <a:extLst>
              <a:ext uri="{FF2B5EF4-FFF2-40B4-BE49-F238E27FC236}">
                <a16:creationId xmlns:a16="http://schemas.microsoft.com/office/drawing/2014/main" id="{004ACA82-2580-BD1B-A527-1EB08D7EA244}"/>
              </a:ext>
            </a:extLst>
          </p:cNvPr>
          <p:cNvSpPr txBox="1">
            <a:spLocks/>
          </p:cNvSpPr>
          <p:nvPr/>
        </p:nvSpPr>
        <p:spPr>
          <a:xfrm>
            <a:off x="1135063" y="1309688"/>
            <a:ext cx="9921875" cy="8001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396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Arial"/>
                <a:cs typeface="Arial" panose="020B0604020202020204" pitchFamily="34" charset="0"/>
                <a:sym typeface="Arial"/>
              </a:rPr>
              <a:t>You can add and edit some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>
                  <a:noFill/>
                </a:uFill>
                <a:latin typeface="Lora" pitchFamily="2" charset="0"/>
                <a:ea typeface="Arial"/>
                <a:cs typeface="Arial" panose="020B0604020202020204" pitchFamily="34" charset="0"/>
                <a:sym typeface="Arial"/>
              </a:rPr>
              <a:t>shapes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Arial"/>
                <a:cs typeface="Arial" panose="020B0604020202020204" pitchFamily="34" charset="0"/>
                <a:sym typeface="Arial"/>
              </a:rPr>
              <a:t> to your presentation to present your data in a visual way.</a:t>
            </a:r>
          </a:p>
        </p:txBody>
      </p:sp>
      <p:sp>
        <p:nvSpPr>
          <p:cNvPr id="3" name="Google Shape;2859;p60">
            <a:extLst>
              <a:ext uri="{FF2B5EF4-FFF2-40B4-BE49-F238E27FC236}">
                <a16:creationId xmlns:a16="http://schemas.microsoft.com/office/drawing/2014/main" id="{4900BB59-738E-0CAB-69AF-BE6CD5CF3F41}"/>
              </a:ext>
            </a:extLst>
          </p:cNvPr>
          <p:cNvSpPr txBox="1"/>
          <p:nvPr/>
        </p:nvSpPr>
        <p:spPr>
          <a:xfrm>
            <a:off x="1134417" y="2348413"/>
            <a:ext cx="9923166" cy="3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Pts val="1100"/>
              <a:buFont typeface="Arial"/>
              <a:buChar char="●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Choose your favourite infographic and insert it in your presentation using Ctrl C + Ctrl V or Cmd C + Cmd V in Mac.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Select one of the parts and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ungroup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 it by right-clicking and choosing “Ungroup”.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Change the color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 by clicking on the paint bucket.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Then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resize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Group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 the elements again by selecting them, right-clicking and choosing “Group”.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Pts val="1100"/>
              <a:buFont typeface="Arial"/>
              <a:buChar char="●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Repeat the steps above with the other parts and when you’re done editing, copy the end result and paste it into your presentation.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Arial" panose="020B0604020202020204" pitchFamily="34" charset="0"/>
              <a:sym typeface="Arial"/>
            </a:endParaRPr>
          </a:p>
          <a:p>
            <a:pPr marL="609585" marR="0" lvl="0" indent="-397923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lumMod val="75000"/>
                  <a:lumOff val="25000"/>
                </a:srgbClr>
              </a:buClr>
              <a:buSzPts val="1100"/>
              <a:buFont typeface="Proxima Nova"/>
              <a:buChar char="●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Remember to choose the “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Keep source formatting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” option so that it keeps the design. For more info, please visit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>
                  <a:noFill/>
                </a:uFill>
                <a:latin typeface="Lora" pitchFamily="2" charset="0"/>
                <a:ea typeface="+mn-ea"/>
                <a:cs typeface="Arial" panose="020B0604020202020204" pitchFamily="34" charset="0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(Tips &amp; Tricks)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sym typeface="Arial"/>
              </a:rPr>
              <a:t>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EF5DFF-F009-D147-2019-CE6F1FCD190E}"/>
              </a:ext>
            </a:extLst>
          </p:cNvPr>
          <p:cNvSpPr/>
          <p:nvPr/>
        </p:nvSpPr>
        <p:spPr>
          <a:xfrm>
            <a:off x="3805951" y="656221"/>
            <a:ext cx="4580100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  <a:sym typeface="Arial"/>
              </a:rPr>
              <a:t>How To Edit Shapes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769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1F8426-9B20-DE7D-A9CA-2150609313D0}"/>
              </a:ext>
            </a:extLst>
          </p:cNvPr>
          <p:cNvSpPr/>
          <p:nvPr/>
        </p:nvSpPr>
        <p:spPr>
          <a:xfrm>
            <a:off x="3115057" y="656221"/>
            <a:ext cx="5961888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Terms Of Use (Free Users)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E3A3B9D-834A-F97E-A6A2-47057B03E890}"/>
              </a:ext>
            </a:extLst>
          </p:cNvPr>
          <p:cNvGrpSpPr/>
          <p:nvPr/>
        </p:nvGrpSpPr>
        <p:grpSpPr>
          <a:xfrm>
            <a:off x="1524000" y="1731282"/>
            <a:ext cx="10176184" cy="4589309"/>
            <a:chOff x="1524000" y="1838157"/>
            <a:chExt cx="10176184" cy="458930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88BAB7-BC3F-0B57-C880-B00ED9F099E0}"/>
                </a:ext>
              </a:extLst>
            </p:cNvPr>
            <p:cNvSpPr/>
            <p:nvPr/>
          </p:nvSpPr>
          <p:spPr>
            <a:xfrm>
              <a:off x="1524000" y="1838157"/>
              <a:ext cx="9029700" cy="40626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If you are a free subscriber, you should credit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US" sz="1800" b="1" i="0" u="sng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by keeping the “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Thank You”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slide.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Kindly refer to the following slide for the Terms of Use for premium users.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You can:</a:t>
              </a:r>
              <a:endPara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Customize or edit this template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Use this template for both business and personal endeavors.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You can not: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Sell, rent, or second-license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content or its altered version.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Promulgate, unless explicitly permitted,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content, by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Incorporate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content in any database or file online or offline.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Obtain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content’s copyright.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B38108-0C37-E3D2-A2DF-CF390EEA3812}"/>
                </a:ext>
              </a:extLst>
            </p:cNvPr>
            <p:cNvSpPr/>
            <p:nvPr/>
          </p:nvSpPr>
          <p:spPr>
            <a:xfrm>
              <a:off x="1524000" y="6027356"/>
              <a:ext cx="101761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Kindly refer to our </a:t>
              </a: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Tutorial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page or </a:t>
              </a: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for advanced slide modification guidelines.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365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1ADFF3-7E47-2EFA-FDC4-E2334EFACEEA}"/>
              </a:ext>
            </a:extLst>
          </p:cNvPr>
          <p:cNvSpPr/>
          <p:nvPr/>
        </p:nvSpPr>
        <p:spPr>
          <a:xfrm>
            <a:off x="2202147" y="656221"/>
            <a:ext cx="77877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Terms Of Use (Premium Users)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142E56-99BC-75B2-6D30-2D585A135ABD}"/>
              </a:ext>
            </a:extLst>
          </p:cNvPr>
          <p:cNvGrpSpPr/>
          <p:nvPr/>
        </p:nvGrpSpPr>
        <p:grpSpPr>
          <a:xfrm>
            <a:off x="1571501" y="1727343"/>
            <a:ext cx="9048998" cy="4814254"/>
            <a:chOff x="1524000" y="1846094"/>
            <a:chExt cx="9048998" cy="481425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4EFE59-A53E-B22C-0976-C1399964FFFD}"/>
                </a:ext>
              </a:extLst>
            </p:cNvPr>
            <p:cNvSpPr/>
            <p:nvPr/>
          </p:nvSpPr>
          <p:spPr>
            <a:xfrm>
              <a:off x="1524000" y="1846094"/>
              <a:ext cx="9048998" cy="38472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Being a premium subscriber, you have the privilege of using this PPT template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without giving attribution to </a:t>
              </a:r>
              <a:r>
                <a:rPr kumimoji="0" lang="en-US" sz="1600" b="1" i="0" u="sng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</a:t>
              </a:r>
              <a:r>
                <a:rPr kumimoji="0" lang="en-US" sz="16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or keeping the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“Thank You”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slide.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You can: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Customize or edit this template.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Use this template for both business and personal endeavors.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Circulate or share the editable format of this template with anyone you want.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v"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You can not: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Sell, rent or second-license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content or the altered version of it.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</a:b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Promulgate or include the templates in any other services database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that performs as distribution or resale platform, unless explicitly permitted, by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Incorporate the elements used in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templates separately.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Obtain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copyright for the elements used in this template as a logo or trademark.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0FE671-54B6-CA8C-661E-30F21574B239}"/>
                </a:ext>
              </a:extLst>
            </p:cNvPr>
            <p:cNvSpPr/>
            <p:nvPr/>
          </p:nvSpPr>
          <p:spPr>
            <a:xfrm>
              <a:off x="1617679" y="6014017"/>
              <a:ext cx="887671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Kindly refer to our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Tutorial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page or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for advanced slide modification guidelines.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9746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C6A42B-6EFD-A5DD-C6CB-CB179A3B9C5D}"/>
              </a:ext>
            </a:extLst>
          </p:cNvPr>
          <p:cNvSpPr txBox="1"/>
          <p:nvPr/>
        </p:nvSpPr>
        <p:spPr>
          <a:xfrm>
            <a:off x="3046971" y="6192606"/>
            <a:ext cx="60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Lora" pitchFamily="2" charset="0"/>
                <a:ea typeface="+mn-ea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www.slideegg.com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Lora" pitchFamily="2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E43E27-F1B0-02E8-1946-73FF63AFFE33}"/>
              </a:ext>
            </a:extLst>
          </p:cNvPr>
          <p:cNvGrpSpPr/>
          <p:nvPr/>
        </p:nvGrpSpPr>
        <p:grpSpPr>
          <a:xfrm>
            <a:off x="1659925" y="1576395"/>
            <a:ext cx="8872151" cy="3560070"/>
            <a:chOff x="1659925" y="1622451"/>
            <a:chExt cx="8872151" cy="356007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D85D155-BED2-ACEB-3769-8DCFF91CDB3A}"/>
                </a:ext>
              </a:extLst>
            </p:cNvPr>
            <p:cNvSpPr txBox="1"/>
            <p:nvPr/>
          </p:nvSpPr>
          <p:spPr>
            <a:xfrm>
              <a:off x="1659925" y="1622451"/>
              <a:ext cx="88721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Thank You!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We respect your valuable time with SlideEgg!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If you have any questions, please reach us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5DEF97-E3F3-DD1E-C544-B2026124D939}"/>
                </a:ext>
              </a:extLst>
            </p:cNvPr>
            <p:cNvGrpSpPr/>
            <p:nvPr/>
          </p:nvGrpSpPr>
          <p:grpSpPr>
            <a:xfrm>
              <a:off x="4889500" y="3372853"/>
              <a:ext cx="2878228" cy="444235"/>
              <a:chOff x="3889500" y="3338261"/>
              <a:chExt cx="4767228" cy="735789"/>
            </a:xfrm>
          </p:grpSpPr>
          <p:pic>
            <p:nvPicPr>
              <p:cNvPr id="8" name="Picture 4" descr="Facebook icon circle Logo PNG Vector (EPS) Free Download">
                <a:hlinkClick r:id="rId3"/>
                <a:extLst>
                  <a:ext uri="{FF2B5EF4-FFF2-40B4-BE49-F238E27FC236}">
                    <a16:creationId xmlns:a16="http://schemas.microsoft.com/office/drawing/2014/main" id="{602876B6-B1F8-A41A-F81C-A10A3E7EDB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9500" y="3338261"/>
                <a:ext cx="730592" cy="730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6" descr="Instagram Logo Icon Png #96303 - Free Icons Library">
                <a:hlinkClick r:id="rId5"/>
                <a:extLst>
                  <a:ext uri="{FF2B5EF4-FFF2-40B4-BE49-F238E27FC236}">
                    <a16:creationId xmlns:a16="http://schemas.microsoft.com/office/drawing/2014/main" id="{6041D0AE-538D-F0DF-C0B2-6B86D00F12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40970" y="3338261"/>
                <a:ext cx="730592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8" descr="Youtube PNG images free download">
                <a:hlinkClick r:id="rId7"/>
                <a:extLst>
                  <a:ext uri="{FF2B5EF4-FFF2-40B4-BE49-F238E27FC236}">
                    <a16:creationId xmlns:a16="http://schemas.microsoft.com/office/drawing/2014/main" id="{6D36331A-0349-69CC-F35A-C6E152B11F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8313" y="3352865"/>
                <a:ext cx="1019843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10" descr="Download Twitter Logo Png Transparent Background - Logo Twitter Png PNG  Image with No Background - PNGkey.com">
                <a:hlinkClick r:id="rId9"/>
                <a:extLst>
                  <a:ext uri="{FF2B5EF4-FFF2-40B4-BE49-F238E27FC236}">
                    <a16:creationId xmlns:a16="http://schemas.microsoft.com/office/drawing/2014/main" id="{DEFC2ED4-7A85-4B63-AA58-3742E8C4C6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87856" y="3352866"/>
                <a:ext cx="715989" cy="715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2" descr="LinkedIn Logo – Free PNG format download (2022)">
                <a:hlinkClick r:id="rId11"/>
                <a:extLst>
                  <a:ext uri="{FF2B5EF4-FFF2-40B4-BE49-F238E27FC236}">
                    <a16:creationId xmlns:a16="http://schemas.microsoft.com/office/drawing/2014/main" id="{6305F8BE-4A1B-D495-8890-5153C8455B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3296" y="3344440"/>
                <a:ext cx="1293432" cy="727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23B166-2FB1-3537-5651-CEDA59A06144}"/>
                </a:ext>
              </a:extLst>
            </p:cNvPr>
            <p:cNvSpPr/>
            <p:nvPr/>
          </p:nvSpPr>
          <p:spPr>
            <a:xfrm>
              <a:off x="2668859" y="4659301"/>
              <a:ext cx="68542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CREDIT: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US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SlideEgg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created this PowerPoint template.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Let this slide be kept for attribution.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D92F99-F9BB-4F0B-8C48-7B2315895202}"/>
                </a:ext>
              </a:extLst>
            </p:cNvPr>
            <p:cNvSpPr/>
            <p:nvPr/>
          </p:nvSpPr>
          <p:spPr>
            <a:xfrm>
              <a:off x="2668859" y="4098910"/>
              <a:ext cx="685428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Do you have a design request, please visit our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redesign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Lora" pitchFamily="2" charset="0"/>
                  <a:ea typeface="+mn-ea"/>
                  <a:cs typeface="Arial" panose="020B0604020202020204" pitchFamily="34" charset="0"/>
                </a:rPr>
                <a:t> page.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2965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1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2037</Words>
  <Application>Microsoft Office PowerPoint</Application>
  <PresentationFormat>Widescreen</PresentationFormat>
  <Paragraphs>328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等线</vt:lpstr>
      <vt:lpstr>Arial</vt:lpstr>
      <vt:lpstr>Calibri</vt:lpstr>
      <vt:lpstr>Calibri Light</vt:lpstr>
      <vt:lpstr>Lora</vt:lpstr>
      <vt:lpstr>Proxima Nova</vt:lpstr>
      <vt:lpstr>Wingdings</vt:lpstr>
      <vt:lpstr>思源黑体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Arjun K</dc:creator>
  <cp:lastModifiedBy>Arjun K</cp:lastModifiedBy>
  <cp:revision>125</cp:revision>
  <dcterms:created xsi:type="dcterms:W3CDTF">2023-02-23T12:59:49Z</dcterms:created>
  <dcterms:modified xsi:type="dcterms:W3CDTF">2023-02-27T13:38:41Z</dcterms:modified>
</cp:coreProperties>
</file>