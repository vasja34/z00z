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92" r:id="rId2"/>
    <p:sldId id="286" r:id="rId3"/>
    <p:sldId id="279" r:id="rId4"/>
    <p:sldId id="275" r:id="rId5"/>
    <p:sldId id="287" r:id="rId6"/>
    <p:sldId id="257" r:id="rId7"/>
    <p:sldId id="272" r:id="rId8"/>
    <p:sldId id="260" r:id="rId9"/>
    <p:sldId id="263" r:id="rId10"/>
    <p:sldId id="262" r:id="rId11"/>
    <p:sldId id="266" r:id="rId12"/>
    <p:sldId id="294" r:id="rId13"/>
    <p:sldId id="268" r:id="rId14"/>
    <p:sldId id="270" r:id="rId15"/>
    <p:sldId id="258" r:id="rId16"/>
    <p:sldId id="295" r:id="rId17"/>
    <p:sldId id="285" r:id="rId18"/>
    <p:sldId id="269" r:id="rId19"/>
    <p:sldId id="264" r:id="rId20"/>
    <p:sldId id="293" r:id="rId21"/>
    <p:sldId id="259" r:id="rId22"/>
    <p:sldId id="296" r:id="rId23"/>
    <p:sldId id="267" r:id="rId24"/>
    <p:sldId id="284" r:id="rId25"/>
    <p:sldId id="297" r:id="rId26"/>
    <p:sldId id="261" r:id="rId27"/>
    <p:sldId id="265" r:id="rId28"/>
    <p:sldId id="274" r:id="rId29"/>
    <p:sldId id="276" r:id="rId30"/>
    <p:sldId id="277" r:id="rId31"/>
    <p:sldId id="321" r:id="rId32"/>
    <p:sldId id="322" r:id="rId33"/>
    <p:sldId id="323" r:id="rId34"/>
    <p:sldId id="324" r:id="rId35"/>
    <p:sldId id="325" r:id="rId36"/>
    <p:sldId id="32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2822" autoAdjust="0"/>
  </p:normalViewPr>
  <p:slideViewPr>
    <p:cSldViewPr snapToGrid="0">
      <p:cViewPr varScale="1">
        <p:scale>
          <a:sx n="76" d="100"/>
          <a:sy n="76" d="100"/>
        </p:scale>
        <p:origin x="1134" y="90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71FDB-BC75-4922-ABE7-96E0C888E6FA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8A761-C60E-40AB-9540-E7F64A3DD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6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8A761-C60E-40AB-9540-E7F64A3DDD7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3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1CF8-7479-0AEA-F0B7-363B7BE6C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77A30-C851-B34A-831C-0C4A5DB26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644A8-B21A-1738-EF67-2AC9DA542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85BE1-9032-6654-0D50-A1F6B257A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6708E-A842-C2C1-7754-A7402A61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1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8D47-0DCB-E57E-D6E3-2588D3C3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5990A-0C98-DF3C-61E5-E5A387C82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C0DFF-76AB-CA62-7830-F355DB9C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94882-98E4-487A-F2BB-67147658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835FD-58C5-C631-D9E6-31E401A1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0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44F3-5401-41B5-8DC6-64443A67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ACADA-B1EE-1B37-3845-73EDF32E1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F4EB2-C8E0-5C48-CB9A-37F65051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DAA52-1D0A-2099-984A-E5CEADFA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74164-77D5-7F59-CDAF-AD0BCCA8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0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1232-6CBA-6930-E5C5-88A28721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B7D63-8FF3-2CA3-BC10-3376FE8CB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7086B-F584-8E15-7968-D30B5E96E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86B2F-E965-1AA3-21EA-0174A33C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F8B7C-08DA-8E69-4FC1-5B059B4AE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05A58-D40B-DBFE-0176-320937CD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99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8E9E-104A-39CA-C036-14CDB8E5E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2E1A4-9EC4-E5EF-0CBE-1E8E958CA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B2E9-6E4C-0418-DE42-805F42943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622A6-A3FB-CB7B-D419-5F0518F64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1D381-FE87-6804-6285-1E35592DE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E0E4DC-2BC1-BCBA-FC89-06A76178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E64F5-A395-631F-A1EB-0CD9F3ED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036F7-4425-BEEA-234E-F533A4D4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F205-9979-2347-E31C-A7686888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30227-5512-2ABF-7711-F946152C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8C237-4BFA-6ABB-51BB-45D77812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4C396-24C1-056F-C3CD-0FD95724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77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235566-DFFD-9B34-CAEF-3B0E06A1BEE5}"/>
              </a:ext>
            </a:extLst>
          </p:cNvPr>
          <p:cNvSpPr txBox="1"/>
          <p:nvPr userDrawn="1"/>
        </p:nvSpPr>
        <p:spPr>
          <a:xfrm>
            <a:off x="0" y="61955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</a:rPr>
              <a:t>Creative Process Infographics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61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5144-CF65-7836-48AB-952E0D533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B24C8-D5E6-EF62-182D-0238922B6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15BC8-BEC1-06F5-E4D1-40AE3EC7F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9940C-A805-B319-92E9-10C5009EA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58ACF-89F4-4D3F-BB3F-E6B08907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85EC0-1DD0-D5F0-99B1-D0F50495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3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0FE4-5448-0F68-9C48-34A21A875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0C481-E2F0-F443-4E75-D2BEBBCF3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AE0D2-555C-9476-0495-C76F8312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5B954-8DBD-0222-BB83-DD1A56D4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A0F89-5DA6-CE88-8613-17075DD7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95E35-C3FF-8BFC-900D-A36A35DC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3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6AEA-61F0-89A7-0FF5-E7DC4C3A2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B00DA-9065-4C64-6C3B-C6A382330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8C52B-1572-2C2A-0CA2-A53CF522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A0602-B522-4BC8-4864-570A2B0B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82461-4ED4-F838-BC92-32AE6668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3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2BF05-336A-6E9B-ED55-3392C358A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4020F-9AA3-F948-A153-A7A01C57D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6C4F-EF8D-B82D-3763-B8688AE3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8E88A-84D7-EDE7-D9FE-F40AB045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98F3D-B40A-71E4-66CA-5F9C51A4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3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8FFF6-D81A-0C6C-501F-FB7B847D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A189B-480E-3381-8259-5D383CE8F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189E9-2F89-118E-5D31-9882E218E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26951-166B-420F-9830-EFD37588A775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5E114-C92D-4298-75D9-69405A6B8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99510-0564-01AF-6388-EE6D08D0C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35626-C5A0-4893-A8D4-22A00AD50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5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microsoft.com/office/2007/relationships/hdphoto" Target="../media/hdphoto10.wdp"/><Relationship Id="rId5" Type="http://schemas.microsoft.com/office/2007/relationships/hdphoto" Target="../media/hdphoto7.wdp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microsoft.com/office/2007/relationships/hdphoto" Target="../media/hdphoto9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07/relationships/hdphoto" Target="../media/hdphoto11.wdp"/><Relationship Id="rId7" Type="http://schemas.microsoft.com/office/2007/relationships/hdphoto" Target="../media/hdphoto13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microsoft.com/office/2007/relationships/hdphoto" Target="../media/hdphoto12.wdp"/><Relationship Id="rId4" Type="http://schemas.openxmlformats.org/officeDocument/2006/relationships/image" Target="../media/image22.png"/><Relationship Id="rId9" Type="http://schemas.microsoft.com/office/2007/relationships/hdphoto" Target="../media/hdphoto14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15.wdp"/><Relationship Id="rId7" Type="http://schemas.microsoft.com/office/2007/relationships/hdphoto" Target="../media/hdphoto17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microsoft.com/office/2007/relationships/hdphoto" Target="../media/hdphoto19.wdp"/><Relationship Id="rId5" Type="http://schemas.microsoft.com/office/2007/relationships/hdphoto" Target="../media/hdphoto16.wdp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microsoft.com/office/2007/relationships/hdphoto" Target="../media/hdphoto18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microsoft.com/office/2007/relationships/hdphoto" Target="../media/hdphoto20.wdp"/><Relationship Id="rId7" Type="http://schemas.microsoft.com/office/2007/relationships/hdphoto" Target="../media/hdphoto22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microsoft.com/office/2007/relationships/hdphoto" Target="../media/hdphoto21.wdp"/><Relationship Id="rId4" Type="http://schemas.openxmlformats.org/officeDocument/2006/relationships/image" Target="../media/image41.png"/><Relationship Id="rId9" Type="http://schemas.microsoft.com/office/2007/relationships/hdphoto" Target="../media/hdphoto23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egg.com/tips-and-tricks-powerpoint-templates" TargetMode="Externa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hyperlink" Target="https://www.slideegg.com/redesign" TargetMode="External"/><Relationship Id="rId3" Type="http://schemas.openxmlformats.org/officeDocument/2006/relationships/hyperlink" Target="https://www.facebook.com/SlideEgg" TargetMode="External"/><Relationship Id="rId7" Type="http://schemas.openxmlformats.org/officeDocument/2006/relationships/hyperlink" Target="https://www.youtube.com/channel/UCKevbriFTbpu-nd4NBafPEg" TargetMode="External"/><Relationship Id="rId12" Type="http://schemas.openxmlformats.org/officeDocument/2006/relationships/image" Target="../media/image48.png"/><Relationship Id="rId2" Type="http://schemas.openxmlformats.org/officeDocument/2006/relationships/hyperlink" Target="http://www.slideegg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instagram.com/egg_slide/" TargetMode="External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hyperlink" Target="https://twitter.com/egg_sl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559A915A-8893-0D52-3646-BAE17162B8DC}"/>
              </a:ext>
            </a:extLst>
          </p:cNvPr>
          <p:cNvGrpSpPr/>
          <p:nvPr/>
        </p:nvGrpSpPr>
        <p:grpSpPr>
          <a:xfrm>
            <a:off x="317499" y="1622999"/>
            <a:ext cx="11569702" cy="3929158"/>
            <a:chOff x="317499" y="1622999"/>
            <a:chExt cx="11569702" cy="392915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CA86C1F-DD58-BF19-DD1B-6F9750D9C19B}"/>
                </a:ext>
              </a:extLst>
            </p:cNvPr>
            <p:cNvGrpSpPr/>
            <p:nvPr/>
          </p:nvGrpSpPr>
          <p:grpSpPr>
            <a:xfrm>
              <a:off x="317499" y="1622999"/>
              <a:ext cx="6555740" cy="3929158"/>
              <a:chOff x="927100" y="1184909"/>
              <a:chExt cx="7488464" cy="4488183"/>
            </a:xfrm>
          </p:grpSpPr>
          <p:grpSp>
            <p:nvGrpSpPr>
              <p:cNvPr id="5" name="Graphic 2">
                <a:extLst>
                  <a:ext uri="{FF2B5EF4-FFF2-40B4-BE49-F238E27FC236}">
                    <a16:creationId xmlns:a16="http://schemas.microsoft.com/office/drawing/2014/main" id="{DCBA67B7-5D2A-B690-C9F4-86E419DF2417}"/>
                  </a:ext>
                </a:extLst>
              </p:cNvPr>
              <p:cNvGrpSpPr/>
              <p:nvPr/>
            </p:nvGrpSpPr>
            <p:grpSpPr>
              <a:xfrm>
                <a:off x="927100" y="1184909"/>
                <a:ext cx="7488464" cy="4488183"/>
                <a:chOff x="927100" y="1138621"/>
                <a:chExt cx="7488464" cy="4488183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2F750F39-27AE-09B1-FEC5-C9A6D3D61720}"/>
                    </a:ext>
                  </a:extLst>
                </p:cNvPr>
                <p:cNvSpPr/>
                <p:nvPr/>
              </p:nvSpPr>
              <p:spPr>
                <a:xfrm>
                  <a:off x="2006059" y="1906073"/>
                  <a:ext cx="2818736" cy="1520002"/>
                </a:xfrm>
                <a:custGeom>
                  <a:avLst/>
                  <a:gdLst>
                    <a:gd name="connsiteX0" fmla="*/ 0 w 2818736"/>
                    <a:gd name="connsiteY0" fmla="*/ 1520003 h 1520002"/>
                    <a:gd name="connsiteX1" fmla="*/ 2818737 w 2818736"/>
                    <a:gd name="connsiteY1" fmla="*/ 0 h 152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18736" h="1520002">
                      <a:moveTo>
                        <a:pt x="0" y="1520003"/>
                      </a:moveTo>
                      <a:lnTo>
                        <a:pt x="2818737" y="0"/>
                      </a:lnTo>
                    </a:path>
                  </a:pathLst>
                </a:custGeom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A0B5DC7A-C734-A3CD-A20C-C3CB24DDEF75}"/>
                    </a:ext>
                  </a:extLst>
                </p:cNvPr>
                <p:cNvSpPr/>
                <p:nvPr/>
              </p:nvSpPr>
              <p:spPr>
                <a:xfrm rot="-1699800">
                  <a:off x="1814197" y="2656606"/>
                  <a:ext cx="3202441" cy="19492"/>
                </a:xfrm>
                <a:custGeom>
                  <a:avLst/>
                  <a:gdLst>
                    <a:gd name="connsiteX0" fmla="*/ -278 w 3202441"/>
                    <a:gd name="connsiteY0" fmla="*/ -104 h 19492"/>
                    <a:gd name="connsiteX1" fmla="*/ 3202163 w 3202441"/>
                    <a:gd name="connsiteY1" fmla="*/ -104 h 19492"/>
                    <a:gd name="connsiteX2" fmla="*/ 3202163 w 3202441"/>
                    <a:gd name="connsiteY2" fmla="*/ 19388 h 19492"/>
                    <a:gd name="connsiteX3" fmla="*/ -278 w 3202441"/>
                    <a:gd name="connsiteY3" fmla="*/ 19388 h 19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02441" h="19492">
                      <a:moveTo>
                        <a:pt x="-278" y="-104"/>
                      </a:moveTo>
                      <a:lnTo>
                        <a:pt x="3202163" y="-104"/>
                      </a:lnTo>
                      <a:lnTo>
                        <a:pt x="3202163" y="19388"/>
                      </a:lnTo>
                      <a:lnTo>
                        <a:pt x="-278" y="19388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64D45E06-0D4D-ABE9-6FBD-A89A8DA76737}"/>
                    </a:ext>
                  </a:extLst>
                </p:cNvPr>
                <p:cNvSpPr/>
                <p:nvPr/>
              </p:nvSpPr>
              <p:spPr>
                <a:xfrm>
                  <a:off x="2045108" y="3452098"/>
                  <a:ext cx="2725694" cy="1681105"/>
                </a:xfrm>
                <a:custGeom>
                  <a:avLst/>
                  <a:gdLst>
                    <a:gd name="connsiteX0" fmla="*/ 0 w 2725694"/>
                    <a:gd name="connsiteY0" fmla="*/ 0 h 1681105"/>
                    <a:gd name="connsiteX1" fmla="*/ 2725694 w 2725694"/>
                    <a:gd name="connsiteY1" fmla="*/ 1681106 h 1681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25694" h="1681105">
                      <a:moveTo>
                        <a:pt x="0" y="0"/>
                      </a:moveTo>
                      <a:lnTo>
                        <a:pt x="2725694" y="1681106"/>
                      </a:lnTo>
                    </a:path>
                  </a:pathLst>
                </a:custGeom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EE8C3AFE-46FF-F279-4594-4D1AFE6D16B8}"/>
                    </a:ext>
                  </a:extLst>
                </p:cNvPr>
                <p:cNvSpPr/>
                <p:nvPr/>
              </p:nvSpPr>
              <p:spPr>
                <a:xfrm rot="-3500399">
                  <a:off x="3398122" y="2691066"/>
                  <a:ext cx="19492" cy="3202442"/>
                </a:xfrm>
                <a:custGeom>
                  <a:avLst/>
                  <a:gdLst>
                    <a:gd name="connsiteX0" fmla="*/ -278 w 19492"/>
                    <a:gd name="connsiteY0" fmla="*/ -104 h 3202442"/>
                    <a:gd name="connsiteX1" fmla="*/ 19215 w 19492"/>
                    <a:gd name="connsiteY1" fmla="*/ -104 h 3202442"/>
                    <a:gd name="connsiteX2" fmla="*/ 19215 w 19492"/>
                    <a:gd name="connsiteY2" fmla="*/ 3202338 h 3202442"/>
                    <a:gd name="connsiteX3" fmla="*/ -278 w 19492"/>
                    <a:gd name="connsiteY3" fmla="*/ 3202338 h 3202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92" h="3202442">
                      <a:moveTo>
                        <a:pt x="-278" y="-104"/>
                      </a:moveTo>
                      <a:lnTo>
                        <a:pt x="19215" y="-104"/>
                      </a:lnTo>
                      <a:lnTo>
                        <a:pt x="19215" y="3202338"/>
                      </a:lnTo>
                      <a:lnTo>
                        <a:pt x="-278" y="3202338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F47D36B1-715B-26FE-3146-BDD78E3FD13F}"/>
                    </a:ext>
                  </a:extLst>
                </p:cNvPr>
                <p:cNvSpPr/>
                <p:nvPr/>
              </p:nvSpPr>
              <p:spPr>
                <a:xfrm>
                  <a:off x="2095138" y="3432800"/>
                  <a:ext cx="3202441" cy="3248"/>
                </a:xfrm>
                <a:custGeom>
                  <a:avLst/>
                  <a:gdLst>
                    <a:gd name="connsiteX0" fmla="*/ 0 w 3202441"/>
                    <a:gd name="connsiteY0" fmla="*/ 0 h 3248"/>
                    <a:gd name="connsiteX1" fmla="*/ 3202442 w 3202441"/>
                    <a:gd name="connsiteY1" fmla="*/ 0 h 3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202441" h="3248">
                      <a:moveTo>
                        <a:pt x="0" y="0"/>
                      </a:moveTo>
                      <a:lnTo>
                        <a:pt x="3202442" y="0"/>
                      </a:lnTo>
                    </a:path>
                  </a:pathLst>
                </a:custGeom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989BD2E-E480-1105-A0B2-D522B74DDAC0}"/>
                    </a:ext>
                  </a:extLst>
                </p:cNvPr>
                <p:cNvSpPr/>
                <p:nvPr/>
              </p:nvSpPr>
              <p:spPr>
                <a:xfrm>
                  <a:off x="2095138" y="3423054"/>
                  <a:ext cx="3202441" cy="19492"/>
                </a:xfrm>
                <a:custGeom>
                  <a:avLst/>
                  <a:gdLst>
                    <a:gd name="connsiteX0" fmla="*/ 0 w 3202441"/>
                    <a:gd name="connsiteY0" fmla="*/ 0 h 19492"/>
                    <a:gd name="connsiteX1" fmla="*/ 3202442 w 3202441"/>
                    <a:gd name="connsiteY1" fmla="*/ 0 h 19492"/>
                    <a:gd name="connsiteX2" fmla="*/ 3202442 w 3202441"/>
                    <a:gd name="connsiteY2" fmla="*/ 19492 h 19492"/>
                    <a:gd name="connsiteX3" fmla="*/ 0 w 3202441"/>
                    <a:gd name="connsiteY3" fmla="*/ 19492 h 19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02441" h="19492">
                      <a:moveTo>
                        <a:pt x="0" y="0"/>
                      </a:moveTo>
                      <a:lnTo>
                        <a:pt x="3202442" y="0"/>
                      </a:lnTo>
                      <a:lnTo>
                        <a:pt x="3202442" y="19492"/>
                      </a:lnTo>
                      <a:lnTo>
                        <a:pt x="0" y="1949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0B45B8BD-9E2E-282E-AF0A-BFBA4AD442C5}"/>
                    </a:ext>
                  </a:extLst>
                </p:cNvPr>
                <p:cNvSpPr/>
                <p:nvPr/>
              </p:nvSpPr>
              <p:spPr>
                <a:xfrm>
                  <a:off x="927100" y="2392956"/>
                  <a:ext cx="2195018" cy="2195018"/>
                </a:xfrm>
                <a:custGeom>
                  <a:avLst/>
                  <a:gdLst>
                    <a:gd name="connsiteX0" fmla="*/ 2195019 w 2195018"/>
                    <a:gd name="connsiteY0" fmla="*/ 1097509 h 2195018"/>
                    <a:gd name="connsiteX1" fmla="*/ 1097509 w 2195018"/>
                    <a:gd name="connsiteY1" fmla="*/ 2195018 h 2195018"/>
                    <a:gd name="connsiteX2" fmla="*/ 0 w 2195018"/>
                    <a:gd name="connsiteY2" fmla="*/ 1097509 h 2195018"/>
                    <a:gd name="connsiteX3" fmla="*/ 1097509 w 2195018"/>
                    <a:gd name="connsiteY3" fmla="*/ 0 h 2195018"/>
                    <a:gd name="connsiteX4" fmla="*/ 2195019 w 2195018"/>
                    <a:gd name="connsiteY4" fmla="*/ 1097509 h 2195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95018" h="2195018">
                      <a:moveTo>
                        <a:pt x="2195019" y="1097509"/>
                      </a:moveTo>
                      <a:cubicBezTo>
                        <a:pt x="2195019" y="1703647"/>
                        <a:pt x="1703647" y="2195018"/>
                        <a:pt x="1097509" y="2195018"/>
                      </a:cubicBezTo>
                      <a:cubicBezTo>
                        <a:pt x="491372" y="2195018"/>
                        <a:pt x="0" y="1703647"/>
                        <a:pt x="0" y="1097509"/>
                      </a:cubicBezTo>
                      <a:cubicBezTo>
                        <a:pt x="0" y="491371"/>
                        <a:pt x="491372" y="0"/>
                        <a:pt x="1097509" y="0"/>
                      </a:cubicBezTo>
                      <a:cubicBezTo>
                        <a:pt x="1703647" y="0"/>
                        <a:pt x="2195019" y="491371"/>
                        <a:pt x="2195019" y="10975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5D2446B7-86EE-AE06-34E8-CED750CFC456}"/>
                    </a:ext>
                  </a:extLst>
                </p:cNvPr>
                <p:cNvSpPr/>
                <p:nvPr/>
              </p:nvSpPr>
              <p:spPr>
                <a:xfrm>
                  <a:off x="977032" y="2442888"/>
                  <a:ext cx="2095153" cy="2095152"/>
                </a:xfrm>
                <a:custGeom>
                  <a:avLst/>
                  <a:gdLst>
                    <a:gd name="connsiteX0" fmla="*/ 2095153 w 2095153"/>
                    <a:gd name="connsiteY0" fmla="*/ 1047576 h 2095152"/>
                    <a:gd name="connsiteX1" fmla="*/ 1047577 w 2095153"/>
                    <a:gd name="connsiteY1" fmla="*/ 2095153 h 2095152"/>
                    <a:gd name="connsiteX2" fmla="*/ 0 w 2095153"/>
                    <a:gd name="connsiteY2" fmla="*/ 1047576 h 2095152"/>
                    <a:gd name="connsiteX3" fmla="*/ 1047577 w 2095153"/>
                    <a:gd name="connsiteY3" fmla="*/ 0 h 2095152"/>
                    <a:gd name="connsiteX4" fmla="*/ 2095153 w 2095153"/>
                    <a:gd name="connsiteY4" fmla="*/ 1047576 h 2095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153" h="2095152">
                      <a:moveTo>
                        <a:pt x="2095153" y="1047576"/>
                      </a:moveTo>
                      <a:cubicBezTo>
                        <a:pt x="2095153" y="1626137"/>
                        <a:pt x="1626137" y="2095153"/>
                        <a:pt x="1047577" y="2095153"/>
                      </a:cubicBezTo>
                      <a:cubicBezTo>
                        <a:pt x="469016" y="2095153"/>
                        <a:pt x="0" y="1626137"/>
                        <a:pt x="0" y="1047576"/>
                      </a:cubicBezTo>
                      <a:cubicBezTo>
                        <a:pt x="0" y="469016"/>
                        <a:pt x="469016" y="0"/>
                        <a:pt x="1047577" y="0"/>
                      </a:cubicBezTo>
                      <a:cubicBezTo>
                        <a:pt x="1626137" y="0"/>
                        <a:pt x="2095153" y="469016"/>
                        <a:pt x="2095153" y="10475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5A8FD9F3-6383-FCC9-A33C-82735DA94B9F}"/>
                    </a:ext>
                  </a:extLst>
                </p:cNvPr>
                <p:cNvSpPr/>
                <p:nvPr/>
              </p:nvSpPr>
              <p:spPr>
                <a:xfrm rot="10800000">
                  <a:off x="5046291" y="1431762"/>
                  <a:ext cx="3327823" cy="861555"/>
                </a:xfrm>
                <a:custGeom>
                  <a:avLst/>
                  <a:gdLst>
                    <a:gd name="connsiteX0" fmla="*/ 854066 w 2947808"/>
                    <a:gd name="connsiteY0" fmla="*/ -104 h 861555"/>
                    <a:gd name="connsiteX1" fmla="*/ 2947531 w 2947808"/>
                    <a:gd name="connsiteY1" fmla="*/ -104 h 861555"/>
                    <a:gd name="connsiteX2" fmla="*/ 2947531 w 2947808"/>
                    <a:gd name="connsiteY2" fmla="*/ -104 h 861555"/>
                    <a:gd name="connsiteX3" fmla="*/ 2947531 w 2947808"/>
                    <a:gd name="connsiteY3" fmla="*/ 861452 h 861555"/>
                    <a:gd name="connsiteX4" fmla="*/ 2947531 w 2947808"/>
                    <a:gd name="connsiteY4" fmla="*/ 861452 h 861555"/>
                    <a:gd name="connsiteX5" fmla="*/ -278 w 2947808"/>
                    <a:gd name="connsiteY5" fmla="*/ 861452 h 861555"/>
                    <a:gd name="connsiteX6" fmla="*/ -278 w 2947808"/>
                    <a:gd name="connsiteY6" fmla="*/ 861452 h 861555"/>
                    <a:gd name="connsiteX7" fmla="*/ -278 w 2947808"/>
                    <a:gd name="connsiteY7" fmla="*/ 854207 h 861555"/>
                    <a:gd name="connsiteX8" fmla="*/ 854066 w 2947808"/>
                    <a:gd name="connsiteY8" fmla="*/ -104 h 861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47808" h="861555">
                      <a:moveTo>
                        <a:pt x="854066" y="-104"/>
                      </a:moveTo>
                      <a:lnTo>
                        <a:pt x="2947531" y="-104"/>
                      </a:lnTo>
                      <a:lnTo>
                        <a:pt x="2947531" y="-104"/>
                      </a:lnTo>
                      <a:lnTo>
                        <a:pt x="2947531" y="861452"/>
                      </a:lnTo>
                      <a:lnTo>
                        <a:pt x="2947531" y="861452"/>
                      </a:lnTo>
                      <a:lnTo>
                        <a:pt x="-278" y="861452"/>
                      </a:lnTo>
                      <a:lnTo>
                        <a:pt x="-278" y="861452"/>
                      </a:lnTo>
                      <a:lnTo>
                        <a:pt x="-278" y="854207"/>
                      </a:lnTo>
                      <a:cubicBezTo>
                        <a:pt x="-213" y="382395"/>
                        <a:pt x="382257" y="-68"/>
                        <a:pt x="854066" y="-1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7226931-A24B-1AA8-7FBE-CEA10E68432E}"/>
                    </a:ext>
                  </a:extLst>
                </p:cNvPr>
                <p:cNvSpPr/>
                <p:nvPr/>
              </p:nvSpPr>
              <p:spPr>
                <a:xfrm rot="-2700000">
                  <a:off x="4479914" y="1138621"/>
                  <a:ext cx="1210856" cy="1210856"/>
                </a:xfrm>
                <a:custGeom>
                  <a:avLst/>
                  <a:gdLst>
                    <a:gd name="connsiteX0" fmla="*/ 1210579 w 1210856"/>
                    <a:gd name="connsiteY0" fmla="*/ 605324 h 1210856"/>
                    <a:gd name="connsiteX1" fmla="*/ 605151 w 1210856"/>
                    <a:gd name="connsiteY1" fmla="*/ 1210753 h 1210856"/>
                    <a:gd name="connsiteX2" fmla="*/ -278 w 1210856"/>
                    <a:gd name="connsiteY2" fmla="*/ 605324 h 1210856"/>
                    <a:gd name="connsiteX3" fmla="*/ 605151 w 1210856"/>
                    <a:gd name="connsiteY3" fmla="*/ -104 h 1210856"/>
                    <a:gd name="connsiteX4" fmla="*/ 1210579 w 1210856"/>
                    <a:gd name="connsiteY4" fmla="*/ 605324 h 1210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0856" h="1210856">
                      <a:moveTo>
                        <a:pt x="1210579" y="605324"/>
                      </a:moveTo>
                      <a:cubicBezTo>
                        <a:pt x="1210579" y="939693"/>
                        <a:pt x="939520" y="1210753"/>
                        <a:pt x="605151" y="1210753"/>
                      </a:cubicBezTo>
                      <a:cubicBezTo>
                        <a:pt x="270782" y="1210753"/>
                        <a:pt x="-278" y="939693"/>
                        <a:pt x="-278" y="605324"/>
                      </a:cubicBezTo>
                      <a:cubicBezTo>
                        <a:pt x="-278" y="270956"/>
                        <a:pt x="270782" y="-104"/>
                        <a:pt x="605151" y="-104"/>
                      </a:cubicBezTo>
                      <a:cubicBezTo>
                        <a:pt x="939520" y="-104"/>
                        <a:pt x="1210579" y="270956"/>
                        <a:pt x="1210579" y="6053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5C318E36-BE03-6D0E-DDE4-3918FD09846B}"/>
                    </a:ext>
                  </a:extLst>
                </p:cNvPr>
                <p:cNvSpPr/>
                <p:nvPr/>
              </p:nvSpPr>
              <p:spPr>
                <a:xfrm rot="18900000">
                  <a:off x="4507464" y="1166172"/>
                  <a:ext cx="1155758" cy="1155758"/>
                </a:xfrm>
                <a:custGeom>
                  <a:avLst/>
                  <a:gdLst>
                    <a:gd name="connsiteX0" fmla="*/ 1155481 w 1155758"/>
                    <a:gd name="connsiteY0" fmla="*/ 577775 h 1155758"/>
                    <a:gd name="connsiteX1" fmla="*/ 577602 w 1155758"/>
                    <a:gd name="connsiteY1" fmla="*/ 1155655 h 1155758"/>
                    <a:gd name="connsiteX2" fmla="*/ -278 w 1155758"/>
                    <a:gd name="connsiteY2" fmla="*/ 577775 h 1155758"/>
                    <a:gd name="connsiteX3" fmla="*/ 577602 w 1155758"/>
                    <a:gd name="connsiteY3" fmla="*/ -104 h 1155758"/>
                    <a:gd name="connsiteX4" fmla="*/ 1155481 w 1155758"/>
                    <a:gd name="connsiteY4" fmla="*/ 577775 h 11557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5758" h="1155758">
                      <a:moveTo>
                        <a:pt x="1155481" y="577775"/>
                      </a:moveTo>
                      <a:cubicBezTo>
                        <a:pt x="1155481" y="896929"/>
                        <a:pt x="896755" y="1155655"/>
                        <a:pt x="577602" y="1155655"/>
                      </a:cubicBezTo>
                      <a:cubicBezTo>
                        <a:pt x="258448" y="1155655"/>
                        <a:pt x="-278" y="896929"/>
                        <a:pt x="-278" y="577775"/>
                      </a:cubicBezTo>
                      <a:cubicBezTo>
                        <a:pt x="-278" y="258621"/>
                        <a:pt x="258448" y="-104"/>
                        <a:pt x="577602" y="-104"/>
                      </a:cubicBezTo>
                      <a:cubicBezTo>
                        <a:pt x="896755" y="-104"/>
                        <a:pt x="1155481" y="258621"/>
                        <a:pt x="1155481" y="5777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8C6801F5-D9C4-B69E-60AE-4DB71DA1B267}"/>
                    </a:ext>
                  </a:extLst>
                </p:cNvPr>
                <p:cNvSpPr/>
                <p:nvPr/>
              </p:nvSpPr>
              <p:spPr>
                <a:xfrm rot="10800000">
                  <a:off x="5087777" y="3083598"/>
                  <a:ext cx="3327787" cy="861555"/>
                </a:xfrm>
                <a:custGeom>
                  <a:avLst/>
                  <a:gdLst>
                    <a:gd name="connsiteX0" fmla="*/ 854034 w 2947775"/>
                    <a:gd name="connsiteY0" fmla="*/ -104 h 861555"/>
                    <a:gd name="connsiteX1" fmla="*/ 2947498 w 2947775"/>
                    <a:gd name="connsiteY1" fmla="*/ -104 h 861555"/>
                    <a:gd name="connsiteX2" fmla="*/ 2947498 w 2947775"/>
                    <a:gd name="connsiteY2" fmla="*/ -104 h 861555"/>
                    <a:gd name="connsiteX3" fmla="*/ 2947498 w 2947775"/>
                    <a:gd name="connsiteY3" fmla="*/ 861452 h 861555"/>
                    <a:gd name="connsiteX4" fmla="*/ 2947498 w 2947775"/>
                    <a:gd name="connsiteY4" fmla="*/ 861452 h 861555"/>
                    <a:gd name="connsiteX5" fmla="*/ -278 w 2947775"/>
                    <a:gd name="connsiteY5" fmla="*/ 861452 h 861555"/>
                    <a:gd name="connsiteX6" fmla="*/ -278 w 2947775"/>
                    <a:gd name="connsiteY6" fmla="*/ 861452 h 861555"/>
                    <a:gd name="connsiteX7" fmla="*/ -278 w 2947775"/>
                    <a:gd name="connsiteY7" fmla="*/ 854207 h 861555"/>
                    <a:gd name="connsiteX8" fmla="*/ 854034 w 2947775"/>
                    <a:gd name="connsiteY8" fmla="*/ -104 h 861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47775" h="861555">
                      <a:moveTo>
                        <a:pt x="854034" y="-104"/>
                      </a:moveTo>
                      <a:lnTo>
                        <a:pt x="2947498" y="-104"/>
                      </a:lnTo>
                      <a:lnTo>
                        <a:pt x="2947498" y="-104"/>
                      </a:lnTo>
                      <a:lnTo>
                        <a:pt x="2947498" y="861452"/>
                      </a:lnTo>
                      <a:lnTo>
                        <a:pt x="2947498" y="861452"/>
                      </a:lnTo>
                      <a:lnTo>
                        <a:pt x="-278" y="861452"/>
                      </a:lnTo>
                      <a:lnTo>
                        <a:pt x="-278" y="861452"/>
                      </a:lnTo>
                      <a:lnTo>
                        <a:pt x="-278" y="854207"/>
                      </a:lnTo>
                      <a:cubicBezTo>
                        <a:pt x="-213" y="382408"/>
                        <a:pt x="382224" y="-49"/>
                        <a:pt x="854034" y="-1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13F23221-893B-1BF5-B8E8-519A06D18D26}"/>
                    </a:ext>
                  </a:extLst>
                </p:cNvPr>
                <p:cNvSpPr/>
                <p:nvPr/>
              </p:nvSpPr>
              <p:spPr>
                <a:xfrm rot="-2700000">
                  <a:off x="4521362" y="2790498"/>
                  <a:ext cx="1210856" cy="1210856"/>
                </a:xfrm>
                <a:custGeom>
                  <a:avLst/>
                  <a:gdLst>
                    <a:gd name="connsiteX0" fmla="*/ 1210579 w 1210856"/>
                    <a:gd name="connsiteY0" fmla="*/ 605324 h 1210856"/>
                    <a:gd name="connsiteX1" fmla="*/ 605151 w 1210856"/>
                    <a:gd name="connsiteY1" fmla="*/ 1210753 h 1210856"/>
                    <a:gd name="connsiteX2" fmla="*/ -278 w 1210856"/>
                    <a:gd name="connsiteY2" fmla="*/ 605324 h 1210856"/>
                    <a:gd name="connsiteX3" fmla="*/ 605151 w 1210856"/>
                    <a:gd name="connsiteY3" fmla="*/ -104 h 1210856"/>
                    <a:gd name="connsiteX4" fmla="*/ 1210579 w 1210856"/>
                    <a:gd name="connsiteY4" fmla="*/ 605324 h 1210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0856" h="1210856">
                      <a:moveTo>
                        <a:pt x="1210579" y="605324"/>
                      </a:moveTo>
                      <a:cubicBezTo>
                        <a:pt x="1210579" y="939693"/>
                        <a:pt x="939520" y="1210753"/>
                        <a:pt x="605151" y="1210753"/>
                      </a:cubicBezTo>
                      <a:cubicBezTo>
                        <a:pt x="270782" y="1210753"/>
                        <a:pt x="-278" y="939693"/>
                        <a:pt x="-278" y="605324"/>
                      </a:cubicBezTo>
                      <a:cubicBezTo>
                        <a:pt x="-278" y="270956"/>
                        <a:pt x="270782" y="-104"/>
                        <a:pt x="605151" y="-104"/>
                      </a:cubicBezTo>
                      <a:cubicBezTo>
                        <a:pt x="939520" y="-104"/>
                        <a:pt x="1210579" y="270956"/>
                        <a:pt x="1210579" y="6053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61F305A8-D4DB-E03A-2011-BC1C0C013EFA}"/>
                    </a:ext>
                  </a:extLst>
                </p:cNvPr>
                <p:cNvSpPr/>
                <p:nvPr/>
              </p:nvSpPr>
              <p:spPr>
                <a:xfrm>
                  <a:off x="4548948" y="2818016"/>
                  <a:ext cx="1155758" cy="1155758"/>
                </a:xfrm>
                <a:custGeom>
                  <a:avLst/>
                  <a:gdLst>
                    <a:gd name="connsiteX0" fmla="*/ 1155759 w 1155758"/>
                    <a:gd name="connsiteY0" fmla="*/ 577879 h 1155758"/>
                    <a:gd name="connsiteX1" fmla="*/ 577879 w 1155758"/>
                    <a:gd name="connsiteY1" fmla="*/ 1155758 h 1155758"/>
                    <a:gd name="connsiteX2" fmla="*/ 0 w 1155758"/>
                    <a:gd name="connsiteY2" fmla="*/ 577879 h 1155758"/>
                    <a:gd name="connsiteX3" fmla="*/ 577879 w 1155758"/>
                    <a:gd name="connsiteY3" fmla="*/ 0 h 1155758"/>
                    <a:gd name="connsiteX4" fmla="*/ 1155759 w 1155758"/>
                    <a:gd name="connsiteY4" fmla="*/ 577879 h 11557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5758" h="1155758">
                      <a:moveTo>
                        <a:pt x="1155759" y="577879"/>
                      </a:moveTo>
                      <a:cubicBezTo>
                        <a:pt x="1155759" y="897033"/>
                        <a:pt x="897033" y="1155758"/>
                        <a:pt x="577879" y="1155758"/>
                      </a:cubicBezTo>
                      <a:cubicBezTo>
                        <a:pt x="258726" y="1155758"/>
                        <a:pt x="0" y="897033"/>
                        <a:pt x="0" y="577879"/>
                      </a:cubicBezTo>
                      <a:cubicBezTo>
                        <a:pt x="0" y="258725"/>
                        <a:pt x="258726" y="0"/>
                        <a:pt x="577879" y="0"/>
                      </a:cubicBezTo>
                      <a:cubicBezTo>
                        <a:pt x="897033" y="0"/>
                        <a:pt x="1155759" y="258725"/>
                        <a:pt x="1155759" y="57787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F70CAA1-5D1E-DD81-1D2C-88CCE4158F35}"/>
                    </a:ext>
                  </a:extLst>
                </p:cNvPr>
                <p:cNvSpPr/>
                <p:nvPr/>
              </p:nvSpPr>
              <p:spPr>
                <a:xfrm rot="10800000">
                  <a:off x="5045674" y="4709118"/>
                  <a:ext cx="3327823" cy="861555"/>
                </a:xfrm>
                <a:custGeom>
                  <a:avLst/>
                  <a:gdLst>
                    <a:gd name="connsiteX0" fmla="*/ 854066 w 2947807"/>
                    <a:gd name="connsiteY0" fmla="*/ -104 h 861555"/>
                    <a:gd name="connsiteX1" fmla="*/ 2947530 w 2947807"/>
                    <a:gd name="connsiteY1" fmla="*/ -104 h 861555"/>
                    <a:gd name="connsiteX2" fmla="*/ 2947530 w 2947807"/>
                    <a:gd name="connsiteY2" fmla="*/ -104 h 861555"/>
                    <a:gd name="connsiteX3" fmla="*/ 2947530 w 2947807"/>
                    <a:gd name="connsiteY3" fmla="*/ 861452 h 861555"/>
                    <a:gd name="connsiteX4" fmla="*/ 2947530 w 2947807"/>
                    <a:gd name="connsiteY4" fmla="*/ 861452 h 861555"/>
                    <a:gd name="connsiteX5" fmla="*/ -278 w 2947807"/>
                    <a:gd name="connsiteY5" fmla="*/ 861452 h 861555"/>
                    <a:gd name="connsiteX6" fmla="*/ -278 w 2947807"/>
                    <a:gd name="connsiteY6" fmla="*/ 861452 h 861555"/>
                    <a:gd name="connsiteX7" fmla="*/ -278 w 2947807"/>
                    <a:gd name="connsiteY7" fmla="*/ 854305 h 861555"/>
                    <a:gd name="connsiteX8" fmla="*/ 854066 w 2947807"/>
                    <a:gd name="connsiteY8" fmla="*/ -104 h 861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47807" h="861555">
                      <a:moveTo>
                        <a:pt x="854066" y="-104"/>
                      </a:moveTo>
                      <a:lnTo>
                        <a:pt x="2947530" y="-104"/>
                      </a:lnTo>
                      <a:lnTo>
                        <a:pt x="2947530" y="-104"/>
                      </a:lnTo>
                      <a:lnTo>
                        <a:pt x="2947530" y="861452"/>
                      </a:lnTo>
                      <a:lnTo>
                        <a:pt x="2947530" y="861452"/>
                      </a:lnTo>
                      <a:lnTo>
                        <a:pt x="-278" y="861452"/>
                      </a:lnTo>
                      <a:lnTo>
                        <a:pt x="-278" y="861452"/>
                      </a:lnTo>
                      <a:lnTo>
                        <a:pt x="-278" y="854305"/>
                      </a:lnTo>
                      <a:cubicBezTo>
                        <a:pt x="-278" y="382463"/>
                        <a:pt x="382224" y="-71"/>
                        <a:pt x="854066" y="-10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81CD890-45C9-36DA-44A7-EFE8A9A44423}"/>
                    </a:ext>
                  </a:extLst>
                </p:cNvPr>
                <p:cNvSpPr/>
                <p:nvPr/>
              </p:nvSpPr>
              <p:spPr>
                <a:xfrm rot="-2700000">
                  <a:off x="4479304" y="4415948"/>
                  <a:ext cx="1210856" cy="1210856"/>
                </a:xfrm>
                <a:custGeom>
                  <a:avLst/>
                  <a:gdLst>
                    <a:gd name="connsiteX0" fmla="*/ 1210579 w 1210856"/>
                    <a:gd name="connsiteY0" fmla="*/ 605324 h 1210856"/>
                    <a:gd name="connsiteX1" fmla="*/ 605151 w 1210856"/>
                    <a:gd name="connsiteY1" fmla="*/ 1210753 h 1210856"/>
                    <a:gd name="connsiteX2" fmla="*/ -278 w 1210856"/>
                    <a:gd name="connsiteY2" fmla="*/ 605324 h 1210856"/>
                    <a:gd name="connsiteX3" fmla="*/ 605151 w 1210856"/>
                    <a:gd name="connsiteY3" fmla="*/ -104 h 1210856"/>
                    <a:gd name="connsiteX4" fmla="*/ 1210579 w 1210856"/>
                    <a:gd name="connsiteY4" fmla="*/ 605324 h 1210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0856" h="1210856">
                      <a:moveTo>
                        <a:pt x="1210579" y="605324"/>
                      </a:moveTo>
                      <a:cubicBezTo>
                        <a:pt x="1210579" y="939693"/>
                        <a:pt x="939520" y="1210753"/>
                        <a:pt x="605151" y="1210753"/>
                      </a:cubicBezTo>
                      <a:cubicBezTo>
                        <a:pt x="270782" y="1210753"/>
                        <a:pt x="-278" y="939693"/>
                        <a:pt x="-278" y="605324"/>
                      </a:cubicBezTo>
                      <a:cubicBezTo>
                        <a:pt x="-278" y="270955"/>
                        <a:pt x="270782" y="-104"/>
                        <a:pt x="605151" y="-104"/>
                      </a:cubicBezTo>
                      <a:cubicBezTo>
                        <a:pt x="939520" y="-104"/>
                        <a:pt x="1210579" y="270955"/>
                        <a:pt x="1210579" y="6053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97C88505-1E7F-523C-9253-A94CB38059D3}"/>
                    </a:ext>
                  </a:extLst>
                </p:cNvPr>
                <p:cNvSpPr/>
                <p:nvPr/>
              </p:nvSpPr>
              <p:spPr>
                <a:xfrm rot="18900000">
                  <a:off x="4506853" y="4443497"/>
                  <a:ext cx="1155758" cy="1155758"/>
                </a:xfrm>
                <a:custGeom>
                  <a:avLst/>
                  <a:gdLst>
                    <a:gd name="connsiteX0" fmla="*/ 1155481 w 1155758"/>
                    <a:gd name="connsiteY0" fmla="*/ 577775 h 1155758"/>
                    <a:gd name="connsiteX1" fmla="*/ 577602 w 1155758"/>
                    <a:gd name="connsiteY1" fmla="*/ 1155655 h 1155758"/>
                    <a:gd name="connsiteX2" fmla="*/ -278 w 1155758"/>
                    <a:gd name="connsiteY2" fmla="*/ 577775 h 1155758"/>
                    <a:gd name="connsiteX3" fmla="*/ 577602 w 1155758"/>
                    <a:gd name="connsiteY3" fmla="*/ -104 h 1155758"/>
                    <a:gd name="connsiteX4" fmla="*/ 1155481 w 1155758"/>
                    <a:gd name="connsiteY4" fmla="*/ 577775 h 11557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5758" h="1155758">
                      <a:moveTo>
                        <a:pt x="1155481" y="577775"/>
                      </a:moveTo>
                      <a:cubicBezTo>
                        <a:pt x="1155481" y="896929"/>
                        <a:pt x="896756" y="1155655"/>
                        <a:pt x="577602" y="1155655"/>
                      </a:cubicBezTo>
                      <a:cubicBezTo>
                        <a:pt x="258448" y="1155655"/>
                        <a:pt x="-278" y="896929"/>
                        <a:pt x="-278" y="577775"/>
                      </a:cubicBezTo>
                      <a:cubicBezTo>
                        <a:pt x="-278" y="258622"/>
                        <a:pt x="258448" y="-104"/>
                        <a:pt x="577602" y="-104"/>
                      </a:cubicBezTo>
                      <a:cubicBezTo>
                        <a:pt x="896756" y="-104"/>
                        <a:pt x="1155481" y="258622"/>
                        <a:pt x="1155481" y="5777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4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25000"/>
                    </a:prst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621FBE-B97E-9A33-BD37-9268DCBF9151}"/>
                  </a:ext>
                </a:extLst>
              </p:cNvPr>
              <p:cNvSpPr txBox="1"/>
              <p:nvPr/>
            </p:nvSpPr>
            <p:spPr>
              <a:xfrm>
                <a:off x="1168403" y="3121254"/>
                <a:ext cx="17124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Creative Process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E2FA99D-9613-82CA-060F-551082DEAE6F}"/>
                  </a:ext>
                </a:extLst>
              </p:cNvPr>
              <p:cNvSpPr txBox="1"/>
              <p:nvPr/>
            </p:nvSpPr>
            <p:spPr>
              <a:xfrm>
                <a:off x="4553707" y="1526664"/>
                <a:ext cx="1063272" cy="527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01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EE7B40-6E6C-2ED3-BD45-0836351AA91C}"/>
                  </a:ext>
                </a:extLst>
              </p:cNvPr>
              <p:cNvSpPr txBox="1"/>
              <p:nvPr/>
            </p:nvSpPr>
            <p:spPr>
              <a:xfrm>
                <a:off x="4553096" y="4803990"/>
                <a:ext cx="1063272" cy="527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03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8BAE18-8751-EB82-AA1C-108B13EF2F23}"/>
                  </a:ext>
                </a:extLst>
              </p:cNvPr>
              <p:cNvSpPr txBox="1"/>
              <p:nvPr/>
            </p:nvSpPr>
            <p:spPr>
              <a:xfrm>
                <a:off x="4553707" y="3165327"/>
                <a:ext cx="1063272" cy="527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343A34-D2E2-191B-8760-2BBE0191B725}"/>
                </a:ext>
              </a:extLst>
            </p:cNvPr>
            <p:cNvSpPr txBox="1"/>
            <p:nvPr/>
          </p:nvSpPr>
          <p:spPr>
            <a:xfrm>
              <a:off x="7024975" y="2864303"/>
              <a:ext cx="486222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Creative Process Infographics</a:t>
              </a:r>
              <a:endPara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E13A6CE-22A4-6593-6ED4-12760C6C90CD}"/>
              </a:ext>
            </a:extLst>
          </p:cNvPr>
          <p:cNvSpPr txBox="1"/>
          <p:nvPr/>
        </p:nvSpPr>
        <p:spPr>
          <a:xfrm flipH="1">
            <a:off x="4557115" y="3364776"/>
            <a:ext cx="201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Lora" pitchFamily="2" charset="0"/>
              </a:rPr>
              <a:t>Blue is a color of serenity, trustworthiness, and welcome.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CEE3EA-D00E-7F66-74AD-03E47B7BCEC9}"/>
              </a:ext>
            </a:extLst>
          </p:cNvPr>
          <p:cNvSpPr txBox="1"/>
          <p:nvPr/>
        </p:nvSpPr>
        <p:spPr>
          <a:xfrm flipH="1">
            <a:off x="4557115" y="4801740"/>
            <a:ext cx="201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Lora" pitchFamily="2" charset="0"/>
              </a:rPr>
              <a:t>Purple is a color of luxury, mystery, and romance.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26A59D-6E18-B982-D777-E00E2C979169}"/>
              </a:ext>
            </a:extLst>
          </p:cNvPr>
          <p:cNvSpPr txBox="1"/>
          <p:nvPr/>
        </p:nvSpPr>
        <p:spPr>
          <a:xfrm flipH="1">
            <a:off x="4557115" y="1927813"/>
            <a:ext cx="201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Lora" pitchFamily="2" charset="0"/>
              </a:rPr>
              <a:t>Yellow is a color of happiness, friendliness, and warning.</a:t>
            </a:r>
          </a:p>
        </p:txBody>
      </p:sp>
    </p:spTree>
    <p:extLst>
      <p:ext uri="{BB962C8B-B14F-4D97-AF65-F5344CB8AC3E}">
        <p14:creationId xmlns:p14="http://schemas.microsoft.com/office/powerpoint/2010/main" val="324910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6" name="Group 30745">
            <a:extLst>
              <a:ext uri="{FF2B5EF4-FFF2-40B4-BE49-F238E27FC236}">
                <a16:creationId xmlns:a16="http://schemas.microsoft.com/office/drawing/2014/main" id="{648AA7CD-4ECF-9B4F-694D-0D0FA58E21C1}"/>
              </a:ext>
            </a:extLst>
          </p:cNvPr>
          <p:cNvGrpSpPr/>
          <p:nvPr/>
        </p:nvGrpSpPr>
        <p:grpSpPr>
          <a:xfrm>
            <a:off x="426087" y="2124969"/>
            <a:ext cx="11339825" cy="4023741"/>
            <a:chOff x="426087" y="1689541"/>
            <a:chExt cx="11339825" cy="4023741"/>
          </a:xfrm>
        </p:grpSpPr>
        <p:grpSp>
          <p:nvGrpSpPr>
            <p:cNvPr id="30738" name="Group 30737">
              <a:extLst>
                <a:ext uri="{FF2B5EF4-FFF2-40B4-BE49-F238E27FC236}">
                  <a16:creationId xmlns:a16="http://schemas.microsoft.com/office/drawing/2014/main" id="{8DBB4D44-4016-4EE1-1B84-6D9259CB5527}"/>
                </a:ext>
              </a:extLst>
            </p:cNvPr>
            <p:cNvGrpSpPr/>
            <p:nvPr/>
          </p:nvGrpSpPr>
          <p:grpSpPr>
            <a:xfrm>
              <a:off x="426087" y="1689541"/>
              <a:ext cx="11339825" cy="3794158"/>
              <a:chOff x="426087" y="1689541"/>
              <a:chExt cx="11339825" cy="3794158"/>
            </a:xfrm>
          </p:grpSpPr>
          <p:grpSp>
            <p:nvGrpSpPr>
              <p:cNvPr id="30732" name="Group 30731">
                <a:extLst>
                  <a:ext uri="{FF2B5EF4-FFF2-40B4-BE49-F238E27FC236}">
                    <a16:creationId xmlns:a16="http://schemas.microsoft.com/office/drawing/2014/main" id="{90E2E7F5-B5A5-E88C-7E46-47AB6AC48E3C}"/>
                  </a:ext>
                </a:extLst>
              </p:cNvPr>
              <p:cNvGrpSpPr/>
              <p:nvPr/>
            </p:nvGrpSpPr>
            <p:grpSpPr>
              <a:xfrm>
                <a:off x="7745438" y="1689541"/>
                <a:ext cx="4020474" cy="3794157"/>
                <a:chOff x="7864647" y="1196055"/>
                <a:chExt cx="3971496" cy="3794157"/>
              </a:xfrm>
            </p:grpSpPr>
            <p:sp>
              <p:nvSpPr>
                <p:cNvPr id="30726" name="Oval 30725">
                  <a:extLst>
                    <a:ext uri="{FF2B5EF4-FFF2-40B4-BE49-F238E27FC236}">
                      <a16:creationId xmlns:a16="http://schemas.microsoft.com/office/drawing/2014/main" id="{547FF2F3-1EA6-9A0D-DE3D-6BB3A7C06E1D}"/>
                    </a:ext>
                  </a:extLst>
                </p:cNvPr>
                <p:cNvSpPr/>
                <p:nvPr/>
              </p:nvSpPr>
              <p:spPr>
                <a:xfrm>
                  <a:off x="7926277" y="1627749"/>
                  <a:ext cx="2930770" cy="293077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27" name="Oval 30726">
                  <a:extLst>
                    <a:ext uri="{FF2B5EF4-FFF2-40B4-BE49-F238E27FC236}">
                      <a16:creationId xmlns:a16="http://schemas.microsoft.com/office/drawing/2014/main" id="{AB5A8D73-5053-5F73-07A7-28B0F049C3F2}"/>
                    </a:ext>
                  </a:extLst>
                </p:cNvPr>
                <p:cNvSpPr/>
                <p:nvPr/>
              </p:nvSpPr>
              <p:spPr>
                <a:xfrm rot="16200000">
                  <a:off x="6394290" y="2666414"/>
                  <a:ext cx="3794157" cy="853440"/>
                </a:xfrm>
                <a:prstGeom prst="ellipse">
                  <a:avLst/>
                </a:prstGeom>
                <a:solidFill>
                  <a:schemeClr val="tx1"/>
                </a:solidFill>
                <a:effectLst>
                  <a:softEdge rad="3937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728" name="Oval 30727">
                  <a:extLst>
                    <a:ext uri="{FF2B5EF4-FFF2-40B4-BE49-F238E27FC236}">
                      <a16:creationId xmlns:a16="http://schemas.microsoft.com/office/drawing/2014/main" id="{4358CC29-D2B7-B0F4-21F9-98369913035A}"/>
                    </a:ext>
                  </a:extLst>
                </p:cNvPr>
                <p:cNvSpPr/>
                <p:nvPr/>
              </p:nvSpPr>
              <p:spPr>
                <a:xfrm rot="10800000">
                  <a:off x="7864647" y="2430379"/>
                  <a:ext cx="3971496" cy="1377672"/>
                </a:xfrm>
                <a:prstGeom prst="ellipse">
                  <a:avLst/>
                </a:prstGeom>
                <a:solidFill>
                  <a:schemeClr val="tx1"/>
                </a:solidFill>
                <a:effectLst>
                  <a:softEdge rad="3937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729" name="Arrow: Pentagon 30728">
                  <a:extLst>
                    <a:ext uri="{FF2B5EF4-FFF2-40B4-BE49-F238E27FC236}">
                      <a16:creationId xmlns:a16="http://schemas.microsoft.com/office/drawing/2014/main" id="{DB774BE8-25B1-CC37-C2AB-E732A0F0760E}"/>
                    </a:ext>
                  </a:extLst>
                </p:cNvPr>
                <p:cNvSpPr/>
                <p:nvPr/>
              </p:nvSpPr>
              <p:spPr>
                <a:xfrm>
                  <a:off x="8114893" y="2692495"/>
                  <a:ext cx="3721250" cy="801278"/>
                </a:xfrm>
                <a:prstGeom prst="homePlate">
                  <a:avLst>
                    <a:gd name="adj" fmla="val 4904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30" name="Freeform: Shape 30729">
                  <a:extLst>
                    <a:ext uri="{FF2B5EF4-FFF2-40B4-BE49-F238E27FC236}">
                      <a16:creationId xmlns:a16="http://schemas.microsoft.com/office/drawing/2014/main" id="{066E6FE3-DDE3-FC53-9A14-C5CC0187CC7F}"/>
                    </a:ext>
                  </a:extLst>
                </p:cNvPr>
                <p:cNvSpPr/>
                <p:nvPr/>
              </p:nvSpPr>
              <p:spPr>
                <a:xfrm>
                  <a:off x="7933897" y="2037678"/>
                  <a:ext cx="458790" cy="2126152"/>
                </a:xfrm>
                <a:custGeom>
                  <a:avLst/>
                  <a:gdLst>
                    <a:gd name="connsiteX0" fmla="*/ 458790 w 458790"/>
                    <a:gd name="connsiteY0" fmla="*/ 0 h 2126152"/>
                    <a:gd name="connsiteX1" fmla="*/ 458790 w 458790"/>
                    <a:gd name="connsiteY1" fmla="*/ 2126152 h 2126152"/>
                    <a:gd name="connsiteX2" fmla="*/ 429201 w 458790"/>
                    <a:gd name="connsiteY2" fmla="*/ 2099260 h 2126152"/>
                    <a:gd name="connsiteX3" fmla="*/ 0 w 458790"/>
                    <a:gd name="connsiteY3" fmla="*/ 1063076 h 2126152"/>
                    <a:gd name="connsiteX4" fmla="*/ 429201 w 458790"/>
                    <a:gd name="connsiteY4" fmla="*/ 26892 h 2126152"/>
                    <a:gd name="connsiteX5" fmla="*/ 458790 w 458790"/>
                    <a:gd name="connsiteY5" fmla="*/ 0 h 212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790" h="2126152">
                      <a:moveTo>
                        <a:pt x="458790" y="0"/>
                      </a:moveTo>
                      <a:lnTo>
                        <a:pt x="458790" y="2126152"/>
                      </a:lnTo>
                      <a:lnTo>
                        <a:pt x="429201" y="2099260"/>
                      </a:lnTo>
                      <a:cubicBezTo>
                        <a:pt x="164019" y="1834077"/>
                        <a:pt x="0" y="1467731"/>
                        <a:pt x="0" y="1063076"/>
                      </a:cubicBezTo>
                      <a:cubicBezTo>
                        <a:pt x="0" y="658421"/>
                        <a:pt x="164019" y="292075"/>
                        <a:pt x="429201" y="26892"/>
                      </a:cubicBezTo>
                      <a:lnTo>
                        <a:pt x="45879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733" name="Group 30732">
                <a:extLst>
                  <a:ext uri="{FF2B5EF4-FFF2-40B4-BE49-F238E27FC236}">
                    <a16:creationId xmlns:a16="http://schemas.microsoft.com/office/drawing/2014/main" id="{D5C1EDEA-CB2A-D2EF-70A8-5FAE8FF5BEED}"/>
                  </a:ext>
                </a:extLst>
              </p:cNvPr>
              <p:cNvGrpSpPr/>
              <p:nvPr/>
            </p:nvGrpSpPr>
            <p:grpSpPr>
              <a:xfrm>
                <a:off x="4085763" y="1689541"/>
                <a:ext cx="4020474" cy="3794157"/>
                <a:chOff x="4249554" y="1196055"/>
                <a:chExt cx="3971496" cy="3794157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2DD5666-FC19-FCF4-6BE4-F011C5C9F0B1}"/>
                    </a:ext>
                  </a:extLst>
                </p:cNvPr>
                <p:cNvSpPr/>
                <p:nvPr/>
              </p:nvSpPr>
              <p:spPr>
                <a:xfrm>
                  <a:off x="4311184" y="1627749"/>
                  <a:ext cx="2930770" cy="293077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20" name="Oval 30719">
                  <a:extLst>
                    <a:ext uri="{FF2B5EF4-FFF2-40B4-BE49-F238E27FC236}">
                      <a16:creationId xmlns:a16="http://schemas.microsoft.com/office/drawing/2014/main" id="{319CDDBA-243E-24C0-D532-7875D6A31B98}"/>
                    </a:ext>
                  </a:extLst>
                </p:cNvPr>
                <p:cNvSpPr/>
                <p:nvPr/>
              </p:nvSpPr>
              <p:spPr>
                <a:xfrm rot="16200000">
                  <a:off x="2779197" y="2666414"/>
                  <a:ext cx="3794157" cy="853440"/>
                </a:xfrm>
                <a:prstGeom prst="ellipse">
                  <a:avLst/>
                </a:prstGeom>
                <a:solidFill>
                  <a:schemeClr val="tx1"/>
                </a:solidFill>
                <a:effectLst>
                  <a:softEdge rad="3937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721" name="Oval 30720">
                  <a:extLst>
                    <a:ext uri="{FF2B5EF4-FFF2-40B4-BE49-F238E27FC236}">
                      <a16:creationId xmlns:a16="http://schemas.microsoft.com/office/drawing/2014/main" id="{D64EC1DD-5020-14AB-18E2-FEEE3C7AC925}"/>
                    </a:ext>
                  </a:extLst>
                </p:cNvPr>
                <p:cNvSpPr/>
                <p:nvPr/>
              </p:nvSpPr>
              <p:spPr>
                <a:xfrm rot="10800000">
                  <a:off x="4249554" y="2430379"/>
                  <a:ext cx="3971496" cy="1377672"/>
                </a:xfrm>
                <a:prstGeom prst="ellipse">
                  <a:avLst/>
                </a:prstGeom>
                <a:solidFill>
                  <a:schemeClr val="tx1"/>
                </a:solidFill>
                <a:effectLst>
                  <a:softEdge rad="3937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723" name="Arrow: Pentagon 30722">
                  <a:extLst>
                    <a:ext uri="{FF2B5EF4-FFF2-40B4-BE49-F238E27FC236}">
                      <a16:creationId xmlns:a16="http://schemas.microsoft.com/office/drawing/2014/main" id="{35FB95EA-3A94-937B-BB28-8D576CF00756}"/>
                    </a:ext>
                  </a:extLst>
                </p:cNvPr>
                <p:cNvSpPr/>
                <p:nvPr/>
              </p:nvSpPr>
              <p:spPr>
                <a:xfrm>
                  <a:off x="4499800" y="2692495"/>
                  <a:ext cx="3721250" cy="801278"/>
                </a:xfrm>
                <a:prstGeom prst="homePlate">
                  <a:avLst>
                    <a:gd name="adj" fmla="val 4904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24" name="Freeform: Shape 30723">
                  <a:extLst>
                    <a:ext uri="{FF2B5EF4-FFF2-40B4-BE49-F238E27FC236}">
                      <a16:creationId xmlns:a16="http://schemas.microsoft.com/office/drawing/2014/main" id="{B6BB7360-0C2D-78EA-7052-D69A1AB0A5A2}"/>
                    </a:ext>
                  </a:extLst>
                </p:cNvPr>
                <p:cNvSpPr/>
                <p:nvPr/>
              </p:nvSpPr>
              <p:spPr>
                <a:xfrm>
                  <a:off x="4318804" y="2037678"/>
                  <a:ext cx="458790" cy="2126152"/>
                </a:xfrm>
                <a:custGeom>
                  <a:avLst/>
                  <a:gdLst>
                    <a:gd name="connsiteX0" fmla="*/ 458790 w 458790"/>
                    <a:gd name="connsiteY0" fmla="*/ 0 h 2126152"/>
                    <a:gd name="connsiteX1" fmla="*/ 458790 w 458790"/>
                    <a:gd name="connsiteY1" fmla="*/ 2126152 h 2126152"/>
                    <a:gd name="connsiteX2" fmla="*/ 429201 w 458790"/>
                    <a:gd name="connsiteY2" fmla="*/ 2099260 h 2126152"/>
                    <a:gd name="connsiteX3" fmla="*/ 0 w 458790"/>
                    <a:gd name="connsiteY3" fmla="*/ 1063076 h 2126152"/>
                    <a:gd name="connsiteX4" fmla="*/ 429201 w 458790"/>
                    <a:gd name="connsiteY4" fmla="*/ 26892 h 2126152"/>
                    <a:gd name="connsiteX5" fmla="*/ 458790 w 458790"/>
                    <a:gd name="connsiteY5" fmla="*/ 0 h 212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790" h="2126152">
                      <a:moveTo>
                        <a:pt x="458790" y="0"/>
                      </a:moveTo>
                      <a:lnTo>
                        <a:pt x="458790" y="2126152"/>
                      </a:lnTo>
                      <a:lnTo>
                        <a:pt x="429201" y="2099260"/>
                      </a:lnTo>
                      <a:cubicBezTo>
                        <a:pt x="164019" y="1834077"/>
                        <a:pt x="0" y="1467731"/>
                        <a:pt x="0" y="1063076"/>
                      </a:cubicBezTo>
                      <a:cubicBezTo>
                        <a:pt x="0" y="658421"/>
                        <a:pt x="164019" y="292075"/>
                        <a:pt x="429201" y="26892"/>
                      </a:cubicBezTo>
                      <a:lnTo>
                        <a:pt x="45879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0737" name="Group 30736">
                <a:extLst>
                  <a:ext uri="{FF2B5EF4-FFF2-40B4-BE49-F238E27FC236}">
                    <a16:creationId xmlns:a16="http://schemas.microsoft.com/office/drawing/2014/main" id="{DC727649-BC88-A6FA-0139-DB4EC3E226DB}"/>
                  </a:ext>
                </a:extLst>
              </p:cNvPr>
              <p:cNvGrpSpPr/>
              <p:nvPr/>
            </p:nvGrpSpPr>
            <p:grpSpPr>
              <a:xfrm>
                <a:off x="426087" y="1689542"/>
                <a:ext cx="4020474" cy="3794157"/>
                <a:chOff x="426087" y="1689542"/>
                <a:chExt cx="4020474" cy="3794157"/>
              </a:xfrm>
            </p:grpSpPr>
            <p:sp>
              <p:nvSpPr>
                <p:cNvPr id="2" name="Oval 1">
                  <a:extLst>
                    <a:ext uri="{FF2B5EF4-FFF2-40B4-BE49-F238E27FC236}">
                      <a16:creationId xmlns:a16="http://schemas.microsoft.com/office/drawing/2014/main" id="{47772968-6463-E003-8CBA-341B79753AF1}"/>
                    </a:ext>
                  </a:extLst>
                </p:cNvPr>
                <p:cNvSpPr/>
                <p:nvPr/>
              </p:nvSpPr>
              <p:spPr>
                <a:xfrm>
                  <a:off x="488477" y="2121235"/>
                  <a:ext cx="2966913" cy="293077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9E18AD1-5479-B065-963E-A2F7FB4E8534}"/>
                    </a:ext>
                  </a:extLst>
                </p:cNvPr>
                <p:cNvSpPr/>
                <p:nvPr/>
              </p:nvSpPr>
              <p:spPr>
                <a:xfrm rot="16200000">
                  <a:off x="-1039008" y="3154638"/>
                  <a:ext cx="3794157" cy="863965"/>
                </a:xfrm>
                <a:prstGeom prst="ellipse">
                  <a:avLst/>
                </a:prstGeom>
                <a:solidFill>
                  <a:schemeClr val="tx1"/>
                </a:solidFill>
                <a:effectLst>
                  <a:softEdge rad="3937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817A658-8653-700A-0B35-6072EA6ADF32}"/>
                    </a:ext>
                  </a:extLst>
                </p:cNvPr>
                <p:cNvSpPr/>
                <p:nvPr/>
              </p:nvSpPr>
              <p:spPr>
                <a:xfrm rot="10800000">
                  <a:off x="426087" y="2923865"/>
                  <a:ext cx="4020474" cy="1377672"/>
                </a:xfrm>
                <a:prstGeom prst="ellipse">
                  <a:avLst/>
                </a:prstGeom>
                <a:solidFill>
                  <a:schemeClr val="tx1"/>
                </a:solidFill>
                <a:effectLst>
                  <a:softEdge rad="3937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" name="Arrow: Pentagon 12">
                  <a:extLst>
                    <a:ext uri="{FF2B5EF4-FFF2-40B4-BE49-F238E27FC236}">
                      <a16:creationId xmlns:a16="http://schemas.microsoft.com/office/drawing/2014/main" id="{1CF1B1E1-65DE-473F-F291-E3662CC57C7D}"/>
                    </a:ext>
                  </a:extLst>
                </p:cNvPr>
                <p:cNvSpPr/>
                <p:nvPr/>
              </p:nvSpPr>
              <p:spPr>
                <a:xfrm>
                  <a:off x="679419" y="3185981"/>
                  <a:ext cx="3767142" cy="801278"/>
                </a:xfrm>
                <a:prstGeom prst="homePlate">
                  <a:avLst>
                    <a:gd name="adj" fmla="val 4904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AB8BEBD0-71BB-936B-5546-3730542C1298}"/>
                    </a:ext>
                  </a:extLst>
                </p:cNvPr>
                <p:cNvSpPr/>
                <p:nvPr/>
              </p:nvSpPr>
              <p:spPr>
                <a:xfrm>
                  <a:off x="496191" y="2531164"/>
                  <a:ext cx="464448" cy="2126152"/>
                </a:xfrm>
                <a:custGeom>
                  <a:avLst/>
                  <a:gdLst>
                    <a:gd name="connsiteX0" fmla="*/ 458790 w 458790"/>
                    <a:gd name="connsiteY0" fmla="*/ 0 h 2126152"/>
                    <a:gd name="connsiteX1" fmla="*/ 458790 w 458790"/>
                    <a:gd name="connsiteY1" fmla="*/ 2126152 h 2126152"/>
                    <a:gd name="connsiteX2" fmla="*/ 429201 w 458790"/>
                    <a:gd name="connsiteY2" fmla="*/ 2099260 h 2126152"/>
                    <a:gd name="connsiteX3" fmla="*/ 0 w 458790"/>
                    <a:gd name="connsiteY3" fmla="*/ 1063076 h 2126152"/>
                    <a:gd name="connsiteX4" fmla="*/ 429201 w 458790"/>
                    <a:gd name="connsiteY4" fmla="*/ 26892 h 2126152"/>
                    <a:gd name="connsiteX5" fmla="*/ 458790 w 458790"/>
                    <a:gd name="connsiteY5" fmla="*/ 0 h 212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790" h="2126152">
                      <a:moveTo>
                        <a:pt x="458790" y="0"/>
                      </a:moveTo>
                      <a:lnTo>
                        <a:pt x="458790" y="2126152"/>
                      </a:lnTo>
                      <a:lnTo>
                        <a:pt x="429201" y="2099260"/>
                      </a:lnTo>
                      <a:cubicBezTo>
                        <a:pt x="164019" y="1834077"/>
                        <a:pt x="0" y="1467731"/>
                        <a:pt x="0" y="1063076"/>
                      </a:cubicBezTo>
                      <a:cubicBezTo>
                        <a:pt x="0" y="658421"/>
                        <a:pt x="164019" y="292075"/>
                        <a:pt x="429201" y="26892"/>
                      </a:cubicBezTo>
                      <a:lnTo>
                        <a:pt x="45879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0739" name="TextBox 30738">
              <a:extLst>
                <a:ext uri="{FF2B5EF4-FFF2-40B4-BE49-F238E27FC236}">
                  <a16:creationId xmlns:a16="http://schemas.microsoft.com/office/drawing/2014/main" id="{528AA7DB-D18F-FA7A-BBF5-AA7F66AE33B4}"/>
                </a:ext>
              </a:extLst>
            </p:cNvPr>
            <p:cNvSpPr txBox="1"/>
            <p:nvPr/>
          </p:nvSpPr>
          <p:spPr>
            <a:xfrm flipH="1">
              <a:off x="593006" y="5190062"/>
              <a:ext cx="2757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30740" name="TextBox 30739">
              <a:extLst>
                <a:ext uri="{FF2B5EF4-FFF2-40B4-BE49-F238E27FC236}">
                  <a16:creationId xmlns:a16="http://schemas.microsoft.com/office/drawing/2014/main" id="{1E15C06D-20DA-7F67-0F88-FBE5EBD8FB95}"/>
                </a:ext>
              </a:extLst>
            </p:cNvPr>
            <p:cNvSpPr txBox="1"/>
            <p:nvPr/>
          </p:nvSpPr>
          <p:spPr>
            <a:xfrm flipH="1">
              <a:off x="4252682" y="5190062"/>
              <a:ext cx="2757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30741" name="TextBox 30740">
              <a:extLst>
                <a:ext uri="{FF2B5EF4-FFF2-40B4-BE49-F238E27FC236}">
                  <a16:creationId xmlns:a16="http://schemas.microsoft.com/office/drawing/2014/main" id="{F257D233-4ADD-183D-33F6-2341E2632449}"/>
                </a:ext>
              </a:extLst>
            </p:cNvPr>
            <p:cNvSpPr txBox="1"/>
            <p:nvPr/>
          </p:nvSpPr>
          <p:spPr>
            <a:xfrm flipH="1">
              <a:off x="7912357" y="5190062"/>
              <a:ext cx="2757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30743" name="TextBox 30742">
              <a:extLst>
                <a:ext uri="{FF2B5EF4-FFF2-40B4-BE49-F238E27FC236}">
                  <a16:creationId xmlns:a16="http://schemas.microsoft.com/office/drawing/2014/main" id="{CEAC04D3-2B1A-1D27-8B34-029B02A3238A}"/>
                </a:ext>
              </a:extLst>
            </p:cNvPr>
            <p:cNvSpPr txBox="1"/>
            <p:nvPr/>
          </p:nvSpPr>
          <p:spPr>
            <a:xfrm flipH="1">
              <a:off x="1146015" y="3401954"/>
              <a:ext cx="2757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Intrinsic Task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30744" name="TextBox 30743">
              <a:extLst>
                <a:ext uri="{FF2B5EF4-FFF2-40B4-BE49-F238E27FC236}">
                  <a16:creationId xmlns:a16="http://schemas.microsoft.com/office/drawing/2014/main" id="{9D609B10-5B3C-C258-1FDC-724D84693C1A}"/>
                </a:ext>
              </a:extLst>
            </p:cNvPr>
            <p:cNvSpPr txBox="1"/>
            <p:nvPr/>
          </p:nvSpPr>
          <p:spPr>
            <a:xfrm flipH="1">
              <a:off x="4797666" y="3401954"/>
              <a:ext cx="2757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Expertise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30745" name="TextBox 30744">
              <a:extLst>
                <a:ext uri="{FF2B5EF4-FFF2-40B4-BE49-F238E27FC236}">
                  <a16:creationId xmlns:a16="http://schemas.microsoft.com/office/drawing/2014/main" id="{7DC47EBE-BBE6-64F7-AE18-E6614DCF97B6}"/>
                </a:ext>
              </a:extLst>
            </p:cNvPr>
            <p:cNvSpPr txBox="1"/>
            <p:nvPr/>
          </p:nvSpPr>
          <p:spPr>
            <a:xfrm flipH="1">
              <a:off x="8434804" y="3401954"/>
              <a:ext cx="2757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Creative Thinking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</p:grpSp>
      <p:sp>
        <p:nvSpPr>
          <p:cNvPr id="30748" name="TextBox 30747">
            <a:extLst>
              <a:ext uri="{FF2B5EF4-FFF2-40B4-BE49-F238E27FC236}">
                <a16:creationId xmlns:a16="http://schemas.microsoft.com/office/drawing/2014/main" id="{EA8F0848-7A5E-3C21-A5A7-72B5FFD2E072}"/>
              </a:ext>
            </a:extLst>
          </p:cNvPr>
          <p:cNvSpPr txBox="1"/>
          <p:nvPr/>
        </p:nvSpPr>
        <p:spPr>
          <a:xfrm>
            <a:off x="0" y="140608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Three-Component Model Of Creativity</a:t>
            </a:r>
          </a:p>
        </p:txBody>
      </p:sp>
    </p:spTree>
    <p:extLst>
      <p:ext uri="{BB962C8B-B14F-4D97-AF65-F5344CB8AC3E}">
        <p14:creationId xmlns:p14="http://schemas.microsoft.com/office/powerpoint/2010/main" val="325619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60" name="Group 23559">
            <a:extLst>
              <a:ext uri="{FF2B5EF4-FFF2-40B4-BE49-F238E27FC236}">
                <a16:creationId xmlns:a16="http://schemas.microsoft.com/office/drawing/2014/main" id="{7B7A5373-B733-DF45-2DE7-0A1D9FC71C06}"/>
              </a:ext>
            </a:extLst>
          </p:cNvPr>
          <p:cNvGrpSpPr/>
          <p:nvPr/>
        </p:nvGrpSpPr>
        <p:grpSpPr>
          <a:xfrm>
            <a:off x="184429" y="1888819"/>
            <a:ext cx="11823142" cy="4343256"/>
            <a:chOff x="305615" y="2019445"/>
            <a:chExt cx="11823142" cy="434325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394090-7B87-32A1-606D-E472C6D06A2C}"/>
                </a:ext>
              </a:extLst>
            </p:cNvPr>
            <p:cNvSpPr/>
            <p:nvPr/>
          </p:nvSpPr>
          <p:spPr>
            <a:xfrm>
              <a:off x="4058402" y="2019445"/>
              <a:ext cx="2526583" cy="2174116"/>
            </a:xfrm>
            <a:custGeom>
              <a:avLst/>
              <a:gdLst>
                <a:gd name="connsiteX0" fmla="*/ 1162050 w 2324100"/>
                <a:gd name="connsiteY0" fmla="*/ 0 h 1999880"/>
                <a:gd name="connsiteX1" fmla="*/ 2324100 w 2324100"/>
                <a:gd name="connsiteY1" fmla="*/ 1162050 h 1999880"/>
                <a:gd name="connsiteX2" fmla="*/ 1983743 w 2324100"/>
                <a:gd name="connsiteY2" fmla="*/ 1983743 h 1999880"/>
                <a:gd name="connsiteX3" fmla="*/ 1965988 w 2324100"/>
                <a:gd name="connsiteY3" fmla="*/ 1999880 h 1999880"/>
                <a:gd name="connsiteX4" fmla="*/ 1901222 w 2324100"/>
                <a:gd name="connsiteY4" fmla="*/ 1941016 h 1999880"/>
                <a:gd name="connsiteX5" fmla="*/ 1162050 w 2324100"/>
                <a:gd name="connsiteY5" fmla="*/ 1675660 h 1999880"/>
                <a:gd name="connsiteX6" fmla="*/ 422878 w 2324100"/>
                <a:gd name="connsiteY6" fmla="*/ 1941016 h 1999880"/>
                <a:gd name="connsiteX7" fmla="*/ 358112 w 2324100"/>
                <a:gd name="connsiteY7" fmla="*/ 1999880 h 1999880"/>
                <a:gd name="connsiteX8" fmla="*/ 340357 w 2324100"/>
                <a:gd name="connsiteY8" fmla="*/ 1983743 h 1999880"/>
                <a:gd name="connsiteX9" fmla="*/ 0 w 2324100"/>
                <a:gd name="connsiteY9" fmla="*/ 1162050 h 1999880"/>
                <a:gd name="connsiteX10" fmla="*/ 1162050 w 2324100"/>
                <a:gd name="connsiteY10" fmla="*/ 0 h 1999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100" h="1999880">
                  <a:moveTo>
                    <a:pt x="1162050" y="0"/>
                  </a:moveTo>
                  <a:cubicBezTo>
                    <a:pt x="1803832" y="0"/>
                    <a:pt x="2324100" y="520268"/>
                    <a:pt x="2324100" y="1162050"/>
                  </a:cubicBezTo>
                  <a:cubicBezTo>
                    <a:pt x="2324100" y="1482941"/>
                    <a:pt x="2194033" y="1773454"/>
                    <a:pt x="1983743" y="1983743"/>
                  </a:cubicBezTo>
                  <a:lnTo>
                    <a:pt x="1965988" y="1999880"/>
                  </a:lnTo>
                  <a:lnTo>
                    <a:pt x="1901222" y="1941016"/>
                  </a:lnTo>
                  <a:cubicBezTo>
                    <a:pt x="1700351" y="1775243"/>
                    <a:pt x="1442830" y="1675660"/>
                    <a:pt x="1162050" y="1675660"/>
                  </a:cubicBezTo>
                  <a:cubicBezTo>
                    <a:pt x="881270" y="1675660"/>
                    <a:pt x="623749" y="1775243"/>
                    <a:pt x="422878" y="1941016"/>
                  </a:cubicBezTo>
                  <a:lnTo>
                    <a:pt x="358112" y="1999880"/>
                  </a:lnTo>
                  <a:lnTo>
                    <a:pt x="340357" y="1983743"/>
                  </a:lnTo>
                  <a:cubicBezTo>
                    <a:pt x="130067" y="1773454"/>
                    <a:pt x="0" y="1482941"/>
                    <a:pt x="0" y="1162050"/>
                  </a:cubicBezTo>
                  <a:cubicBezTo>
                    <a:pt x="0" y="520268"/>
                    <a:pt x="520268" y="0"/>
                    <a:pt x="1162050" y="0"/>
                  </a:cubicBezTo>
                  <a:close/>
                </a:path>
              </a:pathLst>
            </a:custGeom>
            <a:ln w="1047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19950BF-AC3A-3279-567E-732C8A42798C}"/>
                </a:ext>
              </a:extLst>
            </p:cNvPr>
            <p:cNvSpPr/>
            <p:nvPr/>
          </p:nvSpPr>
          <p:spPr>
            <a:xfrm>
              <a:off x="5870098" y="4188585"/>
              <a:ext cx="2526583" cy="2174116"/>
            </a:xfrm>
            <a:custGeom>
              <a:avLst/>
              <a:gdLst>
                <a:gd name="connsiteX0" fmla="*/ 358112 w 2324100"/>
                <a:gd name="connsiteY0" fmla="*/ 0 h 1999880"/>
                <a:gd name="connsiteX1" fmla="*/ 422878 w 2324100"/>
                <a:gd name="connsiteY1" fmla="*/ 58864 h 1999880"/>
                <a:gd name="connsiteX2" fmla="*/ 1162050 w 2324100"/>
                <a:gd name="connsiteY2" fmla="*/ 324220 h 1999880"/>
                <a:gd name="connsiteX3" fmla="*/ 1901222 w 2324100"/>
                <a:gd name="connsiteY3" fmla="*/ 58864 h 1999880"/>
                <a:gd name="connsiteX4" fmla="*/ 1965988 w 2324100"/>
                <a:gd name="connsiteY4" fmla="*/ 0 h 1999880"/>
                <a:gd name="connsiteX5" fmla="*/ 1983743 w 2324100"/>
                <a:gd name="connsiteY5" fmla="*/ 16137 h 1999880"/>
                <a:gd name="connsiteX6" fmla="*/ 2324100 w 2324100"/>
                <a:gd name="connsiteY6" fmla="*/ 837830 h 1999880"/>
                <a:gd name="connsiteX7" fmla="*/ 1162050 w 2324100"/>
                <a:gd name="connsiteY7" fmla="*/ 1999880 h 1999880"/>
                <a:gd name="connsiteX8" fmla="*/ 0 w 2324100"/>
                <a:gd name="connsiteY8" fmla="*/ 837830 h 1999880"/>
                <a:gd name="connsiteX9" fmla="*/ 340357 w 2324100"/>
                <a:gd name="connsiteY9" fmla="*/ 16137 h 1999880"/>
                <a:gd name="connsiteX10" fmla="*/ 358112 w 2324100"/>
                <a:gd name="connsiteY10" fmla="*/ 0 h 1999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100" h="1999880">
                  <a:moveTo>
                    <a:pt x="358112" y="0"/>
                  </a:moveTo>
                  <a:lnTo>
                    <a:pt x="422878" y="58864"/>
                  </a:lnTo>
                  <a:cubicBezTo>
                    <a:pt x="623749" y="224638"/>
                    <a:pt x="881270" y="324220"/>
                    <a:pt x="1162050" y="324220"/>
                  </a:cubicBezTo>
                  <a:cubicBezTo>
                    <a:pt x="1442830" y="324220"/>
                    <a:pt x="1700351" y="224638"/>
                    <a:pt x="1901222" y="58864"/>
                  </a:cubicBezTo>
                  <a:lnTo>
                    <a:pt x="1965988" y="0"/>
                  </a:lnTo>
                  <a:lnTo>
                    <a:pt x="1983743" y="16137"/>
                  </a:lnTo>
                  <a:cubicBezTo>
                    <a:pt x="2194033" y="226427"/>
                    <a:pt x="2324100" y="516939"/>
                    <a:pt x="2324100" y="837830"/>
                  </a:cubicBezTo>
                  <a:cubicBezTo>
                    <a:pt x="2324100" y="1479612"/>
                    <a:pt x="1803832" y="1999880"/>
                    <a:pt x="1162050" y="1999880"/>
                  </a:cubicBezTo>
                  <a:cubicBezTo>
                    <a:pt x="520268" y="1999880"/>
                    <a:pt x="0" y="1479612"/>
                    <a:pt x="0" y="837830"/>
                  </a:cubicBezTo>
                  <a:cubicBezTo>
                    <a:pt x="0" y="516939"/>
                    <a:pt x="130067" y="226427"/>
                    <a:pt x="340357" y="16137"/>
                  </a:cubicBezTo>
                  <a:lnTo>
                    <a:pt x="358112" y="0"/>
                  </a:lnTo>
                  <a:close/>
                </a:path>
              </a:pathLst>
            </a:custGeom>
            <a:solidFill>
              <a:schemeClr val="accent3"/>
            </a:solidFill>
            <a:ln w="1047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0767E3A-E197-4F88-C52A-7696967BE380}"/>
                </a:ext>
              </a:extLst>
            </p:cNvPr>
            <p:cNvSpPr/>
            <p:nvPr/>
          </p:nvSpPr>
          <p:spPr>
            <a:xfrm rot="16200000">
              <a:off x="3861458" y="4007375"/>
              <a:ext cx="2526583" cy="2174116"/>
            </a:xfrm>
            <a:custGeom>
              <a:avLst/>
              <a:gdLst>
                <a:gd name="connsiteX0" fmla="*/ 1162050 w 2324100"/>
                <a:gd name="connsiteY0" fmla="*/ 0 h 1999880"/>
                <a:gd name="connsiteX1" fmla="*/ 2324100 w 2324100"/>
                <a:gd name="connsiteY1" fmla="*/ 1162050 h 1999880"/>
                <a:gd name="connsiteX2" fmla="*/ 1983743 w 2324100"/>
                <a:gd name="connsiteY2" fmla="*/ 1983743 h 1999880"/>
                <a:gd name="connsiteX3" fmla="*/ 1965988 w 2324100"/>
                <a:gd name="connsiteY3" fmla="*/ 1999880 h 1999880"/>
                <a:gd name="connsiteX4" fmla="*/ 1901222 w 2324100"/>
                <a:gd name="connsiteY4" fmla="*/ 1941016 h 1999880"/>
                <a:gd name="connsiteX5" fmla="*/ 1162050 w 2324100"/>
                <a:gd name="connsiteY5" fmla="*/ 1675660 h 1999880"/>
                <a:gd name="connsiteX6" fmla="*/ 422878 w 2324100"/>
                <a:gd name="connsiteY6" fmla="*/ 1941016 h 1999880"/>
                <a:gd name="connsiteX7" fmla="*/ 358112 w 2324100"/>
                <a:gd name="connsiteY7" fmla="*/ 1999880 h 1999880"/>
                <a:gd name="connsiteX8" fmla="*/ 340357 w 2324100"/>
                <a:gd name="connsiteY8" fmla="*/ 1983743 h 1999880"/>
                <a:gd name="connsiteX9" fmla="*/ 0 w 2324100"/>
                <a:gd name="connsiteY9" fmla="*/ 1162050 h 1999880"/>
                <a:gd name="connsiteX10" fmla="*/ 1162050 w 2324100"/>
                <a:gd name="connsiteY10" fmla="*/ 0 h 1999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100" h="1999880">
                  <a:moveTo>
                    <a:pt x="1162050" y="0"/>
                  </a:moveTo>
                  <a:cubicBezTo>
                    <a:pt x="1803832" y="0"/>
                    <a:pt x="2324100" y="520268"/>
                    <a:pt x="2324100" y="1162050"/>
                  </a:cubicBezTo>
                  <a:cubicBezTo>
                    <a:pt x="2324100" y="1482941"/>
                    <a:pt x="2194033" y="1773454"/>
                    <a:pt x="1983743" y="1983743"/>
                  </a:cubicBezTo>
                  <a:lnTo>
                    <a:pt x="1965988" y="1999880"/>
                  </a:lnTo>
                  <a:lnTo>
                    <a:pt x="1901222" y="1941016"/>
                  </a:lnTo>
                  <a:cubicBezTo>
                    <a:pt x="1700351" y="1775243"/>
                    <a:pt x="1442830" y="1675660"/>
                    <a:pt x="1162050" y="1675660"/>
                  </a:cubicBezTo>
                  <a:cubicBezTo>
                    <a:pt x="881270" y="1675660"/>
                    <a:pt x="623749" y="1775243"/>
                    <a:pt x="422878" y="1941016"/>
                  </a:cubicBezTo>
                  <a:lnTo>
                    <a:pt x="358112" y="1999880"/>
                  </a:lnTo>
                  <a:lnTo>
                    <a:pt x="340357" y="1983743"/>
                  </a:lnTo>
                  <a:cubicBezTo>
                    <a:pt x="130067" y="1773454"/>
                    <a:pt x="0" y="1482941"/>
                    <a:pt x="0" y="1162050"/>
                  </a:cubicBezTo>
                  <a:cubicBezTo>
                    <a:pt x="0" y="520268"/>
                    <a:pt x="520268" y="0"/>
                    <a:pt x="1162050" y="0"/>
                  </a:cubicBezTo>
                  <a:close/>
                </a:path>
              </a:pathLst>
            </a:custGeom>
            <a:solidFill>
              <a:schemeClr val="accent4"/>
            </a:solidFill>
            <a:ln w="1047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E7AC2EF-AE5C-6399-1B1E-9DFA89F7E692}"/>
                </a:ext>
              </a:extLst>
            </p:cNvPr>
            <p:cNvSpPr/>
            <p:nvPr/>
          </p:nvSpPr>
          <p:spPr>
            <a:xfrm rot="16200000">
              <a:off x="6067936" y="2214416"/>
              <a:ext cx="2526583" cy="2174116"/>
            </a:xfrm>
            <a:custGeom>
              <a:avLst/>
              <a:gdLst>
                <a:gd name="connsiteX0" fmla="*/ 358112 w 2324100"/>
                <a:gd name="connsiteY0" fmla="*/ 0 h 1999880"/>
                <a:gd name="connsiteX1" fmla="*/ 422878 w 2324100"/>
                <a:gd name="connsiteY1" fmla="*/ 58864 h 1999880"/>
                <a:gd name="connsiteX2" fmla="*/ 1162050 w 2324100"/>
                <a:gd name="connsiteY2" fmla="*/ 324220 h 1999880"/>
                <a:gd name="connsiteX3" fmla="*/ 1901222 w 2324100"/>
                <a:gd name="connsiteY3" fmla="*/ 58864 h 1999880"/>
                <a:gd name="connsiteX4" fmla="*/ 1965988 w 2324100"/>
                <a:gd name="connsiteY4" fmla="*/ 0 h 1999880"/>
                <a:gd name="connsiteX5" fmla="*/ 1983743 w 2324100"/>
                <a:gd name="connsiteY5" fmla="*/ 16137 h 1999880"/>
                <a:gd name="connsiteX6" fmla="*/ 2324100 w 2324100"/>
                <a:gd name="connsiteY6" fmla="*/ 837830 h 1999880"/>
                <a:gd name="connsiteX7" fmla="*/ 1162050 w 2324100"/>
                <a:gd name="connsiteY7" fmla="*/ 1999880 h 1999880"/>
                <a:gd name="connsiteX8" fmla="*/ 0 w 2324100"/>
                <a:gd name="connsiteY8" fmla="*/ 837830 h 1999880"/>
                <a:gd name="connsiteX9" fmla="*/ 340357 w 2324100"/>
                <a:gd name="connsiteY9" fmla="*/ 16137 h 1999880"/>
                <a:gd name="connsiteX10" fmla="*/ 358112 w 2324100"/>
                <a:gd name="connsiteY10" fmla="*/ 0 h 1999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100" h="1999880">
                  <a:moveTo>
                    <a:pt x="358112" y="0"/>
                  </a:moveTo>
                  <a:lnTo>
                    <a:pt x="422878" y="58864"/>
                  </a:lnTo>
                  <a:cubicBezTo>
                    <a:pt x="623749" y="224638"/>
                    <a:pt x="881270" y="324220"/>
                    <a:pt x="1162050" y="324220"/>
                  </a:cubicBezTo>
                  <a:cubicBezTo>
                    <a:pt x="1442830" y="324220"/>
                    <a:pt x="1700351" y="224638"/>
                    <a:pt x="1901222" y="58864"/>
                  </a:cubicBezTo>
                  <a:lnTo>
                    <a:pt x="1965988" y="0"/>
                  </a:lnTo>
                  <a:lnTo>
                    <a:pt x="1983743" y="16137"/>
                  </a:lnTo>
                  <a:cubicBezTo>
                    <a:pt x="2194033" y="226427"/>
                    <a:pt x="2324100" y="516939"/>
                    <a:pt x="2324100" y="837830"/>
                  </a:cubicBezTo>
                  <a:cubicBezTo>
                    <a:pt x="2324100" y="1479612"/>
                    <a:pt x="1803832" y="1999880"/>
                    <a:pt x="1162050" y="1999880"/>
                  </a:cubicBezTo>
                  <a:cubicBezTo>
                    <a:pt x="520268" y="1999880"/>
                    <a:pt x="0" y="1479612"/>
                    <a:pt x="0" y="837830"/>
                  </a:cubicBezTo>
                  <a:cubicBezTo>
                    <a:pt x="0" y="516939"/>
                    <a:pt x="130067" y="226427"/>
                    <a:pt x="340357" y="16137"/>
                  </a:cubicBezTo>
                  <a:lnTo>
                    <a:pt x="358112" y="0"/>
                  </a:lnTo>
                  <a:close/>
                </a:path>
              </a:pathLst>
            </a:custGeom>
            <a:solidFill>
              <a:schemeClr val="accent2"/>
            </a:solidFill>
            <a:ln w="1047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DB69A0-D078-9EB3-25C7-A38DAB6B9806}"/>
                </a:ext>
              </a:extLst>
            </p:cNvPr>
            <p:cNvSpPr txBox="1"/>
            <p:nvPr/>
          </p:nvSpPr>
          <p:spPr>
            <a:xfrm>
              <a:off x="8744472" y="2810362"/>
              <a:ext cx="338428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Maintenance Management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55A0B33-6487-D716-A780-7D3238E6CD12}"/>
                </a:ext>
              </a:extLst>
            </p:cNvPr>
            <p:cNvSpPr txBox="1"/>
            <p:nvPr/>
          </p:nvSpPr>
          <p:spPr>
            <a:xfrm>
              <a:off x="4560821" y="3002722"/>
              <a:ext cx="15217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People</a:t>
              </a:r>
              <a:endParaRPr lang="en-US" sz="1600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23552" name="TextBox 23551">
              <a:extLst>
                <a:ext uri="{FF2B5EF4-FFF2-40B4-BE49-F238E27FC236}">
                  <a16:creationId xmlns:a16="http://schemas.microsoft.com/office/drawing/2014/main" id="{D16A7CFB-2DE9-507A-93A6-AED317FC83A8}"/>
                </a:ext>
              </a:extLst>
            </p:cNvPr>
            <p:cNvSpPr txBox="1"/>
            <p:nvPr/>
          </p:nvSpPr>
          <p:spPr>
            <a:xfrm>
              <a:off x="4363877" y="5094918"/>
              <a:ext cx="15217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Procedure</a:t>
              </a:r>
              <a:endParaRPr lang="en-US" sz="1600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23553" name="TextBox 23552">
              <a:extLst>
                <a:ext uri="{FF2B5EF4-FFF2-40B4-BE49-F238E27FC236}">
                  <a16:creationId xmlns:a16="http://schemas.microsoft.com/office/drawing/2014/main" id="{388E783C-96A1-F2F6-FFB4-7D82C4C751EC}"/>
                </a:ext>
              </a:extLst>
            </p:cNvPr>
            <p:cNvSpPr txBox="1"/>
            <p:nvPr/>
          </p:nvSpPr>
          <p:spPr>
            <a:xfrm>
              <a:off x="6570355" y="3002722"/>
              <a:ext cx="15217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Plant</a:t>
              </a:r>
              <a:endParaRPr lang="en-US" sz="1600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23555" name="TextBox 23554">
              <a:extLst>
                <a:ext uri="{FF2B5EF4-FFF2-40B4-BE49-F238E27FC236}">
                  <a16:creationId xmlns:a16="http://schemas.microsoft.com/office/drawing/2014/main" id="{0B896010-BC06-9FFC-CE4A-0C381C24BBBB}"/>
                </a:ext>
              </a:extLst>
            </p:cNvPr>
            <p:cNvSpPr txBox="1"/>
            <p:nvPr/>
          </p:nvSpPr>
          <p:spPr>
            <a:xfrm>
              <a:off x="6372517" y="5094918"/>
              <a:ext cx="15217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Process</a:t>
              </a:r>
              <a:endParaRPr lang="en-US" sz="1600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23557" name="TextBox 23556">
              <a:extLst>
                <a:ext uri="{FF2B5EF4-FFF2-40B4-BE49-F238E27FC236}">
                  <a16:creationId xmlns:a16="http://schemas.microsoft.com/office/drawing/2014/main" id="{45D23FE3-EC71-AFD2-B167-DCE8D3AE9AFB}"/>
                </a:ext>
              </a:extLst>
            </p:cNvPr>
            <p:cNvSpPr txBox="1"/>
            <p:nvPr/>
          </p:nvSpPr>
          <p:spPr>
            <a:xfrm>
              <a:off x="8744472" y="4902558"/>
              <a:ext cx="338428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Records Management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23558" name="TextBox 23557">
              <a:extLst>
                <a:ext uri="{FF2B5EF4-FFF2-40B4-BE49-F238E27FC236}">
                  <a16:creationId xmlns:a16="http://schemas.microsoft.com/office/drawing/2014/main" id="{E120DDCD-4D6A-B28C-E286-784F26CAD020}"/>
                </a:ext>
              </a:extLst>
            </p:cNvPr>
            <p:cNvSpPr txBox="1"/>
            <p:nvPr/>
          </p:nvSpPr>
          <p:spPr>
            <a:xfrm>
              <a:off x="305615" y="2810362"/>
              <a:ext cx="3384285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Workforce Management</a:t>
              </a:r>
            </a:p>
            <a:p>
              <a:pPr algn="r">
                <a:spcBef>
                  <a:spcPts val="600"/>
                </a:spcBef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23559" name="TextBox 23558">
              <a:extLst>
                <a:ext uri="{FF2B5EF4-FFF2-40B4-BE49-F238E27FC236}">
                  <a16:creationId xmlns:a16="http://schemas.microsoft.com/office/drawing/2014/main" id="{7C8BF875-9EEC-6A56-86BC-15C0156217BF}"/>
                </a:ext>
              </a:extLst>
            </p:cNvPr>
            <p:cNvSpPr txBox="1"/>
            <p:nvPr/>
          </p:nvSpPr>
          <p:spPr>
            <a:xfrm>
              <a:off x="305615" y="4902558"/>
              <a:ext cx="338428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Quality Management</a:t>
              </a:r>
            </a:p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64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762199D2-3C01-3452-4559-9DEBE0C89F8C}"/>
              </a:ext>
            </a:extLst>
          </p:cNvPr>
          <p:cNvGrpSpPr/>
          <p:nvPr/>
        </p:nvGrpSpPr>
        <p:grpSpPr>
          <a:xfrm>
            <a:off x="444136" y="2017485"/>
            <a:ext cx="11303728" cy="4057170"/>
            <a:chOff x="444136" y="1959429"/>
            <a:chExt cx="11303728" cy="405717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9D1B138-7E82-4037-4256-C031D0278ACA}"/>
                </a:ext>
              </a:extLst>
            </p:cNvPr>
            <p:cNvGrpSpPr/>
            <p:nvPr/>
          </p:nvGrpSpPr>
          <p:grpSpPr>
            <a:xfrm>
              <a:off x="444136" y="1959429"/>
              <a:ext cx="11303728" cy="4057170"/>
              <a:chOff x="457200" y="1804306"/>
              <a:chExt cx="8229609" cy="2953794"/>
            </a:xfrm>
          </p:grpSpPr>
          <p:sp>
            <p:nvSpPr>
              <p:cNvPr id="3" name="Google Shape;1467;p42">
                <a:extLst>
                  <a:ext uri="{FF2B5EF4-FFF2-40B4-BE49-F238E27FC236}">
                    <a16:creationId xmlns:a16="http://schemas.microsoft.com/office/drawing/2014/main" id="{FCEA9F40-17C2-0C5A-E09C-0275371761DC}"/>
                  </a:ext>
                </a:extLst>
              </p:cNvPr>
              <p:cNvSpPr/>
              <p:nvPr/>
            </p:nvSpPr>
            <p:spPr>
              <a:xfrm>
                <a:off x="457200" y="1804306"/>
                <a:ext cx="1787382" cy="751625"/>
              </a:xfrm>
              <a:custGeom>
                <a:avLst/>
                <a:gdLst/>
                <a:ahLst/>
                <a:cxnLst/>
                <a:rect l="l" t="t" r="r" b="b"/>
                <a:pathLst>
                  <a:path w="18375" h="7727" extrusionOk="0">
                    <a:moveTo>
                      <a:pt x="14507" y="0"/>
                    </a:moveTo>
                    <a:lnTo>
                      <a:pt x="14507" y="1082"/>
                    </a:lnTo>
                    <a:lnTo>
                      <a:pt x="1" y="1082"/>
                    </a:lnTo>
                    <a:lnTo>
                      <a:pt x="2777" y="3868"/>
                    </a:lnTo>
                    <a:lnTo>
                      <a:pt x="1" y="6644"/>
                    </a:lnTo>
                    <a:lnTo>
                      <a:pt x="14507" y="6644"/>
                    </a:lnTo>
                    <a:lnTo>
                      <a:pt x="14507" y="7726"/>
                    </a:lnTo>
                    <a:lnTo>
                      <a:pt x="18375" y="3868"/>
                    </a:lnTo>
                    <a:lnTo>
                      <a:pt x="145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 dirty="0">
                    <a:solidFill>
                      <a:schemeClr val="lt1"/>
                    </a:solidFill>
                    <a:latin typeface="Lora" pitchFamily="2" charset="0"/>
                  </a:rPr>
                  <a:t>01</a:t>
                </a:r>
                <a:endParaRPr sz="3200" b="1" dirty="0">
                  <a:solidFill>
                    <a:schemeClr val="lt1"/>
                  </a:solidFill>
                  <a:latin typeface="Lora" pitchFamily="2" charset="0"/>
                </a:endParaRPr>
              </a:p>
            </p:txBody>
          </p:sp>
          <p:sp>
            <p:nvSpPr>
              <p:cNvPr id="4" name="Google Shape;1469;p42">
                <a:extLst>
                  <a:ext uri="{FF2B5EF4-FFF2-40B4-BE49-F238E27FC236}">
                    <a16:creationId xmlns:a16="http://schemas.microsoft.com/office/drawing/2014/main" id="{308F819F-5EBE-85CF-CC7D-7A2517D8C054}"/>
                  </a:ext>
                </a:extLst>
              </p:cNvPr>
              <p:cNvSpPr/>
              <p:nvPr/>
            </p:nvSpPr>
            <p:spPr>
              <a:xfrm>
                <a:off x="5319633" y="1838351"/>
                <a:ext cx="1731548" cy="683437"/>
              </a:xfrm>
              <a:custGeom>
                <a:avLst/>
                <a:gdLst/>
                <a:ahLst/>
                <a:cxnLst/>
                <a:rect l="l" t="t" r="r" b="b"/>
                <a:pathLst>
                  <a:path w="17801" h="7026" extrusionOk="0">
                    <a:moveTo>
                      <a:pt x="14293" y="1"/>
                    </a:moveTo>
                    <a:lnTo>
                      <a:pt x="14293" y="888"/>
                    </a:lnTo>
                    <a:lnTo>
                      <a:pt x="0" y="888"/>
                    </a:lnTo>
                    <a:lnTo>
                      <a:pt x="2631" y="3518"/>
                    </a:lnTo>
                    <a:lnTo>
                      <a:pt x="0" y="6149"/>
                    </a:lnTo>
                    <a:lnTo>
                      <a:pt x="14293" y="6149"/>
                    </a:lnTo>
                    <a:lnTo>
                      <a:pt x="14293" y="7026"/>
                    </a:lnTo>
                    <a:lnTo>
                      <a:pt x="17800" y="3518"/>
                    </a:lnTo>
                    <a:lnTo>
                      <a:pt x="1429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 dirty="0">
                    <a:solidFill>
                      <a:schemeClr val="lt1"/>
                    </a:solidFill>
                    <a:latin typeface="Lora" pitchFamily="2" charset="0"/>
                  </a:rPr>
                  <a:t>04</a:t>
                </a:r>
                <a:endParaRPr sz="3200" b="1" dirty="0">
                  <a:solidFill>
                    <a:schemeClr val="lt1"/>
                  </a:solidFill>
                  <a:latin typeface="Lora" pitchFamily="2" charset="0"/>
                </a:endParaRPr>
              </a:p>
            </p:txBody>
          </p:sp>
          <p:sp>
            <p:nvSpPr>
              <p:cNvPr id="5" name="Google Shape;1471;p42">
                <a:extLst>
                  <a:ext uri="{FF2B5EF4-FFF2-40B4-BE49-F238E27FC236}">
                    <a16:creationId xmlns:a16="http://schemas.microsoft.com/office/drawing/2014/main" id="{99D7D698-20F1-3B08-E90F-6D6006F5CD0D}"/>
                  </a:ext>
                </a:extLst>
              </p:cNvPr>
              <p:cNvSpPr/>
              <p:nvPr/>
            </p:nvSpPr>
            <p:spPr>
              <a:xfrm>
                <a:off x="6905069" y="1804309"/>
                <a:ext cx="1781740" cy="751625"/>
              </a:xfrm>
              <a:custGeom>
                <a:avLst/>
                <a:gdLst/>
                <a:ahLst/>
                <a:cxnLst/>
                <a:rect l="l" t="t" r="r" b="b"/>
                <a:pathLst>
                  <a:path w="18317" h="7727" extrusionOk="0">
                    <a:moveTo>
                      <a:pt x="14448" y="0"/>
                    </a:moveTo>
                    <a:lnTo>
                      <a:pt x="14448" y="1082"/>
                    </a:lnTo>
                    <a:lnTo>
                      <a:pt x="1" y="1082"/>
                    </a:lnTo>
                    <a:lnTo>
                      <a:pt x="2777" y="3868"/>
                    </a:lnTo>
                    <a:lnTo>
                      <a:pt x="1" y="6644"/>
                    </a:lnTo>
                    <a:lnTo>
                      <a:pt x="14448" y="6644"/>
                    </a:lnTo>
                    <a:lnTo>
                      <a:pt x="14448" y="7726"/>
                    </a:lnTo>
                    <a:lnTo>
                      <a:pt x="18317" y="3868"/>
                    </a:lnTo>
                    <a:lnTo>
                      <a:pt x="14448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 dirty="0">
                    <a:solidFill>
                      <a:schemeClr val="lt1"/>
                    </a:solidFill>
                    <a:latin typeface="Lora" pitchFamily="2" charset="0"/>
                  </a:rPr>
                  <a:t>05</a:t>
                </a:r>
                <a:endParaRPr sz="3200" b="1" dirty="0">
                  <a:solidFill>
                    <a:schemeClr val="lt1"/>
                  </a:solidFill>
                  <a:latin typeface="Lora" pitchFamily="2" charset="0"/>
                </a:endParaRPr>
              </a:p>
            </p:txBody>
          </p:sp>
          <p:sp>
            <p:nvSpPr>
              <p:cNvPr id="6" name="Google Shape;1473;p42">
                <a:extLst>
                  <a:ext uri="{FF2B5EF4-FFF2-40B4-BE49-F238E27FC236}">
                    <a16:creationId xmlns:a16="http://schemas.microsoft.com/office/drawing/2014/main" id="{644F8B66-0103-582B-6865-2CB810D6B601}"/>
                  </a:ext>
                </a:extLst>
              </p:cNvPr>
              <p:cNvSpPr/>
              <p:nvPr/>
            </p:nvSpPr>
            <p:spPr>
              <a:xfrm>
                <a:off x="2111797" y="1838349"/>
                <a:ext cx="1726781" cy="683437"/>
              </a:xfrm>
              <a:custGeom>
                <a:avLst/>
                <a:gdLst/>
                <a:ahLst/>
                <a:cxnLst/>
                <a:rect l="l" t="t" r="r" b="b"/>
                <a:pathLst>
                  <a:path w="17752" h="7026" extrusionOk="0">
                    <a:moveTo>
                      <a:pt x="14244" y="1"/>
                    </a:moveTo>
                    <a:lnTo>
                      <a:pt x="14244" y="888"/>
                    </a:lnTo>
                    <a:lnTo>
                      <a:pt x="1" y="888"/>
                    </a:lnTo>
                    <a:lnTo>
                      <a:pt x="2631" y="3518"/>
                    </a:lnTo>
                    <a:lnTo>
                      <a:pt x="1" y="6149"/>
                    </a:lnTo>
                    <a:lnTo>
                      <a:pt x="14244" y="6149"/>
                    </a:lnTo>
                    <a:lnTo>
                      <a:pt x="14244" y="7026"/>
                    </a:lnTo>
                    <a:lnTo>
                      <a:pt x="17751" y="3518"/>
                    </a:lnTo>
                    <a:lnTo>
                      <a:pt x="142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 dirty="0">
                    <a:solidFill>
                      <a:schemeClr val="lt1"/>
                    </a:solidFill>
                    <a:latin typeface="Lora" pitchFamily="2" charset="0"/>
                  </a:rPr>
                  <a:t>02</a:t>
                </a:r>
                <a:endParaRPr sz="3200" b="1" dirty="0">
                  <a:solidFill>
                    <a:schemeClr val="lt1"/>
                  </a:solidFill>
                  <a:latin typeface="Lora" pitchFamily="2" charset="0"/>
                </a:endParaRPr>
              </a:p>
            </p:txBody>
          </p:sp>
          <p:sp>
            <p:nvSpPr>
              <p:cNvPr id="7" name="Google Shape;1475;p42">
                <a:extLst>
                  <a:ext uri="{FF2B5EF4-FFF2-40B4-BE49-F238E27FC236}">
                    <a16:creationId xmlns:a16="http://schemas.microsoft.com/office/drawing/2014/main" id="{1E632F88-AD74-564A-7125-BD103DB08BDF}"/>
                  </a:ext>
                </a:extLst>
              </p:cNvPr>
              <p:cNvSpPr/>
              <p:nvPr/>
            </p:nvSpPr>
            <p:spPr>
              <a:xfrm>
                <a:off x="3726609" y="1838351"/>
                <a:ext cx="1704895" cy="683437"/>
              </a:xfrm>
              <a:custGeom>
                <a:avLst/>
                <a:gdLst/>
                <a:ahLst/>
                <a:cxnLst/>
                <a:rect l="l" t="t" r="r" b="b"/>
                <a:pathLst>
                  <a:path w="17527" h="7026" extrusionOk="0">
                    <a:moveTo>
                      <a:pt x="14020" y="1"/>
                    </a:moveTo>
                    <a:lnTo>
                      <a:pt x="14020" y="888"/>
                    </a:lnTo>
                    <a:lnTo>
                      <a:pt x="1" y="888"/>
                    </a:lnTo>
                    <a:lnTo>
                      <a:pt x="2631" y="3518"/>
                    </a:lnTo>
                    <a:lnTo>
                      <a:pt x="1" y="6149"/>
                    </a:lnTo>
                    <a:lnTo>
                      <a:pt x="14020" y="6149"/>
                    </a:lnTo>
                    <a:lnTo>
                      <a:pt x="14020" y="7026"/>
                    </a:lnTo>
                    <a:lnTo>
                      <a:pt x="17527" y="3518"/>
                    </a:lnTo>
                    <a:lnTo>
                      <a:pt x="140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 dirty="0">
                    <a:solidFill>
                      <a:schemeClr val="lt1"/>
                    </a:solidFill>
                    <a:latin typeface="Lora" pitchFamily="2" charset="0"/>
                  </a:rPr>
                  <a:t>03</a:t>
                </a:r>
                <a:endParaRPr sz="3200" b="1" dirty="0">
                  <a:solidFill>
                    <a:schemeClr val="lt1"/>
                  </a:solidFill>
                  <a:latin typeface="Lora" pitchFamily="2" charset="0"/>
                </a:endParaRPr>
              </a:p>
            </p:txBody>
          </p:sp>
          <p:sp>
            <p:nvSpPr>
              <p:cNvPr id="9" name="Google Shape;1483;p42">
                <a:extLst>
                  <a:ext uri="{FF2B5EF4-FFF2-40B4-BE49-F238E27FC236}">
                    <a16:creationId xmlns:a16="http://schemas.microsoft.com/office/drawing/2014/main" id="{10E2BACC-89E8-0606-0C07-E83BFAF62C82}"/>
                  </a:ext>
                </a:extLst>
              </p:cNvPr>
              <p:cNvSpPr/>
              <p:nvPr/>
            </p:nvSpPr>
            <p:spPr>
              <a:xfrm>
                <a:off x="679856" y="2701697"/>
                <a:ext cx="1396930" cy="2056403"/>
              </a:xfrm>
              <a:custGeom>
                <a:avLst/>
                <a:gdLst/>
                <a:ahLst/>
                <a:cxnLst/>
                <a:rect l="l" t="t" r="r" b="b"/>
                <a:pathLst>
                  <a:path w="14361" h="16319" extrusionOk="0">
                    <a:moveTo>
                      <a:pt x="13767" y="594"/>
                    </a:moveTo>
                    <a:lnTo>
                      <a:pt x="13767" y="13191"/>
                    </a:lnTo>
                    <a:lnTo>
                      <a:pt x="7181" y="15695"/>
                    </a:lnTo>
                    <a:lnTo>
                      <a:pt x="585" y="13191"/>
                    </a:lnTo>
                    <a:lnTo>
                      <a:pt x="585" y="594"/>
                    </a:lnTo>
                    <a:close/>
                    <a:moveTo>
                      <a:pt x="1" y="0"/>
                    </a:moveTo>
                    <a:lnTo>
                      <a:pt x="1" y="13600"/>
                    </a:lnTo>
                    <a:lnTo>
                      <a:pt x="7181" y="16318"/>
                    </a:lnTo>
                    <a:lnTo>
                      <a:pt x="14361" y="13600"/>
                    </a:lnTo>
                    <a:lnTo>
                      <a:pt x="1436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86;p42">
                <a:extLst>
                  <a:ext uri="{FF2B5EF4-FFF2-40B4-BE49-F238E27FC236}">
                    <a16:creationId xmlns:a16="http://schemas.microsoft.com/office/drawing/2014/main" id="{EBC44E71-5694-C12F-0407-2B6C8C5119C3}"/>
                  </a:ext>
                </a:extLst>
              </p:cNvPr>
              <p:cNvSpPr/>
              <p:nvPr/>
            </p:nvSpPr>
            <p:spPr>
              <a:xfrm>
                <a:off x="2281439" y="2701697"/>
                <a:ext cx="1396930" cy="2056403"/>
              </a:xfrm>
              <a:custGeom>
                <a:avLst/>
                <a:gdLst/>
                <a:ahLst/>
                <a:cxnLst/>
                <a:rect l="l" t="t" r="r" b="b"/>
                <a:pathLst>
                  <a:path w="14361" h="16319" extrusionOk="0">
                    <a:moveTo>
                      <a:pt x="13767" y="594"/>
                    </a:moveTo>
                    <a:lnTo>
                      <a:pt x="13767" y="13191"/>
                    </a:lnTo>
                    <a:lnTo>
                      <a:pt x="7181" y="15695"/>
                    </a:lnTo>
                    <a:lnTo>
                      <a:pt x="585" y="13191"/>
                    </a:lnTo>
                    <a:lnTo>
                      <a:pt x="585" y="594"/>
                    </a:lnTo>
                    <a:close/>
                    <a:moveTo>
                      <a:pt x="0" y="0"/>
                    </a:moveTo>
                    <a:lnTo>
                      <a:pt x="0" y="13600"/>
                    </a:lnTo>
                    <a:lnTo>
                      <a:pt x="7181" y="16318"/>
                    </a:lnTo>
                    <a:lnTo>
                      <a:pt x="14361" y="13600"/>
                    </a:lnTo>
                    <a:lnTo>
                      <a:pt x="143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489;p42">
                <a:extLst>
                  <a:ext uri="{FF2B5EF4-FFF2-40B4-BE49-F238E27FC236}">
                    <a16:creationId xmlns:a16="http://schemas.microsoft.com/office/drawing/2014/main" id="{3F71F4A2-EEE5-95DC-FDD3-643A53D3F442}"/>
                  </a:ext>
                </a:extLst>
              </p:cNvPr>
              <p:cNvSpPr/>
              <p:nvPr/>
            </p:nvSpPr>
            <p:spPr>
              <a:xfrm>
                <a:off x="3882050" y="2701697"/>
                <a:ext cx="1396930" cy="2056403"/>
              </a:xfrm>
              <a:custGeom>
                <a:avLst/>
                <a:gdLst/>
                <a:ahLst/>
                <a:cxnLst/>
                <a:rect l="l" t="t" r="r" b="b"/>
                <a:pathLst>
                  <a:path w="14361" h="16319" extrusionOk="0">
                    <a:moveTo>
                      <a:pt x="13776" y="594"/>
                    </a:moveTo>
                    <a:lnTo>
                      <a:pt x="13776" y="13191"/>
                    </a:lnTo>
                    <a:lnTo>
                      <a:pt x="7180" y="15695"/>
                    </a:lnTo>
                    <a:lnTo>
                      <a:pt x="594" y="13191"/>
                    </a:lnTo>
                    <a:lnTo>
                      <a:pt x="594" y="594"/>
                    </a:lnTo>
                    <a:close/>
                    <a:moveTo>
                      <a:pt x="1" y="0"/>
                    </a:moveTo>
                    <a:lnTo>
                      <a:pt x="1" y="13600"/>
                    </a:lnTo>
                    <a:lnTo>
                      <a:pt x="7180" y="16318"/>
                    </a:lnTo>
                    <a:lnTo>
                      <a:pt x="14361" y="13600"/>
                    </a:lnTo>
                    <a:lnTo>
                      <a:pt x="1436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492;p42">
                <a:extLst>
                  <a:ext uri="{FF2B5EF4-FFF2-40B4-BE49-F238E27FC236}">
                    <a16:creationId xmlns:a16="http://schemas.microsoft.com/office/drawing/2014/main" id="{40BD1AFC-7000-07C2-C69F-DB9AAB3DF627}"/>
                  </a:ext>
                </a:extLst>
              </p:cNvPr>
              <p:cNvSpPr/>
              <p:nvPr/>
            </p:nvSpPr>
            <p:spPr>
              <a:xfrm>
                <a:off x="5483633" y="2701697"/>
                <a:ext cx="1396930" cy="2056403"/>
              </a:xfrm>
              <a:custGeom>
                <a:avLst/>
                <a:gdLst/>
                <a:ahLst/>
                <a:cxnLst/>
                <a:rect l="l" t="t" r="r" b="b"/>
                <a:pathLst>
                  <a:path w="14361" h="16319" extrusionOk="0">
                    <a:moveTo>
                      <a:pt x="13776" y="594"/>
                    </a:moveTo>
                    <a:lnTo>
                      <a:pt x="13776" y="13191"/>
                    </a:lnTo>
                    <a:lnTo>
                      <a:pt x="7180" y="15695"/>
                    </a:lnTo>
                    <a:lnTo>
                      <a:pt x="594" y="13191"/>
                    </a:lnTo>
                    <a:lnTo>
                      <a:pt x="594" y="594"/>
                    </a:lnTo>
                    <a:close/>
                    <a:moveTo>
                      <a:pt x="0" y="0"/>
                    </a:moveTo>
                    <a:lnTo>
                      <a:pt x="0" y="13600"/>
                    </a:lnTo>
                    <a:lnTo>
                      <a:pt x="7180" y="16318"/>
                    </a:lnTo>
                    <a:lnTo>
                      <a:pt x="14361" y="13600"/>
                    </a:lnTo>
                    <a:lnTo>
                      <a:pt x="1436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495;p42">
                <a:extLst>
                  <a:ext uri="{FF2B5EF4-FFF2-40B4-BE49-F238E27FC236}">
                    <a16:creationId xmlns:a16="http://schemas.microsoft.com/office/drawing/2014/main" id="{88CE9B14-BBA2-79E1-D358-6E574F42693E}"/>
                  </a:ext>
                </a:extLst>
              </p:cNvPr>
              <p:cNvSpPr/>
              <p:nvPr/>
            </p:nvSpPr>
            <p:spPr>
              <a:xfrm>
                <a:off x="7085119" y="2701697"/>
                <a:ext cx="1397028" cy="2056403"/>
              </a:xfrm>
              <a:custGeom>
                <a:avLst/>
                <a:gdLst/>
                <a:ahLst/>
                <a:cxnLst/>
                <a:rect l="l" t="t" r="r" b="b"/>
                <a:pathLst>
                  <a:path w="14362" h="16319" extrusionOk="0">
                    <a:moveTo>
                      <a:pt x="13766" y="594"/>
                    </a:moveTo>
                    <a:lnTo>
                      <a:pt x="13766" y="13191"/>
                    </a:lnTo>
                    <a:lnTo>
                      <a:pt x="7181" y="15695"/>
                    </a:lnTo>
                    <a:lnTo>
                      <a:pt x="595" y="13191"/>
                    </a:lnTo>
                    <a:lnTo>
                      <a:pt x="595" y="594"/>
                    </a:lnTo>
                    <a:close/>
                    <a:moveTo>
                      <a:pt x="1" y="0"/>
                    </a:moveTo>
                    <a:lnTo>
                      <a:pt x="1" y="13600"/>
                    </a:lnTo>
                    <a:lnTo>
                      <a:pt x="7181" y="16318"/>
                    </a:lnTo>
                    <a:lnTo>
                      <a:pt x="14361" y="13600"/>
                    </a:lnTo>
                    <a:lnTo>
                      <a:pt x="14361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566DD3-666C-99D0-7423-0461C599A3B3}"/>
                </a:ext>
              </a:extLst>
            </p:cNvPr>
            <p:cNvSpPr txBox="1"/>
            <p:nvPr/>
          </p:nvSpPr>
          <p:spPr>
            <a:xfrm>
              <a:off x="839379" y="3829456"/>
              <a:ext cx="1739914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Prepare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5ABFAB-FF71-412B-DE4B-ED847FA0AD46}"/>
                </a:ext>
              </a:extLst>
            </p:cNvPr>
            <p:cNvSpPr txBox="1"/>
            <p:nvPr/>
          </p:nvSpPr>
          <p:spPr>
            <a:xfrm>
              <a:off x="3038158" y="3829456"/>
              <a:ext cx="1739914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Incubate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4A55C68-A28D-24D5-A542-94EC273B11D4}"/>
                </a:ext>
              </a:extLst>
            </p:cNvPr>
            <p:cNvSpPr txBox="1"/>
            <p:nvPr/>
          </p:nvSpPr>
          <p:spPr>
            <a:xfrm>
              <a:off x="5236937" y="3829456"/>
              <a:ext cx="1739914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Illuminate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84AC9F4-646B-0C4B-13DA-EFAE8D394D8A}"/>
                </a:ext>
              </a:extLst>
            </p:cNvPr>
            <p:cNvSpPr txBox="1"/>
            <p:nvPr/>
          </p:nvSpPr>
          <p:spPr>
            <a:xfrm flipH="1">
              <a:off x="7435716" y="3829456"/>
              <a:ext cx="1739912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Evaluate 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465CE8D-CB47-B305-83FC-09BE43026A59}"/>
                </a:ext>
              </a:extLst>
            </p:cNvPr>
            <p:cNvSpPr txBox="1"/>
            <p:nvPr/>
          </p:nvSpPr>
          <p:spPr>
            <a:xfrm flipH="1">
              <a:off x="9634492" y="3829456"/>
              <a:ext cx="1739914" cy="1090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Implement 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Green is a color of nature, stability, and prosperity.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99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67" name="Group 31766">
            <a:extLst>
              <a:ext uri="{FF2B5EF4-FFF2-40B4-BE49-F238E27FC236}">
                <a16:creationId xmlns:a16="http://schemas.microsoft.com/office/drawing/2014/main" id="{818CD5E8-4909-B9CB-E2B2-487C5DC72AD3}"/>
              </a:ext>
            </a:extLst>
          </p:cNvPr>
          <p:cNvGrpSpPr/>
          <p:nvPr/>
        </p:nvGrpSpPr>
        <p:grpSpPr>
          <a:xfrm>
            <a:off x="3007668" y="1804713"/>
            <a:ext cx="6176664" cy="4586428"/>
            <a:chOff x="3005436" y="1804713"/>
            <a:chExt cx="6176664" cy="4586428"/>
          </a:xfrm>
        </p:grpSpPr>
        <p:grpSp>
          <p:nvGrpSpPr>
            <p:cNvPr id="31765" name="Group 31764">
              <a:extLst>
                <a:ext uri="{FF2B5EF4-FFF2-40B4-BE49-F238E27FC236}">
                  <a16:creationId xmlns:a16="http://schemas.microsoft.com/office/drawing/2014/main" id="{A51DAD85-C371-822B-87C0-1481CEB927AC}"/>
                </a:ext>
              </a:extLst>
            </p:cNvPr>
            <p:cNvGrpSpPr/>
            <p:nvPr/>
          </p:nvGrpSpPr>
          <p:grpSpPr>
            <a:xfrm>
              <a:off x="3005436" y="1804713"/>
              <a:ext cx="6176664" cy="4586428"/>
              <a:chOff x="2998176" y="1926321"/>
              <a:chExt cx="6191184" cy="4597211"/>
            </a:xfrm>
          </p:grpSpPr>
          <p:grpSp>
            <p:nvGrpSpPr>
              <p:cNvPr id="31758" name="Group 31757">
                <a:extLst>
                  <a:ext uri="{FF2B5EF4-FFF2-40B4-BE49-F238E27FC236}">
                    <a16:creationId xmlns:a16="http://schemas.microsoft.com/office/drawing/2014/main" id="{37986615-719B-894E-3C3A-96BD9244B088}"/>
                  </a:ext>
                </a:extLst>
              </p:cNvPr>
              <p:cNvGrpSpPr/>
              <p:nvPr/>
            </p:nvGrpSpPr>
            <p:grpSpPr>
              <a:xfrm>
                <a:off x="2998176" y="1926321"/>
                <a:ext cx="6191184" cy="4597211"/>
                <a:chOff x="8309064" y="332128"/>
                <a:chExt cx="6191184" cy="4597211"/>
              </a:xfrm>
            </p:grpSpPr>
            <p:sp>
              <p:nvSpPr>
                <p:cNvPr id="31744" name="Oval 31743">
                  <a:extLst>
                    <a:ext uri="{FF2B5EF4-FFF2-40B4-BE49-F238E27FC236}">
                      <a16:creationId xmlns:a16="http://schemas.microsoft.com/office/drawing/2014/main" id="{FA3C0CEA-4762-2ECD-D3B5-B7F614AC40DF}"/>
                    </a:ext>
                  </a:extLst>
                </p:cNvPr>
                <p:cNvSpPr/>
                <p:nvPr/>
              </p:nvSpPr>
              <p:spPr>
                <a:xfrm>
                  <a:off x="9916566" y="1953159"/>
                  <a:ext cx="2976180" cy="297618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1754" name="Group 31753">
                  <a:extLst>
                    <a:ext uri="{FF2B5EF4-FFF2-40B4-BE49-F238E27FC236}">
                      <a16:creationId xmlns:a16="http://schemas.microsoft.com/office/drawing/2014/main" id="{62E19C89-C4D0-D0A8-E1BC-F340D6EC0F46}"/>
                    </a:ext>
                  </a:extLst>
                </p:cNvPr>
                <p:cNvGrpSpPr/>
                <p:nvPr/>
              </p:nvGrpSpPr>
              <p:grpSpPr>
                <a:xfrm>
                  <a:off x="12397505" y="2410328"/>
                  <a:ext cx="2102743" cy="2087772"/>
                  <a:chOff x="12397505" y="2410328"/>
                  <a:chExt cx="2102743" cy="2087772"/>
                </a:xfrm>
              </p:grpSpPr>
              <p:sp>
                <p:nvSpPr>
                  <p:cNvPr id="31752" name="Oval 31751">
                    <a:extLst>
                      <a:ext uri="{FF2B5EF4-FFF2-40B4-BE49-F238E27FC236}">
                        <a16:creationId xmlns:a16="http://schemas.microsoft.com/office/drawing/2014/main" id="{C159CC5B-ED76-A978-BE84-38E28EDC4D8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412476" y="2410328"/>
                    <a:ext cx="2087772" cy="208777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44000">
                        <a:schemeClr val="bg1"/>
                      </a:gs>
                    </a:gsLst>
                    <a:lin ang="0" scaled="1"/>
                    <a:tileRect/>
                  </a:gradFill>
                  <a:ln w="412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753" name="Freeform: Shape 31752">
                    <a:extLst>
                      <a:ext uri="{FF2B5EF4-FFF2-40B4-BE49-F238E27FC236}">
                        <a16:creationId xmlns:a16="http://schemas.microsoft.com/office/drawing/2014/main" id="{689FDE69-7A0D-DEE7-358C-ADD839B6995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2397505" y="2726677"/>
                    <a:ext cx="499131" cy="1479938"/>
                  </a:xfrm>
                  <a:custGeom>
                    <a:avLst/>
                    <a:gdLst>
                      <a:gd name="connsiteX0" fmla="*/ 197473 w 499131"/>
                      <a:gd name="connsiteY0" fmla="*/ 0 h 1479938"/>
                      <a:gd name="connsiteX1" fmla="*/ 257002 w 499131"/>
                      <a:gd name="connsiteY1" fmla="*/ 65497 h 1479938"/>
                      <a:gd name="connsiteX2" fmla="*/ 499131 w 499131"/>
                      <a:gd name="connsiteY2" fmla="*/ 739969 h 1479938"/>
                      <a:gd name="connsiteX3" fmla="*/ 257002 w 499131"/>
                      <a:gd name="connsiteY3" fmla="*/ 1414441 h 1479938"/>
                      <a:gd name="connsiteX4" fmla="*/ 197473 w 499131"/>
                      <a:gd name="connsiteY4" fmla="*/ 1479938 h 1479938"/>
                      <a:gd name="connsiteX5" fmla="*/ 180145 w 499131"/>
                      <a:gd name="connsiteY5" fmla="*/ 1451414 h 1479938"/>
                      <a:gd name="connsiteX6" fmla="*/ 0 w 499131"/>
                      <a:gd name="connsiteY6" fmla="*/ 739969 h 1479938"/>
                      <a:gd name="connsiteX7" fmla="*/ 180145 w 499131"/>
                      <a:gd name="connsiteY7" fmla="*/ 28524 h 1479938"/>
                      <a:gd name="connsiteX8" fmla="*/ 197473 w 499131"/>
                      <a:gd name="connsiteY8" fmla="*/ 0 h 14799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99131" h="1479938">
                        <a:moveTo>
                          <a:pt x="197473" y="0"/>
                        </a:moveTo>
                        <a:lnTo>
                          <a:pt x="257002" y="65497"/>
                        </a:lnTo>
                        <a:cubicBezTo>
                          <a:pt x="408265" y="248786"/>
                          <a:pt x="499131" y="483766"/>
                          <a:pt x="499131" y="739969"/>
                        </a:cubicBezTo>
                        <a:cubicBezTo>
                          <a:pt x="499131" y="996172"/>
                          <a:pt x="408265" y="1231152"/>
                          <a:pt x="257002" y="1414441"/>
                        </a:cubicBezTo>
                        <a:lnTo>
                          <a:pt x="197473" y="1479938"/>
                        </a:lnTo>
                        <a:lnTo>
                          <a:pt x="180145" y="1451414"/>
                        </a:lnTo>
                        <a:cubicBezTo>
                          <a:pt x="65258" y="1239928"/>
                          <a:pt x="0" y="997570"/>
                          <a:pt x="0" y="739969"/>
                        </a:cubicBezTo>
                        <a:cubicBezTo>
                          <a:pt x="0" y="482369"/>
                          <a:pt x="65258" y="240010"/>
                          <a:pt x="180145" y="28524"/>
                        </a:cubicBezTo>
                        <a:lnTo>
                          <a:pt x="197473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31756" name="Group 31755">
                  <a:extLst>
                    <a:ext uri="{FF2B5EF4-FFF2-40B4-BE49-F238E27FC236}">
                      <a16:creationId xmlns:a16="http://schemas.microsoft.com/office/drawing/2014/main" id="{25CC8E89-4DA2-8B16-24B9-2D66793E2D08}"/>
                    </a:ext>
                  </a:extLst>
                </p:cNvPr>
                <p:cNvGrpSpPr/>
                <p:nvPr/>
              </p:nvGrpSpPr>
              <p:grpSpPr>
                <a:xfrm>
                  <a:off x="8309064" y="332128"/>
                  <a:ext cx="4143952" cy="4165972"/>
                  <a:chOff x="8309064" y="332128"/>
                  <a:chExt cx="4143952" cy="4165972"/>
                </a:xfrm>
              </p:grpSpPr>
              <p:grpSp>
                <p:nvGrpSpPr>
                  <p:cNvPr id="31755" name="Group 31754">
                    <a:extLst>
                      <a:ext uri="{FF2B5EF4-FFF2-40B4-BE49-F238E27FC236}">
                        <a16:creationId xmlns:a16="http://schemas.microsoft.com/office/drawing/2014/main" id="{37907FD1-E058-99D3-AE68-0BF8D0E139C1}"/>
                      </a:ext>
                    </a:extLst>
                  </p:cNvPr>
                  <p:cNvGrpSpPr/>
                  <p:nvPr/>
                </p:nvGrpSpPr>
                <p:grpSpPr>
                  <a:xfrm>
                    <a:off x="10365244" y="332128"/>
                    <a:ext cx="2087772" cy="2103647"/>
                    <a:chOff x="10365244" y="332128"/>
                    <a:chExt cx="2087772" cy="2103647"/>
                  </a:xfrm>
                </p:grpSpPr>
                <p:sp>
                  <p:nvSpPr>
                    <p:cNvPr id="31749" name="Oval 31748">
                      <a:extLst>
                        <a:ext uri="{FF2B5EF4-FFF2-40B4-BE49-F238E27FC236}">
                          <a16:creationId xmlns:a16="http://schemas.microsoft.com/office/drawing/2014/main" id="{0E17B4E9-D9CD-38B2-D777-03EACFA039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0365244" y="332128"/>
                      <a:ext cx="2087772" cy="208777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lumMod val="85000"/>
                          </a:schemeClr>
                        </a:gs>
                        <a:gs pos="44000">
                          <a:schemeClr val="bg1"/>
                        </a:gs>
                      </a:gsLst>
                      <a:lin ang="0" scaled="1"/>
                      <a:tileRect/>
                    </a:gradFill>
                    <a:ln w="41275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1750" name="Freeform: Shape 31749">
                      <a:extLst>
                        <a:ext uri="{FF2B5EF4-FFF2-40B4-BE49-F238E27FC236}">
                          <a16:creationId xmlns:a16="http://schemas.microsoft.com/office/drawing/2014/main" id="{B6BBA82A-2788-31A9-0020-6F4FBF9310B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1155090" y="1446241"/>
                      <a:ext cx="499131" cy="1479938"/>
                    </a:xfrm>
                    <a:custGeom>
                      <a:avLst/>
                      <a:gdLst>
                        <a:gd name="connsiteX0" fmla="*/ 197473 w 499131"/>
                        <a:gd name="connsiteY0" fmla="*/ 0 h 1479938"/>
                        <a:gd name="connsiteX1" fmla="*/ 257002 w 499131"/>
                        <a:gd name="connsiteY1" fmla="*/ 65497 h 1479938"/>
                        <a:gd name="connsiteX2" fmla="*/ 499131 w 499131"/>
                        <a:gd name="connsiteY2" fmla="*/ 739969 h 1479938"/>
                        <a:gd name="connsiteX3" fmla="*/ 257002 w 499131"/>
                        <a:gd name="connsiteY3" fmla="*/ 1414441 h 1479938"/>
                        <a:gd name="connsiteX4" fmla="*/ 197473 w 499131"/>
                        <a:gd name="connsiteY4" fmla="*/ 1479938 h 1479938"/>
                        <a:gd name="connsiteX5" fmla="*/ 180145 w 499131"/>
                        <a:gd name="connsiteY5" fmla="*/ 1451414 h 1479938"/>
                        <a:gd name="connsiteX6" fmla="*/ 0 w 499131"/>
                        <a:gd name="connsiteY6" fmla="*/ 739969 h 1479938"/>
                        <a:gd name="connsiteX7" fmla="*/ 180145 w 499131"/>
                        <a:gd name="connsiteY7" fmla="*/ 28524 h 1479938"/>
                        <a:gd name="connsiteX8" fmla="*/ 197473 w 499131"/>
                        <a:gd name="connsiteY8" fmla="*/ 0 h 14799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99131" h="1479938">
                          <a:moveTo>
                            <a:pt x="197473" y="0"/>
                          </a:moveTo>
                          <a:lnTo>
                            <a:pt x="257002" y="65497"/>
                          </a:lnTo>
                          <a:cubicBezTo>
                            <a:pt x="408265" y="248786"/>
                            <a:pt x="499131" y="483766"/>
                            <a:pt x="499131" y="739969"/>
                          </a:cubicBezTo>
                          <a:cubicBezTo>
                            <a:pt x="499131" y="996172"/>
                            <a:pt x="408265" y="1231152"/>
                            <a:pt x="257002" y="1414441"/>
                          </a:cubicBezTo>
                          <a:lnTo>
                            <a:pt x="197473" y="1479938"/>
                          </a:lnTo>
                          <a:lnTo>
                            <a:pt x="180145" y="1451414"/>
                          </a:lnTo>
                          <a:cubicBezTo>
                            <a:pt x="65258" y="1239928"/>
                            <a:pt x="0" y="997570"/>
                            <a:pt x="0" y="739969"/>
                          </a:cubicBezTo>
                          <a:cubicBezTo>
                            <a:pt x="0" y="482369"/>
                            <a:pt x="65258" y="240010"/>
                            <a:pt x="180145" y="28524"/>
                          </a:cubicBezTo>
                          <a:lnTo>
                            <a:pt x="197473" y="0"/>
                          </a:lnTo>
                          <a:close/>
                        </a:path>
                      </a:pathLst>
                    </a:custGeom>
                    <a:solidFill>
                      <a:schemeClr val="tx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1745" name="Oval 31744">
                    <a:extLst>
                      <a:ext uri="{FF2B5EF4-FFF2-40B4-BE49-F238E27FC236}">
                        <a16:creationId xmlns:a16="http://schemas.microsoft.com/office/drawing/2014/main" id="{473852CB-9660-5F9E-34E1-E91CC2DF3AF5}"/>
                      </a:ext>
                    </a:extLst>
                  </p:cNvPr>
                  <p:cNvSpPr/>
                  <p:nvPr/>
                </p:nvSpPr>
                <p:spPr>
                  <a:xfrm>
                    <a:off x="8309064" y="2410328"/>
                    <a:ext cx="2087772" cy="208777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44000">
                        <a:schemeClr val="bg1"/>
                      </a:gs>
                    </a:gsLst>
                    <a:lin ang="5400000" scaled="1"/>
                    <a:tileRect/>
                  </a:gradFill>
                  <a:ln w="4127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07549C0-F43F-65F1-78A5-C29D5DDBF89D}"/>
                      </a:ext>
                    </a:extLst>
                  </p:cNvPr>
                  <p:cNvSpPr/>
                  <p:nvPr/>
                </p:nvSpPr>
                <p:spPr>
                  <a:xfrm>
                    <a:off x="9921903" y="2726677"/>
                    <a:ext cx="499131" cy="1479938"/>
                  </a:xfrm>
                  <a:custGeom>
                    <a:avLst/>
                    <a:gdLst>
                      <a:gd name="connsiteX0" fmla="*/ 197473 w 499131"/>
                      <a:gd name="connsiteY0" fmla="*/ 0 h 1479938"/>
                      <a:gd name="connsiteX1" fmla="*/ 257002 w 499131"/>
                      <a:gd name="connsiteY1" fmla="*/ 65497 h 1479938"/>
                      <a:gd name="connsiteX2" fmla="*/ 499131 w 499131"/>
                      <a:gd name="connsiteY2" fmla="*/ 739969 h 1479938"/>
                      <a:gd name="connsiteX3" fmla="*/ 257002 w 499131"/>
                      <a:gd name="connsiteY3" fmla="*/ 1414441 h 1479938"/>
                      <a:gd name="connsiteX4" fmla="*/ 197473 w 499131"/>
                      <a:gd name="connsiteY4" fmla="*/ 1479938 h 1479938"/>
                      <a:gd name="connsiteX5" fmla="*/ 180145 w 499131"/>
                      <a:gd name="connsiteY5" fmla="*/ 1451414 h 1479938"/>
                      <a:gd name="connsiteX6" fmla="*/ 0 w 499131"/>
                      <a:gd name="connsiteY6" fmla="*/ 739969 h 1479938"/>
                      <a:gd name="connsiteX7" fmla="*/ 180145 w 499131"/>
                      <a:gd name="connsiteY7" fmla="*/ 28524 h 1479938"/>
                      <a:gd name="connsiteX8" fmla="*/ 197473 w 499131"/>
                      <a:gd name="connsiteY8" fmla="*/ 0 h 14799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99131" h="1479938">
                        <a:moveTo>
                          <a:pt x="197473" y="0"/>
                        </a:moveTo>
                        <a:lnTo>
                          <a:pt x="257002" y="65497"/>
                        </a:lnTo>
                        <a:cubicBezTo>
                          <a:pt x="408265" y="248786"/>
                          <a:pt x="499131" y="483766"/>
                          <a:pt x="499131" y="739969"/>
                        </a:cubicBezTo>
                        <a:cubicBezTo>
                          <a:pt x="499131" y="996172"/>
                          <a:pt x="408265" y="1231152"/>
                          <a:pt x="257002" y="1414441"/>
                        </a:cubicBezTo>
                        <a:lnTo>
                          <a:pt x="197473" y="1479938"/>
                        </a:lnTo>
                        <a:lnTo>
                          <a:pt x="180145" y="1451414"/>
                        </a:lnTo>
                        <a:cubicBezTo>
                          <a:pt x="65258" y="1239928"/>
                          <a:pt x="0" y="997570"/>
                          <a:pt x="0" y="739969"/>
                        </a:cubicBezTo>
                        <a:cubicBezTo>
                          <a:pt x="0" y="482369"/>
                          <a:pt x="65258" y="240010"/>
                          <a:pt x="180145" y="28524"/>
                        </a:cubicBezTo>
                        <a:lnTo>
                          <a:pt x="19747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31761" name="TextBox 31760">
                <a:extLst>
                  <a:ext uri="{FF2B5EF4-FFF2-40B4-BE49-F238E27FC236}">
                    <a16:creationId xmlns:a16="http://schemas.microsoft.com/office/drawing/2014/main" id="{5B780CB2-251E-B37D-D3CD-62B524946FF7}"/>
                  </a:ext>
                </a:extLst>
              </p:cNvPr>
              <p:cNvSpPr txBox="1"/>
              <p:nvPr/>
            </p:nvSpPr>
            <p:spPr>
              <a:xfrm flipH="1">
                <a:off x="5235809" y="2198768"/>
                <a:ext cx="1715915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tx2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Research </a:t>
                </a:r>
                <a:endParaRPr lang="en-US" b="1" dirty="0">
                  <a:solidFill>
                    <a:schemeClr val="tx2"/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Green is a color of nature, stability, and prosperity.</a:t>
                </a:r>
              </a:p>
            </p:txBody>
          </p:sp>
          <p:sp>
            <p:nvSpPr>
              <p:cNvPr id="31763" name="TextBox 31762">
                <a:extLst>
                  <a:ext uri="{FF2B5EF4-FFF2-40B4-BE49-F238E27FC236}">
                    <a16:creationId xmlns:a16="http://schemas.microsoft.com/office/drawing/2014/main" id="{909CD0EF-6999-C91D-19C2-1E2C52C41764}"/>
                  </a:ext>
                </a:extLst>
              </p:cNvPr>
              <p:cNvSpPr txBox="1"/>
              <p:nvPr/>
            </p:nvSpPr>
            <p:spPr>
              <a:xfrm flipH="1">
                <a:off x="7569200" y="4368714"/>
                <a:ext cx="1528148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accent4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Idea</a:t>
                </a:r>
                <a:r>
                  <a:rPr 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 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Orange is a color of playfulness and energy.</a:t>
                </a:r>
              </a:p>
            </p:txBody>
          </p:sp>
          <p:sp>
            <p:nvSpPr>
              <p:cNvPr id="31764" name="TextBox 31763">
                <a:extLst>
                  <a:ext uri="{FF2B5EF4-FFF2-40B4-BE49-F238E27FC236}">
                    <a16:creationId xmlns:a16="http://schemas.microsoft.com/office/drawing/2014/main" id="{55B61324-A506-5662-2F1C-378B9973E32E}"/>
                  </a:ext>
                </a:extLst>
              </p:cNvPr>
              <p:cNvSpPr txBox="1"/>
              <p:nvPr/>
            </p:nvSpPr>
            <p:spPr>
              <a:xfrm flipH="1">
                <a:off x="3082866" y="4368714"/>
                <a:ext cx="1528148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accent2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Success </a:t>
                </a:r>
                <a:endParaRPr lang="en-US" b="1" dirty="0">
                  <a:solidFill>
                    <a:schemeClr val="accent2"/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Blue is a color of serenity, trustworthiness, and welcome.</a:t>
                </a:r>
              </a:p>
            </p:txBody>
          </p:sp>
        </p:grpSp>
        <p:sp>
          <p:nvSpPr>
            <p:cNvPr id="31766" name="TextBox 31765">
              <a:extLst>
                <a:ext uri="{FF2B5EF4-FFF2-40B4-BE49-F238E27FC236}">
                  <a16:creationId xmlns:a16="http://schemas.microsoft.com/office/drawing/2014/main" id="{BCE7CA36-FE9C-D8EA-D0F9-32C5963106AD}"/>
                </a:ext>
              </a:extLst>
            </p:cNvPr>
            <p:cNvSpPr txBox="1"/>
            <p:nvPr/>
          </p:nvSpPr>
          <p:spPr>
            <a:xfrm>
              <a:off x="5383933" y="4516379"/>
              <a:ext cx="142859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Creative</a:t>
              </a:r>
            </a:p>
            <a:p>
              <a:pPr algn="ctr"/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418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3983A3-8E6D-0A2D-D14E-1489CD718A66}"/>
              </a:ext>
            </a:extLst>
          </p:cNvPr>
          <p:cNvCxnSpPr>
            <a:stCxn id="2" idx="5"/>
            <a:endCxn id="7" idx="1"/>
          </p:cNvCxnSpPr>
          <p:nvPr/>
        </p:nvCxnSpPr>
        <p:spPr>
          <a:xfrm>
            <a:off x="2995038" y="3709866"/>
            <a:ext cx="465153" cy="75906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6A062E-5AFC-4AED-7F92-49CF064E0293}"/>
              </a:ext>
            </a:extLst>
          </p:cNvPr>
          <p:cNvCxnSpPr>
            <a:stCxn id="4" idx="5"/>
            <a:endCxn id="8" idx="1"/>
          </p:cNvCxnSpPr>
          <p:nvPr/>
        </p:nvCxnSpPr>
        <p:spPr>
          <a:xfrm>
            <a:off x="6819552" y="3709866"/>
            <a:ext cx="465153" cy="75906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22B9A2-D992-D271-AEDC-B67C6BE7D228}"/>
              </a:ext>
            </a:extLst>
          </p:cNvPr>
          <p:cNvCxnSpPr>
            <a:stCxn id="7" idx="7"/>
            <a:endCxn id="4" idx="3"/>
          </p:cNvCxnSpPr>
          <p:nvPr/>
        </p:nvCxnSpPr>
        <p:spPr>
          <a:xfrm flipV="1">
            <a:off x="4907295" y="3709866"/>
            <a:ext cx="465153" cy="75906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74D4F7-BB7F-0A6E-5ED1-C65C1F1FEDCE}"/>
              </a:ext>
            </a:extLst>
          </p:cNvPr>
          <p:cNvCxnSpPr>
            <a:stCxn id="8" idx="7"/>
            <a:endCxn id="5" idx="3"/>
          </p:cNvCxnSpPr>
          <p:nvPr/>
        </p:nvCxnSpPr>
        <p:spPr>
          <a:xfrm flipV="1">
            <a:off x="8731809" y="3709866"/>
            <a:ext cx="465153" cy="75906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8B79806-6706-03F6-C050-FFC3D9A4ABD6}"/>
              </a:ext>
            </a:extLst>
          </p:cNvPr>
          <p:cNvGrpSpPr/>
          <p:nvPr/>
        </p:nvGrpSpPr>
        <p:grpSpPr>
          <a:xfrm>
            <a:off x="1248229" y="1963057"/>
            <a:ext cx="9695542" cy="4252686"/>
            <a:chOff x="1248229" y="1905001"/>
            <a:chExt cx="9695542" cy="425268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EA48D62-F033-11E4-7E6C-FCFF4B0D7774}"/>
                </a:ext>
              </a:extLst>
            </p:cNvPr>
            <p:cNvGrpSpPr/>
            <p:nvPr/>
          </p:nvGrpSpPr>
          <p:grpSpPr>
            <a:xfrm>
              <a:off x="1248229" y="1905001"/>
              <a:ext cx="9695542" cy="4252686"/>
              <a:chOff x="1248229" y="2166258"/>
              <a:chExt cx="9695542" cy="4252686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17479837-7816-B378-6CA8-B0C3E57B9BCB}"/>
                  </a:ext>
                </a:extLst>
              </p:cNvPr>
              <p:cNvSpPr/>
              <p:nvPr/>
            </p:nvSpPr>
            <p:spPr>
              <a:xfrm>
                <a:off x="1248229" y="2166258"/>
                <a:ext cx="2046514" cy="204651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A609F63-DD9D-4BF8-39A4-D20DAAC01D09}"/>
                  </a:ext>
                </a:extLst>
              </p:cNvPr>
              <p:cNvSpPr/>
              <p:nvPr/>
            </p:nvSpPr>
            <p:spPr>
              <a:xfrm>
                <a:off x="5072743" y="2166258"/>
                <a:ext cx="2046514" cy="204651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3B1C793-003E-2A73-0D15-B60542545FFC}"/>
                  </a:ext>
                </a:extLst>
              </p:cNvPr>
              <p:cNvSpPr/>
              <p:nvPr/>
            </p:nvSpPr>
            <p:spPr>
              <a:xfrm>
                <a:off x="8897257" y="2166258"/>
                <a:ext cx="2046514" cy="204651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3278AAE-9B55-D555-9D91-B442AB5AA6C2}"/>
                  </a:ext>
                </a:extLst>
              </p:cNvPr>
              <p:cNvSpPr/>
              <p:nvPr/>
            </p:nvSpPr>
            <p:spPr>
              <a:xfrm>
                <a:off x="3160486" y="4372430"/>
                <a:ext cx="2046514" cy="204651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9116EE9-56E2-ED29-882F-549B5291690B}"/>
                  </a:ext>
                </a:extLst>
              </p:cNvPr>
              <p:cNvSpPr/>
              <p:nvPr/>
            </p:nvSpPr>
            <p:spPr>
              <a:xfrm>
                <a:off x="6985000" y="4372430"/>
                <a:ext cx="2046514" cy="204651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8C20178-E6B5-DF6E-E083-7918D8BAE339}"/>
                </a:ext>
              </a:extLst>
            </p:cNvPr>
            <p:cNvSpPr txBox="1"/>
            <p:nvPr/>
          </p:nvSpPr>
          <p:spPr>
            <a:xfrm>
              <a:off x="1356720" y="2420427"/>
              <a:ext cx="1829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Gather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New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material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1FC816-DB2A-D215-497B-BFAE6D9B4B38}"/>
                </a:ext>
              </a:extLst>
            </p:cNvPr>
            <p:cNvSpPr txBox="1"/>
            <p:nvPr/>
          </p:nvSpPr>
          <p:spPr>
            <a:xfrm>
              <a:off x="9005748" y="2420427"/>
              <a:ext cx="1829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Shapes &amp; develop your idea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2467BA-7222-7615-6445-121D3E35342B}"/>
                </a:ext>
              </a:extLst>
            </p:cNvPr>
            <p:cNvSpPr txBox="1"/>
            <p:nvPr/>
          </p:nvSpPr>
          <p:spPr>
            <a:xfrm>
              <a:off x="5181234" y="2420427"/>
              <a:ext cx="1829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Step away form the problem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0F4AB0-87B9-B6CE-A580-64BB17DFCDBA}"/>
                </a:ext>
              </a:extLst>
            </p:cNvPr>
            <p:cNvSpPr txBox="1"/>
            <p:nvPr/>
          </p:nvSpPr>
          <p:spPr>
            <a:xfrm>
              <a:off x="3268977" y="4626599"/>
              <a:ext cx="1829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Work it over in your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mind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9655E0-D837-85FD-65C9-52F8629A25EB}"/>
                </a:ext>
              </a:extLst>
            </p:cNvPr>
            <p:cNvSpPr txBox="1"/>
            <p:nvPr/>
          </p:nvSpPr>
          <p:spPr>
            <a:xfrm>
              <a:off x="7093491" y="4626599"/>
              <a:ext cx="1829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Let your idea return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to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3104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46" name="Group 16445">
            <a:extLst>
              <a:ext uri="{FF2B5EF4-FFF2-40B4-BE49-F238E27FC236}">
                <a16:creationId xmlns:a16="http://schemas.microsoft.com/office/drawing/2014/main" id="{5879D131-0CD3-F553-CE33-62FA218E684C}"/>
              </a:ext>
            </a:extLst>
          </p:cNvPr>
          <p:cNvGrpSpPr/>
          <p:nvPr/>
        </p:nvGrpSpPr>
        <p:grpSpPr>
          <a:xfrm>
            <a:off x="898080" y="2213403"/>
            <a:ext cx="10395841" cy="3708353"/>
            <a:chOff x="898080" y="2137203"/>
            <a:chExt cx="10395841" cy="3708353"/>
          </a:xfrm>
        </p:grpSpPr>
        <p:grpSp>
          <p:nvGrpSpPr>
            <p:cNvPr id="16434" name="Group 16433">
              <a:extLst>
                <a:ext uri="{FF2B5EF4-FFF2-40B4-BE49-F238E27FC236}">
                  <a16:creationId xmlns:a16="http://schemas.microsoft.com/office/drawing/2014/main" id="{67B4A99D-C553-4765-CB90-2417AA529221}"/>
                </a:ext>
              </a:extLst>
            </p:cNvPr>
            <p:cNvGrpSpPr/>
            <p:nvPr/>
          </p:nvGrpSpPr>
          <p:grpSpPr>
            <a:xfrm>
              <a:off x="898080" y="2137203"/>
              <a:ext cx="1850046" cy="3708353"/>
              <a:chOff x="898080" y="2137203"/>
              <a:chExt cx="1850046" cy="3708353"/>
            </a:xfrm>
          </p:grpSpPr>
          <p:sp>
            <p:nvSpPr>
              <p:cNvPr id="16" name="Google Shape;349;p20">
                <a:extLst>
                  <a:ext uri="{FF2B5EF4-FFF2-40B4-BE49-F238E27FC236}">
                    <a16:creationId xmlns:a16="http://schemas.microsoft.com/office/drawing/2014/main" id="{307FE35F-2570-EE86-0076-45B0E6DA2FD1}"/>
                  </a:ext>
                </a:extLst>
              </p:cNvPr>
              <p:cNvSpPr/>
              <p:nvPr/>
            </p:nvSpPr>
            <p:spPr>
              <a:xfrm>
                <a:off x="1715370" y="4718120"/>
                <a:ext cx="1032756" cy="359418"/>
              </a:xfrm>
              <a:custGeom>
                <a:avLst/>
                <a:gdLst/>
                <a:ahLst/>
                <a:cxnLst/>
                <a:rect l="l" t="t" r="r" b="b"/>
                <a:pathLst>
                  <a:path w="24401" h="8492" extrusionOk="0">
                    <a:moveTo>
                      <a:pt x="0" y="0"/>
                    </a:moveTo>
                    <a:lnTo>
                      <a:pt x="0" y="8491"/>
                    </a:lnTo>
                    <a:lnTo>
                      <a:pt x="24400" y="8491"/>
                    </a:lnTo>
                    <a:lnTo>
                      <a:pt x="24400" y="3812"/>
                    </a:lnTo>
                    <a:cubicBezTo>
                      <a:pt x="24400" y="1712"/>
                      <a:pt x="22711" y="0"/>
                      <a:pt x="20611" y="0"/>
                    </a:cubicBezTo>
                    <a:lnTo>
                      <a:pt x="20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" name="Google Shape;359;p20">
                <a:extLst>
                  <a:ext uri="{FF2B5EF4-FFF2-40B4-BE49-F238E27FC236}">
                    <a16:creationId xmlns:a16="http://schemas.microsoft.com/office/drawing/2014/main" id="{D9FBBAAC-2052-65A9-0547-DDC2B7E1575C}"/>
                  </a:ext>
                </a:extLst>
              </p:cNvPr>
              <p:cNvGrpSpPr/>
              <p:nvPr/>
            </p:nvGrpSpPr>
            <p:grpSpPr>
              <a:xfrm>
                <a:off x="898080" y="2137203"/>
                <a:ext cx="1850046" cy="3708353"/>
                <a:chOff x="527200" y="1628774"/>
                <a:chExt cx="1449243" cy="2904959"/>
              </a:xfrm>
            </p:grpSpPr>
            <p:sp>
              <p:nvSpPr>
                <p:cNvPr id="16402" name="Google Shape;360;p20">
                  <a:extLst>
                    <a:ext uri="{FF2B5EF4-FFF2-40B4-BE49-F238E27FC236}">
                      <a16:creationId xmlns:a16="http://schemas.microsoft.com/office/drawing/2014/main" id="{17650553-C5CB-974B-518D-F844754209B8}"/>
                    </a:ext>
                  </a:extLst>
                </p:cNvPr>
                <p:cNvSpPr/>
                <p:nvPr/>
              </p:nvSpPr>
              <p:spPr>
                <a:xfrm>
                  <a:off x="527200" y="1628774"/>
                  <a:ext cx="1386388" cy="2623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1" h="91302" extrusionOk="0">
                      <a:moveTo>
                        <a:pt x="3812" y="0"/>
                      </a:moveTo>
                      <a:cubicBezTo>
                        <a:pt x="1712" y="0"/>
                        <a:pt x="0" y="1689"/>
                        <a:pt x="0" y="3789"/>
                      </a:cubicBezTo>
                      <a:lnTo>
                        <a:pt x="0" y="87490"/>
                      </a:lnTo>
                      <a:cubicBezTo>
                        <a:pt x="0" y="89589"/>
                        <a:pt x="1712" y="91301"/>
                        <a:pt x="3812" y="91301"/>
                      </a:cubicBezTo>
                      <a:lnTo>
                        <a:pt x="34238" y="91301"/>
                      </a:lnTo>
                      <a:cubicBezTo>
                        <a:pt x="36338" y="91301"/>
                        <a:pt x="38050" y="89589"/>
                        <a:pt x="38050" y="87490"/>
                      </a:cubicBezTo>
                      <a:lnTo>
                        <a:pt x="38050" y="3789"/>
                      </a:lnTo>
                      <a:cubicBezTo>
                        <a:pt x="38050" y="1689"/>
                        <a:pt x="36338" y="0"/>
                        <a:pt x="34238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4" name="Google Shape;362;p20">
                  <a:extLst>
                    <a:ext uri="{FF2B5EF4-FFF2-40B4-BE49-F238E27FC236}">
                      <a16:creationId xmlns:a16="http://schemas.microsoft.com/office/drawing/2014/main" id="{602CBCFC-A4A6-7BDE-2C37-A5200C98DC5C}"/>
                    </a:ext>
                  </a:extLst>
                </p:cNvPr>
                <p:cNvSpPr/>
                <p:nvPr/>
              </p:nvSpPr>
              <p:spPr>
                <a:xfrm>
                  <a:off x="891943" y="3776937"/>
                  <a:ext cx="1084500" cy="756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10" h="22826" extrusionOk="0">
                      <a:moveTo>
                        <a:pt x="32709" y="0"/>
                      </a:moveTo>
                      <a:cubicBezTo>
                        <a:pt x="32709" y="0"/>
                        <a:pt x="32664" y="3789"/>
                        <a:pt x="28920" y="3789"/>
                      </a:cubicBezTo>
                      <a:lnTo>
                        <a:pt x="9519" y="3789"/>
                      </a:lnTo>
                      <a:cubicBezTo>
                        <a:pt x="4269" y="3789"/>
                        <a:pt x="1" y="8058"/>
                        <a:pt x="1" y="13307"/>
                      </a:cubicBezTo>
                      <a:cubicBezTo>
                        <a:pt x="1" y="18557"/>
                        <a:pt x="4269" y="22826"/>
                        <a:pt x="9519" y="22826"/>
                      </a:cubicBezTo>
                      <a:lnTo>
                        <a:pt x="28920" y="22826"/>
                      </a:lnTo>
                      <a:cubicBezTo>
                        <a:pt x="31020" y="22826"/>
                        <a:pt x="32709" y="21114"/>
                        <a:pt x="32709" y="19014"/>
                      </a:cubicBezTo>
                      <a:lnTo>
                        <a:pt x="3270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22" name="Google Shape;363;p20">
                <a:extLst>
                  <a:ext uri="{FF2B5EF4-FFF2-40B4-BE49-F238E27FC236}">
                    <a16:creationId xmlns:a16="http://schemas.microsoft.com/office/drawing/2014/main" id="{30776C67-97EB-D625-D160-6BA493D904D4}"/>
                  </a:ext>
                </a:extLst>
              </p:cNvPr>
              <p:cNvSpPr/>
              <p:nvPr/>
            </p:nvSpPr>
            <p:spPr>
              <a:xfrm>
                <a:off x="1443901" y="5120963"/>
                <a:ext cx="644388" cy="643456"/>
              </a:xfrm>
              <a:custGeom>
                <a:avLst/>
                <a:gdLst/>
                <a:ahLst/>
                <a:cxnLst/>
                <a:rect l="l" t="t" r="r" b="b"/>
                <a:pathLst>
                  <a:path w="15225" h="15203" extrusionOk="0">
                    <a:moveTo>
                      <a:pt x="7624" y="1"/>
                    </a:moveTo>
                    <a:cubicBezTo>
                      <a:pt x="3424" y="1"/>
                      <a:pt x="0" y="3402"/>
                      <a:pt x="0" y="7601"/>
                    </a:cubicBezTo>
                    <a:cubicBezTo>
                      <a:pt x="0" y="11801"/>
                      <a:pt x="3424" y="15202"/>
                      <a:pt x="7624" y="15202"/>
                    </a:cubicBezTo>
                    <a:cubicBezTo>
                      <a:pt x="11824" y="15202"/>
                      <a:pt x="15225" y="11801"/>
                      <a:pt x="15225" y="7601"/>
                    </a:cubicBezTo>
                    <a:cubicBezTo>
                      <a:pt x="15225" y="3402"/>
                      <a:pt x="11824" y="1"/>
                      <a:pt x="76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01</a:t>
                </a:r>
                <a:endParaRPr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35" name="Group 16434">
              <a:extLst>
                <a:ext uri="{FF2B5EF4-FFF2-40B4-BE49-F238E27FC236}">
                  <a16:creationId xmlns:a16="http://schemas.microsoft.com/office/drawing/2014/main" id="{6CDCB1FD-A7F9-B9C3-E2E3-4648CAB02442}"/>
                </a:ext>
              </a:extLst>
            </p:cNvPr>
            <p:cNvGrpSpPr/>
            <p:nvPr/>
          </p:nvGrpSpPr>
          <p:grpSpPr>
            <a:xfrm>
              <a:off x="999851" y="2764532"/>
              <a:ext cx="1646505" cy="1832837"/>
              <a:chOff x="972518" y="2764532"/>
              <a:chExt cx="1646505" cy="1832837"/>
            </a:xfrm>
          </p:grpSpPr>
          <p:sp>
            <p:nvSpPr>
              <p:cNvPr id="16418" name="TextBox 16417">
                <a:extLst>
                  <a:ext uri="{FF2B5EF4-FFF2-40B4-BE49-F238E27FC236}">
                    <a16:creationId xmlns:a16="http://schemas.microsoft.com/office/drawing/2014/main" id="{96544386-C00C-AB7E-9DCE-2C05CF8C7BC4}"/>
                  </a:ext>
                </a:extLst>
              </p:cNvPr>
              <p:cNvSpPr txBox="1"/>
              <p:nvPr/>
            </p:nvSpPr>
            <p:spPr>
              <a:xfrm>
                <a:off x="1047359" y="3427818"/>
                <a:ext cx="1496823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Yellow is a color of happiness, friendliness, and warning.</a:t>
                </a:r>
              </a:p>
            </p:txBody>
          </p:sp>
          <p:sp>
            <p:nvSpPr>
              <p:cNvPr id="16423" name="TextBox 16422">
                <a:extLst>
                  <a:ext uri="{FF2B5EF4-FFF2-40B4-BE49-F238E27FC236}">
                    <a16:creationId xmlns:a16="http://schemas.microsoft.com/office/drawing/2014/main" id="{7EB40252-722A-344F-9BF3-5806A759FD09}"/>
                  </a:ext>
                </a:extLst>
              </p:cNvPr>
              <p:cNvSpPr txBox="1"/>
              <p:nvPr/>
            </p:nvSpPr>
            <p:spPr>
              <a:xfrm>
                <a:off x="972518" y="2764532"/>
                <a:ext cx="1646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Define the problem</a:t>
                </a:r>
              </a:p>
            </p:txBody>
          </p:sp>
        </p:grpSp>
        <p:grpSp>
          <p:nvGrpSpPr>
            <p:cNvPr id="16436" name="Group 16435">
              <a:extLst>
                <a:ext uri="{FF2B5EF4-FFF2-40B4-BE49-F238E27FC236}">
                  <a16:creationId xmlns:a16="http://schemas.microsoft.com/office/drawing/2014/main" id="{759DCACE-EA05-778E-B1AE-3033E4EDB456}"/>
                </a:ext>
              </a:extLst>
            </p:cNvPr>
            <p:cNvGrpSpPr/>
            <p:nvPr/>
          </p:nvGrpSpPr>
          <p:grpSpPr>
            <a:xfrm>
              <a:off x="3040096" y="2137203"/>
              <a:ext cx="1844731" cy="3708353"/>
              <a:chOff x="3040309" y="2137203"/>
              <a:chExt cx="1844731" cy="3708353"/>
            </a:xfrm>
          </p:grpSpPr>
          <p:sp>
            <p:nvSpPr>
              <p:cNvPr id="3" name="Google Shape;324;p20">
                <a:extLst>
                  <a:ext uri="{FF2B5EF4-FFF2-40B4-BE49-F238E27FC236}">
                    <a16:creationId xmlns:a16="http://schemas.microsoft.com/office/drawing/2014/main" id="{2DF897D8-323C-EF7D-37AA-F84B55E1756F}"/>
                  </a:ext>
                </a:extLst>
              </p:cNvPr>
              <p:cNvSpPr/>
              <p:nvPr/>
            </p:nvSpPr>
            <p:spPr>
              <a:xfrm>
                <a:off x="3851310" y="4718120"/>
                <a:ext cx="1033730" cy="359418"/>
              </a:xfrm>
              <a:custGeom>
                <a:avLst/>
                <a:gdLst/>
                <a:ahLst/>
                <a:cxnLst/>
                <a:rect l="l" t="t" r="r" b="b"/>
                <a:pathLst>
                  <a:path w="24424" h="8492" extrusionOk="0">
                    <a:moveTo>
                      <a:pt x="1" y="0"/>
                    </a:moveTo>
                    <a:lnTo>
                      <a:pt x="1" y="8491"/>
                    </a:lnTo>
                    <a:lnTo>
                      <a:pt x="24424" y="8491"/>
                    </a:lnTo>
                    <a:lnTo>
                      <a:pt x="24424" y="3812"/>
                    </a:lnTo>
                    <a:cubicBezTo>
                      <a:pt x="24424" y="1712"/>
                      <a:pt x="22712" y="0"/>
                      <a:pt x="20612" y="0"/>
                    </a:cubicBezTo>
                    <a:lnTo>
                      <a:pt x="206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" name="Google Shape;327;p20">
                <a:extLst>
                  <a:ext uri="{FF2B5EF4-FFF2-40B4-BE49-F238E27FC236}">
                    <a16:creationId xmlns:a16="http://schemas.microsoft.com/office/drawing/2014/main" id="{6F95B118-46F4-2363-159C-915047A00E44}"/>
                  </a:ext>
                </a:extLst>
              </p:cNvPr>
              <p:cNvGrpSpPr/>
              <p:nvPr/>
            </p:nvGrpSpPr>
            <p:grpSpPr>
              <a:xfrm>
                <a:off x="3040309" y="2137203"/>
                <a:ext cx="1844730" cy="3708353"/>
                <a:chOff x="2205326" y="1628774"/>
                <a:chExt cx="1445079" cy="2904959"/>
              </a:xfrm>
            </p:grpSpPr>
            <p:sp>
              <p:nvSpPr>
                <p:cNvPr id="16414" name="Google Shape;328;p20">
                  <a:extLst>
                    <a:ext uri="{FF2B5EF4-FFF2-40B4-BE49-F238E27FC236}">
                      <a16:creationId xmlns:a16="http://schemas.microsoft.com/office/drawing/2014/main" id="{069503C1-1ADF-9FB1-52DD-1CB0BB8BD5DE}"/>
                    </a:ext>
                  </a:extLst>
                </p:cNvPr>
                <p:cNvSpPr/>
                <p:nvPr/>
              </p:nvSpPr>
              <p:spPr>
                <a:xfrm>
                  <a:off x="2205326" y="1628774"/>
                  <a:ext cx="1386447" cy="2623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0" h="91302" extrusionOk="0">
                      <a:moveTo>
                        <a:pt x="3812" y="0"/>
                      </a:moveTo>
                      <a:cubicBezTo>
                        <a:pt x="1712" y="0"/>
                        <a:pt x="0" y="1689"/>
                        <a:pt x="0" y="3789"/>
                      </a:cubicBezTo>
                      <a:lnTo>
                        <a:pt x="0" y="87490"/>
                      </a:lnTo>
                      <a:cubicBezTo>
                        <a:pt x="0" y="89589"/>
                        <a:pt x="1712" y="91301"/>
                        <a:pt x="3812" y="91301"/>
                      </a:cubicBezTo>
                      <a:lnTo>
                        <a:pt x="34238" y="91301"/>
                      </a:lnTo>
                      <a:cubicBezTo>
                        <a:pt x="36361" y="91301"/>
                        <a:pt x="38050" y="89589"/>
                        <a:pt x="38050" y="87490"/>
                      </a:cubicBezTo>
                      <a:lnTo>
                        <a:pt x="38050" y="3789"/>
                      </a:lnTo>
                      <a:cubicBezTo>
                        <a:pt x="38050" y="1689"/>
                        <a:pt x="36361" y="0"/>
                        <a:pt x="34238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6" name="Google Shape;330;p20">
                  <a:extLst>
                    <a:ext uri="{FF2B5EF4-FFF2-40B4-BE49-F238E27FC236}">
                      <a16:creationId xmlns:a16="http://schemas.microsoft.com/office/drawing/2014/main" id="{F87FBD8D-7B70-3470-B68D-B83319EFD4F9}"/>
                    </a:ext>
                  </a:extLst>
                </p:cNvPr>
                <p:cNvSpPr/>
                <p:nvPr/>
              </p:nvSpPr>
              <p:spPr>
                <a:xfrm>
                  <a:off x="2565176" y="3776937"/>
                  <a:ext cx="1085229" cy="756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2" h="22826" extrusionOk="0">
                      <a:moveTo>
                        <a:pt x="32732" y="0"/>
                      </a:moveTo>
                      <a:cubicBezTo>
                        <a:pt x="32732" y="0"/>
                        <a:pt x="32663" y="3789"/>
                        <a:pt x="28920" y="3789"/>
                      </a:cubicBezTo>
                      <a:lnTo>
                        <a:pt x="9519" y="3789"/>
                      </a:lnTo>
                      <a:cubicBezTo>
                        <a:pt x="4269" y="3789"/>
                        <a:pt x="0" y="8058"/>
                        <a:pt x="0" y="13307"/>
                      </a:cubicBezTo>
                      <a:cubicBezTo>
                        <a:pt x="0" y="18557"/>
                        <a:pt x="4269" y="22826"/>
                        <a:pt x="9519" y="22826"/>
                      </a:cubicBezTo>
                      <a:lnTo>
                        <a:pt x="28920" y="22826"/>
                      </a:lnTo>
                      <a:cubicBezTo>
                        <a:pt x="31020" y="22826"/>
                        <a:pt x="32732" y="21114"/>
                        <a:pt x="32732" y="19014"/>
                      </a:cubicBezTo>
                      <a:lnTo>
                        <a:pt x="3273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" name="Google Shape;331;p20">
                <a:extLst>
                  <a:ext uri="{FF2B5EF4-FFF2-40B4-BE49-F238E27FC236}">
                    <a16:creationId xmlns:a16="http://schemas.microsoft.com/office/drawing/2014/main" id="{62C730F4-EAD3-3031-755D-6AF27C546694}"/>
                  </a:ext>
                </a:extLst>
              </p:cNvPr>
              <p:cNvSpPr/>
              <p:nvPr/>
            </p:nvSpPr>
            <p:spPr>
              <a:xfrm>
                <a:off x="3580815" y="5120963"/>
                <a:ext cx="643457" cy="643456"/>
              </a:xfrm>
              <a:custGeom>
                <a:avLst/>
                <a:gdLst/>
                <a:ahLst/>
                <a:cxnLst/>
                <a:rect l="l" t="t" r="r" b="b"/>
                <a:pathLst>
                  <a:path w="15203" h="15203" extrusionOk="0">
                    <a:moveTo>
                      <a:pt x="7602" y="1"/>
                    </a:moveTo>
                    <a:cubicBezTo>
                      <a:pt x="3402" y="1"/>
                      <a:pt x="1" y="3402"/>
                      <a:pt x="1" y="7601"/>
                    </a:cubicBezTo>
                    <a:cubicBezTo>
                      <a:pt x="1" y="11801"/>
                      <a:pt x="3402" y="15202"/>
                      <a:pt x="7602" y="15202"/>
                    </a:cubicBezTo>
                    <a:cubicBezTo>
                      <a:pt x="11801" y="15202"/>
                      <a:pt x="15202" y="11801"/>
                      <a:pt x="15202" y="7601"/>
                    </a:cubicBezTo>
                    <a:cubicBezTo>
                      <a:pt x="15202" y="3402"/>
                      <a:pt x="11801" y="1"/>
                      <a:pt x="76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02</a:t>
                </a:r>
                <a:endParaRPr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29" name="Group 16428">
              <a:extLst>
                <a:ext uri="{FF2B5EF4-FFF2-40B4-BE49-F238E27FC236}">
                  <a16:creationId xmlns:a16="http://schemas.microsoft.com/office/drawing/2014/main" id="{1A16C188-33D1-BD1C-716E-E6A3FEF5734A}"/>
                </a:ext>
              </a:extLst>
            </p:cNvPr>
            <p:cNvGrpSpPr/>
            <p:nvPr/>
          </p:nvGrpSpPr>
          <p:grpSpPr>
            <a:xfrm>
              <a:off x="3094627" y="2764532"/>
              <a:ext cx="1735668" cy="1617393"/>
              <a:chOff x="2971303" y="3683530"/>
              <a:chExt cx="1735668" cy="1617393"/>
            </a:xfrm>
          </p:grpSpPr>
          <p:sp>
            <p:nvSpPr>
              <p:cNvPr id="16419" name="TextBox 16418">
                <a:extLst>
                  <a:ext uri="{FF2B5EF4-FFF2-40B4-BE49-F238E27FC236}">
                    <a16:creationId xmlns:a16="http://schemas.microsoft.com/office/drawing/2014/main" id="{7866A523-BDE1-52A7-73C1-D537ABB4889A}"/>
                  </a:ext>
                </a:extLst>
              </p:cNvPr>
              <p:cNvSpPr txBox="1"/>
              <p:nvPr/>
            </p:nvSpPr>
            <p:spPr>
              <a:xfrm>
                <a:off x="3052222" y="4346816"/>
                <a:ext cx="157788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Blue is a color of serenity, trustworthiness, and welcome.</a:t>
                </a:r>
              </a:p>
            </p:txBody>
          </p:sp>
          <p:sp>
            <p:nvSpPr>
              <p:cNvPr id="16424" name="TextBox 16423">
                <a:extLst>
                  <a:ext uri="{FF2B5EF4-FFF2-40B4-BE49-F238E27FC236}">
                    <a16:creationId xmlns:a16="http://schemas.microsoft.com/office/drawing/2014/main" id="{077B9552-CF09-E61B-DED7-3A80540735FD}"/>
                  </a:ext>
                </a:extLst>
              </p:cNvPr>
              <p:cNvSpPr txBox="1"/>
              <p:nvPr/>
            </p:nvSpPr>
            <p:spPr>
              <a:xfrm>
                <a:off x="2971303" y="3683530"/>
                <a:ext cx="17356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Brainstorm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38" name="Group 16437">
              <a:extLst>
                <a:ext uri="{FF2B5EF4-FFF2-40B4-BE49-F238E27FC236}">
                  <a16:creationId xmlns:a16="http://schemas.microsoft.com/office/drawing/2014/main" id="{0E8972F2-532F-D508-F96F-F7A835E65E02}"/>
                </a:ext>
              </a:extLst>
            </p:cNvPr>
            <p:cNvGrpSpPr/>
            <p:nvPr/>
          </p:nvGrpSpPr>
          <p:grpSpPr>
            <a:xfrm>
              <a:off x="7312996" y="2137203"/>
              <a:ext cx="1844735" cy="3708353"/>
              <a:chOff x="7313245" y="2137203"/>
              <a:chExt cx="1844735" cy="3708353"/>
            </a:xfrm>
          </p:grpSpPr>
          <p:sp>
            <p:nvSpPr>
              <p:cNvPr id="7" name="Google Shape;332;p20">
                <a:extLst>
                  <a:ext uri="{FF2B5EF4-FFF2-40B4-BE49-F238E27FC236}">
                    <a16:creationId xmlns:a16="http://schemas.microsoft.com/office/drawing/2014/main" id="{A5E4AE3E-9491-0A6C-4E4D-DE01212B664C}"/>
                  </a:ext>
                </a:extLst>
              </p:cNvPr>
              <p:cNvSpPr/>
              <p:nvPr/>
            </p:nvSpPr>
            <p:spPr>
              <a:xfrm>
                <a:off x="8124249" y="4718120"/>
                <a:ext cx="1033730" cy="359418"/>
              </a:xfrm>
              <a:custGeom>
                <a:avLst/>
                <a:gdLst/>
                <a:ahLst/>
                <a:cxnLst/>
                <a:rect l="l" t="t" r="r" b="b"/>
                <a:pathLst>
                  <a:path w="24424" h="8492" extrusionOk="0">
                    <a:moveTo>
                      <a:pt x="0" y="0"/>
                    </a:moveTo>
                    <a:lnTo>
                      <a:pt x="0" y="8491"/>
                    </a:lnTo>
                    <a:lnTo>
                      <a:pt x="24423" y="8491"/>
                    </a:lnTo>
                    <a:lnTo>
                      <a:pt x="24423" y="3812"/>
                    </a:lnTo>
                    <a:cubicBezTo>
                      <a:pt x="24423" y="1712"/>
                      <a:pt x="22711" y="0"/>
                      <a:pt x="20611" y="0"/>
                    </a:cubicBezTo>
                    <a:lnTo>
                      <a:pt x="20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" name="Google Shape;336;p20">
                <a:extLst>
                  <a:ext uri="{FF2B5EF4-FFF2-40B4-BE49-F238E27FC236}">
                    <a16:creationId xmlns:a16="http://schemas.microsoft.com/office/drawing/2014/main" id="{116CC178-0E04-D761-88AC-96C3A23AD028}"/>
                  </a:ext>
                </a:extLst>
              </p:cNvPr>
              <p:cNvGrpSpPr/>
              <p:nvPr/>
            </p:nvGrpSpPr>
            <p:grpSpPr>
              <a:xfrm>
                <a:off x="7313245" y="2137203"/>
                <a:ext cx="1844735" cy="3708353"/>
                <a:chOff x="5552553" y="1628774"/>
                <a:chExt cx="1445083" cy="2904959"/>
              </a:xfrm>
            </p:grpSpPr>
            <p:sp>
              <p:nvSpPr>
                <p:cNvPr id="16411" name="Google Shape;337;p20">
                  <a:extLst>
                    <a:ext uri="{FF2B5EF4-FFF2-40B4-BE49-F238E27FC236}">
                      <a16:creationId xmlns:a16="http://schemas.microsoft.com/office/drawing/2014/main" id="{CDB886DD-BBFF-DB05-6DDB-AEDE3BD72501}"/>
                    </a:ext>
                  </a:extLst>
                </p:cNvPr>
                <p:cNvSpPr/>
                <p:nvPr/>
              </p:nvSpPr>
              <p:spPr>
                <a:xfrm>
                  <a:off x="5552553" y="1628774"/>
                  <a:ext cx="1386388" cy="2623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1" h="91302" extrusionOk="0">
                      <a:moveTo>
                        <a:pt x="3812" y="0"/>
                      </a:moveTo>
                      <a:cubicBezTo>
                        <a:pt x="1712" y="0"/>
                        <a:pt x="0" y="1689"/>
                        <a:pt x="0" y="3789"/>
                      </a:cubicBezTo>
                      <a:lnTo>
                        <a:pt x="0" y="87490"/>
                      </a:lnTo>
                      <a:cubicBezTo>
                        <a:pt x="0" y="89589"/>
                        <a:pt x="1712" y="91301"/>
                        <a:pt x="3812" y="91301"/>
                      </a:cubicBezTo>
                      <a:lnTo>
                        <a:pt x="34238" y="91301"/>
                      </a:lnTo>
                      <a:cubicBezTo>
                        <a:pt x="36338" y="91301"/>
                        <a:pt x="38050" y="89589"/>
                        <a:pt x="38050" y="87490"/>
                      </a:cubicBezTo>
                      <a:lnTo>
                        <a:pt x="38050" y="3789"/>
                      </a:lnTo>
                      <a:cubicBezTo>
                        <a:pt x="38050" y="1689"/>
                        <a:pt x="36338" y="0"/>
                        <a:pt x="34238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3" name="Google Shape;339;p20">
                  <a:extLst>
                    <a:ext uri="{FF2B5EF4-FFF2-40B4-BE49-F238E27FC236}">
                      <a16:creationId xmlns:a16="http://schemas.microsoft.com/office/drawing/2014/main" id="{89FDACFA-B4E4-8D34-BEE8-97C1F30FE64E}"/>
                    </a:ext>
                  </a:extLst>
                </p:cNvPr>
                <p:cNvSpPr/>
                <p:nvPr/>
              </p:nvSpPr>
              <p:spPr>
                <a:xfrm>
                  <a:off x="5912373" y="3776937"/>
                  <a:ext cx="1085263" cy="756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3" h="22826" extrusionOk="0">
                      <a:moveTo>
                        <a:pt x="32732" y="0"/>
                      </a:moveTo>
                      <a:cubicBezTo>
                        <a:pt x="32732" y="0"/>
                        <a:pt x="32664" y="3789"/>
                        <a:pt x="28920" y="3789"/>
                      </a:cubicBezTo>
                      <a:lnTo>
                        <a:pt x="9519" y="3789"/>
                      </a:lnTo>
                      <a:cubicBezTo>
                        <a:pt x="4269" y="3789"/>
                        <a:pt x="1" y="8058"/>
                        <a:pt x="1" y="13307"/>
                      </a:cubicBezTo>
                      <a:cubicBezTo>
                        <a:pt x="1" y="18557"/>
                        <a:pt x="4269" y="22826"/>
                        <a:pt x="9519" y="22826"/>
                      </a:cubicBezTo>
                      <a:lnTo>
                        <a:pt x="28920" y="22826"/>
                      </a:lnTo>
                      <a:cubicBezTo>
                        <a:pt x="31020" y="22826"/>
                        <a:pt x="32732" y="21114"/>
                        <a:pt x="32732" y="19014"/>
                      </a:cubicBezTo>
                      <a:lnTo>
                        <a:pt x="3273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" name="Google Shape;340;p20">
                <a:extLst>
                  <a:ext uri="{FF2B5EF4-FFF2-40B4-BE49-F238E27FC236}">
                    <a16:creationId xmlns:a16="http://schemas.microsoft.com/office/drawing/2014/main" id="{01D1B712-977B-43B8-316F-86522152E294}"/>
                  </a:ext>
                </a:extLst>
              </p:cNvPr>
              <p:cNvSpPr/>
              <p:nvPr/>
            </p:nvSpPr>
            <p:spPr>
              <a:xfrm>
                <a:off x="7853755" y="5120963"/>
                <a:ext cx="643414" cy="643456"/>
              </a:xfrm>
              <a:custGeom>
                <a:avLst/>
                <a:gdLst/>
                <a:ahLst/>
                <a:cxnLst/>
                <a:rect l="l" t="t" r="r" b="b"/>
                <a:pathLst>
                  <a:path w="15202" h="15203" extrusionOk="0">
                    <a:moveTo>
                      <a:pt x="7601" y="1"/>
                    </a:moveTo>
                    <a:cubicBezTo>
                      <a:pt x="3401" y="1"/>
                      <a:pt x="0" y="3402"/>
                      <a:pt x="0" y="7601"/>
                    </a:cubicBezTo>
                    <a:cubicBezTo>
                      <a:pt x="0" y="11801"/>
                      <a:pt x="3401" y="15202"/>
                      <a:pt x="7601" y="15202"/>
                    </a:cubicBezTo>
                    <a:cubicBezTo>
                      <a:pt x="11801" y="15202"/>
                      <a:pt x="15202" y="11801"/>
                      <a:pt x="15202" y="7601"/>
                    </a:cubicBezTo>
                    <a:cubicBezTo>
                      <a:pt x="15202" y="3402"/>
                      <a:pt x="11801" y="1"/>
                      <a:pt x="76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04</a:t>
                </a:r>
                <a:endParaRPr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31" name="Group 16430">
              <a:extLst>
                <a:ext uri="{FF2B5EF4-FFF2-40B4-BE49-F238E27FC236}">
                  <a16:creationId xmlns:a16="http://schemas.microsoft.com/office/drawing/2014/main" id="{A7746717-F456-786D-B562-11F46E8E82F1}"/>
                </a:ext>
              </a:extLst>
            </p:cNvPr>
            <p:cNvGrpSpPr/>
            <p:nvPr/>
          </p:nvGrpSpPr>
          <p:grpSpPr>
            <a:xfrm>
              <a:off x="7407987" y="2764532"/>
              <a:ext cx="1654752" cy="1617393"/>
              <a:chOff x="7479622" y="3683530"/>
              <a:chExt cx="1654752" cy="1617393"/>
            </a:xfrm>
          </p:grpSpPr>
          <p:sp>
            <p:nvSpPr>
              <p:cNvPr id="16420" name="TextBox 16419">
                <a:extLst>
                  <a:ext uri="{FF2B5EF4-FFF2-40B4-BE49-F238E27FC236}">
                    <a16:creationId xmlns:a16="http://schemas.microsoft.com/office/drawing/2014/main" id="{8D3548FF-4DA3-5529-02AB-DBC6654AA9E5}"/>
                  </a:ext>
                </a:extLst>
              </p:cNvPr>
              <p:cNvSpPr txBox="1"/>
              <p:nvPr/>
            </p:nvSpPr>
            <p:spPr>
              <a:xfrm flipH="1">
                <a:off x="7556491" y="4346816"/>
                <a:ext cx="157788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Orange is a color of playfulness and energy.</a:t>
                </a:r>
              </a:p>
            </p:txBody>
          </p:sp>
          <p:sp>
            <p:nvSpPr>
              <p:cNvPr id="16425" name="TextBox 16424">
                <a:extLst>
                  <a:ext uri="{FF2B5EF4-FFF2-40B4-BE49-F238E27FC236}">
                    <a16:creationId xmlns:a16="http://schemas.microsoft.com/office/drawing/2014/main" id="{79A437AE-0D83-28AA-79CF-85B7393F65D7}"/>
                  </a:ext>
                </a:extLst>
              </p:cNvPr>
              <p:cNvSpPr txBox="1"/>
              <p:nvPr/>
            </p:nvSpPr>
            <p:spPr>
              <a:xfrm flipH="1">
                <a:off x="7479622" y="3683530"/>
                <a:ext cx="15148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Revise and reevaluate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37" name="Group 16436">
              <a:extLst>
                <a:ext uri="{FF2B5EF4-FFF2-40B4-BE49-F238E27FC236}">
                  <a16:creationId xmlns:a16="http://schemas.microsoft.com/office/drawing/2014/main" id="{5C6526BA-CAA9-208B-0BE0-896C1D1555A3}"/>
                </a:ext>
              </a:extLst>
            </p:cNvPr>
            <p:cNvGrpSpPr/>
            <p:nvPr/>
          </p:nvGrpSpPr>
          <p:grpSpPr>
            <a:xfrm>
              <a:off x="5176797" y="2137203"/>
              <a:ext cx="1844229" cy="3708353"/>
              <a:chOff x="5176794" y="2137203"/>
              <a:chExt cx="1844229" cy="3708353"/>
            </a:xfrm>
          </p:grpSpPr>
          <p:sp>
            <p:nvSpPr>
              <p:cNvPr id="17" name="Google Shape;350;p20">
                <a:extLst>
                  <a:ext uri="{FF2B5EF4-FFF2-40B4-BE49-F238E27FC236}">
                    <a16:creationId xmlns:a16="http://schemas.microsoft.com/office/drawing/2014/main" id="{AB5E6876-61C5-ED64-6C3F-747C068C07A8}"/>
                  </a:ext>
                </a:extLst>
              </p:cNvPr>
              <p:cNvSpPr/>
              <p:nvPr/>
            </p:nvSpPr>
            <p:spPr>
              <a:xfrm>
                <a:off x="5987292" y="4718120"/>
                <a:ext cx="1033730" cy="359418"/>
              </a:xfrm>
              <a:custGeom>
                <a:avLst/>
                <a:gdLst/>
                <a:ahLst/>
                <a:cxnLst/>
                <a:rect l="l" t="t" r="r" b="b"/>
                <a:pathLst>
                  <a:path w="24424" h="8492" extrusionOk="0">
                    <a:moveTo>
                      <a:pt x="1" y="0"/>
                    </a:moveTo>
                    <a:lnTo>
                      <a:pt x="1" y="8491"/>
                    </a:lnTo>
                    <a:lnTo>
                      <a:pt x="24424" y="8491"/>
                    </a:lnTo>
                    <a:lnTo>
                      <a:pt x="24424" y="3812"/>
                    </a:lnTo>
                    <a:cubicBezTo>
                      <a:pt x="24424" y="1712"/>
                      <a:pt x="22735" y="0"/>
                      <a:pt x="20635" y="0"/>
                    </a:cubicBezTo>
                    <a:lnTo>
                      <a:pt x="20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" name="Google Shape;353;p20">
                <a:extLst>
                  <a:ext uri="{FF2B5EF4-FFF2-40B4-BE49-F238E27FC236}">
                    <a16:creationId xmlns:a16="http://schemas.microsoft.com/office/drawing/2014/main" id="{8198CC1B-88E6-32E0-C960-6708007E09F8}"/>
                  </a:ext>
                </a:extLst>
              </p:cNvPr>
              <p:cNvGrpSpPr/>
              <p:nvPr/>
            </p:nvGrpSpPr>
            <p:grpSpPr>
              <a:xfrm>
                <a:off x="5176794" y="2137203"/>
                <a:ext cx="1844229" cy="3708353"/>
                <a:chOff x="3878953" y="1628774"/>
                <a:chExt cx="1444686" cy="2904959"/>
              </a:xfrm>
            </p:grpSpPr>
            <p:sp>
              <p:nvSpPr>
                <p:cNvPr id="16405" name="Google Shape;354;p20">
                  <a:extLst>
                    <a:ext uri="{FF2B5EF4-FFF2-40B4-BE49-F238E27FC236}">
                      <a16:creationId xmlns:a16="http://schemas.microsoft.com/office/drawing/2014/main" id="{6D97675A-AF85-F86B-A43E-CD0FCF2D3C17}"/>
                    </a:ext>
                  </a:extLst>
                </p:cNvPr>
                <p:cNvSpPr/>
                <p:nvPr/>
              </p:nvSpPr>
              <p:spPr>
                <a:xfrm>
                  <a:off x="3878953" y="1628774"/>
                  <a:ext cx="1386388" cy="2623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51" h="91302" extrusionOk="0">
                      <a:moveTo>
                        <a:pt x="3813" y="0"/>
                      </a:moveTo>
                      <a:cubicBezTo>
                        <a:pt x="1713" y="0"/>
                        <a:pt x="1" y="1689"/>
                        <a:pt x="1" y="3789"/>
                      </a:cubicBezTo>
                      <a:lnTo>
                        <a:pt x="1" y="87490"/>
                      </a:lnTo>
                      <a:cubicBezTo>
                        <a:pt x="1" y="89589"/>
                        <a:pt x="1713" y="91301"/>
                        <a:pt x="3813" y="91301"/>
                      </a:cubicBezTo>
                      <a:lnTo>
                        <a:pt x="34239" y="91301"/>
                      </a:lnTo>
                      <a:cubicBezTo>
                        <a:pt x="36339" y="91301"/>
                        <a:pt x="38051" y="89589"/>
                        <a:pt x="38051" y="87490"/>
                      </a:cubicBezTo>
                      <a:lnTo>
                        <a:pt x="38051" y="3789"/>
                      </a:lnTo>
                      <a:cubicBezTo>
                        <a:pt x="38051" y="1689"/>
                        <a:pt x="36339" y="0"/>
                        <a:pt x="34239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7" name="Google Shape;356;p20">
                  <a:extLst>
                    <a:ext uri="{FF2B5EF4-FFF2-40B4-BE49-F238E27FC236}">
                      <a16:creationId xmlns:a16="http://schemas.microsoft.com/office/drawing/2014/main" id="{399BAEE7-6EE1-3616-7F9A-86AB8D7F1B63}"/>
                    </a:ext>
                  </a:extLst>
                </p:cNvPr>
                <p:cNvSpPr/>
                <p:nvPr/>
              </p:nvSpPr>
              <p:spPr>
                <a:xfrm>
                  <a:off x="4239172" y="3776937"/>
                  <a:ext cx="1084467" cy="756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09" h="22826" extrusionOk="0">
                      <a:moveTo>
                        <a:pt x="32709" y="0"/>
                      </a:moveTo>
                      <a:cubicBezTo>
                        <a:pt x="32709" y="0"/>
                        <a:pt x="32663" y="3789"/>
                        <a:pt x="28920" y="3789"/>
                      </a:cubicBezTo>
                      <a:lnTo>
                        <a:pt x="9518" y="3789"/>
                      </a:lnTo>
                      <a:cubicBezTo>
                        <a:pt x="4246" y="3789"/>
                        <a:pt x="0" y="8058"/>
                        <a:pt x="0" y="13307"/>
                      </a:cubicBezTo>
                      <a:cubicBezTo>
                        <a:pt x="0" y="18557"/>
                        <a:pt x="4246" y="22826"/>
                        <a:pt x="9518" y="22826"/>
                      </a:cubicBezTo>
                      <a:lnTo>
                        <a:pt x="28920" y="22826"/>
                      </a:lnTo>
                      <a:cubicBezTo>
                        <a:pt x="31020" y="22826"/>
                        <a:pt x="32709" y="21114"/>
                        <a:pt x="32709" y="19014"/>
                      </a:cubicBezTo>
                      <a:lnTo>
                        <a:pt x="3270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" name="Google Shape;357;p20">
                <a:extLst>
                  <a:ext uri="{FF2B5EF4-FFF2-40B4-BE49-F238E27FC236}">
                    <a16:creationId xmlns:a16="http://schemas.microsoft.com/office/drawing/2014/main" id="{558535E6-FB41-01E3-19AA-888479A52F98}"/>
                  </a:ext>
                </a:extLst>
              </p:cNvPr>
              <p:cNvSpPr/>
              <p:nvPr/>
            </p:nvSpPr>
            <p:spPr>
              <a:xfrm>
                <a:off x="5716798" y="5120963"/>
                <a:ext cx="644388" cy="643456"/>
              </a:xfrm>
              <a:custGeom>
                <a:avLst/>
                <a:gdLst/>
                <a:ahLst/>
                <a:cxnLst/>
                <a:rect l="l" t="t" r="r" b="b"/>
                <a:pathLst>
                  <a:path w="15225" h="15203" extrusionOk="0">
                    <a:moveTo>
                      <a:pt x="7624" y="1"/>
                    </a:moveTo>
                    <a:cubicBezTo>
                      <a:pt x="3402" y="1"/>
                      <a:pt x="1" y="3402"/>
                      <a:pt x="1" y="7601"/>
                    </a:cubicBezTo>
                    <a:cubicBezTo>
                      <a:pt x="1" y="11801"/>
                      <a:pt x="3402" y="15202"/>
                      <a:pt x="7624" y="15202"/>
                    </a:cubicBezTo>
                    <a:cubicBezTo>
                      <a:pt x="11824" y="15202"/>
                      <a:pt x="15225" y="11801"/>
                      <a:pt x="15225" y="7601"/>
                    </a:cubicBezTo>
                    <a:cubicBezTo>
                      <a:pt x="15225" y="3402"/>
                      <a:pt x="11824" y="1"/>
                      <a:pt x="76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03</a:t>
                </a:r>
                <a:endParaRPr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30" name="Group 16429">
              <a:extLst>
                <a:ext uri="{FF2B5EF4-FFF2-40B4-BE49-F238E27FC236}">
                  <a16:creationId xmlns:a16="http://schemas.microsoft.com/office/drawing/2014/main" id="{A3F1137A-3D72-AB9E-B6E3-C36699F0D920}"/>
                </a:ext>
              </a:extLst>
            </p:cNvPr>
            <p:cNvGrpSpPr/>
            <p:nvPr/>
          </p:nvGrpSpPr>
          <p:grpSpPr>
            <a:xfrm>
              <a:off x="5292837" y="2764532"/>
              <a:ext cx="1612148" cy="1617393"/>
              <a:chOff x="5248839" y="3683530"/>
              <a:chExt cx="1612148" cy="1617393"/>
            </a:xfrm>
          </p:grpSpPr>
          <p:sp>
            <p:nvSpPr>
              <p:cNvPr id="16421" name="TextBox 16420">
                <a:extLst>
                  <a:ext uri="{FF2B5EF4-FFF2-40B4-BE49-F238E27FC236}">
                    <a16:creationId xmlns:a16="http://schemas.microsoft.com/office/drawing/2014/main" id="{8F220EE7-9EEE-B710-D397-FDBBE079E5E3}"/>
                  </a:ext>
                </a:extLst>
              </p:cNvPr>
              <p:cNvSpPr txBox="1"/>
              <p:nvPr/>
            </p:nvSpPr>
            <p:spPr>
              <a:xfrm>
                <a:off x="5325607" y="4346816"/>
                <a:ext cx="153537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Purple is a color of luxury, mystery, and romance.</a:t>
                </a:r>
              </a:p>
            </p:txBody>
          </p:sp>
          <p:sp>
            <p:nvSpPr>
              <p:cNvPr id="16426" name="TextBox 16425">
                <a:extLst>
                  <a:ext uri="{FF2B5EF4-FFF2-40B4-BE49-F238E27FC236}">
                    <a16:creationId xmlns:a16="http://schemas.microsoft.com/office/drawing/2014/main" id="{617928B0-2E75-0D2E-F5F8-6A86F5E8E5A2}"/>
                  </a:ext>
                </a:extLst>
              </p:cNvPr>
              <p:cNvSpPr txBox="1"/>
              <p:nvPr/>
            </p:nvSpPr>
            <p:spPr>
              <a:xfrm>
                <a:off x="5248839" y="3683530"/>
                <a:ext cx="16121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Create rough drafts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40" name="Group 16439">
              <a:extLst>
                <a:ext uri="{FF2B5EF4-FFF2-40B4-BE49-F238E27FC236}">
                  <a16:creationId xmlns:a16="http://schemas.microsoft.com/office/drawing/2014/main" id="{CF6E1F08-BE0A-60A2-6F91-1106E1C0E997}"/>
                </a:ext>
              </a:extLst>
            </p:cNvPr>
            <p:cNvGrpSpPr/>
            <p:nvPr/>
          </p:nvGrpSpPr>
          <p:grpSpPr>
            <a:xfrm>
              <a:off x="9449699" y="2137203"/>
              <a:ext cx="1844222" cy="3708353"/>
              <a:chOff x="9449699" y="2137203"/>
              <a:chExt cx="1844222" cy="3708353"/>
            </a:xfrm>
          </p:grpSpPr>
          <p:sp>
            <p:nvSpPr>
              <p:cNvPr id="12" name="Google Shape;341;p20">
                <a:extLst>
                  <a:ext uri="{FF2B5EF4-FFF2-40B4-BE49-F238E27FC236}">
                    <a16:creationId xmlns:a16="http://schemas.microsoft.com/office/drawing/2014/main" id="{45B8CBAD-F42A-3C94-476D-164B4C79AC86}"/>
                  </a:ext>
                </a:extLst>
              </p:cNvPr>
              <p:cNvSpPr/>
              <p:nvPr/>
            </p:nvSpPr>
            <p:spPr>
              <a:xfrm>
                <a:off x="10260191" y="4718120"/>
                <a:ext cx="1033730" cy="359418"/>
              </a:xfrm>
              <a:custGeom>
                <a:avLst/>
                <a:gdLst/>
                <a:ahLst/>
                <a:cxnLst/>
                <a:rect l="l" t="t" r="r" b="b"/>
                <a:pathLst>
                  <a:path w="24424" h="8492" extrusionOk="0">
                    <a:moveTo>
                      <a:pt x="1" y="0"/>
                    </a:moveTo>
                    <a:lnTo>
                      <a:pt x="1" y="8491"/>
                    </a:lnTo>
                    <a:lnTo>
                      <a:pt x="24424" y="8491"/>
                    </a:lnTo>
                    <a:lnTo>
                      <a:pt x="24424" y="3812"/>
                    </a:lnTo>
                    <a:cubicBezTo>
                      <a:pt x="24424" y="1712"/>
                      <a:pt x="22712" y="0"/>
                      <a:pt x="20612" y="0"/>
                    </a:cubicBezTo>
                    <a:lnTo>
                      <a:pt x="2061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344;p20">
                <a:extLst>
                  <a:ext uri="{FF2B5EF4-FFF2-40B4-BE49-F238E27FC236}">
                    <a16:creationId xmlns:a16="http://schemas.microsoft.com/office/drawing/2014/main" id="{1F6D927C-2D4E-CD8A-8335-18139FDAF5F6}"/>
                  </a:ext>
                </a:extLst>
              </p:cNvPr>
              <p:cNvGrpSpPr/>
              <p:nvPr/>
            </p:nvGrpSpPr>
            <p:grpSpPr>
              <a:xfrm>
                <a:off x="9449699" y="2137203"/>
                <a:ext cx="1844221" cy="3708353"/>
                <a:chOff x="7226155" y="1628774"/>
                <a:chExt cx="1444680" cy="2904959"/>
              </a:xfrm>
            </p:grpSpPr>
            <p:sp>
              <p:nvSpPr>
                <p:cNvPr id="16408" name="Google Shape;345;p20">
                  <a:extLst>
                    <a:ext uri="{FF2B5EF4-FFF2-40B4-BE49-F238E27FC236}">
                      <a16:creationId xmlns:a16="http://schemas.microsoft.com/office/drawing/2014/main" id="{09A077FD-9921-ADA3-9B54-963CF77BE8A8}"/>
                    </a:ext>
                  </a:extLst>
                </p:cNvPr>
                <p:cNvSpPr/>
                <p:nvPr/>
              </p:nvSpPr>
              <p:spPr>
                <a:xfrm>
                  <a:off x="7226155" y="1628774"/>
                  <a:ext cx="1386369" cy="2623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27" h="91302" extrusionOk="0">
                      <a:moveTo>
                        <a:pt x="3789" y="0"/>
                      </a:moveTo>
                      <a:cubicBezTo>
                        <a:pt x="1689" y="0"/>
                        <a:pt x="0" y="1689"/>
                        <a:pt x="0" y="3789"/>
                      </a:cubicBezTo>
                      <a:lnTo>
                        <a:pt x="0" y="87490"/>
                      </a:lnTo>
                      <a:cubicBezTo>
                        <a:pt x="0" y="89589"/>
                        <a:pt x="1689" y="91301"/>
                        <a:pt x="3789" y="91301"/>
                      </a:cubicBezTo>
                      <a:lnTo>
                        <a:pt x="34238" y="91301"/>
                      </a:lnTo>
                      <a:cubicBezTo>
                        <a:pt x="36338" y="91301"/>
                        <a:pt x="38027" y="89589"/>
                        <a:pt x="38027" y="87490"/>
                      </a:cubicBezTo>
                      <a:lnTo>
                        <a:pt x="38027" y="3789"/>
                      </a:lnTo>
                      <a:cubicBezTo>
                        <a:pt x="38027" y="1689"/>
                        <a:pt x="36338" y="0"/>
                        <a:pt x="34238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0" name="Google Shape;347;p20">
                  <a:extLst>
                    <a:ext uri="{FF2B5EF4-FFF2-40B4-BE49-F238E27FC236}">
                      <a16:creationId xmlns:a16="http://schemas.microsoft.com/office/drawing/2014/main" id="{7D6EA1A7-4A2A-2224-E470-F69801BA60F2}"/>
                    </a:ext>
                  </a:extLst>
                </p:cNvPr>
                <p:cNvSpPr/>
                <p:nvPr/>
              </p:nvSpPr>
              <p:spPr>
                <a:xfrm>
                  <a:off x="7586368" y="3776937"/>
                  <a:ext cx="1084467" cy="756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09" h="22826" extrusionOk="0">
                      <a:moveTo>
                        <a:pt x="32709" y="0"/>
                      </a:moveTo>
                      <a:cubicBezTo>
                        <a:pt x="32709" y="0"/>
                        <a:pt x="32663" y="3789"/>
                        <a:pt x="28897" y="3789"/>
                      </a:cubicBezTo>
                      <a:lnTo>
                        <a:pt x="9496" y="3789"/>
                      </a:lnTo>
                      <a:cubicBezTo>
                        <a:pt x="4246" y="3789"/>
                        <a:pt x="0" y="8058"/>
                        <a:pt x="0" y="13307"/>
                      </a:cubicBezTo>
                      <a:cubicBezTo>
                        <a:pt x="0" y="18557"/>
                        <a:pt x="4246" y="22826"/>
                        <a:pt x="9496" y="22826"/>
                      </a:cubicBezTo>
                      <a:lnTo>
                        <a:pt x="28897" y="22826"/>
                      </a:lnTo>
                      <a:cubicBezTo>
                        <a:pt x="30997" y="22826"/>
                        <a:pt x="32709" y="21114"/>
                        <a:pt x="32709" y="19014"/>
                      </a:cubicBezTo>
                      <a:lnTo>
                        <a:pt x="3270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" name="Google Shape;348;p20">
                <a:extLst>
                  <a:ext uri="{FF2B5EF4-FFF2-40B4-BE49-F238E27FC236}">
                    <a16:creationId xmlns:a16="http://schemas.microsoft.com/office/drawing/2014/main" id="{B80CF510-8EA5-6546-C5BE-C4919684F976}"/>
                  </a:ext>
                </a:extLst>
              </p:cNvPr>
              <p:cNvSpPr/>
              <p:nvPr/>
            </p:nvSpPr>
            <p:spPr>
              <a:xfrm>
                <a:off x="9989695" y="5120963"/>
                <a:ext cx="644431" cy="643456"/>
              </a:xfrm>
              <a:custGeom>
                <a:avLst/>
                <a:gdLst/>
                <a:ahLst/>
                <a:cxnLst/>
                <a:rect l="l" t="t" r="r" b="b"/>
                <a:pathLst>
                  <a:path w="15226" h="15203" extrusionOk="0">
                    <a:moveTo>
                      <a:pt x="7602" y="1"/>
                    </a:moveTo>
                    <a:cubicBezTo>
                      <a:pt x="3402" y="1"/>
                      <a:pt x="1" y="3402"/>
                      <a:pt x="1" y="7601"/>
                    </a:cubicBezTo>
                    <a:cubicBezTo>
                      <a:pt x="1" y="11801"/>
                      <a:pt x="3402" y="15202"/>
                      <a:pt x="7602" y="15202"/>
                    </a:cubicBezTo>
                    <a:cubicBezTo>
                      <a:pt x="11824" y="15202"/>
                      <a:pt x="15225" y="11801"/>
                      <a:pt x="15225" y="7601"/>
                    </a:cubicBezTo>
                    <a:cubicBezTo>
                      <a:pt x="15225" y="3402"/>
                      <a:pt x="11824" y="1"/>
                      <a:pt x="76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05</a:t>
                </a:r>
                <a:endParaRPr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16432" name="Group 16431">
              <a:extLst>
                <a:ext uri="{FF2B5EF4-FFF2-40B4-BE49-F238E27FC236}">
                  <a16:creationId xmlns:a16="http://schemas.microsoft.com/office/drawing/2014/main" id="{AEDC7F7F-B69B-F3EE-821B-1F51F4DD9C77}"/>
                </a:ext>
              </a:extLst>
            </p:cNvPr>
            <p:cNvGrpSpPr/>
            <p:nvPr/>
          </p:nvGrpSpPr>
          <p:grpSpPr>
            <a:xfrm>
              <a:off x="9598425" y="2764532"/>
              <a:ext cx="1546771" cy="1617393"/>
              <a:chOff x="9726320" y="3683530"/>
              <a:chExt cx="1546771" cy="1617393"/>
            </a:xfrm>
          </p:grpSpPr>
          <p:sp>
            <p:nvSpPr>
              <p:cNvPr id="16422" name="TextBox 16421">
                <a:extLst>
                  <a:ext uri="{FF2B5EF4-FFF2-40B4-BE49-F238E27FC236}">
                    <a16:creationId xmlns:a16="http://schemas.microsoft.com/office/drawing/2014/main" id="{34E07580-5EC8-FA2B-1E65-D0A2A5EAC3C7}"/>
                  </a:ext>
                </a:extLst>
              </p:cNvPr>
              <p:cNvSpPr txBox="1"/>
              <p:nvPr/>
            </p:nvSpPr>
            <p:spPr>
              <a:xfrm flipH="1">
                <a:off x="9751294" y="4346816"/>
                <a:ext cx="149682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Pink is a color of feminism, youth, and innocence.</a:t>
                </a:r>
              </a:p>
            </p:txBody>
          </p:sp>
          <p:sp>
            <p:nvSpPr>
              <p:cNvPr id="16427" name="TextBox 16426">
                <a:extLst>
                  <a:ext uri="{FF2B5EF4-FFF2-40B4-BE49-F238E27FC236}">
                    <a16:creationId xmlns:a16="http://schemas.microsoft.com/office/drawing/2014/main" id="{4DB87503-4B8D-25F1-0DF1-DA984767E0D0}"/>
                  </a:ext>
                </a:extLst>
              </p:cNvPr>
              <p:cNvSpPr txBox="1"/>
              <p:nvPr/>
            </p:nvSpPr>
            <p:spPr>
              <a:xfrm flipH="1">
                <a:off x="9726320" y="3683530"/>
                <a:ext cx="15467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Deliver the solution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861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817F5FA3-F201-6DAC-2CCA-E1EF5E0B9EB1}"/>
              </a:ext>
            </a:extLst>
          </p:cNvPr>
          <p:cNvGrpSpPr/>
          <p:nvPr/>
        </p:nvGrpSpPr>
        <p:grpSpPr>
          <a:xfrm>
            <a:off x="285862" y="1727201"/>
            <a:ext cx="11620276" cy="4878080"/>
            <a:chOff x="306403" y="1727201"/>
            <a:chExt cx="11620276" cy="487808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E7A248E-447A-C1BC-C9BF-283A685B43FB}"/>
                </a:ext>
              </a:extLst>
            </p:cNvPr>
            <p:cNvSpPr txBox="1"/>
            <p:nvPr/>
          </p:nvSpPr>
          <p:spPr>
            <a:xfrm>
              <a:off x="1194509" y="1840523"/>
              <a:ext cx="2956138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Design</a:t>
              </a:r>
            </a:p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66B4E6-072C-C2BE-3EA9-21FCB1F063E1}"/>
                </a:ext>
              </a:extLst>
            </p:cNvPr>
            <p:cNvSpPr txBox="1"/>
            <p:nvPr/>
          </p:nvSpPr>
          <p:spPr>
            <a:xfrm>
              <a:off x="9346233" y="3338519"/>
              <a:ext cx="258044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Develop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4097" name="TextBox 4096">
              <a:extLst>
                <a:ext uri="{FF2B5EF4-FFF2-40B4-BE49-F238E27FC236}">
                  <a16:creationId xmlns:a16="http://schemas.microsoft.com/office/drawing/2014/main" id="{9827616F-0AB5-4416-9BEC-35E5CA7694E1}"/>
                </a:ext>
              </a:extLst>
            </p:cNvPr>
            <p:cNvSpPr txBox="1"/>
            <p:nvPr/>
          </p:nvSpPr>
          <p:spPr>
            <a:xfrm flipH="1">
              <a:off x="7963191" y="1840523"/>
              <a:ext cx="3131750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Prototype</a:t>
              </a: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 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Green is a color of nature, stability, and prosperity.</a:t>
              </a:r>
            </a:p>
          </p:txBody>
        </p:sp>
        <p:sp>
          <p:nvSpPr>
            <p:cNvPr id="4096" name="TextBox 4095">
              <a:extLst>
                <a:ext uri="{FF2B5EF4-FFF2-40B4-BE49-F238E27FC236}">
                  <a16:creationId xmlns:a16="http://schemas.microsoft.com/office/drawing/2014/main" id="{E7B5D3F6-C19E-B4D5-7C2A-5BB3207602AE}"/>
                </a:ext>
              </a:extLst>
            </p:cNvPr>
            <p:cNvSpPr txBox="1"/>
            <p:nvPr/>
          </p:nvSpPr>
          <p:spPr>
            <a:xfrm flipH="1">
              <a:off x="350022" y="3338519"/>
              <a:ext cx="243574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Research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grpSp>
          <p:nvGrpSpPr>
            <p:cNvPr id="4103" name="Group 4102">
              <a:extLst>
                <a:ext uri="{FF2B5EF4-FFF2-40B4-BE49-F238E27FC236}">
                  <a16:creationId xmlns:a16="http://schemas.microsoft.com/office/drawing/2014/main" id="{127F52F2-26EF-F57A-3514-4E52ACA6F8D1}"/>
                </a:ext>
              </a:extLst>
            </p:cNvPr>
            <p:cNvGrpSpPr/>
            <p:nvPr/>
          </p:nvGrpSpPr>
          <p:grpSpPr>
            <a:xfrm>
              <a:off x="2790084" y="1727201"/>
              <a:ext cx="6465778" cy="4878080"/>
              <a:chOff x="2790084" y="1727201"/>
              <a:chExt cx="6465778" cy="4878080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5F20CD9B-A468-A2B4-5451-EBD4ACF2B94B}"/>
                  </a:ext>
                </a:extLst>
              </p:cNvPr>
              <p:cNvSpPr/>
              <p:nvPr/>
            </p:nvSpPr>
            <p:spPr>
              <a:xfrm>
                <a:off x="3483932" y="2244749"/>
                <a:ext cx="1468022" cy="1515888"/>
              </a:xfrm>
              <a:custGeom>
                <a:avLst/>
                <a:gdLst>
                  <a:gd name="connsiteX0" fmla="*/ 1189141 w 1323956"/>
                  <a:gd name="connsiteY0" fmla="*/ 31196 h 1367125"/>
                  <a:gd name="connsiteX1" fmla="*/ -384 w 1323956"/>
                  <a:gd name="connsiteY1" fmla="*/ 1287261 h 1367125"/>
                  <a:gd name="connsiteX2" fmla="*/ 192715 w 1323956"/>
                  <a:gd name="connsiteY2" fmla="*/ 1367011 h 1367125"/>
                  <a:gd name="connsiteX3" fmla="*/ 1323573 w 1323956"/>
                  <a:gd name="connsiteY3" fmla="*/ 198186 h 1367125"/>
                  <a:gd name="connsiteX4" fmla="*/ 1255299 w 1323956"/>
                  <a:gd name="connsiteY4" fmla="*/ -115 h 1367125"/>
                  <a:gd name="connsiteX5" fmla="*/ 1189141 w 1323956"/>
                  <a:gd name="connsiteY5" fmla="*/ 31196 h 1367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23956" h="1367125">
                    <a:moveTo>
                      <a:pt x="1189141" y="31196"/>
                    </a:moveTo>
                    <a:cubicBezTo>
                      <a:pt x="655557" y="294669"/>
                      <a:pt x="233682" y="740140"/>
                      <a:pt x="-384" y="1287261"/>
                    </a:cubicBezTo>
                    <a:lnTo>
                      <a:pt x="192715" y="1367011"/>
                    </a:lnTo>
                    <a:cubicBezTo>
                      <a:pt x="414063" y="852231"/>
                      <a:pt x="816379" y="436406"/>
                      <a:pt x="1323573" y="198186"/>
                    </a:cubicBezTo>
                    <a:lnTo>
                      <a:pt x="1255299" y="-115"/>
                    </a:lnTo>
                    <a:cubicBezTo>
                      <a:pt x="1233153" y="9965"/>
                      <a:pt x="1211100" y="20402"/>
                      <a:pt x="1189141" y="31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B3A9F8C-F5E3-0E10-3ADB-813ED63D74C7}"/>
                  </a:ext>
                </a:extLst>
              </p:cNvPr>
              <p:cNvSpPr/>
              <p:nvPr/>
            </p:nvSpPr>
            <p:spPr>
              <a:xfrm>
                <a:off x="4876252" y="1996925"/>
                <a:ext cx="2382446" cy="488694"/>
              </a:xfrm>
              <a:custGeom>
                <a:avLst/>
                <a:gdLst>
                  <a:gd name="connsiteX0" fmla="*/ 1865423 w 2148642"/>
                  <a:gd name="connsiteY0" fmla="*/ 143431 h 440736"/>
                  <a:gd name="connsiteX1" fmla="*/ -384 w 2148642"/>
                  <a:gd name="connsiteY1" fmla="*/ 223389 h 440736"/>
                  <a:gd name="connsiteX2" fmla="*/ 67889 w 2148642"/>
                  <a:gd name="connsiteY2" fmla="*/ 421690 h 440736"/>
                  <a:gd name="connsiteX3" fmla="*/ 2032621 w 2148642"/>
                  <a:gd name="connsiteY3" fmla="*/ 440622 h 440736"/>
                  <a:gd name="connsiteX4" fmla="*/ 2148259 w 2148642"/>
                  <a:gd name="connsiteY4" fmla="*/ 264651 h 440736"/>
                  <a:gd name="connsiteX5" fmla="*/ 1865423 w 2148642"/>
                  <a:gd name="connsiteY5" fmla="*/ 143431 h 440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8642" h="440736">
                    <a:moveTo>
                      <a:pt x="1865423" y="143431"/>
                    </a:moveTo>
                    <a:cubicBezTo>
                      <a:pt x="1256617" y="-72571"/>
                      <a:pt x="587721" y="-43909"/>
                      <a:pt x="-384" y="223389"/>
                    </a:cubicBezTo>
                    <a:lnTo>
                      <a:pt x="67889" y="421690"/>
                    </a:lnTo>
                    <a:cubicBezTo>
                      <a:pt x="691916" y="130331"/>
                      <a:pt x="1414314" y="137294"/>
                      <a:pt x="2032621" y="440622"/>
                    </a:cubicBezTo>
                    <a:lnTo>
                      <a:pt x="2148259" y="264651"/>
                    </a:lnTo>
                    <a:cubicBezTo>
                      <a:pt x="2056581" y="218452"/>
                      <a:pt x="1962094" y="177966"/>
                      <a:pt x="1865423" y="143431"/>
                    </a:cubicBezTo>
                    <a:close/>
                  </a:path>
                </a:pathLst>
              </a:custGeom>
              <a:solidFill>
                <a:schemeClr val="tx2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4D43EFC-9ECF-70A6-896C-E174F3136652}"/>
                  </a:ext>
                </a:extLst>
              </p:cNvPr>
              <p:cNvSpPr/>
              <p:nvPr/>
            </p:nvSpPr>
            <p:spPr>
              <a:xfrm>
                <a:off x="8411188" y="3870827"/>
                <a:ext cx="365000" cy="1782826"/>
              </a:xfrm>
              <a:custGeom>
                <a:avLst/>
                <a:gdLst>
                  <a:gd name="connsiteX0" fmla="*/ 198748 w 329180"/>
                  <a:gd name="connsiteY0" fmla="*/ -115 h 1607867"/>
                  <a:gd name="connsiteX1" fmla="*/ -384 w 329180"/>
                  <a:gd name="connsiteY1" fmla="*/ 62021 h 1607867"/>
                  <a:gd name="connsiteX2" fmla="*/ 3083 w 329180"/>
                  <a:gd name="connsiteY2" fmla="*/ 1517878 h 1607867"/>
                  <a:gd name="connsiteX3" fmla="*/ 193062 w 329180"/>
                  <a:gd name="connsiteY3" fmla="*/ 1607753 h 1607867"/>
                  <a:gd name="connsiteX4" fmla="*/ 198748 w 329180"/>
                  <a:gd name="connsiteY4" fmla="*/ -11 h 1607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9180" h="1607867">
                    <a:moveTo>
                      <a:pt x="198748" y="-115"/>
                    </a:moveTo>
                    <a:lnTo>
                      <a:pt x="-384" y="62021"/>
                    </a:lnTo>
                    <a:cubicBezTo>
                      <a:pt x="159809" y="533892"/>
                      <a:pt x="161023" y="1045250"/>
                      <a:pt x="3083" y="1517878"/>
                    </a:cubicBezTo>
                    <a:lnTo>
                      <a:pt x="193062" y="1607753"/>
                    </a:lnTo>
                    <a:cubicBezTo>
                      <a:pt x="372084" y="1087102"/>
                      <a:pt x="374060" y="521895"/>
                      <a:pt x="198748" y="-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816C292-A3E8-43CF-2FA7-153B9F320833}"/>
                  </a:ext>
                </a:extLst>
              </p:cNvPr>
              <p:cNvSpPr/>
              <p:nvPr/>
            </p:nvSpPr>
            <p:spPr>
              <a:xfrm>
                <a:off x="7130479" y="2290347"/>
                <a:ext cx="1501509" cy="1649569"/>
              </a:xfrm>
              <a:custGeom>
                <a:avLst/>
                <a:gdLst>
                  <a:gd name="connsiteX0" fmla="*/ 1229155 w 1354157"/>
                  <a:gd name="connsiteY0" fmla="*/ 1123322 h 1487687"/>
                  <a:gd name="connsiteX1" fmla="*/ 115357 w 1354157"/>
                  <a:gd name="connsiteY1" fmla="*/ -115 h 1487687"/>
                  <a:gd name="connsiteX2" fmla="*/ -384 w 1354157"/>
                  <a:gd name="connsiteY2" fmla="*/ 175994 h 1487687"/>
                  <a:gd name="connsiteX3" fmla="*/ 1154641 w 1354157"/>
                  <a:gd name="connsiteY3" fmla="*/ 1487573 h 1487687"/>
                  <a:gd name="connsiteX4" fmla="*/ 1353773 w 1354157"/>
                  <a:gd name="connsiteY4" fmla="*/ 1425437 h 1487687"/>
                  <a:gd name="connsiteX5" fmla="*/ 1229155 w 1354157"/>
                  <a:gd name="connsiteY5" fmla="*/ 1123322 h 1487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4157" h="1487687">
                    <a:moveTo>
                      <a:pt x="1229155" y="1123322"/>
                    </a:moveTo>
                    <a:cubicBezTo>
                      <a:pt x="989454" y="638029"/>
                      <a:pt x="598574" y="243758"/>
                      <a:pt x="115357" y="-115"/>
                    </a:cubicBezTo>
                    <a:lnTo>
                      <a:pt x="-384" y="175994"/>
                    </a:lnTo>
                    <a:cubicBezTo>
                      <a:pt x="536300" y="439898"/>
                      <a:pt x="957866" y="909731"/>
                      <a:pt x="1154641" y="1487573"/>
                    </a:cubicBezTo>
                    <a:lnTo>
                      <a:pt x="1353773" y="1425437"/>
                    </a:lnTo>
                    <a:cubicBezTo>
                      <a:pt x="1318926" y="1322098"/>
                      <a:pt x="1277283" y="1221176"/>
                      <a:pt x="1229155" y="112332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12FC1FAE-C31D-9B6B-A597-84F574B5FCA5}"/>
                  </a:ext>
                </a:extLst>
              </p:cNvPr>
              <p:cNvSpPr/>
              <p:nvPr/>
            </p:nvSpPr>
            <p:spPr>
              <a:xfrm>
                <a:off x="3263871" y="3672095"/>
                <a:ext cx="434171" cy="2013816"/>
              </a:xfrm>
              <a:custGeom>
                <a:avLst/>
                <a:gdLst>
                  <a:gd name="connsiteX0" fmla="*/ 211395 w 391563"/>
                  <a:gd name="connsiteY0" fmla="*/ 1105777 h 1816188"/>
                  <a:gd name="connsiteX1" fmla="*/ 391179 w 391563"/>
                  <a:gd name="connsiteY1" fmla="*/ 79635 h 1816188"/>
                  <a:gd name="connsiteX2" fmla="*/ 198080 w 391563"/>
                  <a:gd name="connsiteY2" fmla="*/ -115 h 1816188"/>
                  <a:gd name="connsiteX3" fmla="*/ 143122 w 391563"/>
                  <a:gd name="connsiteY3" fmla="*/ 140419 h 1816188"/>
                  <a:gd name="connsiteX4" fmla="*/ 145514 w 391563"/>
                  <a:gd name="connsiteY4" fmla="*/ 1816074 h 1816188"/>
                  <a:gd name="connsiteX5" fmla="*/ 353558 w 391563"/>
                  <a:gd name="connsiteY5" fmla="*/ 1777933 h 1816188"/>
                  <a:gd name="connsiteX6" fmla="*/ 211395 w 391563"/>
                  <a:gd name="connsiteY6" fmla="*/ 1105777 h 1816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1563" h="1816188">
                    <a:moveTo>
                      <a:pt x="211395" y="1105777"/>
                    </a:moveTo>
                    <a:cubicBezTo>
                      <a:pt x="190722" y="754405"/>
                      <a:pt x="252282" y="403050"/>
                      <a:pt x="391179" y="79635"/>
                    </a:cubicBezTo>
                    <a:lnTo>
                      <a:pt x="198080" y="-115"/>
                    </a:lnTo>
                    <a:cubicBezTo>
                      <a:pt x="178385" y="46116"/>
                      <a:pt x="160067" y="92961"/>
                      <a:pt x="143122" y="140419"/>
                    </a:cubicBezTo>
                    <a:cubicBezTo>
                      <a:pt x="-49038" y="682585"/>
                      <a:pt x="-48192" y="1274459"/>
                      <a:pt x="145514" y="1816074"/>
                    </a:cubicBezTo>
                    <a:lnTo>
                      <a:pt x="353558" y="1777933"/>
                    </a:lnTo>
                    <a:cubicBezTo>
                      <a:pt x="272341" y="1562399"/>
                      <a:pt x="224404" y="1335735"/>
                      <a:pt x="211395" y="110577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6F83145-0887-45B6-AEA4-0E3A77F1C58C}"/>
                  </a:ext>
                </a:extLst>
              </p:cNvPr>
              <p:cNvSpPr/>
              <p:nvPr/>
            </p:nvSpPr>
            <p:spPr>
              <a:xfrm rot="21402000">
                <a:off x="6492134" y="1807948"/>
                <a:ext cx="1371328" cy="1398780"/>
              </a:xfrm>
              <a:custGeom>
                <a:avLst/>
                <a:gdLst>
                  <a:gd name="connsiteX0" fmla="*/ 1236368 w 1236751"/>
                  <a:gd name="connsiteY0" fmla="*/ 630640 h 1261509"/>
                  <a:gd name="connsiteX1" fmla="*/ 617992 w 1236751"/>
                  <a:gd name="connsiteY1" fmla="*/ 1261394 h 1261509"/>
                  <a:gd name="connsiteX2" fmla="*/ -384 w 1236751"/>
                  <a:gd name="connsiteY2" fmla="*/ 630640 h 1261509"/>
                  <a:gd name="connsiteX3" fmla="*/ 617992 w 1236751"/>
                  <a:gd name="connsiteY3" fmla="*/ -115 h 1261509"/>
                  <a:gd name="connsiteX4" fmla="*/ 1236368 w 1236751"/>
                  <a:gd name="connsiteY4" fmla="*/ 630640 h 1261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6751" h="1261509">
                    <a:moveTo>
                      <a:pt x="1236368" y="630640"/>
                    </a:moveTo>
                    <a:cubicBezTo>
                      <a:pt x="1236368" y="978996"/>
                      <a:pt x="959511" y="1261394"/>
                      <a:pt x="617992" y="1261394"/>
                    </a:cubicBezTo>
                    <a:cubicBezTo>
                      <a:pt x="276472" y="1261394"/>
                      <a:pt x="-384" y="978996"/>
                      <a:pt x="-384" y="630640"/>
                    </a:cubicBezTo>
                    <a:cubicBezTo>
                      <a:pt x="-384" y="282283"/>
                      <a:pt x="276473" y="-115"/>
                      <a:pt x="617992" y="-115"/>
                    </a:cubicBezTo>
                    <a:cubicBezTo>
                      <a:pt x="959512" y="-115"/>
                      <a:pt x="1236368" y="282283"/>
                      <a:pt x="1236368" y="6306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65" cap="flat">
                <a:noFill/>
                <a:prstDash val="solid"/>
                <a:miter/>
              </a:ln>
              <a:effectLst>
                <a:softEdge rad="317500"/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B753BC4-382B-31E2-D12B-0DB9E6691BA3}"/>
                  </a:ext>
                </a:extLst>
              </p:cNvPr>
              <p:cNvSpPr/>
              <p:nvPr/>
            </p:nvSpPr>
            <p:spPr>
              <a:xfrm rot="21402000">
                <a:off x="6643766" y="1727201"/>
                <a:ext cx="1183937" cy="1207621"/>
              </a:xfrm>
              <a:custGeom>
                <a:avLst/>
                <a:gdLst>
                  <a:gd name="connsiteX0" fmla="*/ 1067367 w 1067750"/>
                  <a:gd name="connsiteY0" fmla="*/ 544440 h 1089110"/>
                  <a:gd name="connsiteX1" fmla="*/ 533491 w 1067750"/>
                  <a:gd name="connsiteY1" fmla="*/ 1088995 h 1089110"/>
                  <a:gd name="connsiteX2" fmla="*/ -384 w 1067750"/>
                  <a:gd name="connsiteY2" fmla="*/ 544440 h 1089110"/>
                  <a:gd name="connsiteX3" fmla="*/ 533491 w 1067750"/>
                  <a:gd name="connsiteY3" fmla="*/ -115 h 1089110"/>
                  <a:gd name="connsiteX4" fmla="*/ 1067367 w 1067750"/>
                  <a:gd name="connsiteY4" fmla="*/ 544440 h 108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750" h="1089110">
                    <a:moveTo>
                      <a:pt x="1067367" y="544440"/>
                    </a:moveTo>
                    <a:cubicBezTo>
                      <a:pt x="1067367" y="845190"/>
                      <a:pt x="828342" y="1088995"/>
                      <a:pt x="533491" y="1088995"/>
                    </a:cubicBezTo>
                    <a:cubicBezTo>
                      <a:pt x="238640" y="1088995"/>
                      <a:pt x="-384" y="845189"/>
                      <a:pt x="-384" y="544440"/>
                    </a:cubicBezTo>
                    <a:cubicBezTo>
                      <a:pt x="-384" y="243691"/>
                      <a:pt x="238640" y="-115"/>
                      <a:pt x="533491" y="-115"/>
                    </a:cubicBezTo>
                    <a:cubicBezTo>
                      <a:pt x="828342" y="-115"/>
                      <a:pt x="1067367" y="243691"/>
                      <a:pt x="1067367" y="544440"/>
                    </a:cubicBezTo>
                    <a:close/>
                  </a:path>
                </a:pathLst>
              </a:custGeom>
              <a:solidFill>
                <a:schemeClr val="tx2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5412C4D-6AFD-7FFD-87FF-8E5CA984554B}"/>
                  </a:ext>
                </a:extLst>
              </p:cNvPr>
              <p:cNvSpPr/>
              <p:nvPr/>
            </p:nvSpPr>
            <p:spPr>
              <a:xfrm rot="21402000">
                <a:off x="6737000" y="1822243"/>
                <a:ext cx="997470" cy="1017385"/>
              </a:xfrm>
              <a:custGeom>
                <a:avLst/>
                <a:gdLst>
                  <a:gd name="connsiteX0" fmla="*/ 899198 w 899582"/>
                  <a:gd name="connsiteY0" fmla="*/ 458657 h 917543"/>
                  <a:gd name="connsiteX1" fmla="*/ 449407 w 899582"/>
                  <a:gd name="connsiteY1" fmla="*/ 917428 h 917543"/>
                  <a:gd name="connsiteX2" fmla="*/ -384 w 899582"/>
                  <a:gd name="connsiteY2" fmla="*/ 458657 h 917543"/>
                  <a:gd name="connsiteX3" fmla="*/ 449407 w 899582"/>
                  <a:gd name="connsiteY3" fmla="*/ -115 h 917543"/>
                  <a:gd name="connsiteX4" fmla="*/ 899198 w 899582"/>
                  <a:gd name="connsiteY4" fmla="*/ 458657 h 91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9582" h="917543">
                    <a:moveTo>
                      <a:pt x="899198" y="458657"/>
                    </a:moveTo>
                    <a:cubicBezTo>
                      <a:pt x="899198" y="712029"/>
                      <a:pt x="697819" y="917428"/>
                      <a:pt x="449407" y="917428"/>
                    </a:cubicBezTo>
                    <a:cubicBezTo>
                      <a:pt x="200994" y="917428"/>
                      <a:pt x="-384" y="712029"/>
                      <a:pt x="-384" y="458657"/>
                    </a:cubicBezTo>
                    <a:cubicBezTo>
                      <a:pt x="-384" y="205284"/>
                      <a:pt x="200994" y="-115"/>
                      <a:pt x="449407" y="-115"/>
                    </a:cubicBezTo>
                    <a:cubicBezTo>
                      <a:pt x="697819" y="-115"/>
                      <a:pt x="899198" y="205284"/>
                      <a:pt x="899198" y="458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6744360-A8A9-5F23-186C-CA1C364D1419}"/>
                  </a:ext>
                </a:extLst>
              </p:cNvPr>
              <p:cNvSpPr/>
              <p:nvPr/>
            </p:nvSpPr>
            <p:spPr>
              <a:xfrm rot="21402000">
                <a:off x="7884534" y="3419292"/>
                <a:ext cx="1371328" cy="1398780"/>
              </a:xfrm>
              <a:custGeom>
                <a:avLst/>
                <a:gdLst>
                  <a:gd name="connsiteX0" fmla="*/ 1236368 w 1236751"/>
                  <a:gd name="connsiteY0" fmla="*/ 630640 h 1261509"/>
                  <a:gd name="connsiteX1" fmla="*/ 617992 w 1236751"/>
                  <a:gd name="connsiteY1" fmla="*/ 1261394 h 1261509"/>
                  <a:gd name="connsiteX2" fmla="*/ -384 w 1236751"/>
                  <a:gd name="connsiteY2" fmla="*/ 630640 h 1261509"/>
                  <a:gd name="connsiteX3" fmla="*/ 617992 w 1236751"/>
                  <a:gd name="connsiteY3" fmla="*/ -115 h 1261509"/>
                  <a:gd name="connsiteX4" fmla="*/ 1236368 w 1236751"/>
                  <a:gd name="connsiteY4" fmla="*/ 630640 h 1261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6751" h="1261509">
                    <a:moveTo>
                      <a:pt x="1236368" y="630640"/>
                    </a:moveTo>
                    <a:cubicBezTo>
                      <a:pt x="1236368" y="978996"/>
                      <a:pt x="959511" y="1261394"/>
                      <a:pt x="617992" y="1261394"/>
                    </a:cubicBezTo>
                    <a:cubicBezTo>
                      <a:pt x="276472" y="1261394"/>
                      <a:pt x="-384" y="978995"/>
                      <a:pt x="-384" y="630640"/>
                    </a:cubicBezTo>
                    <a:cubicBezTo>
                      <a:pt x="-384" y="282283"/>
                      <a:pt x="276472" y="-115"/>
                      <a:pt x="617992" y="-115"/>
                    </a:cubicBezTo>
                    <a:cubicBezTo>
                      <a:pt x="959512" y="-115"/>
                      <a:pt x="1236368" y="282284"/>
                      <a:pt x="1236368" y="6306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65" cap="flat">
                <a:noFill/>
                <a:prstDash val="solid"/>
                <a:miter/>
              </a:ln>
              <a:effectLst>
                <a:softEdge rad="317500"/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C1EF0A6-2219-D5DB-C5F4-ABDDD81A9815}"/>
                  </a:ext>
                </a:extLst>
              </p:cNvPr>
              <p:cNvSpPr/>
              <p:nvPr/>
            </p:nvSpPr>
            <p:spPr>
              <a:xfrm rot="21402000">
                <a:off x="8009919" y="3271507"/>
                <a:ext cx="1183937" cy="1207621"/>
              </a:xfrm>
              <a:custGeom>
                <a:avLst/>
                <a:gdLst>
                  <a:gd name="connsiteX0" fmla="*/ 1067367 w 1067750"/>
                  <a:gd name="connsiteY0" fmla="*/ 544440 h 1089110"/>
                  <a:gd name="connsiteX1" fmla="*/ 533491 w 1067750"/>
                  <a:gd name="connsiteY1" fmla="*/ 1088995 h 1089110"/>
                  <a:gd name="connsiteX2" fmla="*/ -384 w 1067750"/>
                  <a:gd name="connsiteY2" fmla="*/ 544440 h 1089110"/>
                  <a:gd name="connsiteX3" fmla="*/ 533491 w 1067750"/>
                  <a:gd name="connsiteY3" fmla="*/ -115 h 1089110"/>
                  <a:gd name="connsiteX4" fmla="*/ 1067367 w 1067750"/>
                  <a:gd name="connsiteY4" fmla="*/ 544440 h 108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750" h="1089110">
                    <a:moveTo>
                      <a:pt x="1067367" y="544440"/>
                    </a:moveTo>
                    <a:cubicBezTo>
                      <a:pt x="1067367" y="845190"/>
                      <a:pt x="828343" y="1088995"/>
                      <a:pt x="533491" y="1088995"/>
                    </a:cubicBezTo>
                    <a:cubicBezTo>
                      <a:pt x="238640" y="1088995"/>
                      <a:pt x="-384" y="845190"/>
                      <a:pt x="-384" y="544440"/>
                    </a:cubicBezTo>
                    <a:cubicBezTo>
                      <a:pt x="-384" y="243691"/>
                      <a:pt x="238640" y="-115"/>
                      <a:pt x="533491" y="-115"/>
                    </a:cubicBezTo>
                    <a:cubicBezTo>
                      <a:pt x="828343" y="-115"/>
                      <a:pt x="1067367" y="243691"/>
                      <a:pt x="1067367" y="54444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F2573C0-D48A-A5E4-C9C6-5AFA917D5717}"/>
                  </a:ext>
                </a:extLst>
              </p:cNvPr>
              <p:cNvSpPr/>
              <p:nvPr/>
            </p:nvSpPr>
            <p:spPr>
              <a:xfrm rot="21402000">
                <a:off x="8103154" y="3366587"/>
                <a:ext cx="997470" cy="1017385"/>
              </a:xfrm>
              <a:custGeom>
                <a:avLst/>
                <a:gdLst>
                  <a:gd name="connsiteX0" fmla="*/ 899198 w 899582"/>
                  <a:gd name="connsiteY0" fmla="*/ 458657 h 917543"/>
                  <a:gd name="connsiteX1" fmla="*/ 449407 w 899582"/>
                  <a:gd name="connsiteY1" fmla="*/ 917428 h 917543"/>
                  <a:gd name="connsiteX2" fmla="*/ -384 w 899582"/>
                  <a:gd name="connsiteY2" fmla="*/ 458657 h 917543"/>
                  <a:gd name="connsiteX3" fmla="*/ 449407 w 899582"/>
                  <a:gd name="connsiteY3" fmla="*/ -115 h 917543"/>
                  <a:gd name="connsiteX4" fmla="*/ 899198 w 899582"/>
                  <a:gd name="connsiteY4" fmla="*/ 458657 h 91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9582" h="917543">
                    <a:moveTo>
                      <a:pt x="899198" y="458657"/>
                    </a:moveTo>
                    <a:cubicBezTo>
                      <a:pt x="899198" y="712029"/>
                      <a:pt x="697820" y="917428"/>
                      <a:pt x="449407" y="917428"/>
                    </a:cubicBezTo>
                    <a:cubicBezTo>
                      <a:pt x="200994" y="917428"/>
                      <a:pt x="-384" y="712029"/>
                      <a:pt x="-384" y="458657"/>
                    </a:cubicBezTo>
                    <a:cubicBezTo>
                      <a:pt x="-384" y="205284"/>
                      <a:pt x="200994" y="-115"/>
                      <a:pt x="449407" y="-115"/>
                    </a:cubicBezTo>
                    <a:cubicBezTo>
                      <a:pt x="697820" y="-115"/>
                      <a:pt x="899198" y="205284"/>
                      <a:pt x="899198" y="458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7A68A0-0587-EDC4-7546-A50E0A5A694F}"/>
                  </a:ext>
                </a:extLst>
              </p:cNvPr>
              <p:cNvSpPr/>
              <p:nvPr/>
            </p:nvSpPr>
            <p:spPr>
              <a:xfrm rot="21402000">
                <a:off x="7780717" y="5149518"/>
                <a:ext cx="1371328" cy="1398780"/>
              </a:xfrm>
              <a:custGeom>
                <a:avLst/>
                <a:gdLst>
                  <a:gd name="connsiteX0" fmla="*/ 1236368 w 1236751"/>
                  <a:gd name="connsiteY0" fmla="*/ 630640 h 1261509"/>
                  <a:gd name="connsiteX1" fmla="*/ 617992 w 1236751"/>
                  <a:gd name="connsiteY1" fmla="*/ 1261394 h 1261509"/>
                  <a:gd name="connsiteX2" fmla="*/ -384 w 1236751"/>
                  <a:gd name="connsiteY2" fmla="*/ 630640 h 1261509"/>
                  <a:gd name="connsiteX3" fmla="*/ 617992 w 1236751"/>
                  <a:gd name="connsiteY3" fmla="*/ -115 h 1261509"/>
                  <a:gd name="connsiteX4" fmla="*/ 1236368 w 1236751"/>
                  <a:gd name="connsiteY4" fmla="*/ 630640 h 1261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6751" h="1261509">
                    <a:moveTo>
                      <a:pt x="1236368" y="630640"/>
                    </a:moveTo>
                    <a:cubicBezTo>
                      <a:pt x="1236368" y="978996"/>
                      <a:pt x="959511" y="1261394"/>
                      <a:pt x="617992" y="1261394"/>
                    </a:cubicBezTo>
                    <a:cubicBezTo>
                      <a:pt x="276472" y="1261394"/>
                      <a:pt x="-384" y="978996"/>
                      <a:pt x="-384" y="630640"/>
                    </a:cubicBezTo>
                    <a:cubicBezTo>
                      <a:pt x="-384" y="282284"/>
                      <a:pt x="276472" y="-115"/>
                      <a:pt x="617992" y="-115"/>
                    </a:cubicBezTo>
                    <a:cubicBezTo>
                      <a:pt x="959512" y="-115"/>
                      <a:pt x="1236368" y="282283"/>
                      <a:pt x="1236368" y="6306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65" cap="flat">
                <a:noFill/>
                <a:prstDash val="solid"/>
                <a:miter/>
              </a:ln>
              <a:effectLst>
                <a:softEdge rad="317500"/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D4329E3-16FB-E82F-BEF1-119DB241C5B8}"/>
                  </a:ext>
                </a:extLst>
              </p:cNvPr>
              <p:cNvSpPr/>
              <p:nvPr/>
            </p:nvSpPr>
            <p:spPr>
              <a:xfrm rot="21402000">
                <a:off x="7855592" y="5046977"/>
                <a:ext cx="1183937" cy="1207621"/>
              </a:xfrm>
              <a:custGeom>
                <a:avLst/>
                <a:gdLst>
                  <a:gd name="connsiteX0" fmla="*/ 1067367 w 1067750"/>
                  <a:gd name="connsiteY0" fmla="*/ 544440 h 1089110"/>
                  <a:gd name="connsiteX1" fmla="*/ 533491 w 1067750"/>
                  <a:gd name="connsiteY1" fmla="*/ 1088995 h 1089110"/>
                  <a:gd name="connsiteX2" fmla="*/ -384 w 1067750"/>
                  <a:gd name="connsiteY2" fmla="*/ 544440 h 1089110"/>
                  <a:gd name="connsiteX3" fmla="*/ 533491 w 1067750"/>
                  <a:gd name="connsiteY3" fmla="*/ -115 h 1089110"/>
                  <a:gd name="connsiteX4" fmla="*/ 1067367 w 1067750"/>
                  <a:gd name="connsiteY4" fmla="*/ 544440 h 108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750" h="1089110">
                    <a:moveTo>
                      <a:pt x="1067367" y="544440"/>
                    </a:moveTo>
                    <a:cubicBezTo>
                      <a:pt x="1067367" y="845190"/>
                      <a:pt x="828343" y="1088995"/>
                      <a:pt x="533491" y="1088995"/>
                    </a:cubicBezTo>
                    <a:cubicBezTo>
                      <a:pt x="238640" y="1088995"/>
                      <a:pt x="-384" y="845190"/>
                      <a:pt x="-384" y="544440"/>
                    </a:cubicBezTo>
                    <a:cubicBezTo>
                      <a:pt x="-384" y="243691"/>
                      <a:pt x="238640" y="-115"/>
                      <a:pt x="533491" y="-115"/>
                    </a:cubicBezTo>
                    <a:cubicBezTo>
                      <a:pt x="828343" y="-115"/>
                      <a:pt x="1067367" y="243691"/>
                      <a:pt x="1067367" y="54444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1F59565-C05D-348F-52A6-60F840EF0199}"/>
                  </a:ext>
                </a:extLst>
              </p:cNvPr>
              <p:cNvSpPr/>
              <p:nvPr/>
            </p:nvSpPr>
            <p:spPr>
              <a:xfrm rot="21402000">
                <a:off x="7948825" y="5142134"/>
                <a:ext cx="997470" cy="1017385"/>
              </a:xfrm>
              <a:custGeom>
                <a:avLst/>
                <a:gdLst>
                  <a:gd name="connsiteX0" fmla="*/ 899198 w 899582"/>
                  <a:gd name="connsiteY0" fmla="*/ 458657 h 917543"/>
                  <a:gd name="connsiteX1" fmla="*/ 449407 w 899582"/>
                  <a:gd name="connsiteY1" fmla="*/ 917428 h 917543"/>
                  <a:gd name="connsiteX2" fmla="*/ -384 w 899582"/>
                  <a:gd name="connsiteY2" fmla="*/ 458657 h 917543"/>
                  <a:gd name="connsiteX3" fmla="*/ 449407 w 899582"/>
                  <a:gd name="connsiteY3" fmla="*/ -115 h 917543"/>
                  <a:gd name="connsiteX4" fmla="*/ 899198 w 899582"/>
                  <a:gd name="connsiteY4" fmla="*/ 458657 h 91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9582" h="917543">
                    <a:moveTo>
                      <a:pt x="899198" y="458657"/>
                    </a:moveTo>
                    <a:cubicBezTo>
                      <a:pt x="899198" y="712029"/>
                      <a:pt x="697819" y="917428"/>
                      <a:pt x="449407" y="917428"/>
                    </a:cubicBezTo>
                    <a:cubicBezTo>
                      <a:pt x="200994" y="917428"/>
                      <a:pt x="-384" y="712030"/>
                      <a:pt x="-384" y="458657"/>
                    </a:cubicBezTo>
                    <a:cubicBezTo>
                      <a:pt x="-384" y="205284"/>
                      <a:pt x="200994" y="-115"/>
                      <a:pt x="449407" y="-115"/>
                    </a:cubicBezTo>
                    <a:cubicBezTo>
                      <a:pt x="697819" y="-115"/>
                      <a:pt x="899198" y="205284"/>
                      <a:pt x="899198" y="458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70527CF-CD05-9CA6-0AFA-93B8846FF6A4}"/>
                  </a:ext>
                </a:extLst>
              </p:cNvPr>
              <p:cNvSpPr/>
              <p:nvPr/>
            </p:nvSpPr>
            <p:spPr>
              <a:xfrm rot="21402000">
                <a:off x="2790084" y="5206501"/>
                <a:ext cx="1371328" cy="1398780"/>
              </a:xfrm>
              <a:custGeom>
                <a:avLst/>
                <a:gdLst>
                  <a:gd name="connsiteX0" fmla="*/ 1236368 w 1236751"/>
                  <a:gd name="connsiteY0" fmla="*/ 630640 h 1261509"/>
                  <a:gd name="connsiteX1" fmla="*/ 617992 w 1236751"/>
                  <a:gd name="connsiteY1" fmla="*/ 1261394 h 1261509"/>
                  <a:gd name="connsiteX2" fmla="*/ -384 w 1236751"/>
                  <a:gd name="connsiteY2" fmla="*/ 630640 h 1261509"/>
                  <a:gd name="connsiteX3" fmla="*/ 617992 w 1236751"/>
                  <a:gd name="connsiteY3" fmla="*/ -115 h 1261509"/>
                  <a:gd name="connsiteX4" fmla="*/ 1236368 w 1236751"/>
                  <a:gd name="connsiteY4" fmla="*/ 630640 h 1261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6751" h="1261509">
                    <a:moveTo>
                      <a:pt x="1236368" y="630640"/>
                    </a:moveTo>
                    <a:cubicBezTo>
                      <a:pt x="1236368" y="978996"/>
                      <a:pt x="959511" y="1261394"/>
                      <a:pt x="617992" y="1261394"/>
                    </a:cubicBezTo>
                    <a:cubicBezTo>
                      <a:pt x="276472" y="1261394"/>
                      <a:pt x="-384" y="978996"/>
                      <a:pt x="-384" y="630640"/>
                    </a:cubicBezTo>
                    <a:cubicBezTo>
                      <a:pt x="-384" y="282284"/>
                      <a:pt x="276472" y="-115"/>
                      <a:pt x="617992" y="-115"/>
                    </a:cubicBezTo>
                    <a:cubicBezTo>
                      <a:pt x="959511" y="-115"/>
                      <a:pt x="1236368" y="282283"/>
                      <a:pt x="1236368" y="6306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65" cap="flat">
                <a:noFill/>
                <a:prstDash val="solid"/>
                <a:miter/>
              </a:ln>
              <a:effectLst>
                <a:softEdge rad="317500"/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F859894-4A99-F7BC-356C-D990DCB5AC44}"/>
                  </a:ext>
                </a:extLst>
              </p:cNvPr>
              <p:cNvSpPr/>
              <p:nvPr/>
            </p:nvSpPr>
            <p:spPr>
              <a:xfrm rot="21402000">
                <a:off x="2884311" y="5112504"/>
                <a:ext cx="1183937" cy="1207621"/>
              </a:xfrm>
              <a:custGeom>
                <a:avLst/>
                <a:gdLst>
                  <a:gd name="connsiteX0" fmla="*/ 1067367 w 1067750"/>
                  <a:gd name="connsiteY0" fmla="*/ 544440 h 1089110"/>
                  <a:gd name="connsiteX1" fmla="*/ 533491 w 1067750"/>
                  <a:gd name="connsiteY1" fmla="*/ 1088995 h 1089110"/>
                  <a:gd name="connsiteX2" fmla="*/ -384 w 1067750"/>
                  <a:gd name="connsiteY2" fmla="*/ 544440 h 1089110"/>
                  <a:gd name="connsiteX3" fmla="*/ 533491 w 1067750"/>
                  <a:gd name="connsiteY3" fmla="*/ -115 h 1089110"/>
                  <a:gd name="connsiteX4" fmla="*/ 1067367 w 1067750"/>
                  <a:gd name="connsiteY4" fmla="*/ 544440 h 108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750" h="1089110">
                    <a:moveTo>
                      <a:pt x="1067367" y="544440"/>
                    </a:moveTo>
                    <a:cubicBezTo>
                      <a:pt x="1067367" y="845190"/>
                      <a:pt x="828342" y="1088995"/>
                      <a:pt x="533491" y="1088995"/>
                    </a:cubicBezTo>
                    <a:cubicBezTo>
                      <a:pt x="238640" y="1088995"/>
                      <a:pt x="-384" y="845190"/>
                      <a:pt x="-384" y="544440"/>
                    </a:cubicBezTo>
                    <a:cubicBezTo>
                      <a:pt x="-384" y="243691"/>
                      <a:pt x="238640" y="-115"/>
                      <a:pt x="533491" y="-115"/>
                    </a:cubicBezTo>
                    <a:cubicBezTo>
                      <a:pt x="828342" y="-115"/>
                      <a:pt x="1067367" y="243691"/>
                      <a:pt x="1067367" y="54444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3FFC799-32F3-32C1-CBDD-A51C7F614A94}"/>
                  </a:ext>
                </a:extLst>
              </p:cNvPr>
              <p:cNvSpPr/>
              <p:nvPr/>
            </p:nvSpPr>
            <p:spPr>
              <a:xfrm rot="21402000">
                <a:off x="2977622" y="5207584"/>
                <a:ext cx="997470" cy="1017385"/>
              </a:xfrm>
              <a:custGeom>
                <a:avLst/>
                <a:gdLst>
                  <a:gd name="connsiteX0" fmla="*/ 899198 w 899582"/>
                  <a:gd name="connsiteY0" fmla="*/ 458657 h 917543"/>
                  <a:gd name="connsiteX1" fmla="*/ 449407 w 899582"/>
                  <a:gd name="connsiteY1" fmla="*/ 917428 h 917543"/>
                  <a:gd name="connsiteX2" fmla="*/ -384 w 899582"/>
                  <a:gd name="connsiteY2" fmla="*/ 458657 h 917543"/>
                  <a:gd name="connsiteX3" fmla="*/ 449407 w 899582"/>
                  <a:gd name="connsiteY3" fmla="*/ -115 h 917543"/>
                  <a:gd name="connsiteX4" fmla="*/ 899198 w 899582"/>
                  <a:gd name="connsiteY4" fmla="*/ 458657 h 91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9582" h="917543">
                    <a:moveTo>
                      <a:pt x="899198" y="458657"/>
                    </a:moveTo>
                    <a:cubicBezTo>
                      <a:pt x="899198" y="712029"/>
                      <a:pt x="697819" y="917428"/>
                      <a:pt x="449407" y="917428"/>
                    </a:cubicBezTo>
                    <a:cubicBezTo>
                      <a:pt x="200994" y="917428"/>
                      <a:pt x="-384" y="712029"/>
                      <a:pt x="-384" y="458657"/>
                    </a:cubicBezTo>
                    <a:cubicBezTo>
                      <a:pt x="-384" y="205284"/>
                      <a:pt x="200994" y="-115"/>
                      <a:pt x="449407" y="-115"/>
                    </a:cubicBezTo>
                    <a:cubicBezTo>
                      <a:pt x="697820" y="-115"/>
                      <a:pt x="899198" y="205284"/>
                      <a:pt x="899198" y="458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ADB3DF7-715A-08BE-FC4B-1C7065473453}"/>
                  </a:ext>
                </a:extLst>
              </p:cNvPr>
              <p:cNvSpPr/>
              <p:nvPr/>
            </p:nvSpPr>
            <p:spPr>
              <a:xfrm rot="21402000">
                <a:off x="4216801" y="1877660"/>
                <a:ext cx="1371328" cy="1398780"/>
              </a:xfrm>
              <a:custGeom>
                <a:avLst/>
                <a:gdLst>
                  <a:gd name="connsiteX0" fmla="*/ 1236368 w 1236751"/>
                  <a:gd name="connsiteY0" fmla="*/ 630640 h 1261509"/>
                  <a:gd name="connsiteX1" fmla="*/ 617992 w 1236751"/>
                  <a:gd name="connsiteY1" fmla="*/ 1261394 h 1261509"/>
                  <a:gd name="connsiteX2" fmla="*/ -385 w 1236751"/>
                  <a:gd name="connsiteY2" fmla="*/ 630640 h 1261509"/>
                  <a:gd name="connsiteX3" fmla="*/ 617992 w 1236751"/>
                  <a:gd name="connsiteY3" fmla="*/ -115 h 1261509"/>
                  <a:gd name="connsiteX4" fmla="*/ 1236368 w 1236751"/>
                  <a:gd name="connsiteY4" fmla="*/ 630640 h 1261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6751" h="1261509">
                    <a:moveTo>
                      <a:pt x="1236368" y="630640"/>
                    </a:moveTo>
                    <a:cubicBezTo>
                      <a:pt x="1236368" y="978996"/>
                      <a:pt x="959511" y="1261394"/>
                      <a:pt x="617992" y="1261394"/>
                    </a:cubicBezTo>
                    <a:cubicBezTo>
                      <a:pt x="276472" y="1261394"/>
                      <a:pt x="-385" y="978996"/>
                      <a:pt x="-385" y="630640"/>
                    </a:cubicBezTo>
                    <a:cubicBezTo>
                      <a:pt x="-385" y="282283"/>
                      <a:pt x="276472" y="-115"/>
                      <a:pt x="617992" y="-115"/>
                    </a:cubicBezTo>
                    <a:cubicBezTo>
                      <a:pt x="959511" y="-115"/>
                      <a:pt x="1236368" y="282283"/>
                      <a:pt x="1236368" y="6306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65" cap="flat">
                <a:noFill/>
                <a:prstDash val="solid"/>
                <a:miter/>
              </a:ln>
              <a:effectLst>
                <a:softEdge rad="317500"/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EE6AAE4-8A4D-F5B6-4811-6FD0DA50A425}"/>
                  </a:ext>
                </a:extLst>
              </p:cNvPr>
              <p:cNvSpPr/>
              <p:nvPr/>
            </p:nvSpPr>
            <p:spPr>
              <a:xfrm rot="21402000">
                <a:off x="4320825" y="1778519"/>
                <a:ext cx="1183937" cy="1207621"/>
              </a:xfrm>
              <a:custGeom>
                <a:avLst/>
                <a:gdLst>
                  <a:gd name="connsiteX0" fmla="*/ 1067367 w 1067750"/>
                  <a:gd name="connsiteY0" fmla="*/ 544440 h 1089110"/>
                  <a:gd name="connsiteX1" fmla="*/ 533491 w 1067750"/>
                  <a:gd name="connsiteY1" fmla="*/ 1088995 h 1089110"/>
                  <a:gd name="connsiteX2" fmla="*/ -384 w 1067750"/>
                  <a:gd name="connsiteY2" fmla="*/ 544440 h 1089110"/>
                  <a:gd name="connsiteX3" fmla="*/ 533491 w 1067750"/>
                  <a:gd name="connsiteY3" fmla="*/ -115 h 1089110"/>
                  <a:gd name="connsiteX4" fmla="*/ 1067367 w 1067750"/>
                  <a:gd name="connsiteY4" fmla="*/ 544440 h 108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750" h="1089110">
                    <a:moveTo>
                      <a:pt x="1067367" y="544440"/>
                    </a:moveTo>
                    <a:cubicBezTo>
                      <a:pt x="1067367" y="845190"/>
                      <a:pt x="828343" y="1088995"/>
                      <a:pt x="533491" y="1088995"/>
                    </a:cubicBezTo>
                    <a:cubicBezTo>
                      <a:pt x="238640" y="1088995"/>
                      <a:pt x="-384" y="845190"/>
                      <a:pt x="-384" y="544440"/>
                    </a:cubicBezTo>
                    <a:cubicBezTo>
                      <a:pt x="-384" y="243691"/>
                      <a:pt x="238640" y="-115"/>
                      <a:pt x="533491" y="-115"/>
                    </a:cubicBezTo>
                    <a:cubicBezTo>
                      <a:pt x="828343" y="-115"/>
                      <a:pt x="1067367" y="243691"/>
                      <a:pt x="1067367" y="54444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FD1BD12-77D1-3DFA-8A3B-1C8A5025E839}"/>
                  </a:ext>
                </a:extLst>
              </p:cNvPr>
              <p:cNvSpPr/>
              <p:nvPr/>
            </p:nvSpPr>
            <p:spPr>
              <a:xfrm rot="21402000">
                <a:off x="4414059" y="1873637"/>
                <a:ext cx="997470" cy="1017385"/>
              </a:xfrm>
              <a:custGeom>
                <a:avLst/>
                <a:gdLst>
                  <a:gd name="connsiteX0" fmla="*/ 899198 w 899582"/>
                  <a:gd name="connsiteY0" fmla="*/ 458657 h 917543"/>
                  <a:gd name="connsiteX1" fmla="*/ 449407 w 899582"/>
                  <a:gd name="connsiteY1" fmla="*/ 917428 h 917543"/>
                  <a:gd name="connsiteX2" fmla="*/ -384 w 899582"/>
                  <a:gd name="connsiteY2" fmla="*/ 458657 h 917543"/>
                  <a:gd name="connsiteX3" fmla="*/ 449407 w 899582"/>
                  <a:gd name="connsiteY3" fmla="*/ -115 h 917543"/>
                  <a:gd name="connsiteX4" fmla="*/ 899198 w 899582"/>
                  <a:gd name="connsiteY4" fmla="*/ 458657 h 91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9582" h="917543">
                    <a:moveTo>
                      <a:pt x="899198" y="458657"/>
                    </a:moveTo>
                    <a:cubicBezTo>
                      <a:pt x="899198" y="712029"/>
                      <a:pt x="697820" y="917428"/>
                      <a:pt x="449407" y="917428"/>
                    </a:cubicBezTo>
                    <a:cubicBezTo>
                      <a:pt x="200994" y="917428"/>
                      <a:pt x="-384" y="712029"/>
                      <a:pt x="-384" y="458657"/>
                    </a:cubicBezTo>
                    <a:cubicBezTo>
                      <a:pt x="-384" y="205284"/>
                      <a:pt x="200994" y="-115"/>
                      <a:pt x="449407" y="-115"/>
                    </a:cubicBezTo>
                    <a:cubicBezTo>
                      <a:pt x="697820" y="-115"/>
                      <a:pt x="899198" y="205284"/>
                      <a:pt x="899198" y="458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0DC6495-0961-072D-B231-FE29E69D2A29}"/>
                  </a:ext>
                </a:extLst>
              </p:cNvPr>
              <p:cNvSpPr/>
              <p:nvPr/>
            </p:nvSpPr>
            <p:spPr>
              <a:xfrm rot="21402000">
                <a:off x="2838965" y="3288886"/>
                <a:ext cx="1371328" cy="1398780"/>
              </a:xfrm>
              <a:custGeom>
                <a:avLst/>
                <a:gdLst>
                  <a:gd name="connsiteX0" fmla="*/ 1236368 w 1236751"/>
                  <a:gd name="connsiteY0" fmla="*/ 630640 h 1261509"/>
                  <a:gd name="connsiteX1" fmla="*/ 617992 w 1236751"/>
                  <a:gd name="connsiteY1" fmla="*/ 1261394 h 1261509"/>
                  <a:gd name="connsiteX2" fmla="*/ -384 w 1236751"/>
                  <a:gd name="connsiteY2" fmla="*/ 630640 h 1261509"/>
                  <a:gd name="connsiteX3" fmla="*/ 617992 w 1236751"/>
                  <a:gd name="connsiteY3" fmla="*/ -115 h 1261509"/>
                  <a:gd name="connsiteX4" fmla="*/ 1236368 w 1236751"/>
                  <a:gd name="connsiteY4" fmla="*/ 630640 h 1261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6751" h="1261509">
                    <a:moveTo>
                      <a:pt x="1236368" y="630640"/>
                    </a:moveTo>
                    <a:cubicBezTo>
                      <a:pt x="1236368" y="978996"/>
                      <a:pt x="959511" y="1261394"/>
                      <a:pt x="617992" y="1261394"/>
                    </a:cubicBezTo>
                    <a:cubicBezTo>
                      <a:pt x="276472" y="1261394"/>
                      <a:pt x="-384" y="978996"/>
                      <a:pt x="-384" y="630640"/>
                    </a:cubicBezTo>
                    <a:cubicBezTo>
                      <a:pt x="-384" y="282284"/>
                      <a:pt x="276472" y="-115"/>
                      <a:pt x="617992" y="-115"/>
                    </a:cubicBezTo>
                    <a:cubicBezTo>
                      <a:pt x="959511" y="-115"/>
                      <a:pt x="1236368" y="282284"/>
                      <a:pt x="1236368" y="6306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65" cap="flat">
                <a:noFill/>
                <a:prstDash val="solid"/>
                <a:miter/>
              </a:ln>
              <a:effectLst>
                <a:softEdge rad="317500"/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B665B72-5A6B-6FEE-D396-0489D19CCF9D}"/>
                  </a:ext>
                </a:extLst>
              </p:cNvPr>
              <p:cNvSpPr/>
              <p:nvPr/>
            </p:nvSpPr>
            <p:spPr>
              <a:xfrm rot="21402000">
                <a:off x="2959834" y="3173328"/>
                <a:ext cx="1183937" cy="1207621"/>
              </a:xfrm>
              <a:custGeom>
                <a:avLst/>
                <a:gdLst>
                  <a:gd name="connsiteX0" fmla="*/ 1067367 w 1067750"/>
                  <a:gd name="connsiteY0" fmla="*/ 544440 h 1089110"/>
                  <a:gd name="connsiteX1" fmla="*/ 533491 w 1067750"/>
                  <a:gd name="connsiteY1" fmla="*/ 1088995 h 1089110"/>
                  <a:gd name="connsiteX2" fmla="*/ -384 w 1067750"/>
                  <a:gd name="connsiteY2" fmla="*/ 544440 h 1089110"/>
                  <a:gd name="connsiteX3" fmla="*/ 533491 w 1067750"/>
                  <a:gd name="connsiteY3" fmla="*/ -115 h 1089110"/>
                  <a:gd name="connsiteX4" fmla="*/ 1067367 w 1067750"/>
                  <a:gd name="connsiteY4" fmla="*/ 544440 h 108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750" h="1089110">
                    <a:moveTo>
                      <a:pt x="1067367" y="544440"/>
                    </a:moveTo>
                    <a:cubicBezTo>
                      <a:pt x="1067367" y="845190"/>
                      <a:pt x="828343" y="1088995"/>
                      <a:pt x="533491" y="1088995"/>
                    </a:cubicBezTo>
                    <a:cubicBezTo>
                      <a:pt x="238640" y="1088995"/>
                      <a:pt x="-384" y="845190"/>
                      <a:pt x="-384" y="544440"/>
                    </a:cubicBezTo>
                    <a:cubicBezTo>
                      <a:pt x="-384" y="243691"/>
                      <a:pt x="238640" y="-115"/>
                      <a:pt x="533491" y="-115"/>
                    </a:cubicBezTo>
                    <a:cubicBezTo>
                      <a:pt x="828343" y="-115"/>
                      <a:pt x="1067367" y="243691"/>
                      <a:pt x="1067367" y="54444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1D4B1A-2343-3637-0B62-BBE2D7113275}"/>
                  </a:ext>
                </a:extLst>
              </p:cNvPr>
              <p:cNvSpPr/>
              <p:nvPr/>
            </p:nvSpPr>
            <p:spPr>
              <a:xfrm rot="21402000">
                <a:off x="3053068" y="3268408"/>
                <a:ext cx="997470" cy="1017385"/>
              </a:xfrm>
              <a:custGeom>
                <a:avLst/>
                <a:gdLst>
                  <a:gd name="connsiteX0" fmla="*/ 899198 w 899582"/>
                  <a:gd name="connsiteY0" fmla="*/ 458657 h 917543"/>
                  <a:gd name="connsiteX1" fmla="*/ 449407 w 899582"/>
                  <a:gd name="connsiteY1" fmla="*/ 917428 h 917543"/>
                  <a:gd name="connsiteX2" fmla="*/ -384 w 899582"/>
                  <a:gd name="connsiteY2" fmla="*/ 458657 h 917543"/>
                  <a:gd name="connsiteX3" fmla="*/ 449407 w 899582"/>
                  <a:gd name="connsiteY3" fmla="*/ -115 h 917543"/>
                  <a:gd name="connsiteX4" fmla="*/ 899198 w 899582"/>
                  <a:gd name="connsiteY4" fmla="*/ 458657 h 91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9582" h="917543">
                    <a:moveTo>
                      <a:pt x="899198" y="458657"/>
                    </a:moveTo>
                    <a:cubicBezTo>
                      <a:pt x="899198" y="712029"/>
                      <a:pt x="697819" y="917428"/>
                      <a:pt x="449407" y="917428"/>
                    </a:cubicBezTo>
                    <a:cubicBezTo>
                      <a:pt x="200994" y="917428"/>
                      <a:pt x="-384" y="712029"/>
                      <a:pt x="-384" y="458657"/>
                    </a:cubicBezTo>
                    <a:cubicBezTo>
                      <a:pt x="-384" y="205284"/>
                      <a:pt x="200994" y="-115"/>
                      <a:pt x="449407" y="-115"/>
                    </a:cubicBezTo>
                    <a:cubicBezTo>
                      <a:pt x="697820" y="-115"/>
                      <a:pt x="899198" y="205284"/>
                      <a:pt x="899198" y="458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8124C7-6878-7147-5C13-89CFD36C31AD}"/>
                </a:ext>
              </a:extLst>
            </p:cNvPr>
            <p:cNvSpPr txBox="1"/>
            <p:nvPr/>
          </p:nvSpPr>
          <p:spPr>
            <a:xfrm>
              <a:off x="9190378" y="5314219"/>
              <a:ext cx="2580446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Launch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4099" name="TextBox 4098">
              <a:extLst>
                <a:ext uri="{FF2B5EF4-FFF2-40B4-BE49-F238E27FC236}">
                  <a16:creationId xmlns:a16="http://schemas.microsoft.com/office/drawing/2014/main" id="{E55B3B29-7CAA-D8AD-7629-602B99354A96}"/>
                </a:ext>
              </a:extLst>
            </p:cNvPr>
            <p:cNvSpPr txBox="1"/>
            <p:nvPr/>
          </p:nvSpPr>
          <p:spPr>
            <a:xfrm flipH="1">
              <a:off x="306403" y="5268053"/>
              <a:ext cx="243574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Ideation</a:t>
              </a: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 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</p:grpSp>
      <p:pic>
        <p:nvPicPr>
          <p:cNvPr id="2050" name="Picture 2" descr="Web design - Free computer icons">
            <a:extLst>
              <a:ext uri="{FF2B5EF4-FFF2-40B4-BE49-F238E27FC236}">
                <a16:creationId xmlns:a16="http://schemas.microsoft.com/office/drawing/2014/main" id="{BC3A7FFB-E605-86D9-99CB-0BFEA3A47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409" y="2106113"/>
            <a:ext cx="570444" cy="57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earch - Free marketing icons">
            <a:extLst>
              <a:ext uri="{FF2B5EF4-FFF2-40B4-BE49-F238E27FC236}">
                <a16:creationId xmlns:a16="http://schemas.microsoft.com/office/drawing/2014/main" id="{D90F0CC3-9B9B-0A24-0F41-A2E9FB3A6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489" y="3481924"/>
            <a:ext cx="577494" cy="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deate Icons - Free SVG &amp; PNG Ideate Images - Noun Project">
            <a:extLst>
              <a:ext uri="{FF2B5EF4-FFF2-40B4-BE49-F238E27FC236}">
                <a16:creationId xmlns:a16="http://schemas.microsoft.com/office/drawing/2014/main" id="{C89A5488-C843-461B-C042-A6A837866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915" y="5384800"/>
            <a:ext cx="662952" cy="66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rototype - Free industry icons">
            <a:extLst>
              <a:ext uri="{FF2B5EF4-FFF2-40B4-BE49-F238E27FC236}">
                <a16:creationId xmlns:a16="http://schemas.microsoft.com/office/drawing/2014/main" id="{38234385-68EC-05EF-0D97-E2E4368FF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143" y="2045951"/>
            <a:ext cx="567128" cy="56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Develop - Free people icons">
            <a:extLst>
              <a:ext uri="{FF2B5EF4-FFF2-40B4-BE49-F238E27FC236}">
                <a16:creationId xmlns:a16="http://schemas.microsoft.com/office/drawing/2014/main" id="{26689088-47E7-D08E-9525-1BB50B514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283" y="3598378"/>
            <a:ext cx="551728" cy="55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ree Rocket PNG, SVG Icon | Icon, Online icon, Flat icon">
            <a:extLst>
              <a:ext uri="{FF2B5EF4-FFF2-40B4-BE49-F238E27FC236}">
                <a16:creationId xmlns:a16="http://schemas.microsoft.com/office/drawing/2014/main" id="{BC94B381-4718-F701-B560-9E766EA1A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569" y="5336251"/>
            <a:ext cx="578224" cy="57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62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9" name="Group 7188">
            <a:extLst>
              <a:ext uri="{FF2B5EF4-FFF2-40B4-BE49-F238E27FC236}">
                <a16:creationId xmlns:a16="http://schemas.microsoft.com/office/drawing/2014/main" id="{90255FD8-19F7-CB8A-D94F-7D25BA8FAFCA}"/>
              </a:ext>
            </a:extLst>
          </p:cNvPr>
          <p:cNvGrpSpPr/>
          <p:nvPr/>
        </p:nvGrpSpPr>
        <p:grpSpPr>
          <a:xfrm>
            <a:off x="548264" y="1792514"/>
            <a:ext cx="11095472" cy="4383315"/>
            <a:chOff x="733120" y="1792514"/>
            <a:chExt cx="11095472" cy="4383315"/>
          </a:xfrm>
        </p:grpSpPr>
        <p:grpSp>
          <p:nvGrpSpPr>
            <p:cNvPr id="7188" name="Group 7187">
              <a:extLst>
                <a:ext uri="{FF2B5EF4-FFF2-40B4-BE49-F238E27FC236}">
                  <a16:creationId xmlns:a16="http://schemas.microsoft.com/office/drawing/2014/main" id="{9926F471-69B7-334A-5C0C-9A037F46B7CE}"/>
                </a:ext>
              </a:extLst>
            </p:cNvPr>
            <p:cNvGrpSpPr/>
            <p:nvPr/>
          </p:nvGrpSpPr>
          <p:grpSpPr>
            <a:xfrm>
              <a:off x="733120" y="1792514"/>
              <a:ext cx="11095472" cy="4383315"/>
              <a:chOff x="970369" y="1944914"/>
              <a:chExt cx="11095472" cy="4383315"/>
            </a:xfrm>
          </p:grpSpPr>
          <p:grpSp>
            <p:nvGrpSpPr>
              <p:cNvPr id="7176" name="Group 7175">
                <a:extLst>
                  <a:ext uri="{FF2B5EF4-FFF2-40B4-BE49-F238E27FC236}">
                    <a16:creationId xmlns:a16="http://schemas.microsoft.com/office/drawing/2014/main" id="{6DB3845E-9A22-F61F-B101-AD57D2FFFE6F}"/>
                  </a:ext>
                </a:extLst>
              </p:cNvPr>
              <p:cNvGrpSpPr/>
              <p:nvPr/>
            </p:nvGrpSpPr>
            <p:grpSpPr>
              <a:xfrm>
                <a:off x="970369" y="1944914"/>
                <a:ext cx="11095472" cy="4383315"/>
                <a:chOff x="955855" y="1291771"/>
                <a:chExt cx="11095472" cy="4383315"/>
              </a:xfrm>
            </p:grpSpPr>
            <p:sp>
              <p:nvSpPr>
                <p:cNvPr id="3" name="Google Shape;1145;p35">
                  <a:extLst>
                    <a:ext uri="{FF2B5EF4-FFF2-40B4-BE49-F238E27FC236}">
                      <a16:creationId xmlns:a16="http://schemas.microsoft.com/office/drawing/2014/main" id="{C754E25B-4839-2CF8-EA8F-29CE7B60DC0B}"/>
                    </a:ext>
                  </a:extLst>
                </p:cNvPr>
                <p:cNvSpPr/>
                <p:nvPr/>
              </p:nvSpPr>
              <p:spPr>
                <a:xfrm>
                  <a:off x="3041689" y="3010912"/>
                  <a:ext cx="1936955" cy="266417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" name="Google Shape;1146;p35">
                  <a:extLst>
                    <a:ext uri="{FF2B5EF4-FFF2-40B4-BE49-F238E27FC236}">
                      <a16:creationId xmlns:a16="http://schemas.microsoft.com/office/drawing/2014/main" id="{E0355819-E768-4C44-E3A9-C0E34DE42EF5}"/>
                    </a:ext>
                  </a:extLst>
                </p:cNvPr>
                <p:cNvCxnSpPr/>
                <p:nvPr/>
              </p:nvCxnSpPr>
              <p:spPr>
                <a:xfrm rot="10800000">
                  <a:off x="4007375" y="2247530"/>
                  <a:ext cx="0" cy="763382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" name="Google Shape;1151;p35">
                  <a:extLst>
                    <a:ext uri="{FF2B5EF4-FFF2-40B4-BE49-F238E27FC236}">
                      <a16:creationId xmlns:a16="http://schemas.microsoft.com/office/drawing/2014/main" id="{34580D14-040A-C2E2-E3E2-F7EA43D0E6FC}"/>
                    </a:ext>
                  </a:extLst>
                </p:cNvPr>
                <p:cNvSpPr/>
                <p:nvPr/>
              </p:nvSpPr>
              <p:spPr>
                <a:xfrm>
                  <a:off x="5127523" y="3010912"/>
                  <a:ext cx="1936955" cy="2664174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" name="Google Shape;1152;p35">
                  <a:extLst>
                    <a:ext uri="{FF2B5EF4-FFF2-40B4-BE49-F238E27FC236}">
                      <a16:creationId xmlns:a16="http://schemas.microsoft.com/office/drawing/2014/main" id="{C779FE62-C202-48F7-5E9B-A0679FE8A29D}"/>
                    </a:ext>
                  </a:extLst>
                </p:cNvPr>
                <p:cNvCxnSpPr/>
                <p:nvPr/>
              </p:nvCxnSpPr>
              <p:spPr>
                <a:xfrm rot="10800000">
                  <a:off x="6090417" y="2247530"/>
                  <a:ext cx="0" cy="763382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" name="Google Shape;1157;p35">
                  <a:extLst>
                    <a:ext uri="{FF2B5EF4-FFF2-40B4-BE49-F238E27FC236}">
                      <a16:creationId xmlns:a16="http://schemas.microsoft.com/office/drawing/2014/main" id="{E13DC410-5677-7471-C4AA-670DD0118DB6}"/>
                    </a:ext>
                  </a:extLst>
                </p:cNvPr>
                <p:cNvSpPr/>
                <p:nvPr/>
              </p:nvSpPr>
              <p:spPr>
                <a:xfrm>
                  <a:off x="955855" y="3010912"/>
                  <a:ext cx="1936955" cy="266417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2" name="Google Shape;1158;p35">
                  <a:extLst>
                    <a:ext uri="{FF2B5EF4-FFF2-40B4-BE49-F238E27FC236}">
                      <a16:creationId xmlns:a16="http://schemas.microsoft.com/office/drawing/2014/main" id="{B1F50E91-37B3-0637-5C69-F94D37268F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924333" y="2247375"/>
                  <a:ext cx="0" cy="763382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" name="Google Shape;1161;p35">
                  <a:extLst>
                    <a:ext uri="{FF2B5EF4-FFF2-40B4-BE49-F238E27FC236}">
                      <a16:creationId xmlns:a16="http://schemas.microsoft.com/office/drawing/2014/main" id="{4F7D2219-5B1D-7E88-6815-6562C3DCEB59}"/>
                    </a:ext>
                  </a:extLst>
                </p:cNvPr>
                <p:cNvSpPr/>
                <p:nvPr/>
              </p:nvSpPr>
              <p:spPr>
                <a:xfrm>
                  <a:off x="7213357" y="3010912"/>
                  <a:ext cx="1936955" cy="2664174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6" name="Google Shape;1162;p35">
                  <a:extLst>
                    <a:ext uri="{FF2B5EF4-FFF2-40B4-BE49-F238E27FC236}">
                      <a16:creationId xmlns:a16="http://schemas.microsoft.com/office/drawing/2014/main" id="{213C40CE-1DEE-85C7-054F-78DD9C58215F}"/>
                    </a:ext>
                  </a:extLst>
                </p:cNvPr>
                <p:cNvCxnSpPr>
                  <a:cxnSpLocks/>
                  <a:stCxn id="15" idx="0"/>
                </p:cNvCxnSpPr>
                <p:nvPr/>
              </p:nvCxnSpPr>
              <p:spPr>
                <a:xfrm flipH="1" flipV="1">
                  <a:off x="8173460" y="2247530"/>
                  <a:ext cx="8375" cy="763382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9" name="Google Shape;1166;p35">
                  <a:extLst>
                    <a:ext uri="{FF2B5EF4-FFF2-40B4-BE49-F238E27FC236}">
                      <a16:creationId xmlns:a16="http://schemas.microsoft.com/office/drawing/2014/main" id="{702A6D0B-D9E1-5A0C-80CC-4A49283339E0}"/>
                    </a:ext>
                  </a:extLst>
                </p:cNvPr>
                <p:cNvSpPr/>
                <p:nvPr/>
              </p:nvSpPr>
              <p:spPr>
                <a:xfrm>
                  <a:off x="9299190" y="3010912"/>
                  <a:ext cx="1936955" cy="2664174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0" name="Google Shape;1167;p35">
                  <a:extLst>
                    <a:ext uri="{FF2B5EF4-FFF2-40B4-BE49-F238E27FC236}">
                      <a16:creationId xmlns:a16="http://schemas.microsoft.com/office/drawing/2014/main" id="{33000B1C-9445-9FE5-F6DD-470A16CF4A19}"/>
                    </a:ext>
                  </a:extLst>
                </p:cNvPr>
                <p:cNvCxnSpPr>
                  <a:cxnSpLocks/>
                  <a:stCxn id="19" idx="0"/>
                </p:cNvCxnSpPr>
                <p:nvPr/>
              </p:nvCxnSpPr>
              <p:spPr>
                <a:xfrm flipH="1" flipV="1">
                  <a:off x="10256492" y="2247530"/>
                  <a:ext cx="11176" cy="763382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" name="Arrow: Pentagon 29">
                  <a:extLst>
                    <a:ext uri="{FF2B5EF4-FFF2-40B4-BE49-F238E27FC236}">
                      <a16:creationId xmlns:a16="http://schemas.microsoft.com/office/drawing/2014/main" id="{405E77AB-2E34-AF24-D90E-7D0A3DD1E548}"/>
                    </a:ext>
                  </a:extLst>
                </p:cNvPr>
                <p:cNvSpPr/>
                <p:nvPr/>
              </p:nvSpPr>
              <p:spPr>
                <a:xfrm>
                  <a:off x="9299190" y="1291771"/>
                  <a:ext cx="2752137" cy="1103541"/>
                </a:xfrm>
                <a:prstGeom prst="homePlate">
                  <a:avLst/>
                </a:prstGeom>
                <a:solidFill>
                  <a:schemeClr val="accent5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Arrow: Pentagon 28">
                  <a:extLst>
                    <a:ext uri="{FF2B5EF4-FFF2-40B4-BE49-F238E27FC236}">
                      <a16:creationId xmlns:a16="http://schemas.microsoft.com/office/drawing/2014/main" id="{24B70593-35F3-1C2E-83A1-159822C91A89}"/>
                    </a:ext>
                  </a:extLst>
                </p:cNvPr>
                <p:cNvSpPr/>
                <p:nvPr/>
              </p:nvSpPr>
              <p:spPr>
                <a:xfrm>
                  <a:off x="7224573" y="1291771"/>
                  <a:ext cx="2752137" cy="1103541"/>
                </a:xfrm>
                <a:prstGeom prst="homePlate">
                  <a:avLst/>
                </a:prstGeom>
                <a:solidFill>
                  <a:schemeClr val="accent4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Arrow: Pentagon 27">
                  <a:extLst>
                    <a:ext uri="{FF2B5EF4-FFF2-40B4-BE49-F238E27FC236}">
                      <a16:creationId xmlns:a16="http://schemas.microsoft.com/office/drawing/2014/main" id="{160C1D96-333A-8B57-DD43-6A219D09353A}"/>
                    </a:ext>
                  </a:extLst>
                </p:cNvPr>
                <p:cNvSpPr/>
                <p:nvPr/>
              </p:nvSpPr>
              <p:spPr>
                <a:xfrm>
                  <a:off x="5133105" y="1291771"/>
                  <a:ext cx="2752137" cy="1103541"/>
                </a:xfrm>
                <a:prstGeom prst="homePlate">
                  <a:avLst/>
                </a:prstGeom>
                <a:solidFill>
                  <a:schemeClr val="accent3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Arrow: Pentagon 26">
                  <a:extLst>
                    <a:ext uri="{FF2B5EF4-FFF2-40B4-BE49-F238E27FC236}">
                      <a16:creationId xmlns:a16="http://schemas.microsoft.com/office/drawing/2014/main" id="{90A6E171-B39D-5606-2DBF-46F6AFEF94A2}"/>
                    </a:ext>
                  </a:extLst>
                </p:cNvPr>
                <p:cNvSpPr/>
                <p:nvPr/>
              </p:nvSpPr>
              <p:spPr>
                <a:xfrm>
                  <a:off x="3054280" y="1291771"/>
                  <a:ext cx="2752137" cy="1103541"/>
                </a:xfrm>
                <a:prstGeom prst="homePlate">
                  <a:avLst/>
                </a:prstGeom>
                <a:solidFill>
                  <a:schemeClr val="accent2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Arrow: Pentagon 25">
                  <a:extLst>
                    <a:ext uri="{FF2B5EF4-FFF2-40B4-BE49-F238E27FC236}">
                      <a16:creationId xmlns:a16="http://schemas.microsoft.com/office/drawing/2014/main" id="{FBEDF6D4-81D3-F4E3-D283-E6C4A2A23F25}"/>
                    </a:ext>
                  </a:extLst>
                </p:cNvPr>
                <p:cNvSpPr/>
                <p:nvPr/>
              </p:nvSpPr>
              <p:spPr>
                <a:xfrm>
                  <a:off x="975455" y="1291771"/>
                  <a:ext cx="2752137" cy="1103541"/>
                </a:xfrm>
                <a:prstGeom prst="homePlat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0CE83D7-ABED-1A9B-DE17-3CF96A360ECF}"/>
                    </a:ext>
                  </a:extLst>
                </p:cNvPr>
                <p:cNvSpPr/>
                <p:nvPr/>
              </p:nvSpPr>
              <p:spPr>
                <a:xfrm>
                  <a:off x="1825361" y="2313461"/>
                  <a:ext cx="205176" cy="205176"/>
                </a:xfrm>
                <a:prstGeom prst="ellipse">
                  <a:avLst/>
                </a:prstGeom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68" name="Oval 7167">
                  <a:extLst>
                    <a:ext uri="{FF2B5EF4-FFF2-40B4-BE49-F238E27FC236}">
                      <a16:creationId xmlns:a16="http://schemas.microsoft.com/office/drawing/2014/main" id="{85D449D2-A0C1-7154-3DF2-6FFE3767946B}"/>
                    </a:ext>
                  </a:extLst>
                </p:cNvPr>
                <p:cNvSpPr/>
                <p:nvPr/>
              </p:nvSpPr>
              <p:spPr>
                <a:xfrm>
                  <a:off x="8079246" y="2313461"/>
                  <a:ext cx="205176" cy="205176"/>
                </a:xfrm>
                <a:prstGeom prst="ellipse">
                  <a:avLst/>
                </a:prstGeom>
                <a:solidFill>
                  <a:schemeClr val="accent4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69" name="Oval 7168">
                  <a:extLst>
                    <a:ext uri="{FF2B5EF4-FFF2-40B4-BE49-F238E27FC236}">
                      <a16:creationId xmlns:a16="http://schemas.microsoft.com/office/drawing/2014/main" id="{FE6ED7B9-9C20-380E-29D2-D21CDD1665C6}"/>
                    </a:ext>
                  </a:extLst>
                </p:cNvPr>
                <p:cNvSpPr/>
                <p:nvPr/>
              </p:nvSpPr>
              <p:spPr>
                <a:xfrm>
                  <a:off x="10162340" y="2313461"/>
                  <a:ext cx="205176" cy="205176"/>
                </a:xfrm>
                <a:prstGeom prst="ellipse">
                  <a:avLst/>
                </a:prstGeom>
                <a:solidFill>
                  <a:schemeClr val="accent5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72" name="Oval 7171">
                  <a:extLst>
                    <a:ext uri="{FF2B5EF4-FFF2-40B4-BE49-F238E27FC236}">
                      <a16:creationId xmlns:a16="http://schemas.microsoft.com/office/drawing/2014/main" id="{4BF80ADE-2257-5B98-7970-6D6DA4A423B7}"/>
                    </a:ext>
                  </a:extLst>
                </p:cNvPr>
                <p:cNvSpPr/>
                <p:nvPr/>
              </p:nvSpPr>
              <p:spPr>
                <a:xfrm>
                  <a:off x="3913222" y="2313461"/>
                  <a:ext cx="205176" cy="205176"/>
                </a:xfrm>
                <a:prstGeom prst="ellipse">
                  <a:avLst/>
                </a:prstGeom>
                <a:solidFill>
                  <a:schemeClr val="accent2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73" name="Oval 7172">
                  <a:extLst>
                    <a:ext uri="{FF2B5EF4-FFF2-40B4-BE49-F238E27FC236}">
                      <a16:creationId xmlns:a16="http://schemas.microsoft.com/office/drawing/2014/main" id="{E249EB4C-7A4F-A08B-2BC1-AAB5DF5DDAD7}"/>
                    </a:ext>
                  </a:extLst>
                </p:cNvPr>
                <p:cNvSpPr/>
                <p:nvPr/>
              </p:nvSpPr>
              <p:spPr>
                <a:xfrm>
                  <a:off x="5988915" y="2313461"/>
                  <a:ext cx="205176" cy="205176"/>
                </a:xfrm>
                <a:prstGeom prst="ellipse">
                  <a:avLst/>
                </a:prstGeom>
                <a:solidFill>
                  <a:schemeClr val="accent3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183" name="TextBox 7182">
                <a:extLst>
                  <a:ext uri="{FF2B5EF4-FFF2-40B4-BE49-F238E27FC236}">
                    <a16:creationId xmlns:a16="http://schemas.microsoft.com/office/drawing/2014/main" id="{C68FE766-8949-3C90-CC32-6966C51B9D22}"/>
                  </a:ext>
                </a:extLst>
              </p:cNvPr>
              <p:cNvSpPr txBox="1"/>
              <p:nvPr/>
            </p:nvSpPr>
            <p:spPr>
              <a:xfrm>
                <a:off x="1090531" y="4285908"/>
                <a:ext cx="1696631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The Client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Yellow is a color of happiness, friendliness, and warning.</a:t>
                </a:r>
              </a:p>
            </p:txBody>
          </p:sp>
          <p:sp>
            <p:nvSpPr>
              <p:cNvPr id="7184" name="TextBox 7183">
                <a:extLst>
                  <a:ext uri="{FF2B5EF4-FFF2-40B4-BE49-F238E27FC236}">
                    <a16:creationId xmlns:a16="http://schemas.microsoft.com/office/drawing/2014/main" id="{DE81A46F-38C3-9FE8-8553-7327EA3A231B}"/>
                  </a:ext>
                </a:extLst>
              </p:cNvPr>
              <p:cNvSpPr txBox="1"/>
              <p:nvPr/>
            </p:nvSpPr>
            <p:spPr>
              <a:xfrm>
                <a:off x="3183719" y="4285908"/>
                <a:ext cx="1685600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Discovery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Blue is a color of serenity, trustworthiness, and welcome.</a:t>
                </a:r>
              </a:p>
            </p:txBody>
          </p:sp>
          <p:sp>
            <p:nvSpPr>
              <p:cNvPr id="7185" name="TextBox 7184">
                <a:extLst>
                  <a:ext uri="{FF2B5EF4-FFF2-40B4-BE49-F238E27FC236}">
                    <a16:creationId xmlns:a16="http://schemas.microsoft.com/office/drawing/2014/main" id="{15B7412A-7F37-5C15-74CD-28645E7158FB}"/>
                  </a:ext>
                </a:extLst>
              </p:cNvPr>
              <p:cNvSpPr txBox="1"/>
              <p:nvPr/>
            </p:nvSpPr>
            <p:spPr>
              <a:xfrm flipH="1">
                <a:off x="7354172" y="4285908"/>
                <a:ext cx="1679470" cy="143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Creative Work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Orange is a color of playfulness and energy.</a:t>
                </a:r>
              </a:p>
            </p:txBody>
          </p:sp>
          <p:sp>
            <p:nvSpPr>
              <p:cNvPr id="7186" name="TextBox 7185">
                <a:extLst>
                  <a:ext uri="{FF2B5EF4-FFF2-40B4-BE49-F238E27FC236}">
                    <a16:creationId xmlns:a16="http://schemas.microsoft.com/office/drawing/2014/main" id="{EE09DF43-017B-A5F3-5C4C-1387C467EF3E}"/>
                  </a:ext>
                </a:extLst>
              </p:cNvPr>
              <p:cNvSpPr txBox="1"/>
              <p:nvPr/>
            </p:nvSpPr>
            <p:spPr>
              <a:xfrm>
                <a:off x="5265876" y="4285908"/>
                <a:ext cx="1691739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Strategy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Purple is a color of luxury, mystery, and romance.</a:t>
                </a:r>
              </a:p>
            </p:txBody>
          </p:sp>
          <p:sp>
            <p:nvSpPr>
              <p:cNvPr id="7187" name="TextBox 7186">
                <a:extLst>
                  <a:ext uri="{FF2B5EF4-FFF2-40B4-BE49-F238E27FC236}">
                    <a16:creationId xmlns:a16="http://schemas.microsoft.com/office/drawing/2014/main" id="{E2B97673-A7B6-AAA7-010E-FCF9A4D8D2A4}"/>
                  </a:ext>
                </a:extLst>
              </p:cNvPr>
              <p:cNvSpPr txBox="1"/>
              <p:nvPr/>
            </p:nvSpPr>
            <p:spPr>
              <a:xfrm flipH="1">
                <a:off x="9430197" y="4285908"/>
                <a:ext cx="1703969" cy="143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Finishing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a Project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Pink is a color of feminism, youth, and innocence.</a:t>
                </a:r>
              </a:p>
            </p:txBody>
          </p:sp>
        </p:grpSp>
        <p:pic>
          <p:nvPicPr>
            <p:cNvPr id="5122" name="Picture 2" descr="Client - Free people icons">
              <a:extLst>
                <a:ext uri="{FF2B5EF4-FFF2-40B4-BE49-F238E27FC236}">
                  <a16:creationId xmlns:a16="http://schemas.microsoft.com/office/drawing/2014/main" id="{DEC6D636-7BD0-9596-F9C9-6C5A4A7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2128" y="2050002"/>
              <a:ext cx="605144" cy="605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Discovery - Free files and folders icons">
              <a:extLst>
                <a:ext uri="{FF2B5EF4-FFF2-40B4-BE49-F238E27FC236}">
                  <a16:creationId xmlns:a16="http://schemas.microsoft.com/office/drawing/2014/main" id="{584CE9F9-482C-0876-4A68-BCDD34EEC4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2218" y="2095500"/>
              <a:ext cx="514148" cy="5141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Strategy - Free people icons">
              <a:extLst>
                <a:ext uri="{FF2B5EF4-FFF2-40B4-BE49-F238E27FC236}">
                  <a16:creationId xmlns:a16="http://schemas.microsoft.com/office/drawing/2014/main" id="{E6D98346-8309-2D31-1A60-814A453FA5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1879" y="2027600"/>
              <a:ext cx="582048" cy="58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 descr="creative work Icon - Free PNG &amp; SVG 1326920 - Noun Project">
              <a:extLst>
                <a:ext uri="{FF2B5EF4-FFF2-40B4-BE49-F238E27FC236}">
                  <a16:creationId xmlns:a16="http://schemas.microsoft.com/office/drawing/2014/main" id="{F3B9390B-1082-A46F-461B-BAC947561C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7656" y="2050002"/>
              <a:ext cx="583444" cy="583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0" name="Picture 10" descr="Completed Icons - Free SVG &amp; PNG Completed Images - Noun Project">
              <a:extLst>
                <a:ext uri="{FF2B5EF4-FFF2-40B4-BE49-F238E27FC236}">
                  <a16:creationId xmlns:a16="http://schemas.microsoft.com/office/drawing/2014/main" id="{9CE06C13-127E-23C5-48B2-BAC63098C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39345" y="2043408"/>
              <a:ext cx="609540" cy="609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4014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B184C88-E9E2-785F-84D8-FE13B92A7DE0}"/>
              </a:ext>
            </a:extLst>
          </p:cNvPr>
          <p:cNvGrpSpPr/>
          <p:nvPr/>
        </p:nvGrpSpPr>
        <p:grpSpPr>
          <a:xfrm>
            <a:off x="1088670" y="1698171"/>
            <a:ext cx="10014660" cy="4762254"/>
            <a:chOff x="1607554" y="1944915"/>
            <a:chExt cx="8976892" cy="426876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BC29B9E-72A6-017E-9CA2-334568B64E0E}"/>
                </a:ext>
              </a:extLst>
            </p:cNvPr>
            <p:cNvGrpSpPr/>
            <p:nvPr/>
          </p:nvGrpSpPr>
          <p:grpSpPr>
            <a:xfrm>
              <a:off x="1607554" y="1944915"/>
              <a:ext cx="8976892" cy="4268766"/>
              <a:chOff x="723253" y="1044424"/>
              <a:chExt cx="7697494" cy="3660376"/>
            </a:xfrm>
          </p:grpSpPr>
          <p:sp>
            <p:nvSpPr>
              <p:cNvPr id="3" name="Google Shape;251;p18">
                <a:extLst>
                  <a:ext uri="{FF2B5EF4-FFF2-40B4-BE49-F238E27FC236}">
                    <a16:creationId xmlns:a16="http://schemas.microsoft.com/office/drawing/2014/main" id="{938023C2-E664-E475-DC7A-71EA73DB6552}"/>
                  </a:ext>
                </a:extLst>
              </p:cNvPr>
              <p:cNvSpPr/>
              <p:nvPr/>
            </p:nvSpPr>
            <p:spPr>
              <a:xfrm rot="10800000">
                <a:off x="723253" y="3147200"/>
                <a:ext cx="1816500" cy="1557600"/>
              </a:xfrm>
              <a:prstGeom prst="downArrowCallout">
                <a:avLst>
                  <a:gd name="adj1" fmla="val 34754"/>
                  <a:gd name="adj2" fmla="val 17377"/>
                  <a:gd name="adj3" fmla="val 21973"/>
                  <a:gd name="adj4" fmla="val 79879"/>
                </a:avLst>
              </a:pr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256;p18">
                <a:extLst>
                  <a:ext uri="{FF2B5EF4-FFF2-40B4-BE49-F238E27FC236}">
                    <a16:creationId xmlns:a16="http://schemas.microsoft.com/office/drawing/2014/main" id="{BB5B7C76-9F01-50E7-7BBA-C8AE76A67732}"/>
                  </a:ext>
                </a:extLst>
              </p:cNvPr>
              <p:cNvSpPr/>
              <p:nvPr/>
            </p:nvSpPr>
            <p:spPr>
              <a:xfrm rot="10800000">
                <a:off x="3674322" y="3147200"/>
                <a:ext cx="1816500" cy="1557600"/>
              </a:xfrm>
              <a:prstGeom prst="downArrowCallout">
                <a:avLst>
                  <a:gd name="adj1" fmla="val 34754"/>
                  <a:gd name="adj2" fmla="val 17377"/>
                  <a:gd name="adj3" fmla="val 21973"/>
                  <a:gd name="adj4" fmla="val 79879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" name="Google Shape;261;p18">
                <a:extLst>
                  <a:ext uri="{FF2B5EF4-FFF2-40B4-BE49-F238E27FC236}">
                    <a16:creationId xmlns:a16="http://schemas.microsoft.com/office/drawing/2014/main" id="{B94A484E-D91B-21C7-55CB-71CE20FCD90F}"/>
                  </a:ext>
                </a:extLst>
              </p:cNvPr>
              <p:cNvSpPr/>
              <p:nvPr/>
            </p:nvSpPr>
            <p:spPr>
              <a:xfrm rot="10800000">
                <a:off x="6604247" y="3147200"/>
                <a:ext cx="1816500" cy="1557600"/>
              </a:xfrm>
              <a:prstGeom prst="downArrowCallout">
                <a:avLst>
                  <a:gd name="adj1" fmla="val 34754"/>
                  <a:gd name="adj2" fmla="val 17377"/>
                  <a:gd name="adj3" fmla="val 21973"/>
                  <a:gd name="adj4" fmla="val 7987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" name="Google Shape;266;p18">
                <a:extLst>
                  <a:ext uri="{FF2B5EF4-FFF2-40B4-BE49-F238E27FC236}">
                    <a16:creationId xmlns:a16="http://schemas.microsoft.com/office/drawing/2014/main" id="{0C25284A-0F27-C039-5A2E-94F704D08C1E}"/>
                  </a:ext>
                </a:extLst>
              </p:cNvPr>
              <p:cNvSpPr/>
              <p:nvPr/>
            </p:nvSpPr>
            <p:spPr>
              <a:xfrm>
                <a:off x="2192370" y="1044424"/>
                <a:ext cx="1816500" cy="1557600"/>
              </a:xfrm>
              <a:prstGeom prst="downArrowCallout">
                <a:avLst>
                  <a:gd name="adj1" fmla="val 34754"/>
                  <a:gd name="adj2" fmla="val 17377"/>
                  <a:gd name="adj3" fmla="val 21973"/>
                  <a:gd name="adj4" fmla="val 7987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271;p18">
                <a:extLst>
                  <a:ext uri="{FF2B5EF4-FFF2-40B4-BE49-F238E27FC236}">
                    <a16:creationId xmlns:a16="http://schemas.microsoft.com/office/drawing/2014/main" id="{C8EF3463-B211-1B36-9173-51C08AACA5EE}"/>
                  </a:ext>
                </a:extLst>
              </p:cNvPr>
              <p:cNvSpPr/>
              <p:nvPr/>
            </p:nvSpPr>
            <p:spPr>
              <a:xfrm>
                <a:off x="5139750" y="1044424"/>
                <a:ext cx="1816500" cy="1557600"/>
              </a:xfrm>
              <a:prstGeom prst="downArrowCallout">
                <a:avLst>
                  <a:gd name="adj1" fmla="val 34754"/>
                  <a:gd name="adj2" fmla="val 17377"/>
                  <a:gd name="adj3" fmla="val 21973"/>
                  <a:gd name="adj4" fmla="val 79879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76;p18">
                <a:extLst>
                  <a:ext uri="{FF2B5EF4-FFF2-40B4-BE49-F238E27FC236}">
                    <a16:creationId xmlns:a16="http://schemas.microsoft.com/office/drawing/2014/main" id="{030A7C43-8A45-5A87-91A0-0F42BCD0D3CF}"/>
                  </a:ext>
                </a:extLst>
              </p:cNvPr>
              <p:cNvSpPr/>
              <p:nvPr/>
            </p:nvSpPr>
            <p:spPr>
              <a:xfrm>
                <a:off x="1627450" y="2602023"/>
                <a:ext cx="5895540" cy="545177"/>
              </a:xfrm>
              <a:custGeom>
                <a:avLst/>
                <a:gdLst/>
                <a:ahLst/>
                <a:cxnLst/>
                <a:rect l="l" t="t" r="r" b="b"/>
                <a:pathLst>
                  <a:path w="225171" h="9906" extrusionOk="0">
                    <a:moveTo>
                      <a:pt x="0" y="9906"/>
                    </a:moveTo>
                    <a:lnTo>
                      <a:pt x="56388" y="0"/>
                    </a:lnTo>
                    <a:lnTo>
                      <a:pt x="113538" y="9906"/>
                    </a:lnTo>
                    <a:lnTo>
                      <a:pt x="168783" y="0"/>
                    </a:lnTo>
                    <a:lnTo>
                      <a:pt x="225171" y="9525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6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CFCAF9-F7DD-811D-ED5C-1C040358CDE8}"/>
                </a:ext>
              </a:extLst>
            </p:cNvPr>
            <p:cNvSpPr txBox="1"/>
            <p:nvPr/>
          </p:nvSpPr>
          <p:spPr>
            <a:xfrm>
              <a:off x="8716228" y="4961866"/>
              <a:ext cx="1618015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sz="16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Execution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11E0DA-5653-EA1D-2F82-172C46F80B11}"/>
                </a:ext>
              </a:extLst>
            </p:cNvPr>
            <p:cNvSpPr txBox="1"/>
            <p:nvPr/>
          </p:nvSpPr>
          <p:spPr>
            <a:xfrm>
              <a:off x="3527492" y="2106140"/>
              <a:ext cx="1714135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sz="16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Preparation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B1A92C-B8A1-EABE-253E-1AB327EE5DAA}"/>
                </a:ext>
              </a:extLst>
            </p:cNvPr>
            <p:cNvSpPr txBox="1"/>
            <p:nvPr/>
          </p:nvSpPr>
          <p:spPr>
            <a:xfrm flipH="1">
              <a:off x="1804015" y="4992644"/>
              <a:ext cx="1714135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sym typeface="Fira Sans Extra Condensed Medium"/>
                </a:rPr>
                <a:t>Ins</a:t>
              </a:r>
              <a:r>
                <a:rPr lang="en" b="1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sym typeface="Fira Sans Extra Condensed Medium"/>
                </a:rPr>
                <a:t>piration</a:t>
              </a:r>
              <a:r>
                <a:rPr lang="en-US" sz="18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 </a:t>
              </a:r>
              <a:endParaRPr lang="en-US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Green is a color of nature, stability, and prosperity.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027584-6241-2700-C3D8-106180CDB39A}"/>
                </a:ext>
              </a:extLst>
            </p:cNvPr>
            <p:cNvSpPr txBox="1"/>
            <p:nvPr/>
          </p:nvSpPr>
          <p:spPr>
            <a:xfrm flipH="1">
              <a:off x="7008319" y="2136918"/>
              <a:ext cx="1618013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8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Incubation</a:t>
              </a:r>
              <a:endParaRPr lang="en-US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53FED2-79F4-1BCB-7681-EBC90D12FCE7}"/>
                </a:ext>
              </a:extLst>
            </p:cNvPr>
            <p:cNvSpPr txBox="1"/>
            <p:nvPr/>
          </p:nvSpPr>
          <p:spPr>
            <a:xfrm>
              <a:off x="5260121" y="5054199"/>
              <a:ext cx="1714135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sz="16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Verification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697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3" name="Group 10252">
            <a:extLst>
              <a:ext uri="{FF2B5EF4-FFF2-40B4-BE49-F238E27FC236}">
                <a16:creationId xmlns:a16="http://schemas.microsoft.com/office/drawing/2014/main" id="{2301BE27-F440-DE74-0C92-ACF24D9CF87B}"/>
              </a:ext>
            </a:extLst>
          </p:cNvPr>
          <p:cNvGrpSpPr/>
          <p:nvPr/>
        </p:nvGrpSpPr>
        <p:grpSpPr>
          <a:xfrm>
            <a:off x="1009650" y="1892300"/>
            <a:ext cx="10172700" cy="4309808"/>
            <a:chOff x="1244600" y="1892300"/>
            <a:chExt cx="10172700" cy="4309808"/>
          </a:xfrm>
        </p:grpSpPr>
        <p:grpSp>
          <p:nvGrpSpPr>
            <p:cNvPr id="10246" name="Group 10245">
              <a:extLst>
                <a:ext uri="{FF2B5EF4-FFF2-40B4-BE49-F238E27FC236}">
                  <a16:creationId xmlns:a16="http://schemas.microsoft.com/office/drawing/2014/main" id="{44143C66-472D-A8B4-1FC8-88195BFB7863}"/>
                </a:ext>
              </a:extLst>
            </p:cNvPr>
            <p:cNvGrpSpPr/>
            <p:nvPr/>
          </p:nvGrpSpPr>
          <p:grpSpPr>
            <a:xfrm>
              <a:off x="1244600" y="2465793"/>
              <a:ext cx="10172700" cy="3162017"/>
              <a:chOff x="1244600" y="2465793"/>
              <a:chExt cx="10172700" cy="3162017"/>
            </a:xfrm>
          </p:grpSpPr>
          <p:sp>
            <p:nvSpPr>
              <p:cNvPr id="14" name="Google Shape;655;p26">
                <a:extLst>
                  <a:ext uri="{FF2B5EF4-FFF2-40B4-BE49-F238E27FC236}">
                    <a16:creationId xmlns:a16="http://schemas.microsoft.com/office/drawing/2014/main" id="{2561D187-CF22-C6A0-DBD0-3DD476D5B639}"/>
                  </a:ext>
                </a:extLst>
              </p:cNvPr>
              <p:cNvSpPr/>
              <p:nvPr/>
            </p:nvSpPr>
            <p:spPr>
              <a:xfrm>
                <a:off x="1492393" y="4049067"/>
                <a:ext cx="330476" cy="1578743"/>
              </a:xfrm>
              <a:custGeom>
                <a:avLst/>
                <a:gdLst/>
                <a:ahLst/>
                <a:cxnLst/>
                <a:rect l="l" t="t" r="r" b="b"/>
                <a:pathLst>
                  <a:path w="9701" h="49076" fill="none" extrusionOk="0">
                    <a:moveTo>
                      <a:pt x="9701" y="1"/>
                    </a:moveTo>
                    <a:lnTo>
                      <a:pt x="5524" y="1"/>
                    </a:lnTo>
                    <a:cubicBezTo>
                      <a:pt x="2465" y="1"/>
                      <a:pt x="0" y="2489"/>
                      <a:pt x="0" y="5547"/>
                    </a:cubicBezTo>
                    <a:lnTo>
                      <a:pt x="0" y="43552"/>
                    </a:lnTo>
                    <a:cubicBezTo>
                      <a:pt x="0" y="46610"/>
                      <a:pt x="2465" y="49075"/>
                      <a:pt x="5524" y="49075"/>
                    </a:cubicBezTo>
                    <a:lnTo>
                      <a:pt x="9701" y="49075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75000"/>
                  </a:schemeClr>
                </a:solidFill>
                <a:prstDash val="sysDash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56;p26">
                <a:extLst>
                  <a:ext uri="{FF2B5EF4-FFF2-40B4-BE49-F238E27FC236}">
                    <a16:creationId xmlns:a16="http://schemas.microsoft.com/office/drawing/2014/main" id="{65B59578-9E2D-D50D-EC69-FA9A3D7917C0}"/>
                  </a:ext>
                </a:extLst>
              </p:cNvPr>
              <p:cNvSpPr/>
              <p:nvPr/>
            </p:nvSpPr>
            <p:spPr>
              <a:xfrm>
                <a:off x="10366119" y="2465793"/>
                <a:ext cx="330511" cy="1583220"/>
              </a:xfrm>
              <a:custGeom>
                <a:avLst/>
                <a:gdLst/>
                <a:ahLst/>
                <a:cxnLst/>
                <a:rect l="l" t="t" r="r" b="b"/>
                <a:pathLst>
                  <a:path w="9702" h="49075" fill="none" extrusionOk="0">
                    <a:moveTo>
                      <a:pt x="0" y="49075"/>
                    </a:moveTo>
                    <a:lnTo>
                      <a:pt x="4177" y="49075"/>
                    </a:lnTo>
                    <a:cubicBezTo>
                      <a:pt x="7236" y="49075"/>
                      <a:pt x="9701" y="46609"/>
                      <a:pt x="9701" y="43551"/>
                    </a:cubicBezTo>
                    <a:lnTo>
                      <a:pt x="9701" y="5547"/>
                    </a:lnTo>
                    <a:cubicBezTo>
                      <a:pt x="9701" y="2488"/>
                      <a:pt x="7236" y="0"/>
                      <a:pt x="417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lumMod val="75000"/>
                  </a:schemeClr>
                </a:solidFill>
                <a:prstDash val="sysDash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026AFF2-473A-7491-D1F9-F316C75C9B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600" y="2465793"/>
                <a:ext cx="9121519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prstDash val="sysDash"/>
                <a:head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1" name="Straight Connector 10240">
                <a:extLst>
                  <a:ext uri="{FF2B5EF4-FFF2-40B4-BE49-F238E27FC236}">
                    <a16:creationId xmlns:a16="http://schemas.microsoft.com/office/drawing/2014/main" id="{8DE21C38-F235-ACA0-40A5-A92E66C048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2863" y="4049013"/>
                <a:ext cx="8543256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4" name="Straight Connector 10243">
                <a:extLst>
                  <a:ext uri="{FF2B5EF4-FFF2-40B4-BE49-F238E27FC236}">
                    <a16:creationId xmlns:a16="http://schemas.microsoft.com/office/drawing/2014/main" id="{BF8828B3-19A9-AD99-C685-35B920B8A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2863" y="5627810"/>
                <a:ext cx="9594437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Google Shape;657;p26">
              <a:extLst>
                <a:ext uri="{FF2B5EF4-FFF2-40B4-BE49-F238E27FC236}">
                  <a16:creationId xmlns:a16="http://schemas.microsoft.com/office/drawing/2014/main" id="{81898C2A-4F80-64DD-6459-A73876072DB9}"/>
                </a:ext>
              </a:extLst>
            </p:cNvPr>
            <p:cNvSpPr/>
            <p:nvPr/>
          </p:nvSpPr>
          <p:spPr>
            <a:xfrm>
              <a:off x="1822863" y="1892300"/>
              <a:ext cx="3963771" cy="1146876"/>
            </a:xfrm>
            <a:custGeom>
              <a:avLst/>
              <a:gdLst/>
              <a:ahLst/>
              <a:cxnLst/>
              <a:rect l="l" t="t" r="r" b="b"/>
              <a:pathLst>
                <a:path w="116365" h="33669" extrusionOk="0">
                  <a:moveTo>
                    <a:pt x="5319" y="1"/>
                  </a:moveTo>
                  <a:cubicBezTo>
                    <a:pt x="2375" y="1"/>
                    <a:pt x="1" y="2375"/>
                    <a:pt x="1" y="5296"/>
                  </a:cubicBezTo>
                  <a:lnTo>
                    <a:pt x="1" y="28373"/>
                  </a:lnTo>
                  <a:cubicBezTo>
                    <a:pt x="1" y="31294"/>
                    <a:pt x="2375" y="33668"/>
                    <a:pt x="5319" y="33668"/>
                  </a:cubicBezTo>
                  <a:lnTo>
                    <a:pt x="111069" y="33668"/>
                  </a:lnTo>
                  <a:cubicBezTo>
                    <a:pt x="113990" y="33668"/>
                    <a:pt x="116364" y="31294"/>
                    <a:pt x="116364" y="28373"/>
                  </a:cubicBezTo>
                  <a:lnTo>
                    <a:pt x="116364" y="5296"/>
                  </a:lnTo>
                  <a:cubicBezTo>
                    <a:pt x="116364" y="2375"/>
                    <a:pt x="113990" y="1"/>
                    <a:pt x="1110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58;p26">
              <a:extLst>
                <a:ext uri="{FF2B5EF4-FFF2-40B4-BE49-F238E27FC236}">
                  <a16:creationId xmlns:a16="http://schemas.microsoft.com/office/drawing/2014/main" id="{FD94E71B-5B29-745A-D922-3EBB6453329F}"/>
                </a:ext>
              </a:extLst>
            </p:cNvPr>
            <p:cNvSpPr/>
            <p:nvPr/>
          </p:nvSpPr>
          <p:spPr>
            <a:xfrm>
              <a:off x="6423379" y="1892359"/>
              <a:ext cx="3942754" cy="1146876"/>
            </a:xfrm>
            <a:custGeom>
              <a:avLst/>
              <a:gdLst/>
              <a:ahLst/>
              <a:cxnLst/>
              <a:rect l="l" t="t" r="r" b="b"/>
              <a:pathLst>
                <a:path w="115748" h="33669" extrusionOk="0">
                  <a:moveTo>
                    <a:pt x="5615" y="1"/>
                  </a:moveTo>
                  <a:cubicBezTo>
                    <a:pt x="2511" y="1"/>
                    <a:pt x="0" y="2512"/>
                    <a:pt x="0" y="5616"/>
                  </a:cubicBezTo>
                  <a:lnTo>
                    <a:pt x="0" y="28053"/>
                  </a:lnTo>
                  <a:cubicBezTo>
                    <a:pt x="0" y="31157"/>
                    <a:pt x="2511" y="33668"/>
                    <a:pt x="5615" y="33668"/>
                  </a:cubicBezTo>
                  <a:lnTo>
                    <a:pt x="110132" y="33668"/>
                  </a:lnTo>
                  <a:cubicBezTo>
                    <a:pt x="113236" y="33668"/>
                    <a:pt x="115747" y="31157"/>
                    <a:pt x="115747" y="28053"/>
                  </a:cubicBezTo>
                  <a:lnTo>
                    <a:pt x="115747" y="5616"/>
                  </a:lnTo>
                  <a:cubicBezTo>
                    <a:pt x="115747" y="2512"/>
                    <a:pt x="113236" y="1"/>
                    <a:pt x="1101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59;p26">
              <a:extLst>
                <a:ext uri="{FF2B5EF4-FFF2-40B4-BE49-F238E27FC236}">
                  <a16:creationId xmlns:a16="http://schemas.microsoft.com/office/drawing/2014/main" id="{EAE73F55-DED5-2766-21D7-A8377C2AB9D8}"/>
                </a:ext>
              </a:extLst>
            </p:cNvPr>
            <p:cNvSpPr/>
            <p:nvPr/>
          </p:nvSpPr>
          <p:spPr>
            <a:xfrm>
              <a:off x="6423379" y="3473029"/>
              <a:ext cx="3942754" cy="1147625"/>
            </a:xfrm>
            <a:custGeom>
              <a:avLst/>
              <a:gdLst/>
              <a:ahLst/>
              <a:cxnLst/>
              <a:rect l="l" t="t" r="r" b="b"/>
              <a:pathLst>
                <a:path w="115748" h="33691" extrusionOk="0">
                  <a:moveTo>
                    <a:pt x="5615" y="1"/>
                  </a:moveTo>
                  <a:cubicBezTo>
                    <a:pt x="2511" y="1"/>
                    <a:pt x="0" y="2534"/>
                    <a:pt x="0" y="5639"/>
                  </a:cubicBezTo>
                  <a:lnTo>
                    <a:pt x="0" y="28053"/>
                  </a:lnTo>
                  <a:cubicBezTo>
                    <a:pt x="0" y="31180"/>
                    <a:pt x="2511" y="33691"/>
                    <a:pt x="5615" y="33691"/>
                  </a:cubicBezTo>
                  <a:lnTo>
                    <a:pt x="110132" y="33691"/>
                  </a:lnTo>
                  <a:cubicBezTo>
                    <a:pt x="113236" y="33691"/>
                    <a:pt x="115747" y="31180"/>
                    <a:pt x="115747" y="28053"/>
                  </a:cubicBezTo>
                  <a:lnTo>
                    <a:pt x="115747" y="5639"/>
                  </a:lnTo>
                  <a:cubicBezTo>
                    <a:pt x="115747" y="2534"/>
                    <a:pt x="113236" y="1"/>
                    <a:pt x="1101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60;p26">
              <a:extLst>
                <a:ext uri="{FF2B5EF4-FFF2-40B4-BE49-F238E27FC236}">
                  <a16:creationId xmlns:a16="http://schemas.microsoft.com/office/drawing/2014/main" id="{66A84596-65B0-92B8-BED5-7976EFD463DB}"/>
                </a:ext>
              </a:extLst>
            </p:cNvPr>
            <p:cNvSpPr/>
            <p:nvPr/>
          </p:nvSpPr>
          <p:spPr>
            <a:xfrm>
              <a:off x="6423379" y="5054483"/>
              <a:ext cx="3942754" cy="1147625"/>
            </a:xfrm>
            <a:custGeom>
              <a:avLst/>
              <a:gdLst/>
              <a:ahLst/>
              <a:cxnLst/>
              <a:rect l="l" t="t" r="r" b="b"/>
              <a:pathLst>
                <a:path w="115748" h="33691" extrusionOk="0">
                  <a:moveTo>
                    <a:pt x="5615" y="0"/>
                  </a:moveTo>
                  <a:cubicBezTo>
                    <a:pt x="2511" y="0"/>
                    <a:pt x="0" y="2534"/>
                    <a:pt x="0" y="5638"/>
                  </a:cubicBezTo>
                  <a:lnTo>
                    <a:pt x="0" y="28053"/>
                  </a:lnTo>
                  <a:cubicBezTo>
                    <a:pt x="0" y="31157"/>
                    <a:pt x="2511" y="33690"/>
                    <a:pt x="5615" y="33690"/>
                  </a:cubicBezTo>
                  <a:lnTo>
                    <a:pt x="110132" y="33690"/>
                  </a:lnTo>
                  <a:cubicBezTo>
                    <a:pt x="113236" y="33690"/>
                    <a:pt x="115747" y="31157"/>
                    <a:pt x="115747" y="28053"/>
                  </a:cubicBezTo>
                  <a:lnTo>
                    <a:pt x="115747" y="5638"/>
                  </a:lnTo>
                  <a:cubicBezTo>
                    <a:pt x="115747" y="2534"/>
                    <a:pt x="113236" y="0"/>
                    <a:pt x="110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61;p26">
              <a:extLst>
                <a:ext uri="{FF2B5EF4-FFF2-40B4-BE49-F238E27FC236}">
                  <a16:creationId xmlns:a16="http://schemas.microsoft.com/office/drawing/2014/main" id="{327093E3-A421-451F-76BB-630B121F4B66}"/>
                </a:ext>
              </a:extLst>
            </p:cNvPr>
            <p:cNvSpPr/>
            <p:nvPr/>
          </p:nvSpPr>
          <p:spPr>
            <a:xfrm>
              <a:off x="1822863" y="3473029"/>
              <a:ext cx="3963771" cy="1147625"/>
            </a:xfrm>
            <a:custGeom>
              <a:avLst/>
              <a:gdLst/>
              <a:ahLst/>
              <a:cxnLst/>
              <a:rect l="l" t="t" r="r" b="b"/>
              <a:pathLst>
                <a:path w="116365" h="33691" extrusionOk="0">
                  <a:moveTo>
                    <a:pt x="5319" y="1"/>
                  </a:moveTo>
                  <a:cubicBezTo>
                    <a:pt x="2375" y="1"/>
                    <a:pt x="1" y="2375"/>
                    <a:pt x="1" y="5319"/>
                  </a:cubicBezTo>
                  <a:lnTo>
                    <a:pt x="1" y="28395"/>
                  </a:lnTo>
                  <a:cubicBezTo>
                    <a:pt x="1" y="31317"/>
                    <a:pt x="2375" y="33691"/>
                    <a:pt x="5319" y="33691"/>
                  </a:cubicBezTo>
                  <a:lnTo>
                    <a:pt x="111069" y="33691"/>
                  </a:lnTo>
                  <a:cubicBezTo>
                    <a:pt x="113990" y="33691"/>
                    <a:pt x="116364" y="31317"/>
                    <a:pt x="116364" y="28395"/>
                  </a:cubicBezTo>
                  <a:lnTo>
                    <a:pt x="116364" y="5319"/>
                  </a:lnTo>
                  <a:cubicBezTo>
                    <a:pt x="116364" y="2375"/>
                    <a:pt x="113990" y="1"/>
                    <a:pt x="1110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62;p26">
              <a:extLst>
                <a:ext uri="{FF2B5EF4-FFF2-40B4-BE49-F238E27FC236}">
                  <a16:creationId xmlns:a16="http://schemas.microsoft.com/office/drawing/2014/main" id="{0FD6EE20-04E2-1667-24EF-5D3EB994B842}"/>
                </a:ext>
              </a:extLst>
            </p:cNvPr>
            <p:cNvSpPr/>
            <p:nvPr/>
          </p:nvSpPr>
          <p:spPr>
            <a:xfrm>
              <a:off x="1822863" y="5054483"/>
              <a:ext cx="3963771" cy="1147625"/>
            </a:xfrm>
            <a:custGeom>
              <a:avLst/>
              <a:gdLst/>
              <a:ahLst/>
              <a:cxnLst/>
              <a:rect l="l" t="t" r="r" b="b"/>
              <a:pathLst>
                <a:path w="116365" h="33691" extrusionOk="0">
                  <a:moveTo>
                    <a:pt x="5319" y="0"/>
                  </a:moveTo>
                  <a:cubicBezTo>
                    <a:pt x="2375" y="0"/>
                    <a:pt x="1" y="2374"/>
                    <a:pt x="1" y="5319"/>
                  </a:cubicBezTo>
                  <a:lnTo>
                    <a:pt x="1" y="28372"/>
                  </a:lnTo>
                  <a:cubicBezTo>
                    <a:pt x="1" y="31317"/>
                    <a:pt x="2375" y="33690"/>
                    <a:pt x="5319" y="33690"/>
                  </a:cubicBezTo>
                  <a:lnTo>
                    <a:pt x="111069" y="33690"/>
                  </a:lnTo>
                  <a:cubicBezTo>
                    <a:pt x="113990" y="33690"/>
                    <a:pt x="116364" y="31317"/>
                    <a:pt x="116364" y="28372"/>
                  </a:cubicBezTo>
                  <a:lnTo>
                    <a:pt x="116364" y="5319"/>
                  </a:lnTo>
                  <a:cubicBezTo>
                    <a:pt x="116364" y="2374"/>
                    <a:pt x="113990" y="0"/>
                    <a:pt x="11106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7" name="TextBox 10246">
              <a:extLst>
                <a:ext uri="{FF2B5EF4-FFF2-40B4-BE49-F238E27FC236}">
                  <a16:creationId xmlns:a16="http://schemas.microsoft.com/office/drawing/2014/main" id="{E5FDA19B-245F-4225-6D4A-52AF6EB3414C}"/>
                </a:ext>
              </a:extLst>
            </p:cNvPr>
            <p:cNvSpPr txBox="1"/>
            <p:nvPr/>
          </p:nvSpPr>
          <p:spPr>
            <a:xfrm>
              <a:off x="6793761" y="3623648"/>
              <a:ext cx="2956138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6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Design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10248" name="TextBox 10247">
              <a:extLst>
                <a:ext uri="{FF2B5EF4-FFF2-40B4-BE49-F238E27FC236}">
                  <a16:creationId xmlns:a16="http://schemas.microsoft.com/office/drawing/2014/main" id="{CC6DA382-68D8-290B-563B-58A63DA21927}"/>
                </a:ext>
              </a:extLst>
            </p:cNvPr>
            <p:cNvSpPr txBox="1"/>
            <p:nvPr/>
          </p:nvSpPr>
          <p:spPr>
            <a:xfrm>
              <a:off x="2240462" y="3623648"/>
              <a:ext cx="3131750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6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Develop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10249" name="TextBox 10248">
              <a:extLst>
                <a:ext uri="{FF2B5EF4-FFF2-40B4-BE49-F238E27FC236}">
                  <a16:creationId xmlns:a16="http://schemas.microsoft.com/office/drawing/2014/main" id="{407AB3A5-4122-AE9F-D593-C938A3044A84}"/>
                </a:ext>
              </a:extLst>
            </p:cNvPr>
            <p:cNvSpPr txBox="1"/>
            <p:nvPr/>
          </p:nvSpPr>
          <p:spPr>
            <a:xfrm flipH="1">
              <a:off x="2240462" y="5189714"/>
              <a:ext cx="3131750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8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Prototype</a:t>
              </a:r>
              <a:r>
                <a:rPr lang="en-US" sz="18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 </a:t>
              </a:r>
              <a:endParaRPr lang="en-US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Green is a color of nature, stability, and prosperity.</a:t>
              </a:r>
            </a:p>
          </p:txBody>
        </p:sp>
        <p:sp>
          <p:nvSpPr>
            <p:cNvPr id="10250" name="TextBox 10249">
              <a:extLst>
                <a:ext uri="{FF2B5EF4-FFF2-40B4-BE49-F238E27FC236}">
                  <a16:creationId xmlns:a16="http://schemas.microsoft.com/office/drawing/2014/main" id="{4CF80C8F-04A9-F078-8118-3CDE6016C55B}"/>
                </a:ext>
              </a:extLst>
            </p:cNvPr>
            <p:cNvSpPr txBox="1"/>
            <p:nvPr/>
          </p:nvSpPr>
          <p:spPr>
            <a:xfrm flipH="1">
              <a:off x="6793761" y="2027216"/>
              <a:ext cx="2956138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8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Research</a:t>
              </a:r>
              <a:endParaRPr lang="en-US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10251" name="TextBox 10250">
              <a:extLst>
                <a:ext uri="{FF2B5EF4-FFF2-40B4-BE49-F238E27FC236}">
                  <a16:creationId xmlns:a16="http://schemas.microsoft.com/office/drawing/2014/main" id="{0F22D43A-A8F6-DF10-3C5E-4A231AA2D3E1}"/>
                </a:ext>
              </a:extLst>
            </p:cNvPr>
            <p:cNvSpPr txBox="1"/>
            <p:nvPr/>
          </p:nvSpPr>
          <p:spPr>
            <a:xfrm>
              <a:off x="6793761" y="5205102"/>
              <a:ext cx="2956138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6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Launch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10252" name="TextBox 10251">
              <a:extLst>
                <a:ext uri="{FF2B5EF4-FFF2-40B4-BE49-F238E27FC236}">
                  <a16:creationId xmlns:a16="http://schemas.microsoft.com/office/drawing/2014/main" id="{1A171788-0DA0-3425-EDF4-5F2B110B390A}"/>
                </a:ext>
              </a:extLst>
            </p:cNvPr>
            <p:cNvSpPr txBox="1"/>
            <p:nvPr/>
          </p:nvSpPr>
          <p:spPr>
            <a:xfrm flipH="1">
              <a:off x="2240461" y="2027157"/>
              <a:ext cx="3131750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sz="1800" b="1" dirty="0">
                  <a:solidFill>
                    <a:schemeClr val="bg1"/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Ideation</a:t>
              </a:r>
              <a:r>
                <a:rPr lang="en-US" sz="18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 </a:t>
              </a:r>
              <a:endParaRPr lang="en-US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503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50EB252D-D256-E30A-4D43-FF176266F8EF}"/>
              </a:ext>
            </a:extLst>
          </p:cNvPr>
          <p:cNvGrpSpPr/>
          <p:nvPr/>
        </p:nvGrpSpPr>
        <p:grpSpPr>
          <a:xfrm>
            <a:off x="406400" y="1887012"/>
            <a:ext cx="11379200" cy="4410284"/>
            <a:chOff x="406400" y="2017641"/>
            <a:chExt cx="11379200" cy="441028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400B444-29F3-05A6-E3EF-494130E94319}"/>
                </a:ext>
              </a:extLst>
            </p:cNvPr>
            <p:cNvGrpSpPr/>
            <p:nvPr/>
          </p:nvGrpSpPr>
          <p:grpSpPr>
            <a:xfrm>
              <a:off x="406400" y="2017641"/>
              <a:ext cx="11379200" cy="3132538"/>
              <a:chOff x="324259" y="2227258"/>
              <a:chExt cx="11543482" cy="317776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0A53E01-DB6B-3FA0-0B71-5DBABC369381}"/>
                  </a:ext>
                </a:extLst>
              </p:cNvPr>
              <p:cNvGrpSpPr/>
              <p:nvPr/>
            </p:nvGrpSpPr>
            <p:grpSpPr>
              <a:xfrm>
                <a:off x="324259" y="2227258"/>
                <a:ext cx="11543482" cy="3177762"/>
                <a:chOff x="506081" y="1361350"/>
                <a:chExt cx="8133169" cy="2238950"/>
              </a:xfrm>
            </p:grpSpPr>
            <p:sp>
              <p:nvSpPr>
                <p:cNvPr id="3" name="Google Shape;474;p22">
                  <a:extLst>
                    <a:ext uri="{FF2B5EF4-FFF2-40B4-BE49-F238E27FC236}">
                      <a16:creationId xmlns:a16="http://schemas.microsoft.com/office/drawing/2014/main" id="{18B29FF5-5E3A-F7A8-2314-6C407CAB16D9}"/>
                    </a:ext>
                  </a:extLst>
                </p:cNvPr>
                <p:cNvSpPr/>
                <p:nvPr/>
              </p:nvSpPr>
              <p:spPr>
                <a:xfrm>
                  <a:off x="5280453" y="1361350"/>
                  <a:ext cx="1766000" cy="172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0" h="69188" extrusionOk="0">
                      <a:moveTo>
                        <a:pt x="35320" y="1"/>
                      </a:moveTo>
                      <a:cubicBezTo>
                        <a:pt x="33418" y="1"/>
                        <a:pt x="31516" y="727"/>
                        <a:pt x="30064" y="2180"/>
                      </a:cubicBezTo>
                      <a:lnTo>
                        <a:pt x="2905" y="29338"/>
                      </a:lnTo>
                      <a:cubicBezTo>
                        <a:pt x="0" y="32243"/>
                        <a:pt x="0" y="36958"/>
                        <a:pt x="2905" y="39863"/>
                      </a:cubicBezTo>
                      <a:lnTo>
                        <a:pt x="30064" y="67009"/>
                      </a:lnTo>
                      <a:cubicBezTo>
                        <a:pt x="31516" y="68462"/>
                        <a:pt x="33418" y="69188"/>
                        <a:pt x="35320" y="69188"/>
                      </a:cubicBezTo>
                      <a:cubicBezTo>
                        <a:pt x="37222" y="69188"/>
                        <a:pt x="39124" y="68462"/>
                        <a:pt x="40577" y="67009"/>
                      </a:cubicBezTo>
                      <a:lnTo>
                        <a:pt x="67735" y="39863"/>
                      </a:lnTo>
                      <a:cubicBezTo>
                        <a:pt x="70640" y="36958"/>
                        <a:pt x="70640" y="32243"/>
                        <a:pt x="67735" y="29338"/>
                      </a:cubicBezTo>
                      <a:lnTo>
                        <a:pt x="40577" y="2180"/>
                      </a:lnTo>
                      <a:cubicBezTo>
                        <a:pt x="39124" y="727"/>
                        <a:pt x="37222" y="1"/>
                        <a:pt x="3532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" name="Google Shape;480;p22">
                  <a:extLst>
                    <a:ext uri="{FF2B5EF4-FFF2-40B4-BE49-F238E27FC236}">
                      <a16:creationId xmlns:a16="http://schemas.microsoft.com/office/drawing/2014/main" id="{E9C6C084-9CDA-0D9C-FD56-083F568B2CBA}"/>
                    </a:ext>
                  </a:extLst>
                </p:cNvPr>
                <p:cNvSpPr/>
                <p:nvPr/>
              </p:nvSpPr>
              <p:spPr>
                <a:xfrm>
                  <a:off x="6871907" y="1376238"/>
                  <a:ext cx="1766000" cy="172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0" h="69188" extrusionOk="0">
                      <a:moveTo>
                        <a:pt x="35320" y="1"/>
                      </a:moveTo>
                      <a:cubicBezTo>
                        <a:pt x="33418" y="1"/>
                        <a:pt x="31516" y="727"/>
                        <a:pt x="30064" y="2180"/>
                      </a:cubicBezTo>
                      <a:lnTo>
                        <a:pt x="2905" y="29338"/>
                      </a:lnTo>
                      <a:cubicBezTo>
                        <a:pt x="0" y="32243"/>
                        <a:pt x="0" y="36958"/>
                        <a:pt x="2905" y="39863"/>
                      </a:cubicBezTo>
                      <a:lnTo>
                        <a:pt x="30064" y="67009"/>
                      </a:lnTo>
                      <a:cubicBezTo>
                        <a:pt x="31516" y="68462"/>
                        <a:pt x="33418" y="69188"/>
                        <a:pt x="35320" y="69188"/>
                      </a:cubicBezTo>
                      <a:cubicBezTo>
                        <a:pt x="37222" y="69188"/>
                        <a:pt x="39124" y="68462"/>
                        <a:pt x="40577" y="67009"/>
                      </a:cubicBezTo>
                      <a:lnTo>
                        <a:pt x="67735" y="39863"/>
                      </a:lnTo>
                      <a:cubicBezTo>
                        <a:pt x="70640" y="36958"/>
                        <a:pt x="70640" y="32243"/>
                        <a:pt x="67735" y="29338"/>
                      </a:cubicBezTo>
                      <a:lnTo>
                        <a:pt x="40577" y="2180"/>
                      </a:lnTo>
                      <a:cubicBezTo>
                        <a:pt x="39124" y="727"/>
                        <a:pt x="37222" y="1"/>
                        <a:pt x="3532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" name="Google Shape;486;p22">
                  <a:extLst>
                    <a:ext uri="{FF2B5EF4-FFF2-40B4-BE49-F238E27FC236}">
                      <a16:creationId xmlns:a16="http://schemas.microsoft.com/office/drawing/2014/main" id="{F03B410C-50CB-3A33-0D35-D65A8685988F}"/>
                    </a:ext>
                  </a:extLst>
                </p:cNvPr>
                <p:cNvSpPr/>
                <p:nvPr/>
              </p:nvSpPr>
              <p:spPr>
                <a:xfrm>
                  <a:off x="506081" y="1361350"/>
                  <a:ext cx="1766025" cy="172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1" h="69188" extrusionOk="0">
                      <a:moveTo>
                        <a:pt x="35315" y="1"/>
                      </a:moveTo>
                      <a:cubicBezTo>
                        <a:pt x="33410" y="1"/>
                        <a:pt x="31505" y="727"/>
                        <a:pt x="30052" y="2180"/>
                      </a:cubicBezTo>
                      <a:lnTo>
                        <a:pt x="2906" y="29338"/>
                      </a:lnTo>
                      <a:cubicBezTo>
                        <a:pt x="1" y="32243"/>
                        <a:pt x="1" y="36958"/>
                        <a:pt x="2906" y="39863"/>
                      </a:cubicBezTo>
                      <a:lnTo>
                        <a:pt x="30052" y="67009"/>
                      </a:lnTo>
                      <a:cubicBezTo>
                        <a:pt x="31505" y="68462"/>
                        <a:pt x="33410" y="69188"/>
                        <a:pt x="35315" y="69188"/>
                      </a:cubicBezTo>
                      <a:cubicBezTo>
                        <a:pt x="37220" y="69188"/>
                        <a:pt x="39125" y="68462"/>
                        <a:pt x="40577" y="67009"/>
                      </a:cubicBezTo>
                      <a:lnTo>
                        <a:pt x="67736" y="39863"/>
                      </a:lnTo>
                      <a:cubicBezTo>
                        <a:pt x="70641" y="36958"/>
                        <a:pt x="70641" y="32243"/>
                        <a:pt x="67736" y="29338"/>
                      </a:cubicBezTo>
                      <a:lnTo>
                        <a:pt x="40577" y="2180"/>
                      </a:lnTo>
                      <a:cubicBezTo>
                        <a:pt x="39125" y="727"/>
                        <a:pt x="37220" y="1"/>
                        <a:pt x="353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492;p22">
                  <a:extLst>
                    <a:ext uri="{FF2B5EF4-FFF2-40B4-BE49-F238E27FC236}">
                      <a16:creationId xmlns:a16="http://schemas.microsoft.com/office/drawing/2014/main" id="{2888459A-9911-77C2-1007-503DCDB186F4}"/>
                    </a:ext>
                  </a:extLst>
                </p:cNvPr>
                <p:cNvSpPr/>
                <p:nvPr/>
              </p:nvSpPr>
              <p:spPr>
                <a:xfrm>
                  <a:off x="2097547" y="1361350"/>
                  <a:ext cx="1766000" cy="172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0" h="69188" extrusionOk="0">
                      <a:moveTo>
                        <a:pt x="35320" y="1"/>
                      </a:moveTo>
                      <a:cubicBezTo>
                        <a:pt x="33418" y="1"/>
                        <a:pt x="31516" y="727"/>
                        <a:pt x="30063" y="2180"/>
                      </a:cubicBezTo>
                      <a:lnTo>
                        <a:pt x="2905" y="29338"/>
                      </a:lnTo>
                      <a:cubicBezTo>
                        <a:pt x="0" y="32243"/>
                        <a:pt x="0" y="36958"/>
                        <a:pt x="2905" y="39863"/>
                      </a:cubicBezTo>
                      <a:lnTo>
                        <a:pt x="30063" y="67009"/>
                      </a:lnTo>
                      <a:cubicBezTo>
                        <a:pt x="31516" y="68462"/>
                        <a:pt x="33418" y="69188"/>
                        <a:pt x="35320" y="69188"/>
                      </a:cubicBezTo>
                      <a:cubicBezTo>
                        <a:pt x="37222" y="69188"/>
                        <a:pt x="39124" y="68462"/>
                        <a:pt x="40577" y="67009"/>
                      </a:cubicBezTo>
                      <a:lnTo>
                        <a:pt x="67735" y="39863"/>
                      </a:lnTo>
                      <a:cubicBezTo>
                        <a:pt x="70640" y="36958"/>
                        <a:pt x="70640" y="32243"/>
                        <a:pt x="67735" y="29338"/>
                      </a:cubicBezTo>
                      <a:lnTo>
                        <a:pt x="40577" y="2180"/>
                      </a:lnTo>
                      <a:cubicBezTo>
                        <a:pt x="39124" y="727"/>
                        <a:pt x="37222" y="1"/>
                        <a:pt x="353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498;p22">
                  <a:extLst>
                    <a:ext uri="{FF2B5EF4-FFF2-40B4-BE49-F238E27FC236}">
                      <a16:creationId xmlns:a16="http://schemas.microsoft.com/office/drawing/2014/main" id="{B43D629C-F048-C66D-4623-B2589063DD23}"/>
                    </a:ext>
                  </a:extLst>
                </p:cNvPr>
                <p:cNvSpPr/>
                <p:nvPr/>
              </p:nvSpPr>
              <p:spPr>
                <a:xfrm>
                  <a:off x="3689000" y="1361350"/>
                  <a:ext cx="1766000" cy="172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0" h="69188" extrusionOk="0">
                      <a:moveTo>
                        <a:pt x="35314" y="1"/>
                      </a:moveTo>
                      <a:cubicBezTo>
                        <a:pt x="33409" y="1"/>
                        <a:pt x="31504" y="727"/>
                        <a:pt x="30052" y="2180"/>
                      </a:cubicBezTo>
                      <a:lnTo>
                        <a:pt x="2905" y="29338"/>
                      </a:lnTo>
                      <a:cubicBezTo>
                        <a:pt x="0" y="32243"/>
                        <a:pt x="0" y="36958"/>
                        <a:pt x="2905" y="39863"/>
                      </a:cubicBezTo>
                      <a:lnTo>
                        <a:pt x="30052" y="67009"/>
                      </a:lnTo>
                      <a:cubicBezTo>
                        <a:pt x="31504" y="68462"/>
                        <a:pt x="33409" y="69188"/>
                        <a:pt x="35314" y="69188"/>
                      </a:cubicBezTo>
                      <a:cubicBezTo>
                        <a:pt x="37219" y="69188"/>
                        <a:pt x="39124" y="68462"/>
                        <a:pt x="40577" y="67009"/>
                      </a:cubicBezTo>
                      <a:lnTo>
                        <a:pt x="67735" y="39863"/>
                      </a:lnTo>
                      <a:cubicBezTo>
                        <a:pt x="70640" y="36958"/>
                        <a:pt x="70640" y="32243"/>
                        <a:pt x="67735" y="29338"/>
                      </a:cubicBezTo>
                      <a:lnTo>
                        <a:pt x="40577" y="2180"/>
                      </a:lnTo>
                      <a:cubicBezTo>
                        <a:pt x="39124" y="727"/>
                        <a:pt x="37219" y="1"/>
                        <a:pt x="3531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503;p22">
                  <a:extLst>
                    <a:ext uri="{FF2B5EF4-FFF2-40B4-BE49-F238E27FC236}">
                      <a16:creationId xmlns:a16="http://schemas.microsoft.com/office/drawing/2014/main" id="{C03043A6-54F3-D94E-EFE1-1368AD16F4FD}"/>
                    </a:ext>
                  </a:extLst>
                </p:cNvPr>
                <p:cNvSpPr/>
                <p:nvPr/>
              </p:nvSpPr>
              <p:spPr>
                <a:xfrm>
                  <a:off x="628650" y="3162300"/>
                  <a:ext cx="8010600" cy="438000"/>
                </a:xfrm>
                <a:prstGeom prst="rightArrow">
                  <a:avLst>
                    <a:gd name="adj1" fmla="val 50000"/>
                    <a:gd name="adj2" fmla="val 80479"/>
                  </a:avLst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486;p22">
                  <a:extLst>
                    <a:ext uri="{FF2B5EF4-FFF2-40B4-BE49-F238E27FC236}">
                      <a16:creationId xmlns:a16="http://schemas.microsoft.com/office/drawing/2014/main" id="{3B87F742-8C73-94BC-A210-3A7CB51A5383}"/>
                    </a:ext>
                  </a:extLst>
                </p:cNvPr>
                <p:cNvSpPr/>
                <p:nvPr/>
              </p:nvSpPr>
              <p:spPr>
                <a:xfrm>
                  <a:off x="1012582" y="1872322"/>
                  <a:ext cx="753023" cy="737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1" h="69188" extrusionOk="0">
                      <a:moveTo>
                        <a:pt x="35315" y="1"/>
                      </a:moveTo>
                      <a:cubicBezTo>
                        <a:pt x="33410" y="1"/>
                        <a:pt x="31505" y="727"/>
                        <a:pt x="30052" y="2180"/>
                      </a:cubicBezTo>
                      <a:lnTo>
                        <a:pt x="2906" y="29338"/>
                      </a:lnTo>
                      <a:cubicBezTo>
                        <a:pt x="1" y="32243"/>
                        <a:pt x="1" y="36958"/>
                        <a:pt x="2906" y="39863"/>
                      </a:cubicBezTo>
                      <a:lnTo>
                        <a:pt x="30052" y="67009"/>
                      </a:lnTo>
                      <a:cubicBezTo>
                        <a:pt x="31505" y="68462"/>
                        <a:pt x="33410" y="69188"/>
                        <a:pt x="35315" y="69188"/>
                      </a:cubicBezTo>
                      <a:cubicBezTo>
                        <a:pt x="37220" y="69188"/>
                        <a:pt x="39125" y="68462"/>
                        <a:pt x="40577" y="67009"/>
                      </a:cubicBezTo>
                      <a:lnTo>
                        <a:pt x="67736" y="39863"/>
                      </a:lnTo>
                      <a:cubicBezTo>
                        <a:pt x="70641" y="36958"/>
                        <a:pt x="70641" y="32243"/>
                        <a:pt x="67736" y="29338"/>
                      </a:cubicBezTo>
                      <a:lnTo>
                        <a:pt x="40577" y="2180"/>
                      </a:lnTo>
                      <a:cubicBezTo>
                        <a:pt x="39125" y="727"/>
                        <a:pt x="37220" y="1"/>
                        <a:pt x="35315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0" name="Google Shape;486;p22">
                  <a:extLst>
                    <a:ext uri="{FF2B5EF4-FFF2-40B4-BE49-F238E27FC236}">
                      <a16:creationId xmlns:a16="http://schemas.microsoft.com/office/drawing/2014/main" id="{386E54FC-C927-6232-F670-D968C480A38C}"/>
                    </a:ext>
                  </a:extLst>
                </p:cNvPr>
                <p:cNvSpPr/>
                <p:nvPr/>
              </p:nvSpPr>
              <p:spPr>
                <a:xfrm>
                  <a:off x="7378396" y="1872322"/>
                  <a:ext cx="753023" cy="737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1" h="69188" extrusionOk="0">
                      <a:moveTo>
                        <a:pt x="35315" y="1"/>
                      </a:moveTo>
                      <a:cubicBezTo>
                        <a:pt x="33410" y="1"/>
                        <a:pt x="31505" y="727"/>
                        <a:pt x="30052" y="2180"/>
                      </a:cubicBezTo>
                      <a:lnTo>
                        <a:pt x="2906" y="29338"/>
                      </a:lnTo>
                      <a:cubicBezTo>
                        <a:pt x="1" y="32243"/>
                        <a:pt x="1" y="36958"/>
                        <a:pt x="2906" y="39863"/>
                      </a:cubicBezTo>
                      <a:lnTo>
                        <a:pt x="30052" y="67009"/>
                      </a:lnTo>
                      <a:cubicBezTo>
                        <a:pt x="31505" y="68462"/>
                        <a:pt x="33410" y="69188"/>
                        <a:pt x="35315" y="69188"/>
                      </a:cubicBezTo>
                      <a:cubicBezTo>
                        <a:pt x="37220" y="69188"/>
                        <a:pt x="39125" y="68462"/>
                        <a:pt x="40577" y="67009"/>
                      </a:cubicBezTo>
                      <a:lnTo>
                        <a:pt x="67736" y="39863"/>
                      </a:lnTo>
                      <a:cubicBezTo>
                        <a:pt x="70641" y="36958"/>
                        <a:pt x="70641" y="32243"/>
                        <a:pt x="67736" y="29338"/>
                      </a:cubicBezTo>
                      <a:lnTo>
                        <a:pt x="40577" y="2180"/>
                      </a:lnTo>
                      <a:cubicBezTo>
                        <a:pt x="39125" y="727"/>
                        <a:pt x="37220" y="1"/>
                        <a:pt x="35315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486;p22">
                  <a:extLst>
                    <a:ext uri="{FF2B5EF4-FFF2-40B4-BE49-F238E27FC236}">
                      <a16:creationId xmlns:a16="http://schemas.microsoft.com/office/drawing/2014/main" id="{032E9413-A483-FBA8-E8D3-E68C9DD773CF}"/>
                    </a:ext>
                  </a:extLst>
                </p:cNvPr>
                <p:cNvSpPr/>
                <p:nvPr/>
              </p:nvSpPr>
              <p:spPr>
                <a:xfrm>
                  <a:off x="5786943" y="1872322"/>
                  <a:ext cx="753023" cy="737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1" h="69188" extrusionOk="0">
                      <a:moveTo>
                        <a:pt x="35315" y="1"/>
                      </a:moveTo>
                      <a:cubicBezTo>
                        <a:pt x="33410" y="1"/>
                        <a:pt x="31505" y="727"/>
                        <a:pt x="30052" y="2180"/>
                      </a:cubicBezTo>
                      <a:lnTo>
                        <a:pt x="2906" y="29338"/>
                      </a:lnTo>
                      <a:cubicBezTo>
                        <a:pt x="1" y="32243"/>
                        <a:pt x="1" y="36958"/>
                        <a:pt x="2906" y="39863"/>
                      </a:cubicBezTo>
                      <a:lnTo>
                        <a:pt x="30052" y="67009"/>
                      </a:lnTo>
                      <a:cubicBezTo>
                        <a:pt x="31505" y="68462"/>
                        <a:pt x="33410" y="69188"/>
                        <a:pt x="35315" y="69188"/>
                      </a:cubicBezTo>
                      <a:cubicBezTo>
                        <a:pt x="37220" y="69188"/>
                        <a:pt x="39125" y="68462"/>
                        <a:pt x="40577" y="67009"/>
                      </a:cubicBezTo>
                      <a:lnTo>
                        <a:pt x="67736" y="39863"/>
                      </a:lnTo>
                      <a:cubicBezTo>
                        <a:pt x="70641" y="36958"/>
                        <a:pt x="70641" y="32243"/>
                        <a:pt x="67736" y="29338"/>
                      </a:cubicBezTo>
                      <a:lnTo>
                        <a:pt x="40577" y="2180"/>
                      </a:lnTo>
                      <a:cubicBezTo>
                        <a:pt x="39125" y="727"/>
                        <a:pt x="37220" y="1"/>
                        <a:pt x="35315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486;p22">
                  <a:extLst>
                    <a:ext uri="{FF2B5EF4-FFF2-40B4-BE49-F238E27FC236}">
                      <a16:creationId xmlns:a16="http://schemas.microsoft.com/office/drawing/2014/main" id="{02D4E367-9CF1-D1C1-69A6-F15D5F4A88A0}"/>
                    </a:ext>
                  </a:extLst>
                </p:cNvPr>
                <p:cNvSpPr/>
                <p:nvPr/>
              </p:nvSpPr>
              <p:spPr>
                <a:xfrm>
                  <a:off x="4195490" y="1872322"/>
                  <a:ext cx="753023" cy="737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1" h="69188" extrusionOk="0">
                      <a:moveTo>
                        <a:pt x="35315" y="1"/>
                      </a:moveTo>
                      <a:cubicBezTo>
                        <a:pt x="33410" y="1"/>
                        <a:pt x="31505" y="727"/>
                        <a:pt x="30052" y="2180"/>
                      </a:cubicBezTo>
                      <a:lnTo>
                        <a:pt x="2906" y="29338"/>
                      </a:lnTo>
                      <a:cubicBezTo>
                        <a:pt x="1" y="32243"/>
                        <a:pt x="1" y="36958"/>
                        <a:pt x="2906" y="39863"/>
                      </a:cubicBezTo>
                      <a:lnTo>
                        <a:pt x="30052" y="67009"/>
                      </a:lnTo>
                      <a:cubicBezTo>
                        <a:pt x="31505" y="68462"/>
                        <a:pt x="33410" y="69188"/>
                        <a:pt x="35315" y="69188"/>
                      </a:cubicBezTo>
                      <a:cubicBezTo>
                        <a:pt x="37220" y="69188"/>
                        <a:pt x="39125" y="68462"/>
                        <a:pt x="40577" y="67009"/>
                      </a:cubicBezTo>
                      <a:lnTo>
                        <a:pt x="67736" y="39863"/>
                      </a:lnTo>
                      <a:cubicBezTo>
                        <a:pt x="70641" y="36958"/>
                        <a:pt x="70641" y="32243"/>
                        <a:pt x="67736" y="29338"/>
                      </a:cubicBezTo>
                      <a:lnTo>
                        <a:pt x="40577" y="2180"/>
                      </a:lnTo>
                      <a:cubicBezTo>
                        <a:pt x="39125" y="727"/>
                        <a:pt x="37220" y="1"/>
                        <a:pt x="35315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486;p22">
                  <a:extLst>
                    <a:ext uri="{FF2B5EF4-FFF2-40B4-BE49-F238E27FC236}">
                      <a16:creationId xmlns:a16="http://schemas.microsoft.com/office/drawing/2014/main" id="{867414CF-600E-7025-F0DE-C4686560520B}"/>
                    </a:ext>
                  </a:extLst>
                </p:cNvPr>
                <p:cNvSpPr/>
                <p:nvPr/>
              </p:nvSpPr>
              <p:spPr>
                <a:xfrm>
                  <a:off x="2604036" y="1872322"/>
                  <a:ext cx="753023" cy="737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41" h="69188" extrusionOk="0">
                      <a:moveTo>
                        <a:pt x="35315" y="1"/>
                      </a:moveTo>
                      <a:cubicBezTo>
                        <a:pt x="33410" y="1"/>
                        <a:pt x="31505" y="727"/>
                        <a:pt x="30052" y="2180"/>
                      </a:cubicBezTo>
                      <a:lnTo>
                        <a:pt x="2906" y="29338"/>
                      </a:lnTo>
                      <a:cubicBezTo>
                        <a:pt x="1" y="32243"/>
                        <a:pt x="1" y="36958"/>
                        <a:pt x="2906" y="39863"/>
                      </a:cubicBezTo>
                      <a:lnTo>
                        <a:pt x="30052" y="67009"/>
                      </a:lnTo>
                      <a:cubicBezTo>
                        <a:pt x="31505" y="68462"/>
                        <a:pt x="33410" y="69188"/>
                        <a:pt x="35315" y="69188"/>
                      </a:cubicBezTo>
                      <a:cubicBezTo>
                        <a:pt x="37220" y="69188"/>
                        <a:pt x="39125" y="68462"/>
                        <a:pt x="40577" y="67009"/>
                      </a:cubicBezTo>
                      <a:lnTo>
                        <a:pt x="67736" y="39863"/>
                      </a:lnTo>
                      <a:cubicBezTo>
                        <a:pt x="70641" y="36958"/>
                        <a:pt x="70641" y="32243"/>
                        <a:pt x="67736" y="29338"/>
                      </a:cubicBezTo>
                      <a:lnTo>
                        <a:pt x="40577" y="2180"/>
                      </a:lnTo>
                      <a:cubicBezTo>
                        <a:pt x="39125" y="727"/>
                        <a:pt x="37220" y="1"/>
                        <a:pt x="35315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B903DC-B90C-D754-0E0E-A143C7DF7AA8}"/>
                  </a:ext>
                </a:extLst>
              </p:cNvPr>
              <p:cNvSpPr txBox="1"/>
              <p:nvPr/>
            </p:nvSpPr>
            <p:spPr>
              <a:xfrm>
                <a:off x="1244744" y="3152714"/>
                <a:ext cx="6655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01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AD45A2-BC29-14F4-B29E-7A6D70CA702B}"/>
                  </a:ext>
                </a:extLst>
              </p:cNvPr>
              <p:cNvSpPr txBox="1"/>
              <p:nvPr/>
            </p:nvSpPr>
            <p:spPr>
              <a:xfrm>
                <a:off x="3473853" y="3152714"/>
                <a:ext cx="7248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485BD04-3E3A-33B6-EDC4-A651802E257D}"/>
                  </a:ext>
                </a:extLst>
              </p:cNvPr>
              <p:cNvSpPr txBox="1"/>
              <p:nvPr/>
            </p:nvSpPr>
            <p:spPr>
              <a:xfrm>
                <a:off x="10248543" y="3152714"/>
                <a:ext cx="7280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05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D5DCAC-D33C-C5A6-8067-5669A7045BDC}"/>
                  </a:ext>
                </a:extLst>
              </p:cNvPr>
              <p:cNvSpPr txBox="1"/>
              <p:nvPr/>
            </p:nvSpPr>
            <p:spPr>
              <a:xfrm>
                <a:off x="7988176" y="3152714"/>
                <a:ext cx="7312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04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B702C7-495D-C743-2514-C8653E5F2BF2}"/>
                  </a:ext>
                </a:extLst>
              </p:cNvPr>
              <p:cNvSpPr txBox="1"/>
              <p:nvPr/>
            </p:nvSpPr>
            <p:spPr>
              <a:xfrm>
                <a:off x="5727008" y="3152714"/>
                <a:ext cx="736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03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F17C18-0E96-780A-82AC-EDE45C35B19C}"/>
                </a:ext>
              </a:extLst>
            </p:cNvPr>
            <p:cNvSpPr txBox="1"/>
            <p:nvPr/>
          </p:nvSpPr>
          <p:spPr>
            <a:xfrm>
              <a:off x="644526" y="5119875"/>
              <a:ext cx="1994612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Preparation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095FE8-66A2-A7E1-E51C-B4A6E1F046F2}"/>
                </a:ext>
              </a:extLst>
            </p:cNvPr>
            <p:cNvSpPr txBox="1"/>
            <p:nvPr/>
          </p:nvSpPr>
          <p:spPr>
            <a:xfrm>
              <a:off x="2811899" y="5119875"/>
              <a:ext cx="2113104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Develop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D226C06-1515-D370-9654-FA9FD4E9C013}"/>
                </a:ext>
              </a:extLst>
            </p:cNvPr>
            <p:cNvSpPr txBox="1"/>
            <p:nvPr/>
          </p:nvSpPr>
          <p:spPr>
            <a:xfrm flipH="1">
              <a:off x="7383629" y="5119875"/>
              <a:ext cx="1994610" cy="1123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Research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BEED34-C48D-F276-F7CF-69FB05E70608}"/>
                </a:ext>
              </a:extLst>
            </p:cNvPr>
            <p:cNvSpPr txBox="1"/>
            <p:nvPr/>
          </p:nvSpPr>
          <p:spPr>
            <a:xfrm>
              <a:off x="5097764" y="5119875"/>
              <a:ext cx="2113104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Launch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470EF7-74AC-8DF5-4274-CF6E3BF22EE8}"/>
                </a:ext>
              </a:extLst>
            </p:cNvPr>
            <p:cNvSpPr txBox="1"/>
            <p:nvPr/>
          </p:nvSpPr>
          <p:spPr>
            <a:xfrm flipH="1">
              <a:off x="9551001" y="5119875"/>
              <a:ext cx="1994610" cy="1123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Ideation</a:t>
              </a: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 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1530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3" name="Group 12312">
            <a:extLst>
              <a:ext uri="{FF2B5EF4-FFF2-40B4-BE49-F238E27FC236}">
                <a16:creationId xmlns:a16="http://schemas.microsoft.com/office/drawing/2014/main" id="{B12F70F0-EAE7-29E1-5660-7D1F68877BEE}"/>
              </a:ext>
            </a:extLst>
          </p:cNvPr>
          <p:cNvGrpSpPr/>
          <p:nvPr/>
        </p:nvGrpSpPr>
        <p:grpSpPr>
          <a:xfrm>
            <a:off x="548758" y="2032001"/>
            <a:ext cx="11094484" cy="4072782"/>
            <a:chOff x="1047127" y="2287522"/>
            <a:chExt cx="10097746" cy="3706880"/>
          </a:xfrm>
        </p:grpSpPr>
        <p:grpSp>
          <p:nvGrpSpPr>
            <p:cNvPr id="12312" name="Group 12311">
              <a:extLst>
                <a:ext uri="{FF2B5EF4-FFF2-40B4-BE49-F238E27FC236}">
                  <a16:creationId xmlns:a16="http://schemas.microsoft.com/office/drawing/2014/main" id="{59C054C3-2A40-CFC7-6F46-51F985295AD3}"/>
                </a:ext>
              </a:extLst>
            </p:cNvPr>
            <p:cNvGrpSpPr/>
            <p:nvPr/>
          </p:nvGrpSpPr>
          <p:grpSpPr>
            <a:xfrm>
              <a:off x="9270397" y="2287522"/>
              <a:ext cx="1874476" cy="3706880"/>
              <a:chOff x="9270397" y="2287522"/>
              <a:chExt cx="1874476" cy="3706880"/>
            </a:xfrm>
          </p:grpSpPr>
          <p:sp>
            <p:nvSpPr>
              <p:cNvPr id="14" name="Google Shape;407;p21">
                <a:extLst>
                  <a:ext uri="{FF2B5EF4-FFF2-40B4-BE49-F238E27FC236}">
                    <a16:creationId xmlns:a16="http://schemas.microsoft.com/office/drawing/2014/main" id="{EA116AF9-52CB-C16C-D3F6-546F312585BB}"/>
                  </a:ext>
                </a:extLst>
              </p:cNvPr>
              <p:cNvSpPr/>
              <p:nvPr/>
            </p:nvSpPr>
            <p:spPr>
              <a:xfrm>
                <a:off x="9270397" y="2287522"/>
                <a:ext cx="1737708" cy="3706880"/>
              </a:xfrm>
              <a:custGeom>
                <a:avLst/>
                <a:gdLst/>
                <a:ahLst/>
                <a:cxnLst/>
                <a:rect l="l" t="t" r="r" b="b"/>
                <a:pathLst>
                  <a:path w="98214" h="209510" extrusionOk="0">
                    <a:moveTo>
                      <a:pt x="49107" y="0"/>
                    </a:moveTo>
                    <a:cubicBezTo>
                      <a:pt x="22030" y="0"/>
                      <a:pt x="0" y="22029"/>
                      <a:pt x="0" y="49106"/>
                    </a:cubicBezTo>
                    <a:lnTo>
                      <a:pt x="0" y="160403"/>
                    </a:lnTo>
                    <a:cubicBezTo>
                      <a:pt x="0" y="187480"/>
                      <a:pt x="22030" y="209509"/>
                      <a:pt x="49107" y="209509"/>
                    </a:cubicBezTo>
                    <a:cubicBezTo>
                      <a:pt x="76185" y="209509"/>
                      <a:pt x="98214" y="187480"/>
                      <a:pt x="98214" y="160403"/>
                    </a:cubicBezTo>
                    <a:lnTo>
                      <a:pt x="98214" y="105856"/>
                    </a:lnTo>
                    <a:cubicBezTo>
                      <a:pt x="98214" y="105394"/>
                      <a:pt x="97840" y="105020"/>
                      <a:pt x="97378" y="105020"/>
                    </a:cubicBezTo>
                    <a:cubicBezTo>
                      <a:pt x="96917" y="105020"/>
                      <a:pt x="96543" y="105394"/>
                      <a:pt x="96543" y="105856"/>
                    </a:cubicBezTo>
                    <a:lnTo>
                      <a:pt x="96543" y="160403"/>
                    </a:lnTo>
                    <a:cubicBezTo>
                      <a:pt x="96543" y="186559"/>
                      <a:pt x="75263" y="207838"/>
                      <a:pt x="49107" y="207838"/>
                    </a:cubicBezTo>
                    <a:cubicBezTo>
                      <a:pt x="22951" y="207838"/>
                      <a:pt x="1671" y="186560"/>
                      <a:pt x="1671" y="160403"/>
                    </a:cubicBezTo>
                    <a:lnTo>
                      <a:pt x="1671" y="49106"/>
                    </a:lnTo>
                    <a:cubicBezTo>
                      <a:pt x="1671" y="22951"/>
                      <a:pt x="22952" y="1671"/>
                      <a:pt x="49107" y="1671"/>
                    </a:cubicBezTo>
                    <a:cubicBezTo>
                      <a:pt x="75263" y="1671"/>
                      <a:pt x="96543" y="22951"/>
                      <a:pt x="96543" y="49106"/>
                    </a:cubicBezTo>
                    <a:cubicBezTo>
                      <a:pt x="96543" y="49567"/>
                      <a:pt x="96917" y="49942"/>
                      <a:pt x="97378" y="49942"/>
                    </a:cubicBezTo>
                    <a:cubicBezTo>
                      <a:pt x="97840" y="49942"/>
                      <a:pt x="98214" y="49567"/>
                      <a:pt x="98214" y="49106"/>
                    </a:cubicBezTo>
                    <a:cubicBezTo>
                      <a:pt x="98214" y="22029"/>
                      <a:pt x="76185" y="0"/>
                      <a:pt x="491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408;p21">
                <a:extLst>
                  <a:ext uri="{FF2B5EF4-FFF2-40B4-BE49-F238E27FC236}">
                    <a16:creationId xmlns:a16="http://schemas.microsoft.com/office/drawing/2014/main" id="{E8A330AA-6EB5-F4FC-71D7-969A18D68BCB}"/>
                  </a:ext>
                </a:extLst>
              </p:cNvPr>
              <p:cNvSpPr/>
              <p:nvPr/>
            </p:nvSpPr>
            <p:spPr>
              <a:xfrm>
                <a:off x="10930167" y="3107173"/>
                <a:ext cx="132415" cy="132433"/>
              </a:xfrm>
              <a:custGeom>
                <a:avLst/>
                <a:gdLst/>
                <a:ahLst/>
                <a:cxnLst/>
                <a:rect l="l" t="t" r="r" b="b"/>
                <a:pathLst>
                  <a:path w="7484" h="7485" extrusionOk="0">
                    <a:moveTo>
                      <a:pt x="3742" y="0"/>
                    </a:moveTo>
                    <a:cubicBezTo>
                      <a:pt x="1675" y="0"/>
                      <a:pt x="1" y="1676"/>
                      <a:pt x="1" y="3742"/>
                    </a:cubicBezTo>
                    <a:cubicBezTo>
                      <a:pt x="1" y="5809"/>
                      <a:pt x="1677" y="7484"/>
                      <a:pt x="3742" y="7484"/>
                    </a:cubicBezTo>
                    <a:cubicBezTo>
                      <a:pt x="5808" y="7484"/>
                      <a:pt x="7484" y="5809"/>
                      <a:pt x="7484" y="3742"/>
                    </a:cubicBezTo>
                    <a:cubicBezTo>
                      <a:pt x="7484" y="1676"/>
                      <a:pt x="5809" y="0"/>
                      <a:pt x="37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411;p21">
                <a:extLst>
                  <a:ext uri="{FF2B5EF4-FFF2-40B4-BE49-F238E27FC236}">
                    <a16:creationId xmlns:a16="http://schemas.microsoft.com/office/drawing/2014/main" id="{07722A84-0A15-61FE-28E1-FD623F0701D1}"/>
                  </a:ext>
                </a:extLst>
              </p:cNvPr>
              <p:cNvSpPr/>
              <p:nvPr/>
            </p:nvSpPr>
            <p:spPr>
              <a:xfrm>
                <a:off x="10988785" y="3634374"/>
                <a:ext cx="156088" cy="276773"/>
              </a:xfrm>
              <a:custGeom>
                <a:avLst/>
                <a:gdLst/>
                <a:ahLst/>
                <a:cxnLst/>
                <a:rect l="l" t="t" r="r" b="b"/>
                <a:pathLst>
                  <a:path w="8822" h="15643" extrusionOk="0">
                    <a:moveTo>
                      <a:pt x="919" y="1"/>
                    </a:moveTo>
                    <a:cubicBezTo>
                      <a:pt x="705" y="1"/>
                      <a:pt x="491" y="82"/>
                      <a:pt x="328" y="246"/>
                    </a:cubicBezTo>
                    <a:cubicBezTo>
                      <a:pt x="1" y="572"/>
                      <a:pt x="1" y="1101"/>
                      <a:pt x="328" y="1427"/>
                    </a:cubicBezTo>
                    <a:lnTo>
                      <a:pt x="6723" y="7822"/>
                    </a:lnTo>
                    <a:lnTo>
                      <a:pt x="328" y="14217"/>
                    </a:lnTo>
                    <a:cubicBezTo>
                      <a:pt x="89" y="14456"/>
                      <a:pt x="17" y="14816"/>
                      <a:pt x="146" y="15128"/>
                    </a:cubicBezTo>
                    <a:cubicBezTo>
                      <a:pt x="276" y="15440"/>
                      <a:pt x="581" y="15643"/>
                      <a:pt x="919" y="15643"/>
                    </a:cubicBezTo>
                    <a:cubicBezTo>
                      <a:pt x="1140" y="15643"/>
                      <a:pt x="1353" y="15555"/>
                      <a:pt x="1510" y="15398"/>
                    </a:cubicBezTo>
                    <a:lnTo>
                      <a:pt x="8495" y="8413"/>
                    </a:lnTo>
                    <a:cubicBezTo>
                      <a:pt x="8821" y="8087"/>
                      <a:pt x="8821" y="7557"/>
                      <a:pt x="8495" y="7232"/>
                    </a:cubicBezTo>
                    <a:lnTo>
                      <a:pt x="1510" y="246"/>
                    </a:lnTo>
                    <a:cubicBezTo>
                      <a:pt x="1347" y="82"/>
                      <a:pt x="1133" y="1"/>
                      <a:pt x="91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09" name="Group 12308">
              <a:extLst>
                <a:ext uri="{FF2B5EF4-FFF2-40B4-BE49-F238E27FC236}">
                  <a16:creationId xmlns:a16="http://schemas.microsoft.com/office/drawing/2014/main" id="{34265D35-E305-75E0-3827-352DB04B3B81}"/>
                </a:ext>
              </a:extLst>
            </p:cNvPr>
            <p:cNvGrpSpPr/>
            <p:nvPr/>
          </p:nvGrpSpPr>
          <p:grpSpPr>
            <a:xfrm>
              <a:off x="3102944" y="2287522"/>
              <a:ext cx="1874476" cy="3706880"/>
              <a:chOff x="3102945" y="2287522"/>
              <a:chExt cx="1874476" cy="3706880"/>
            </a:xfrm>
          </p:grpSpPr>
          <p:sp>
            <p:nvSpPr>
              <p:cNvPr id="21" name="Google Shape;417;p21">
                <a:extLst>
                  <a:ext uri="{FF2B5EF4-FFF2-40B4-BE49-F238E27FC236}">
                    <a16:creationId xmlns:a16="http://schemas.microsoft.com/office/drawing/2014/main" id="{A939947A-EBDF-8AF1-E3D9-06A997B8C15C}"/>
                  </a:ext>
                </a:extLst>
              </p:cNvPr>
              <p:cNvSpPr/>
              <p:nvPr/>
            </p:nvSpPr>
            <p:spPr>
              <a:xfrm>
                <a:off x="3102945" y="2287522"/>
                <a:ext cx="1737709" cy="3706880"/>
              </a:xfrm>
              <a:custGeom>
                <a:avLst/>
                <a:gdLst/>
                <a:ahLst/>
                <a:cxnLst/>
                <a:rect l="l" t="t" r="r" b="b"/>
                <a:pathLst>
                  <a:path w="98214" h="209510" extrusionOk="0">
                    <a:moveTo>
                      <a:pt x="49107" y="0"/>
                    </a:moveTo>
                    <a:cubicBezTo>
                      <a:pt x="22030" y="0"/>
                      <a:pt x="0" y="22029"/>
                      <a:pt x="0" y="49106"/>
                    </a:cubicBezTo>
                    <a:lnTo>
                      <a:pt x="0" y="160403"/>
                    </a:lnTo>
                    <a:cubicBezTo>
                      <a:pt x="0" y="187480"/>
                      <a:pt x="22030" y="209509"/>
                      <a:pt x="49107" y="209509"/>
                    </a:cubicBezTo>
                    <a:cubicBezTo>
                      <a:pt x="76185" y="209509"/>
                      <a:pt x="98214" y="187480"/>
                      <a:pt x="98214" y="160403"/>
                    </a:cubicBezTo>
                    <a:lnTo>
                      <a:pt x="98214" y="105856"/>
                    </a:lnTo>
                    <a:cubicBezTo>
                      <a:pt x="98214" y="105394"/>
                      <a:pt x="97840" y="105020"/>
                      <a:pt x="97378" y="105020"/>
                    </a:cubicBezTo>
                    <a:cubicBezTo>
                      <a:pt x="96917" y="105020"/>
                      <a:pt x="96543" y="105394"/>
                      <a:pt x="96543" y="105856"/>
                    </a:cubicBezTo>
                    <a:lnTo>
                      <a:pt x="96543" y="160403"/>
                    </a:lnTo>
                    <a:cubicBezTo>
                      <a:pt x="96543" y="186559"/>
                      <a:pt x="75263" y="207838"/>
                      <a:pt x="49107" y="207838"/>
                    </a:cubicBezTo>
                    <a:cubicBezTo>
                      <a:pt x="22951" y="207838"/>
                      <a:pt x="1671" y="186560"/>
                      <a:pt x="1671" y="160403"/>
                    </a:cubicBezTo>
                    <a:lnTo>
                      <a:pt x="1671" y="49106"/>
                    </a:lnTo>
                    <a:cubicBezTo>
                      <a:pt x="1671" y="22951"/>
                      <a:pt x="22952" y="1671"/>
                      <a:pt x="49107" y="1671"/>
                    </a:cubicBezTo>
                    <a:cubicBezTo>
                      <a:pt x="75263" y="1671"/>
                      <a:pt x="96543" y="22951"/>
                      <a:pt x="96543" y="49106"/>
                    </a:cubicBezTo>
                    <a:cubicBezTo>
                      <a:pt x="96543" y="49567"/>
                      <a:pt x="96917" y="49942"/>
                      <a:pt x="97378" y="49942"/>
                    </a:cubicBezTo>
                    <a:cubicBezTo>
                      <a:pt x="97840" y="49942"/>
                      <a:pt x="98214" y="49567"/>
                      <a:pt x="98214" y="49106"/>
                    </a:cubicBezTo>
                    <a:cubicBezTo>
                      <a:pt x="98214" y="22029"/>
                      <a:pt x="76185" y="0"/>
                      <a:pt x="491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" name="Google Shape;418;p21">
                <a:extLst>
                  <a:ext uri="{FF2B5EF4-FFF2-40B4-BE49-F238E27FC236}">
                    <a16:creationId xmlns:a16="http://schemas.microsoft.com/office/drawing/2014/main" id="{4BBEE7A5-2594-AF3A-973D-61D599FF6BD9}"/>
                  </a:ext>
                </a:extLst>
              </p:cNvPr>
              <p:cNvSpPr/>
              <p:nvPr/>
            </p:nvSpPr>
            <p:spPr>
              <a:xfrm>
                <a:off x="4762715" y="3107173"/>
                <a:ext cx="132415" cy="132433"/>
              </a:xfrm>
              <a:custGeom>
                <a:avLst/>
                <a:gdLst/>
                <a:ahLst/>
                <a:cxnLst/>
                <a:rect l="l" t="t" r="r" b="b"/>
                <a:pathLst>
                  <a:path w="7484" h="7485" extrusionOk="0">
                    <a:moveTo>
                      <a:pt x="3742" y="0"/>
                    </a:moveTo>
                    <a:cubicBezTo>
                      <a:pt x="1675" y="0"/>
                      <a:pt x="1" y="1676"/>
                      <a:pt x="1" y="3742"/>
                    </a:cubicBezTo>
                    <a:cubicBezTo>
                      <a:pt x="1" y="5809"/>
                      <a:pt x="1677" y="7484"/>
                      <a:pt x="3742" y="7484"/>
                    </a:cubicBezTo>
                    <a:cubicBezTo>
                      <a:pt x="5808" y="7484"/>
                      <a:pt x="7484" y="5809"/>
                      <a:pt x="7484" y="3742"/>
                    </a:cubicBezTo>
                    <a:cubicBezTo>
                      <a:pt x="7484" y="1676"/>
                      <a:pt x="5809" y="0"/>
                      <a:pt x="37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421;p21">
                <a:extLst>
                  <a:ext uri="{FF2B5EF4-FFF2-40B4-BE49-F238E27FC236}">
                    <a16:creationId xmlns:a16="http://schemas.microsoft.com/office/drawing/2014/main" id="{3DAD5840-8465-41BF-39C6-9179F97FAA80}"/>
                  </a:ext>
                </a:extLst>
              </p:cNvPr>
              <p:cNvSpPr/>
              <p:nvPr/>
            </p:nvSpPr>
            <p:spPr>
              <a:xfrm>
                <a:off x="4821333" y="3634374"/>
                <a:ext cx="156088" cy="276773"/>
              </a:xfrm>
              <a:custGeom>
                <a:avLst/>
                <a:gdLst/>
                <a:ahLst/>
                <a:cxnLst/>
                <a:rect l="l" t="t" r="r" b="b"/>
                <a:pathLst>
                  <a:path w="8822" h="15643" extrusionOk="0">
                    <a:moveTo>
                      <a:pt x="919" y="1"/>
                    </a:moveTo>
                    <a:cubicBezTo>
                      <a:pt x="705" y="1"/>
                      <a:pt x="491" y="82"/>
                      <a:pt x="328" y="246"/>
                    </a:cubicBezTo>
                    <a:cubicBezTo>
                      <a:pt x="1" y="572"/>
                      <a:pt x="1" y="1101"/>
                      <a:pt x="328" y="1427"/>
                    </a:cubicBezTo>
                    <a:lnTo>
                      <a:pt x="6723" y="7822"/>
                    </a:lnTo>
                    <a:lnTo>
                      <a:pt x="328" y="14217"/>
                    </a:lnTo>
                    <a:cubicBezTo>
                      <a:pt x="89" y="14456"/>
                      <a:pt x="17" y="14816"/>
                      <a:pt x="146" y="15128"/>
                    </a:cubicBezTo>
                    <a:cubicBezTo>
                      <a:pt x="276" y="15440"/>
                      <a:pt x="581" y="15643"/>
                      <a:pt x="919" y="15643"/>
                    </a:cubicBezTo>
                    <a:cubicBezTo>
                      <a:pt x="1140" y="15643"/>
                      <a:pt x="1353" y="15555"/>
                      <a:pt x="1510" y="15398"/>
                    </a:cubicBezTo>
                    <a:lnTo>
                      <a:pt x="8495" y="8413"/>
                    </a:lnTo>
                    <a:cubicBezTo>
                      <a:pt x="8821" y="8087"/>
                      <a:pt x="8821" y="7557"/>
                      <a:pt x="8495" y="7232"/>
                    </a:cubicBezTo>
                    <a:lnTo>
                      <a:pt x="1510" y="246"/>
                    </a:lnTo>
                    <a:cubicBezTo>
                      <a:pt x="1347" y="82"/>
                      <a:pt x="1133" y="1"/>
                      <a:pt x="9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10" name="Group 12309">
              <a:extLst>
                <a:ext uri="{FF2B5EF4-FFF2-40B4-BE49-F238E27FC236}">
                  <a16:creationId xmlns:a16="http://schemas.microsoft.com/office/drawing/2014/main" id="{380D93B0-9099-01F0-A948-A738298E1B4B}"/>
                </a:ext>
              </a:extLst>
            </p:cNvPr>
            <p:cNvGrpSpPr/>
            <p:nvPr/>
          </p:nvGrpSpPr>
          <p:grpSpPr>
            <a:xfrm>
              <a:off x="5158761" y="2287522"/>
              <a:ext cx="1874476" cy="3706880"/>
              <a:chOff x="5158762" y="2287522"/>
              <a:chExt cx="1874476" cy="3706880"/>
            </a:xfrm>
          </p:grpSpPr>
          <p:sp>
            <p:nvSpPr>
              <p:cNvPr id="28" name="Google Shape;427;p21">
                <a:extLst>
                  <a:ext uri="{FF2B5EF4-FFF2-40B4-BE49-F238E27FC236}">
                    <a16:creationId xmlns:a16="http://schemas.microsoft.com/office/drawing/2014/main" id="{BAB40BFE-07DE-63C0-4CBA-251FE58CE007}"/>
                  </a:ext>
                </a:extLst>
              </p:cNvPr>
              <p:cNvSpPr/>
              <p:nvPr/>
            </p:nvSpPr>
            <p:spPr>
              <a:xfrm>
                <a:off x="5158762" y="2287522"/>
                <a:ext cx="1737708" cy="3706880"/>
              </a:xfrm>
              <a:custGeom>
                <a:avLst/>
                <a:gdLst/>
                <a:ahLst/>
                <a:cxnLst/>
                <a:rect l="l" t="t" r="r" b="b"/>
                <a:pathLst>
                  <a:path w="98214" h="209510" extrusionOk="0">
                    <a:moveTo>
                      <a:pt x="49107" y="0"/>
                    </a:moveTo>
                    <a:cubicBezTo>
                      <a:pt x="22030" y="0"/>
                      <a:pt x="0" y="22029"/>
                      <a:pt x="0" y="49106"/>
                    </a:cubicBezTo>
                    <a:lnTo>
                      <a:pt x="0" y="160403"/>
                    </a:lnTo>
                    <a:cubicBezTo>
                      <a:pt x="0" y="187480"/>
                      <a:pt x="22030" y="209509"/>
                      <a:pt x="49107" y="209509"/>
                    </a:cubicBezTo>
                    <a:cubicBezTo>
                      <a:pt x="76185" y="209509"/>
                      <a:pt x="98214" y="187480"/>
                      <a:pt x="98214" y="160403"/>
                    </a:cubicBezTo>
                    <a:lnTo>
                      <a:pt x="98214" y="105856"/>
                    </a:lnTo>
                    <a:cubicBezTo>
                      <a:pt x="98214" y="105394"/>
                      <a:pt x="97840" y="105020"/>
                      <a:pt x="97378" y="105020"/>
                    </a:cubicBezTo>
                    <a:cubicBezTo>
                      <a:pt x="96917" y="105020"/>
                      <a:pt x="96543" y="105394"/>
                      <a:pt x="96543" y="105856"/>
                    </a:cubicBezTo>
                    <a:lnTo>
                      <a:pt x="96543" y="160403"/>
                    </a:lnTo>
                    <a:cubicBezTo>
                      <a:pt x="96543" y="186559"/>
                      <a:pt x="75263" y="207838"/>
                      <a:pt x="49107" y="207838"/>
                    </a:cubicBezTo>
                    <a:cubicBezTo>
                      <a:pt x="22951" y="207838"/>
                      <a:pt x="1671" y="186560"/>
                      <a:pt x="1671" y="160403"/>
                    </a:cubicBezTo>
                    <a:lnTo>
                      <a:pt x="1671" y="49106"/>
                    </a:lnTo>
                    <a:cubicBezTo>
                      <a:pt x="1671" y="22951"/>
                      <a:pt x="22952" y="1671"/>
                      <a:pt x="49107" y="1671"/>
                    </a:cubicBezTo>
                    <a:cubicBezTo>
                      <a:pt x="75263" y="1671"/>
                      <a:pt x="96543" y="22951"/>
                      <a:pt x="96543" y="49106"/>
                    </a:cubicBezTo>
                    <a:cubicBezTo>
                      <a:pt x="96543" y="49567"/>
                      <a:pt x="96917" y="49942"/>
                      <a:pt x="97378" y="49942"/>
                    </a:cubicBezTo>
                    <a:cubicBezTo>
                      <a:pt x="97840" y="49942"/>
                      <a:pt x="98214" y="49567"/>
                      <a:pt x="98214" y="49106"/>
                    </a:cubicBezTo>
                    <a:cubicBezTo>
                      <a:pt x="98214" y="22029"/>
                      <a:pt x="76185" y="0"/>
                      <a:pt x="49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428;p21">
                <a:extLst>
                  <a:ext uri="{FF2B5EF4-FFF2-40B4-BE49-F238E27FC236}">
                    <a16:creationId xmlns:a16="http://schemas.microsoft.com/office/drawing/2014/main" id="{4D60DEA7-DB62-9395-71B9-095EC83811F8}"/>
                  </a:ext>
                </a:extLst>
              </p:cNvPr>
              <p:cNvSpPr/>
              <p:nvPr/>
            </p:nvSpPr>
            <p:spPr>
              <a:xfrm>
                <a:off x="6818532" y="3107173"/>
                <a:ext cx="132415" cy="132433"/>
              </a:xfrm>
              <a:custGeom>
                <a:avLst/>
                <a:gdLst/>
                <a:ahLst/>
                <a:cxnLst/>
                <a:rect l="l" t="t" r="r" b="b"/>
                <a:pathLst>
                  <a:path w="7484" h="7485" extrusionOk="0">
                    <a:moveTo>
                      <a:pt x="3742" y="0"/>
                    </a:moveTo>
                    <a:cubicBezTo>
                      <a:pt x="1675" y="0"/>
                      <a:pt x="1" y="1676"/>
                      <a:pt x="1" y="3742"/>
                    </a:cubicBezTo>
                    <a:cubicBezTo>
                      <a:pt x="1" y="5809"/>
                      <a:pt x="1677" y="7484"/>
                      <a:pt x="3742" y="7484"/>
                    </a:cubicBezTo>
                    <a:cubicBezTo>
                      <a:pt x="5808" y="7484"/>
                      <a:pt x="7484" y="5809"/>
                      <a:pt x="7484" y="3742"/>
                    </a:cubicBezTo>
                    <a:cubicBezTo>
                      <a:pt x="7484" y="1676"/>
                      <a:pt x="5809" y="0"/>
                      <a:pt x="37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431;p21">
                <a:extLst>
                  <a:ext uri="{FF2B5EF4-FFF2-40B4-BE49-F238E27FC236}">
                    <a16:creationId xmlns:a16="http://schemas.microsoft.com/office/drawing/2014/main" id="{CEC073A1-7255-D0C1-D41A-4781D7487D5B}"/>
                  </a:ext>
                </a:extLst>
              </p:cNvPr>
              <p:cNvSpPr/>
              <p:nvPr/>
            </p:nvSpPr>
            <p:spPr>
              <a:xfrm>
                <a:off x="6877150" y="3634374"/>
                <a:ext cx="156088" cy="276773"/>
              </a:xfrm>
              <a:custGeom>
                <a:avLst/>
                <a:gdLst/>
                <a:ahLst/>
                <a:cxnLst/>
                <a:rect l="l" t="t" r="r" b="b"/>
                <a:pathLst>
                  <a:path w="8822" h="15643" extrusionOk="0">
                    <a:moveTo>
                      <a:pt x="919" y="1"/>
                    </a:moveTo>
                    <a:cubicBezTo>
                      <a:pt x="705" y="1"/>
                      <a:pt x="491" y="82"/>
                      <a:pt x="328" y="246"/>
                    </a:cubicBezTo>
                    <a:cubicBezTo>
                      <a:pt x="1" y="572"/>
                      <a:pt x="1" y="1101"/>
                      <a:pt x="328" y="1427"/>
                    </a:cubicBezTo>
                    <a:lnTo>
                      <a:pt x="6723" y="7822"/>
                    </a:lnTo>
                    <a:lnTo>
                      <a:pt x="328" y="14217"/>
                    </a:lnTo>
                    <a:cubicBezTo>
                      <a:pt x="89" y="14456"/>
                      <a:pt x="17" y="14816"/>
                      <a:pt x="146" y="15128"/>
                    </a:cubicBezTo>
                    <a:cubicBezTo>
                      <a:pt x="276" y="15440"/>
                      <a:pt x="581" y="15643"/>
                      <a:pt x="919" y="15643"/>
                    </a:cubicBezTo>
                    <a:cubicBezTo>
                      <a:pt x="1140" y="15643"/>
                      <a:pt x="1353" y="15555"/>
                      <a:pt x="1510" y="15398"/>
                    </a:cubicBezTo>
                    <a:lnTo>
                      <a:pt x="8495" y="8413"/>
                    </a:lnTo>
                    <a:cubicBezTo>
                      <a:pt x="8821" y="8087"/>
                      <a:pt x="8821" y="7557"/>
                      <a:pt x="8495" y="7232"/>
                    </a:cubicBezTo>
                    <a:lnTo>
                      <a:pt x="1510" y="246"/>
                    </a:lnTo>
                    <a:cubicBezTo>
                      <a:pt x="1347" y="82"/>
                      <a:pt x="1133" y="1"/>
                      <a:pt x="9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11" name="Group 12310">
              <a:extLst>
                <a:ext uri="{FF2B5EF4-FFF2-40B4-BE49-F238E27FC236}">
                  <a16:creationId xmlns:a16="http://schemas.microsoft.com/office/drawing/2014/main" id="{8154378A-5074-62CB-21DE-951F9F574F04}"/>
                </a:ext>
              </a:extLst>
            </p:cNvPr>
            <p:cNvGrpSpPr/>
            <p:nvPr/>
          </p:nvGrpSpPr>
          <p:grpSpPr>
            <a:xfrm>
              <a:off x="7214578" y="2287522"/>
              <a:ext cx="1874476" cy="3706880"/>
              <a:chOff x="7214579" y="2287522"/>
              <a:chExt cx="1874476" cy="3706880"/>
            </a:xfrm>
          </p:grpSpPr>
          <p:sp>
            <p:nvSpPr>
              <p:cNvPr id="12292" name="Google Shape;437;p21">
                <a:extLst>
                  <a:ext uri="{FF2B5EF4-FFF2-40B4-BE49-F238E27FC236}">
                    <a16:creationId xmlns:a16="http://schemas.microsoft.com/office/drawing/2014/main" id="{A6DD4F52-9095-FD0D-2483-CB4D9070B765}"/>
                  </a:ext>
                </a:extLst>
              </p:cNvPr>
              <p:cNvSpPr/>
              <p:nvPr/>
            </p:nvSpPr>
            <p:spPr>
              <a:xfrm>
                <a:off x="7214579" y="2287522"/>
                <a:ext cx="1737708" cy="3706880"/>
              </a:xfrm>
              <a:custGeom>
                <a:avLst/>
                <a:gdLst/>
                <a:ahLst/>
                <a:cxnLst/>
                <a:rect l="l" t="t" r="r" b="b"/>
                <a:pathLst>
                  <a:path w="98214" h="209510" extrusionOk="0">
                    <a:moveTo>
                      <a:pt x="49107" y="0"/>
                    </a:moveTo>
                    <a:cubicBezTo>
                      <a:pt x="22030" y="0"/>
                      <a:pt x="0" y="22029"/>
                      <a:pt x="0" y="49106"/>
                    </a:cubicBezTo>
                    <a:lnTo>
                      <a:pt x="0" y="160403"/>
                    </a:lnTo>
                    <a:cubicBezTo>
                      <a:pt x="0" y="187480"/>
                      <a:pt x="22030" y="209509"/>
                      <a:pt x="49107" y="209509"/>
                    </a:cubicBezTo>
                    <a:cubicBezTo>
                      <a:pt x="76185" y="209509"/>
                      <a:pt x="98214" y="187480"/>
                      <a:pt x="98214" y="160403"/>
                    </a:cubicBezTo>
                    <a:lnTo>
                      <a:pt x="98214" y="105856"/>
                    </a:lnTo>
                    <a:cubicBezTo>
                      <a:pt x="98214" y="105394"/>
                      <a:pt x="97840" y="105020"/>
                      <a:pt x="97378" y="105020"/>
                    </a:cubicBezTo>
                    <a:cubicBezTo>
                      <a:pt x="96917" y="105020"/>
                      <a:pt x="96543" y="105394"/>
                      <a:pt x="96543" y="105856"/>
                    </a:cubicBezTo>
                    <a:lnTo>
                      <a:pt x="96543" y="160403"/>
                    </a:lnTo>
                    <a:cubicBezTo>
                      <a:pt x="96543" y="186559"/>
                      <a:pt x="75263" y="207838"/>
                      <a:pt x="49107" y="207838"/>
                    </a:cubicBezTo>
                    <a:cubicBezTo>
                      <a:pt x="22951" y="207838"/>
                      <a:pt x="1671" y="186560"/>
                      <a:pt x="1671" y="160403"/>
                    </a:cubicBezTo>
                    <a:lnTo>
                      <a:pt x="1671" y="49106"/>
                    </a:lnTo>
                    <a:cubicBezTo>
                      <a:pt x="1671" y="22951"/>
                      <a:pt x="22952" y="1671"/>
                      <a:pt x="49107" y="1671"/>
                    </a:cubicBezTo>
                    <a:cubicBezTo>
                      <a:pt x="75263" y="1671"/>
                      <a:pt x="96543" y="22951"/>
                      <a:pt x="96543" y="49106"/>
                    </a:cubicBezTo>
                    <a:cubicBezTo>
                      <a:pt x="96543" y="49567"/>
                      <a:pt x="96917" y="49942"/>
                      <a:pt x="97378" y="49942"/>
                    </a:cubicBezTo>
                    <a:cubicBezTo>
                      <a:pt x="97840" y="49942"/>
                      <a:pt x="98214" y="49567"/>
                      <a:pt x="98214" y="49106"/>
                    </a:cubicBezTo>
                    <a:cubicBezTo>
                      <a:pt x="98214" y="22029"/>
                      <a:pt x="76185" y="0"/>
                      <a:pt x="491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3" name="Google Shape;438;p21">
                <a:extLst>
                  <a:ext uri="{FF2B5EF4-FFF2-40B4-BE49-F238E27FC236}">
                    <a16:creationId xmlns:a16="http://schemas.microsoft.com/office/drawing/2014/main" id="{053E4227-386D-6FD2-C240-2C3F79C8398B}"/>
                  </a:ext>
                </a:extLst>
              </p:cNvPr>
              <p:cNvSpPr/>
              <p:nvPr/>
            </p:nvSpPr>
            <p:spPr>
              <a:xfrm>
                <a:off x="8874349" y="3107173"/>
                <a:ext cx="132415" cy="132433"/>
              </a:xfrm>
              <a:custGeom>
                <a:avLst/>
                <a:gdLst/>
                <a:ahLst/>
                <a:cxnLst/>
                <a:rect l="l" t="t" r="r" b="b"/>
                <a:pathLst>
                  <a:path w="7484" h="7485" extrusionOk="0">
                    <a:moveTo>
                      <a:pt x="3742" y="0"/>
                    </a:moveTo>
                    <a:cubicBezTo>
                      <a:pt x="1675" y="0"/>
                      <a:pt x="1" y="1676"/>
                      <a:pt x="1" y="3742"/>
                    </a:cubicBezTo>
                    <a:cubicBezTo>
                      <a:pt x="1" y="5809"/>
                      <a:pt x="1677" y="7484"/>
                      <a:pt x="3742" y="7484"/>
                    </a:cubicBezTo>
                    <a:cubicBezTo>
                      <a:pt x="5808" y="7484"/>
                      <a:pt x="7484" y="5809"/>
                      <a:pt x="7484" y="3742"/>
                    </a:cubicBezTo>
                    <a:cubicBezTo>
                      <a:pt x="7484" y="1676"/>
                      <a:pt x="5809" y="0"/>
                      <a:pt x="374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1" name="Google Shape;441;p21">
                <a:extLst>
                  <a:ext uri="{FF2B5EF4-FFF2-40B4-BE49-F238E27FC236}">
                    <a16:creationId xmlns:a16="http://schemas.microsoft.com/office/drawing/2014/main" id="{E1AD3605-BDE0-76A0-3701-79D7128D1F99}"/>
                  </a:ext>
                </a:extLst>
              </p:cNvPr>
              <p:cNvSpPr/>
              <p:nvPr/>
            </p:nvSpPr>
            <p:spPr>
              <a:xfrm>
                <a:off x="8932967" y="3634374"/>
                <a:ext cx="156088" cy="276773"/>
              </a:xfrm>
              <a:custGeom>
                <a:avLst/>
                <a:gdLst/>
                <a:ahLst/>
                <a:cxnLst/>
                <a:rect l="l" t="t" r="r" b="b"/>
                <a:pathLst>
                  <a:path w="8822" h="15643" extrusionOk="0">
                    <a:moveTo>
                      <a:pt x="919" y="1"/>
                    </a:moveTo>
                    <a:cubicBezTo>
                      <a:pt x="705" y="1"/>
                      <a:pt x="491" y="82"/>
                      <a:pt x="328" y="246"/>
                    </a:cubicBezTo>
                    <a:cubicBezTo>
                      <a:pt x="1" y="572"/>
                      <a:pt x="1" y="1101"/>
                      <a:pt x="328" y="1427"/>
                    </a:cubicBezTo>
                    <a:lnTo>
                      <a:pt x="6723" y="7822"/>
                    </a:lnTo>
                    <a:lnTo>
                      <a:pt x="328" y="14217"/>
                    </a:lnTo>
                    <a:cubicBezTo>
                      <a:pt x="89" y="14456"/>
                      <a:pt x="17" y="14816"/>
                      <a:pt x="146" y="15128"/>
                    </a:cubicBezTo>
                    <a:cubicBezTo>
                      <a:pt x="276" y="15440"/>
                      <a:pt x="581" y="15643"/>
                      <a:pt x="919" y="15643"/>
                    </a:cubicBezTo>
                    <a:cubicBezTo>
                      <a:pt x="1140" y="15643"/>
                      <a:pt x="1353" y="15555"/>
                      <a:pt x="1510" y="15398"/>
                    </a:cubicBezTo>
                    <a:lnTo>
                      <a:pt x="8495" y="8413"/>
                    </a:lnTo>
                    <a:cubicBezTo>
                      <a:pt x="8821" y="8087"/>
                      <a:pt x="8821" y="7557"/>
                      <a:pt x="8495" y="7232"/>
                    </a:cubicBezTo>
                    <a:lnTo>
                      <a:pt x="1510" y="246"/>
                    </a:lnTo>
                    <a:cubicBezTo>
                      <a:pt x="1347" y="82"/>
                      <a:pt x="1133" y="1"/>
                      <a:pt x="91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95" name="Oval 12294">
              <a:extLst>
                <a:ext uri="{FF2B5EF4-FFF2-40B4-BE49-F238E27FC236}">
                  <a16:creationId xmlns:a16="http://schemas.microsoft.com/office/drawing/2014/main" id="{BD7EA043-D432-F7F3-3733-6239F70190E2}"/>
                </a:ext>
              </a:extLst>
            </p:cNvPr>
            <p:cNvSpPr/>
            <p:nvPr/>
          </p:nvSpPr>
          <p:spPr>
            <a:xfrm>
              <a:off x="1387370" y="2694271"/>
              <a:ext cx="1057222" cy="10572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97" name="Oval 12296">
              <a:extLst>
                <a:ext uri="{FF2B5EF4-FFF2-40B4-BE49-F238E27FC236}">
                  <a16:creationId xmlns:a16="http://schemas.microsoft.com/office/drawing/2014/main" id="{52F8573B-8DB5-EE0E-2A69-B73A138A8E17}"/>
                </a:ext>
              </a:extLst>
            </p:cNvPr>
            <p:cNvSpPr/>
            <p:nvPr/>
          </p:nvSpPr>
          <p:spPr>
            <a:xfrm>
              <a:off x="9610640" y="2694271"/>
              <a:ext cx="1057222" cy="10572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98" name="Oval 12297">
              <a:extLst>
                <a:ext uri="{FF2B5EF4-FFF2-40B4-BE49-F238E27FC236}">
                  <a16:creationId xmlns:a16="http://schemas.microsoft.com/office/drawing/2014/main" id="{A7886F8C-22AD-302E-CCE4-CA4569C79A1B}"/>
                </a:ext>
              </a:extLst>
            </p:cNvPr>
            <p:cNvSpPr/>
            <p:nvPr/>
          </p:nvSpPr>
          <p:spPr>
            <a:xfrm>
              <a:off x="7554821" y="2694271"/>
              <a:ext cx="1057222" cy="10572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99" name="Oval 12298">
              <a:extLst>
                <a:ext uri="{FF2B5EF4-FFF2-40B4-BE49-F238E27FC236}">
                  <a16:creationId xmlns:a16="http://schemas.microsoft.com/office/drawing/2014/main" id="{C6BA4816-9399-E3D4-9F5B-63994D09D4E0}"/>
                </a:ext>
              </a:extLst>
            </p:cNvPr>
            <p:cNvSpPr/>
            <p:nvPr/>
          </p:nvSpPr>
          <p:spPr>
            <a:xfrm>
              <a:off x="5499004" y="2694271"/>
              <a:ext cx="1057222" cy="10572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00" name="Oval 12299">
              <a:extLst>
                <a:ext uri="{FF2B5EF4-FFF2-40B4-BE49-F238E27FC236}">
                  <a16:creationId xmlns:a16="http://schemas.microsoft.com/office/drawing/2014/main" id="{52B898E3-DA3A-0585-C0E2-5DA8B76F80F7}"/>
                </a:ext>
              </a:extLst>
            </p:cNvPr>
            <p:cNvSpPr/>
            <p:nvPr/>
          </p:nvSpPr>
          <p:spPr>
            <a:xfrm>
              <a:off x="3443187" y="2694271"/>
              <a:ext cx="1057222" cy="10572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307" name="Group 12306">
              <a:extLst>
                <a:ext uri="{FF2B5EF4-FFF2-40B4-BE49-F238E27FC236}">
                  <a16:creationId xmlns:a16="http://schemas.microsoft.com/office/drawing/2014/main" id="{71F88C84-6EBB-E285-E6DB-E8AC1CFE3C42}"/>
                </a:ext>
              </a:extLst>
            </p:cNvPr>
            <p:cNvGrpSpPr/>
            <p:nvPr/>
          </p:nvGrpSpPr>
          <p:grpSpPr>
            <a:xfrm>
              <a:off x="1047127" y="2287522"/>
              <a:ext cx="1874476" cy="3706880"/>
              <a:chOff x="1047127" y="2287522"/>
              <a:chExt cx="1874476" cy="3706880"/>
            </a:xfrm>
          </p:grpSpPr>
          <p:sp>
            <p:nvSpPr>
              <p:cNvPr id="7" name="Google Shape;397;p21">
                <a:extLst>
                  <a:ext uri="{FF2B5EF4-FFF2-40B4-BE49-F238E27FC236}">
                    <a16:creationId xmlns:a16="http://schemas.microsoft.com/office/drawing/2014/main" id="{8F4F010E-60FD-91A1-A5A1-BD87B0C7CE3B}"/>
                  </a:ext>
                </a:extLst>
              </p:cNvPr>
              <p:cNvSpPr/>
              <p:nvPr/>
            </p:nvSpPr>
            <p:spPr>
              <a:xfrm>
                <a:off x="1047127" y="2287522"/>
                <a:ext cx="1737708" cy="3706880"/>
              </a:xfrm>
              <a:custGeom>
                <a:avLst/>
                <a:gdLst/>
                <a:ahLst/>
                <a:cxnLst/>
                <a:rect l="l" t="t" r="r" b="b"/>
                <a:pathLst>
                  <a:path w="98214" h="209510" extrusionOk="0">
                    <a:moveTo>
                      <a:pt x="49107" y="0"/>
                    </a:moveTo>
                    <a:cubicBezTo>
                      <a:pt x="22030" y="0"/>
                      <a:pt x="0" y="22029"/>
                      <a:pt x="0" y="49106"/>
                    </a:cubicBezTo>
                    <a:lnTo>
                      <a:pt x="0" y="160403"/>
                    </a:lnTo>
                    <a:cubicBezTo>
                      <a:pt x="0" y="187480"/>
                      <a:pt x="22030" y="209509"/>
                      <a:pt x="49107" y="209509"/>
                    </a:cubicBezTo>
                    <a:cubicBezTo>
                      <a:pt x="76185" y="209509"/>
                      <a:pt x="98214" y="187480"/>
                      <a:pt x="98214" y="160403"/>
                    </a:cubicBezTo>
                    <a:lnTo>
                      <a:pt x="98214" y="105856"/>
                    </a:lnTo>
                    <a:cubicBezTo>
                      <a:pt x="98214" y="105394"/>
                      <a:pt x="97840" y="105020"/>
                      <a:pt x="97378" y="105020"/>
                    </a:cubicBezTo>
                    <a:cubicBezTo>
                      <a:pt x="96917" y="105020"/>
                      <a:pt x="96543" y="105394"/>
                      <a:pt x="96543" y="105856"/>
                    </a:cubicBezTo>
                    <a:lnTo>
                      <a:pt x="96543" y="160403"/>
                    </a:lnTo>
                    <a:cubicBezTo>
                      <a:pt x="96543" y="186559"/>
                      <a:pt x="75263" y="207838"/>
                      <a:pt x="49107" y="207838"/>
                    </a:cubicBezTo>
                    <a:cubicBezTo>
                      <a:pt x="22951" y="207838"/>
                      <a:pt x="1671" y="186560"/>
                      <a:pt x="1671" y="160403"/>
                    </a:cubicBezTo>
                    <a:lnTo>
                      <a:pt x="1671" y="49106"/>
                    </a:lnTo>
                    <a:cubicBezTo>
                      <a:pt x="1671" y="22951"/>
                      <a:pt x="22952" y="1671"/>
                      <a:pt x="49107" y="1671"/>
                    </a:cubicBezTo>
                    <a:cubicBezTo>
                      <a:pt x="75263" y="1671"/>
                      <a:pt x="96543" y="22951"/>
                      <a:pt x="96543" y="49106"/>
                    </a:cubicBezTo>
                    <a:cubicBezTo>
                      <a:pt x="96543" y="49567"/>
                      <a:pt x="96917" y="49942"/>
                      <a:pt x="97378" y="49942"/>
                    </a:cubicBezTo>
                    <a:cubicBezTo>
                      <a:pt x="97840" y="49942"/>
                      <a:pt x="98214" y="49567"/>
                      <a:pt x="98214" y="49106"/>
                    </a:cubicBezTo>
                    <a:cubicBezTo>
                      <a:pt x="98214" y="22029"/>
                      <a:pt x="76185" y="0"/>
                      <a:pt x="491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" name="Google Shape;398;p21">
                <a:extLst>
                  <a:ext uri="{FF2B5EF4-FFF2-40B4-BE49-F238E27FC236}">
                    <a16:creationId xmlns:a16="http://schemas.microsoft.com/office/drawing/2014/main" id="{4E552428-2F50-37A0-DEBA-EED02AC30BF7}"/>
                  </a:ext>
                </a:extLst>
              </p:cNvPr>
              <p:cNvSpPr/>
              <p:nvPr/>
            </p:nvSpPr>
            <p:spPr>
              <a:xfrm>
                <a:off x="2706897" y="3107173"/>
                <a:ext cx="132415" cy="132433"/>
              </a:xfrm>
              <a:custGeom>
                <a:avLst/>
                <a:gdLst/>
                <a:ahLst/>
                <a:cxnLst/>
                <a:rect l="l" t="t" r="r" b="b"/>
                <a:pathLst>
                  <a:path w="7484" h="7485" extrusionOk="0">
                    <a:moveTo>
                      <a:pt x="3742" y="0"/>
                    </a:moveTo>
                    <a:cubicBezTo>
                      <a:pt x="1675" y="0"/>
                      <a:pt x="1" y="1676"/>
                      <a:pt x="1" y="3742"/>
                    </a:cubicBezTo>
                    <a:cubicBezTo>
                      <a:pt x="1" y="5809"/>
                      <a:pt x="1677" y="7484"/>
                      <a:pt x="3742" y="7484"/>
                    </a:cubicBezTo>
                    <a:cubicBezTo>
                      <a:pt x="5808" y="7484"/>
                      <a:pt x="7484" y="5809"/>
                      <a:pt x="7484" y="3742"/>
                    </a:cubicBezTo>
                    <a:cubicBezTo>
                      <a:pt x="7484" y="1676"/>
                      <a:pt x="5809" y="0"/>
                      <a:pt x="37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401;p21">
                <a:extLst>
                  <a:ext uri="{FF2B5EF4-FFF2-40B4-BE49-F238E27FC236}">
                    <a16:creationId xmlns:a16="http://schemas.microsoft.com/office/drawing/2014/main" id="{04987099-755F-1B4C-B8F3-70AD7DD7D031}"/>
                  </a:ext>
                </a:extLst>
              </p:cNvPr>
              <p:cNvSpPr/>
              <p:nvPr/>
            </p:nvSpPr>
            <p:spPr>
              <a:xfrm>
                <a:off x="2765515" y="3634374"/>
                <a:ext cx="156088" cy="276773"/>
              </a:xfrm>
              <a:custGeom>
                <a:avLst/>
                <a:gdLst/>
                <a:ahLst/>
                <a:cxnLst/>
                <a:rect l="l" t="t" r="r" b="b"/>
                <a:pathLst>
                  <a:path w="8822" h="15643" extrusionOk="0">
                    <a:moveTo>
                      <a:pt x="919" y="1"/>
                    </a:moveTo>
                    <a:cubicBezTo>
                      <a:pt x="705" y="1"/>
                      <a:pt x="491" y="82"/>
                      <a:pt x="328" y="246"/>
                    </a:cubicBezTo>
                    <a:cubicBezTo>
                      <a:pt x="1" y="572"/>
                      <a:pt x="1" y="1101"/>
                      <a:pt x="328" y="1427"/>
                    </a:cubicBezTo>
                    <a:lnTo>
                      <a:pt x="6723" y="7822"/>
                    </a:lnTo>
                    <a:lnTo>
                      <a:pt x="328" y="14217"/>
                    </a:lnTo>
                    <a:cubicBezTo>
                      <a:pt x="89" y="14456"/>
                      <a:pt x="17" y="14816"/>
                      <a:pt x="146" y="15128"/>
                    </a:cubicBezTo>
                    <a:cubicBezTo>
                      <a:pt x="276" y="15440"/>
                      <a:pt x="581" y="15643"/>
                      <a:pt x="919" y="15643"/>
                    </a:cubicBezTo>
                    <a:cubicBezTo>
                      <a:pt x="1140" y="15643"/>
                      <a:pt x="1353" y="15555"/>
                      <a:pt x="1510" y="15398"/>
                    </a:cubicBezTo>
                    <a:lnTo>
                      <a:pt x="8495" y="8413"/>
                    </a:lnTo>
                    <a:cubicBezTo>
                      <a:pt x="8821" y="8087"/>
                      <a:pt x="8821" y="7557"/>
                      <a:pt x="8495" y="7232"/>
                    </a:cubicBezTo>
                    <a:lnTo>
                      <a:pt x="1510" y="246"/>
                    </a:lnTo>
                    <a:cubicBezTo>
                      <a:pt x="1347" y="82"/>
                      <a:pt x="1133" y="1"/>
                      <a:pt x="9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02" name="TextBox 12301">
              <a:extLst>
                <a:ext uri="{FF2B5EF4-FFF2-40B4-BE49-F238E27FC236}">
                  <a16:creationId xmlns:a16="http://schemas.microsoft.com/office/drawing/2014/main" id="{A2B99085-49FA-CCCB-7B32-96ED7BE8EE7B}"/>
                </a:ext>
              </a:extLst>
            </p:cNvPr>
            <p:cNvSpPr txBox="1"/>
            <p:nvPr/>
          </p:nvSpPr>
          <p:spPr>
            <a:xfrm>
              <a:off x="1091761" y="4143375"/>
              <a:ext cx="1648440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Problems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12303" name="TextBox 12302">
              <a:extLst>
                <a:ext uri="{FF2B5EF4-FFF2-40B4-BE49-F238E27FC236}">
                  <a16:creationId xmlns:a16="http://schemas.microsoft.com/office/drawing/2014/main" id="{AB96F754-8037-488D-2663-EA06652DFA08}"/>
                </a:ext>
              </a:extLst>
            </p:cNvPr>
            <p:cNvSpPr txBox="1"/>
            <p:nvPr/>
          </p:nvSpPr>
          <p:spPr>
            <a:xfrm>
              <a:off x="3092329" y="4143375"/>
              <a:ext cx="173770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Research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12304" name="TextBox 12303">
              <a:extLst>
                <a:ext uri="{FF2B5EF4-FFF2-40B4-BE49-F238E27FC236}">
                  <a16:creationId xmlns:a16="http://schemas.microsoft.com/office/drawing/2014/main" id="{8D45B1AA-E0E5-D837-72EF-F0C3FF990746}"/>
                </a:ext>
              </a:extLst>
            </p:cNvPr>
            <p:cNvSpPr txBox="1"/>
            <p:nvPr/>
          </p:nvSpPr>
          <p:spPr>
            <a:xfrm flipH="1">
              <a:off x="7225195" y="4143375"/>
              <a:ext cx="1737710" cy="10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Brainstorm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12305" name="TextBox 12304">
              <a:extLst>
                <a:ext uri="{FF2B5EF4-FFF2-40B4-BE49-F238E27FC236}">
                  <a16:creationId xmlns:a16="http://schemas.microsoft.com/office/drawing/2014/main" id="{50110EB0-282C-1D11-4484-7D9502D109A4}"/>
                </a:ext>
              </a:extLst>
            </p:cNvPr>
            <p:cNvSpPr txBox="1"/>
            <p:nvPr/>
          </p:nvSpPr>
          <p:spPr>
            <a:xfrm>
              <a:off x="5182165" y="4143375"/>
              <a:ext cx="1690902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Thinking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12306" name="TextBox 12305">
              <a:extLst>
                <a:ext uri="{FF2B5EF4-FFF2-40B4-BE49-F238E27FC236}">
                  <a16:creationId xmlns:a16="http://schemas.microsoft.com/office/drawing/2014/main" id="{79B3D1E5-F629-97D4-1360-712C49DAF8CE}"/>
                </a:ext>
              </a:extLst>
            </p:cNvPr>
            <p:cNvSpPr txBox="1"/>
            <p:nvPr/>
          </p:nvSpPr>
          <p:spPr>
            <a:xfrm flipH="1">
              <a:off x="9315032" y="4143375"/>
              <a:ext cx="1648438" cy="10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Solution</a:t>
              </a: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</a:rPr>
                <a:t> 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</p:grpSp>
      <p:pic>
        <p:nvPicPr>
          <p:cNvPr id="1026" name="Picture 2" descr="Search - Free shapes and symbols icons">
            <a:extLst>
              <a:ext uri="{FF2B5EF4-FFF2-40B4-BE49-F238E27FC236}">
                <a16:creationId xmlns:a16="http://schemas.microsoft.com/office/drawing/2014/main" id="{EFFA8E57-6053-0520-BB57-3F21FEC1E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99" y="281136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earch - Free marketing icons">
            <a:extLst>
              <a:ext uri="{FF2B5EF4-FFF2-40B4-BE49-F238E27FC236}">
                <a16:creationId xmlns:a16="http://schemas.microsoft.com/office/drawing/2014/main" id="{D79D82BA-0A56-BADB-B1B0-419CB1B5D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952" y="2755900"/>
            <a:ext cx="607578" cy="607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inking Icon PNG Transparent Background, Free Download #6623 - FreeIconsPNG">
            <a:extLst>
              <a:ext uri="{FF2B5EF4-FFF2-40B4-BE49-F238E27FC236}">
                <a16:creationId xmlns:a16="http://schemas.microsoft.com/office/drawing/2014/main" id="{30FD34ED-ECBE-D2E5-6765-0ACACEC5B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021" y="2636814"/>
            <a:ext cx="882500" cy="88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ee Icon | Brainstorm">
            <a:extLst>
              <a:ext uri="{FF2B5EF4-FFF2-40B4-BE49-F238E27FC236}">
                <a16:creationId xmlns:a16="http://schemas.microsoft.com/office/drawing/2014/main" id="{1B417F8D-17DC-600F-3209-1C03BC1DB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962" y="2694814"/>
            <a:ext cx="701872" cy="70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iscellaneous icons">
            <a:extLst>
              <a:ext uri="{FF2B5EF4-FFF2-40B4-BE49-F238E27FC236}">
                <a16:creationId xmlns:a16="http://schemas.microsoft.com/office/drawing/2014/main" id="{ED1AF370-A83C-2BFC-85B3-DC08D6C5C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049" y="2755900"/>
            <a:ext cx="701872" cy="70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902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59" name="Group 14358">
            <a:extLst>
              <a:ext uri="{FF2B5EF4-FFF2-40B4-BE49-F238E27FC236}">
                <a16:creationId xmlns:a16="http://schemas.microsoft.com/office/drawing/2014/main" id="{DFD29D68-2D48-9AF5-6C85-59F3410CE14F}"/>
              </a:ext>
            </a:extLst>
          </p:cNvPr>
          <p:cNvGrpSpPr/>
          <p:nvPr/>
        </p:nvGrpSpPr>
        <p:grpSpPr>
          <a:xfrm>
            <a:off x="942187" y="2070099"/>
            <a:ext cx="10307627" cy="3860800"/>
            <a:chOff x="957355" y="2070099"/>
            <a:chExt cx="10307627" cy="3860800"/>
          </a:xfrm>
        </p:grpSpPr>
        <p:grpSp>
          <p:nvGrpSpPr>
            <p:cNvPr id="14354" name="Group 14353">
              <a:extLst>
                <a:ext uri="{FF2B5EF4-FFF2-40B4-BE49-F238E27FC236}">
                  <a16:creationId xmlns:a16="http://schemas.microsoft.com/office/drawing/2014/main" id="{3C82D589-8807-EDA0-A523-CDBFFF147A38}"/>
                </a:ext>
              </a:extLst>
            </p:cNvPr>
            <p:cNvGrpSpPr/>
            <p:nvPr/>
          </p:nvGrpSpPr>
          <p:grpSpPr>
            <a:xfrm>
              <a:off x="957355" y="2070099"/>
              <a:ext cx="1696432" cy="3860800"/>
              <a:chOff x="957355" y="2070099"/>
              <a:chExt cx="1696432" cy="3860800"/>
            </a:xfrm>
          </p:grpSpPr>
          <p:grpSp>
            <p:nvGrpSpPr>
              <p:cNvPr id="14343" name="Group 14342">
                <a:extLst>
                  <a:ext uri="{FF2B5EF4-FFF2-40B4-BE49-F238E27FC236}">
                    <a16:creationId xmlns:a16="http://schemas.microsoft.com/office/drawing/2014/main" id="{D3586C7D-D577-21C1-1BF9-40CEF12F6444}"/>
                  </a:ext>
                </a:extLst>
              </p:cNvPr>
              <p:cNvGrpSpPr/>
              <p:nvPr/>
            </p:nvGrpSpPr>
            <p:grpSpPr>
              <a:xfrm>
                <a:off x="957355" y="2070099"/>
                <a:ext cx="1696432" cy="3860800"/>
                <a:chOff x="957355" y="2070099"/>
                <a:chExt cx="1696432" cy="3860800"/>
              </a:xfrm>
            </p:grpSpPr>
            <p:sp>
              <p:nvSpPr>
                <p:cNvPr id="3" name="Google Shape;795;p29">
                  <a:extLst>
                    <a:ext uri="{FF2B5EF4-FFF2-40B4-BE49-F238E27FC236}">
                      <a16:creationId xmlns:a16="http://schemas.microsoft.com/office/drawing/2014/main" id="{CF1B3B64-EE6A-1C5A-F4B2-21411CD2B768}"/>
                    </a:ext>
                  </a:extLst>
                </p:cNvPr>
                <p:cNvSpPr/>
                <p:nvPr/>
              </p:nvSpPr>
              <p:spPr>
                <a:xfrm>
                  <a:off x="957355" y="3655786"/>
                  <a:ext cx="1696432" cy="2275113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368790BF-8639-AF95-02F5-B8E96F29EEBB}"/>
                    </a:ext>
                  </a:extLst>
                </p:cNvPr>
                <p:cNvSpPr/>
                <p:nvPr/>
              </p:nvSpPr>
              <p:spPr>
                <a:xfrm>
                  <a:off x="957355" y="2070099"/>
                  <a:ext cx="1696432" cy="1804624"/>
                </a:xfrm>
                <a:custGeom>
                  <a:avLst/>
                  <a:gdLst>
                    <a:gd name="connsiteX0" fmla="*/ 0 w 1696432"/>
                    <a:gd name="connsiteY0" fmla="*/ 0 h 1804624"/>
                    <a:gd name="connsiteX1" fmla="*/ 1696432 w 1696432"/>
                    <a:gd name="connsiteY1" fmla="*/ 0 h 1804624"/>
                    <a:gd name="connsiteX2" fmla="*/ 1696432 w 1696432"/>
                    <a:gd name="connsiteY2" fmla="*/ 1585779 h 1804624"/>
                    <a:gd name="connsiteX3" fmla="*/ 974759 w 1696432"/>
                    <a:gd name="connsiteY3" fmla="*/ 1585779 h 1804624"/>
                    <a:gd name="connsiteX4" fmla="*/ 848216 w 1696432"/>
                    <a:gd name="connsiteY4" fmla="*/ 1804624 h 1804624"/>
                    <a:gd name="connsiteX5" fmla="*/ 721674 w 1696432"/>
                    <a:gd name="connsiteY5" fmla="*/ 1585779 h 1804624"/>
                    <a:gd name="connsiteX6" fmla="*/ 0 w 1696432"/>
                    <a:gd name="connsiteY6" fmla="*/ 1585779 h 1804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6432" h="1804624">
                      <a:moveTo>
                        <a:pt x="0" y="0"/>
                      </a:moveTo>
                      <a:lnTo>
                        <a:pt x="1696432" y="0"/>
                      </a:lnTo>
                      <a:lnTo>
                        <a:pt x="1696432" y="1585779"/>
                      </a:lnTo>
                      <a:lnTo>
                        <a:pt x="974759" y="1585779"/>
                      </a:lnTo>
                      <a:lnTo>
                        <a:pt x="848216" y="1804624"/>
                      </a:lnTo>
                      <a:lnTo>
                        <a:pt x="721674" y="1585779"/>
                      </a:lnTo>
                      <a:lnTo>
                        <a:pt x="0" y="158577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348" name="TextBox 14347">
                <a:extLst>
                  <a:ext uri="{FF2B5EF4-FFF2-40B4-BE49-F238E27FC236}">
                    <a16:creationId xmlns:a16="http://schemas.microsoft.com/office/drawing/2014/main" id="{71AD169A-4D50-FF15-88CD-2E52DFEA5F22}"/>
                  </a:ext>
                </a:extLst>
              </p:cNvPr>
              <p:cNvSpPr txBox="1"/>
              <p:nvPr/>
            </p:nvSpPr>
            <p:spPr>
              <a:xfrm>
                <a:off x="1014701" y="4217712"/>
                <a:ext cx="1581740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Prepare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Yellow is a color of happiness, friendliness, and warning.</a:t>
                </a:r>
              </a:p>
            </p:txBody>
          </p:sp>
        </p:grpSp>
        <p:grpSp>
          <p:nvGrpSpPr>
            <p:cNvPr id="14355" name="Group 14354">
              <a:extLst>
                <a:ext uri="{FF2B5EF4-FFF2-40B4-BE49-F238E27FC236}">
                  <a16:creationId xmlns:a16="http://schemas.microsoft.com/office/drawing/2014/main" id="{032AAB54-1C77-2E82-6FF9-CDD1B11877B6}"/>
                </a:ext>
              </a:extLst>
            </p:cNvPr>
            <p:cNvGrpSpPr/>
            <p:nvPr/>
          </p:nvGrpSpPr>
          <p:grpSpPr>
            <a:xfrm>
              <a:off x="3102677" y="2070099"/>
              <a:ext cx="1696432" cy="3860800"/>
              <a:chOff x="3104437" y="2070099"/>
              <a:chExt cx="1696432" cy="3860800"/>
            </a:xfrm>
          </p:grpSpPr>
          <p:grpSp>
            <p:nvGrpSpPr>
              <p:cNvPr id="14344" name="Group 14343">
                <a:extLst>
                  <a:ext uri="{FF2B5EF4-FFF2-40B4-BE49-F238E27FC236}">
                    <a16:creationId xmlns:a16="http://schemas.microsoft.com/office/drawing/2014/main" id="{BE3E929B-E882-5965-A4F5-BF4DA95188A0}"/>
                  </a:ext>
                </a:extLst>
              </p:cNvPr>
              <p:cNvGrpSpPr/>
              <p:nvPr/>
            </p:nvGrpSpPr>
            <p:grpSpPr>
              <a:xfrm>
                <a:off x="3104437" y="2070099"/>
                <a:ext cx="1696432" cy="3860800"/>
                <a:chOff x="3104437" y="2070099"/>
                <a:chExt cx="1696432" cy="3860800"/>
              </a:xfrm>
            </p:grpSpPr>
            <p:sp>
              <p:nvSpPr>
                <p:cNvPr id="13" name="Google Shape;805;p29">
                  <a:extLst>
                    <a:ext uri="{FF2B5EF4-FFF2-40B4-BE49-F238E27FC236}">
                      <a16:creationId xmlns:a16="http://schemas.microsoft.com/office/drawing/2014/main" id="{ADC5E63D-00E9-4FBD-87F3-D0F8CFFE1AB6}"/>
                    </a:ext>
                  </a:extLst>
                </p:cNvPr>
                <p:cNvSpPr/>
                <p:nvPr/>
              </p:nvSpPr>
              <p:spPr>
                <a:xfrm>
                  <a:off x="3104437" y="3655786"/>
                  <a:ext cx="1696432" cy="2275113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C70F54C-7020-071B-A828-F0E70BFCFB66}"/>
                    </a:ext>
                  </a:extLst>
                </p:cNvPr>
                <p:cNvSpPr/>
                <p:nvPr/>
              </p:nvSpPr>
              <p:spPr>
                <a:xfrm>
                  <a:off x="3104437" y="2070099"/>
                  <a:ext cx="1696432" cy="1804624"/>
                </a:xfrm>
                <a:custGeom>
                  <a:avLst/>
                  <a:gdLst>
                    <a:gd name="connsiteX0" fmla="*/ 0 w 1696432"/>
                    <a:gd name="connsiteY0" fmla="*/ 0 h 1804624"/>
                    <a:gd name="connsiteX1" fmla="*/ 1696432 w 1696432"/>
                    <a:gd name="connsiteY1" fmla="*/ 0 h 1804624"/>
                    <a:gd name="connsiteX2" fmla="*/ 1696432 w 1696432"/>
                    <a:gd name="connsiteY2" fmla="*/ 1585779 h 1804624"/>
                    <a:gd name="connsiteX3" fmla="*/ 974759 w 1696432"/>
                    <a:gd name="connsiteY3" fmla="*/ 1585779 h 1804624"/>
                    <a:gd name="connsiteX4" fmla="*/ 848216 w 1696432"/>
                    <a:gd name="connsiteY4" fmla="*/ 1804624 h 1804624"/>
                    <a:gd name="connsiteX5" fmla="*/ 721674 w 1696432"/>
                    <a:gd name="connsiteY5" fmla="*/ 1585779 h 1804624"/>
                    <a:gd name="connsiteX6" fmla="*/ 0 w 1696432"/>
                    <a:gd name="connsiteY6" fmla="*/ 1585779 h 1804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6432" h="1804624">
                      <a:moveTo>
                        <a:pt x="0" y="0"/>
                      </a:moveTo>
                      <a:lnTo>
                        <a:pt x="1696432" y="0"/>
                      </a:lnTo>
                      <a:lnTo>
                        <a:pt x="1696432" y="1585779"/>
                      </a:lnTo>
                      <a:lnTo>
                        <a:pt x="974759" y="1585779"/>
                      </a:lnTo>
                      <a:lnTo>
                        <a:pt x="848216" y="1804624"/>
                      </a:lnTo>
                      <a:lnTo>
                        <a:pt x="721674" y="1585779"/>
                      </a:lnTo>
                      <a:lnTo>
                        <a:pt x="0" y="158577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349" name="TextBox 14348">
                <a:extLst>
                  <a:ext uri="{FF2B5EF4-FFF2-40B4-BE49-F238E27FC236}">
                    <a16:creationId xmlns:a16="http://schemas.microsoft.com/office/drawing/2014/main" id="{7FE8AE2A-CDBA-ED21-B0AD-2D92E3D3D056}"/>
                  </a:ext>
                </a:extLst>
              </p:cNvPr>
              <p:cNvSpPr txBox="1"/>
              <p:nvPr/>
            </p:nvSpPr>
            <p:spPr>
              <a:xfrm>
                <a:off x="3161783" y="4217712"/>
                <a:ext cx="1581740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Incubate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Blue is a color of serenity, trustworthiness, and welcome.</a:t>
                </a:r>
              </a:p>
            </p:txBody>
          </p:sp>
        </p:grpSp>
        <p:grpSp>
          <p:nvGrpSpPr>
            <p:cNvPr id="14356" name="Group 14355">
              <a:extLst>
                <a:ext uri="{FF2B5EF4-FFF2-40B4-BE49-F238E27FC236}">
                  <a16:creationId xmlns:a16="http://schemas.microsoft.com/office/drawing/2014/main" id="{CABBFA50-1694-D608-296E-1CE7BD519AC1}"/>
                </a:ext>
              </a:extLst>
            </p:cNvPr>
            <p:cNvGrpSpPr/>
            <p:nvPr/>
          </p:nvGrpSpPr>
          <p:grpSpPr>
            <a:xfrm>
              <a:off x="5247999" y="2070099"/>
              <a:ext cx="1696432" cy="3860800"/>
              <a:chOff x="5236582" y="2070099"/>
              <a:chExt cx="1696432" cy="3860800"/>
            </a:xfrm>
          </p:grpSpPr>
          <p:grpSp>
            <p:nvGrpSpPr>
              <p:cNvPr id="14345" name="Group 14344">
                <a:extLst>
                  <a:ext uri="{FF2B5EF4-FFF2-40B4-BE49-F238E27FC236}">
                    <a16:creationId xmlns:a16="http://schemas.microsoft.com/office/drawing/2014/main" id="{AB7D847F-99A8-BCB7-F8B2-E416615C103F}"/>
                  </a:ext>
                </a:extLst>
              </p:cNvPr>
              <p:cNvGrpSpPr/>
              <p:nvPr/>
            </p:nvGrpSpPr>
            <p:grpSpPr>
              <a:xfrm>
                <a:off x="5236582" y="2070099"/>
                <a:ext cx="1696432" cy="3860800"/>
                <a:chOff x="5236582" y="2070099"/>
                <a:chExt cx="1696432" cy="3860800"/>
              </a:xfrm>
            </p:grpSpPr>
            <p:sp>
              <p:nvSpPr>
                <p:cNvPr id="8" name="Google Shape;800;p29">
                  <a:extLst>
                    <a:ext uri="{FF2B5EF4-FFF2-40B4-BE49-F238E27FC236}">
                      <a16:creationId xmlns:a16="http://schemas.microsoft.com/office/drawing/2014/main" id="{9698B674-9765-9C5D-A996-887AA9305B36}"/>
                    </a:ext>
                  </a:extLst>
                </p:cNvPr>
                <p:cNvSpPr/>
                <p:nvPr/>
              </p:nvSpPr>
              <p:spPr>
                <a:xfrm>
                  <a:off x="5236582" y="3655786"/>
                  <a:ext cx="1696432" cy="2275113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6940CFDD-59DD-9D8C-E502-C8E4418B9F00}"/>
                    </a:ext>
                  </a:extLst>
                </p:cNvPr>
                <p:cNvSpPr/>
                <p:nvPr/>
              </p:nvSpPr>
              <p:spPr>
                <a:xfrm>
                  <a:off x="5236582" y="2070099"/>
                  <a:ext cx="1696432" cy="1804624"/>
                </a:xfrm>
                <a:custGeom>
                  <a:avLst/>
                  <a:gdLst>
                    <a:gd name="connsiteX0" fmla="*/ 0 w 1696432"/>
                    <a:gd name="connsiteY0" fmla="*/ 0 h 1804624"/>
                    <a:gd name="connsiteX1" fmla="*/ 1696432 w 1696432"/>
                    <a:gd name="connsiteY1" fmla="*/ 0 h 1804624"/>
                    <a:gd name="connsiteX2" fmla="*/ 1696432 w 1696432"/>
                    <a:gd name="connsiteY2" fmla="*/ 1585779 h 1804624"/>
                    <a:gd name="connsiteX3" fmla="*/ 974759 w 1696432"/>
                    <a:gd name="connsiteY3" fmla="*/ 1585779 h 1804624"/>
                    <a:gd name="connsiteX4" fmla="*/ 848216 w 1696432"/>
                    <a:gd name="connsiteY4" fmla="*/ 1804624 h 1804624"/>
                    <a:gd name="connsiteX5" fmla="*/ 721675 w 1696432"/>
                    <a:gd name="connsiteY5" fmla="*/ 1585779 h 1804624"/>
                    <a:gd name="connsiteX6" fmla="*/ 0 w 1696432"/>
                    <a:gd name="connsiteY6" fmla="*/ 1585779 h 1804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6432" h="1804624">
                      <a:moveTo>
                        <a:pt x="0" y="0"/>
                      </a:moveTo>
                      <a:lnTo>
                        <a:pt x="1696432" y="0"/>
                      </a:lnTo>
                      <a:lnTo>
                        <a:pt x="1696432" y="1585779"/>
                      </a:lnTo>
                      <a:lnTo>
                        <a:pt x="974759" y="1585779"/>
                      </a:lnTo>
                      <a:lnTo>
                        <a:pt x="848216" y="1804624"/>
                      </a:lnTo>
                      <a:lnTo>
                        <a:pt x="721675" y="1585779"/>
                      </a:lnTo>
                      <a:lnTo>
                        <a:pt x="0" y="158577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350" name="TextBox 14349">
                <a:extLst>
                  <a:ext uri="{FF2B5EF4-FFF2-40B4-BE49-F238E27FC236}">
                    <a16:creationId xmlns:a16="http://schemas.microsoft.com/office/drawing/2014/main" id="{C8D2204E-53A3-DDA0-7292-D59EEF00B7FD}"/>
                  </a:ext>
                </a:extLst>
              </p:cNvPr>
              <p:cNvSpPr txBox="1"/>
              <p:nvPr/>
            </p:nvSpPr>
            <p:spPr>
              <a:xfrm>
                <a:off x="5293928" y="4217712"/>
                <a:ext cx="1581740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Illuminate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Purple is a color of luxury, mystery, and romance.</a:t>
                </a:r>
              </a:p>
            </p:txBody>
          </p:sp>
        </p:grpSp>
        <p:grpSp>
          <p:nvGrpSpPr>
            <p:cNvPr id="14357" name="Group 14356">
              <a:extLst>
                <a:ext uri="{FF2B5EF4-FFF2-40B4-BE49-F238E27FC236}">
                  <a16:creationId xmlns:a16="http://schemas.microsoft.com/office/drawing/2014/main" id="{A8E29932-0C69-374B-9C96-BD9CBC8B56DF}"/>
                </a:ext>
              </a:extLst>
            </p:cNvPr>
            <p:cNvGrpSpPr/>
            <p:nvPr/>
          </p:nvGrpSpPr>
          <p:grpSpPr>
            <a:xfrm>
              <a:off x="7393321" y="2070099"/>
              <a:ext cx="1696432" cy="3860800"/>
              <a:chOff x="7402408" y="2070099"/>
              <a:chExt cx="1696432" cy="3860800"/>
            </a:xfrm>
          </p:grpSpPr>
          <p:grpSp>
            <p:nvGrpSpPr>
              <p:cNvPr id="14346" name="Group 14345">
                <a:extLst>
                  <a:ext uri="{FF2B5EF4-FFF2-40B4-BE49-F238E27FC236}">
                    <a16:creationId xmlns:a16="http://schemas.microsoft.com/office/drawing/2014/main" id="{695007FA-FEC1-DFE6-2075-DACB63D86ED5}"/>
                  </a:ext>
                </a:extLst>
              </p:cNvPr>
              <p:cNvGrpSpPr/>
              <p:nvPr/>
            </p:nvGrpSpPr>
            <p:grpSpPr>
              <a:xfrm>
                <a:off x="7402408" y="2070099"/>
                <a:ext cx="1696432" cy="3860800"/>
                <a:chOff x="7397964" y="2070099"/>
                <a:chExt cx="1696432" cy="3860800"/>
              </a:xfrm>
            </p:grpSpPr>
            <p:sp>
              <p:nvSpPr>
                <p:cNvPr id="18" name="Google Shape;810;p29">
                  <a:extLst>
                    <a:ext uri="{FF2B5EF4-FFF2-40B4-BE49-F238E27FC236}">
                      <a16:creationId xmlns:a16="http://schemas.microsoft.com/office/drawing/2014/main" id="{33216C7B-5684-C27B-1A07-6FCB6FF9DFF9}"/>
                    </a:ext>
                  </a:extLst>
                </p:cNvPr>
                <p:cNvSpPr/>
                <p:nvPr/>
              </p:nvSpPr>
              <p:spPr>
                <a:xfrm>
                  <a:off x="7397964" y="3655786"/>
                  <a:ext cx="1696432" cy="2275113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48232FD-0CBE-999D-5FBA-FA2988DC3FDD}"/>
                    </a:ext>
                  </a:extLst>
                </p:cNvPr>
                <p:cNvSpPr/>
                <p:nvPr/>
              </p:nvSpPr>
              <p:spPr>
                <a:xfrm>
                  <a:off x="7397964" y="2070099"/>
                  <a:ext cx="1696432" cy="1804624"/>
                </a:xfrm>
                <a:custGeom>
                  <a:avLst/>
                  <a:gdLst>
                    <a:gd name="connsiteX0" fmla="*/ 0 w 1696432"/>
                    <a:gd name="connsiteY0" fmla="*/ 0 h 1804624"/>
                    <a:gd name="connsiteX1" fmla="*/ 1696432 w 1696432"/>
                    <a:gd name="connsiteY1" fmla="*/ 0 h 1804624"/>
                    <a:gd name="connsiteX2" fmla="*/ 1696432 w 1696432"/>
                    <a:gd name="connsiteY2" fmla="*/ 1585779 h 1804624"/>
                    <a:gd name="connsiteX3" fmla="*/ 974759 w 1696432"/>
                    <a:gd name="connsiteY3" fmla="*/ 1585779 h 1804624"/>
                    <a:gd name="connsiteX4" fmla="*/ 848216 w 1696432"/>
                    <a:gd name="connsiteY4" fmla="*/ 1804624 h 1804624"/>
                    <a:gd name="connsiteX5" fmla="*/ 721675 w 1696432"/>
                    <a:gd name="connsiteY5" fmla="*/ 1585779 h 1804624"/>
                    <a:gd name="connsiteX6" fmla="*/ 0 w 1696432"/>
                    <a:gd name="connsiteY6" fmla="*/ 1585779 h 1804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6432" h="1804624">
                      <a:moveTo>
                        <a:pt x="0" y="0"/>
                      </a:moveTo>
                      <a:lnTo>
                        <a:pt x="1696432" y="0"/>
                      </a:lnTo>
                      <a:lnTo>
                        <a:pt x="1696432" y="1585779"/>
                      </a:lnTo>
                      <a:lnTo>
                        <a:pt x="974759" y="1585779"/>
                      </a:lnTo>
                      <a:lnTo>
                        <a:pt x="848216" y="1804624"/>
                      </a:lnTo>
                      <a:lnTo>
                        <a:pt x="721675" y="1585779"/>
                      </a:lnTo>
                      <a:lnTo>
                        <a:pt x="0" y="158577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351" name="TextBox 14350">
                <a:extLst>
                  <a:ext uri="{FF2B5EF4-FFF2-40B4-BE49-F238E27FC236}">
                    <a16:creationId xmlns:a16="http://schemas.microsoft.com/office/drawing/2014/main" id="{39E08EEC-719B-2B72-FB02-011BB3CA0BFB}"/>
                  </a:ext>
                </a:extLst>
              </p:cNvPr>
              <p:cNvSpPr txBox="1"/>
              <p:nvPr/>
            </p:nvSpPr>
            <p:spPr>
              <a:xfrm flipH="1">
                <a:off x="7459755" y="4217712"/>
                <a:ext cx="1581738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Evaluate 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Orange is a color of playfulness and energy.</a:t>
                </a:r>
              </a:p>
            </p:txBody>
          </p:sp>
        </p:grpSp>
        <p:grpSp>
          <p:nvGrpSpPr>
            <p:cNvPr id="14358" name="Group 14357">
              <a:extLst>
                <a:ext uri="{FF2B5EF4-FFF2-40B4-BE49-F238E27FC236}">
                  <a16:creationId xmlns:a16="http://schemas.microsoft.com/office/drawing/2014/main" id="{D55683FE-77E9-44D8-3A32-FA8E4A700F3E}"/>
                </a:ext>
              </a:extLst>
            </p:cNvPr>
            <p:cNvGrpSpPr/>
            <p:nvPr/>
          </p:nvGrpSpPr>
          <p:grpSpPr>
            <a:xfrm>
              <a:off x="9538644" y="2070099"/>
              <a:ext cx="1726338" cy="3860800"/>
              <a:chOff x="9538644" y="2070099"/>
              <a:chExt cx="1726338" cy="3860800"/>
            </a:xfrm>
          </p:grpSpPr>
          <p:grpSp>
            <p:nvGrpSpPr>
              <p:cNvPr id="14347" name="Group 14346">
                <a:extLst>
                  <a:ext uri="{FF2B5EF4-FFF2-40B4-BE49-F238E27FC236}">
                    <a16:creationId xmlns:a16="http://schemas.microsoft.com/office/drawing/2014/main" id="{F2CF8677-68F0-F711-DE76-1B229F8EAD94}"/>
                  </a:ext>
                </a:extLst>
              </p:cNvPr>
              <p:cNvGrpSpPr/>
              <p:nvPr/>
            </p:nvGrpSpPr>
            <p:grpSpPr>
              <a:xfrm>
                <a:off x="9538644" y="2070099"/>
                <a:ext cx="1726338" cy="3860800"/>
                <a:chOff x="9508307" y="2070099"/>
                <a:chExt cx="1726338" cy="3860800"/>
              </a:xfrm>
            </p:grpSpPr>
            <p:sp>
              <p:nvSpPr>
                <p:cNvPr id="23" name="Google Shape;815;p29">
                  <a:extLst>
                    <a:ext uri="{FF2B5EF4-FFF2-40B4-BE49-F238E27FC236}">
                      <a16:creationId xmlns:a16="http://schemas.microsoft.com/office/drawing/2014/main" id="{04F63169-3C3F-EA1D-2636-C05EB631F2FA}"/>
                    </a:ext>
                  </a:extLst>
                </p:cNvPr>
                <p:cNvSpPr/>
                <p:nvPr/>
              </p:nvSpPr>
              <p:spPr>
                <a:xfrm>
                  <a:off x="9508307" y="3655786"/>
                  <a:ext cx="1726338" cy="2275113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36" name="Freeform: Shape 14335">
                  <a:extLst>
                    <a:ext uri="{FF2B5EF4-FFF2-40B4-BE49-F238E27FC236}">
                      <a16:creationId xmlns:a16="http://schemas.microsoft.com/office/drawing/2014/main" id="{3CFFD7E2-C7C6-942B-90F9-F394FEE96060}"/>
                    </a:ext>
                  </a:extLst>
                </p:cNvPr>
                <p:cNvSpPr/>
                <p:nvPr/>
              </p:nvSpPr>
              <p:spPr>
                <a:xfrm>
                  <a:off x="9523260" y="2070099"/>
                  <a:ext cx="1696432" cy="1804624"/>
                </a:xfrm>
                <a:custGeom>
                  <a:avLst/>
                  <a:gdLst>
                    <a:gd name="connsiteX0" fmla="*/ 0 w 1696432"/>
                    <a:gd name="connsiteY0" fmla="*/ 0 h 1804624"/>
                    <a:gd name="connsiteX1" fmla="*/ 1696432 w 1696432"/>
                    <a:gd name="connsiteY1" fmla="*/ 0 h 1804624"/>
                    <a:gd name="connsiteX2" fmla="*/ 1696432 w 1696432"/>
                    <a:gd name="connsiteY2" fmla="*/ 1585779 h 1804624"/>
                    <a:gd name="connsiteX3" fmla="*/ 974759 w 1696432"/>
                    <a:gd name="connsiteY3" fmla="*/ 1585779 h 1804624"/>
                    <a:gd name="connsiteX4" fmla="*/ 848216 w 1696432"/>
                    <a:gd name="connsiteY4" fmla="*/ 1804624 h 1804624"/>
                    <a:gd name="connsiteX5" fmla="*/ 721674 w 1696432"/>
                    <a:gd name="connsiteY5" fmla="*/ 1585779 h 1804624"/>
                    <a:gd name="connsiteX6" fmla="*/ 0 w 1696432"/>
                    <a:gd name="connsiteY6" fmla="*/ 1585779 h 1804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6432" h="1804624">
                      <a:moveTo>
                        <a:pt x="0" y="0"/>
                      </a:moveTo>
                      <a:lnTo>
                        <a:pt x="1696432" y="0"/>
                      </a:lnTo>
                      <a:lnTo>
                        <a:pt x="1696432" y="1585779"/>
                      </a:lnTo>
                      <a:lnTo>
                        <a:pt x="974759" y="1585779"/>
                      </a:lnTo>
                      <a:lnTo>
                        <a:pt x="848216" y="1804624"/>
                      </a:lnTo>
                      <a:lnTo>
                        <a:pt x="721674" y="1585779"/>
                      </a:lnTo>
                      <a:lnTo>
                        <a:pt x="0" y="158577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352" name="TextBox 14351">
                <a:extLst>
                  <a:ext uri="{FF2B5EF4-FFF2-40B4-BE49-F238E27FC236}">
                    <a16:creationId xmlns:a16="http://schemas.microsoft.com/office/drawing/2014/main" id="{46A7B73D-8814-08E7-794F-DE319F6DAECF}"/>
                  </a:ext>
                </a:extLst>
              </p:cNvPr>
              <p:cNvSpPr txBox="1"/>
              <p:nvPr/>
            </p:nvSpPr>
            <p:spPr>
              <a:xfrm flipH="1">
                <a:off x="9610943" y="4217712"/>
                <a:ext cx="1581740" cy="1090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Implement 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Pink is a color of feminism, youth, and innocence.</a:t>
                </a:r>
              </a:p>
            </p:txBody>
          </p:sp>
        </p:grpSp>
      </p:grpSp>
      <p:pic>
        <p:nvPicPr>
          <p:cNvPr id="2050" name="Picture 2" descr="Preparation - Free miscellaneous icons">
            <a:extLst>
              <a:ext uri="{FF2B5EF4-FFF2-40B4-BE49-F238E27FC236}">
                <a16:creationId xmlns:a16="http://schemas.microsoft.com/office/drawing/2014/main" id="{52A67468-A57A-5E72-E051-D86ED37FF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403" y="2347597"/>
            <a:ext cx="1016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cubator - Free healthcare and medical icons">
            <a:extLst>
              <a:ext uri="{FF2B5EF4-FFF2-40B4-BE49-F238E27FC236}">
                <a16:creationId xmlns:a16="http://schemas.microsoft.com/office/drawing/2014/main" id="{6D373D6D-BE25-BDF2-2C0B-BE8FA33D1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885" y="2400300"/>
            <a:ext cx="997680" cy="9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ight bulb - Free technology icons">
            <a:extLst>
              <a:ext uri="{FF2B5EF4-FFF2-40B4-BE49-F238E27FC236}">
                <a16:creationId xmlns:a16="http://schemas.microsoft.com/office/drawing/2014/main" id="{E1BBA2B0-9B49-332C-15C9-7FAFCB49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2354943"/>
            <a:ext cx="1016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Evaluation - Free files and folders icons">
            <a:extLst>
              <a:ext uri="{FF2B5EF4-FFF2-40B4-BE49-F238E27FC236}">
                <a16:creationId xmlns:a16="http://schemas.microsoft.com/office/drawing/2014/main" id="{CEE1AEB1-909D-2A15-F13B-D9CFDF5A1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07" y="2400300"/>
            <a:ext cx="1016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plement - Free marketing icons">
            <a:extLst>
              <a:ext uri="{FF2B5EF4-FFF2-40B4-BE49-F238E27FC236}">
                <a16:creationId xmlns:a16="http://schemas.microsoft.com/office/drawing/2014/main" id="{95EDC25D-CFE3-744F-F6FB-37266B079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197" y="2347597"/>
            <a:ext cx="1016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610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050">
            <a:extLst>
              <a:ext uri="{FF2B5EF4-FFF2-40B4-BE49-F238E27FC236}">
                <a16:creationId xmlns:a16="http://schemas.microsoft.com/office/drawing/2014/main" id="{FBAAA4FB-17D4-9BA6-3EBC-9576782CAD2C}"/>
              </a:ext>
            </a:extLst>
          </p:cNvPr>
          <p:cNvGrpSpPr/>
          <p:nvPr/>
        </p:nvGrpSpPr>
        <p:grpSpPr>
          <a:xfrm>
            <a:off x="642417" y="2249718"/>
            <a:ext cx="10907166" cy="3643084"/>
            <a:chOff x="642417" y="1973945"/>
            <a:chExt cx="10907166" cy="364308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6E8F81D-53A8-6176-3700-4D1782BA65F3}"/>
                </a:ext>
              </a:extLst>
            </p:cNvPr>
            <p:cNvGrpSpPr/>
            <p:nvPr/>
          </p:nvGrpSpPr>
          <p:grpSpPr>
            <a:xfrm>
              <a:off x="642417" y="1973945"/>
              <a:ext cx="10907166" cy="3643084"/>
              <a:chOff x="457225" y="1467721"/>
              <a:chExt cx="8229516" cy="2748725"/>
            </a:xfrm>
          </p:grpSpPr>
          <p:grpSp>
            <p:nvGrpSpPr>
              <p:cNvPr id="2" name="Google Shape;690;p27">
                <a:extLst>
                  <a:ext uri="{FF2B5EF4-FFF2-40B4-BE49-F238E27FC236}">
                    <a16:creationId xmlns:a16="http://schemas.microsoft.com/office/drawing/2014/main" id="{6EA3A241-D6F6-98EB-A10E-0C167DA58042}"/>
                  </a:ext>
                </a:extLst>
              </p:cNvPr>
              <p:cNvGrpSpPr/>
              <p:nvPr/>
            </p:nvGrpSpPr>
            <p:grpSpPr>
              <a:xfrm>
                <a:off x="457225" y="1467846"/>
                <a:ext cx="1665225" cy="2748600"/>
                <a:chOff x="457225" y="1467846"/>
                <a:chExt cx="1665225" cy="2748600"/>
              </a:xfrm>
            </p:grpSpPr>
            <p:sp>
              <p:nvSpPr>
                <p:cNvPr id="3" name="Google Shape;691;p27">
                  <a:extLst>
                    <a:ext uri="{FF2B5EF4-FFF2-40B4-BE49-F238E27FC236}">
                      <a16:creationId xmlns:a16="http://schemas.microsoft.com/office/drawing/2014/main" id="{5D69671C-2F12-ADF7-D401-94135C1CBF4E}"/>
                    </a:ext>
                  </a:extLst>
                </p:cNvPr>
                <p:cNvSpPr/>
                <p:nvPr/>
              </p:nvSpPr>
              <p:spPr>
                <a:xfrm>
                  <a:off x="467643" y="1467846"/>
                  <a:ext cx="1436700" cy="2748600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" name="Google Shape;692;p27">
                  <a:extLst>
                    <a:ext uri="{FF2B5EF4-FFF2-40B4-BE49-F238E27FC236}">
                      <a16:creationId xmlns:a16="http://schemas.microsoft.com/office/drawing/2014/main" id="{2C99649D-FC6D-70EE-2C04-1B8DA89CD54F}"/>
                    </a:ext>
                  </a:extLst>
                </p:cNvPr>
                <p:cNvSpPr/>
                <p:nvPr/>
              </p:nvSpPr>
              <p:spPr>
                <a:xfrm>
                  <a:off x="467650" y="2415600"/>
                  <a:ext cx="1654800" cy="437400"/>
                </a:xfrm>
                <a:prstGeom prst="homePlat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" name="Google Shape;693;p27">
                  <a:extLst>
                    <a:ext uri="{FF2B5EF4-FFF2-40B4-BE49-F238E27FC236}">
                      <a16:creationId xmlns:a16="http://schemas.microsoft.com/office/drawing/2014/main" id="{66463686-4C80-D9B7-5AE8-D83C9BB21E83}"/>
                    </a:ext>
                  </a:extLst>
                </p:cNvPr>
                <p:cNvSpPr txBox="1"/>
                <p:nvPr/>
              </p:nvSpPr>
              <p:spPr>
                <a:xfrm>
                  <a:off x="457225" y="2471145"/>
                  <a:ext cx="1436700" cy="32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1" dirty="0">
                      <a:solidFill>
                        <a:schemeClr val="lt1"/>
                      </a:solidFill>
                      <a:latin typeface="Lora" pitchFamily="2" charset="0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Step 1</a:t>
                  </a:r>
                </a:p>
              </p:txBody>
            </p:sp>
          </p:grpSp>
          <p:grpSp>
            <p:nvGrpSpPr>
              <p:cNvPr id="6" name="Google Shape;694;p27">
                <a:extLst>
                  <a:ext uri="{FF2B5EF4-FFF2-40B4-BE49-F238E27FC236}">
                    <a16:creationId xmlns:a16="http://schemas.microsoft.com/office/drawing/2014/main" id="{9C818C2D-6844-54B9-F122-D20CFDC81020}"/>
                  </a:ext>
                </a:extLst>
              </p:cNvPr>
              <p:cNvGrpSpPr/>
              <p:nvPr/>
            </p:nvGrpSpPr>
            <p:grpSpPr>
              <a:xfrm>
                <a:off x="2155455" y="1467846"/>
                <a:ext cx="1654820" cy="2748600"/>
                <a:chOff x="2155455" y="1467846"/>
                <a:chExt cx="1654820" cy="2748600"/>
              </a:xfrm>
            </p:grpSpPr>
            <p:sp>
              <p:nvSpPr>
                <p:cNvPr id="7" name="Google Shape;695;p27">
                  <a:extLst>
                    <a:ext uri="{FF2B5EF4-FFF2-40B4-BE49-F238E27FC236}">
                      <a16:creationId xmlns:a16="http://schemas.microsoft.com/office/drawing/2014/main" id="{C138A968-2246-FCA6-9E1A-031072866BFA}"/>
                    </a:ext>
                  </a:extLst>
                </p:cNvPr>
                <p:cNvSpPr/>
                <p:nvPr/>
              </p:nvSpPr>
              <p:spPr>
                <a:xfrm>
                  <a:off x="2159619" y="1467846"/>
                  <a:ext cx="1436700" cy="2748600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" name="Google Shape;696;p27">
                  <a:extLst>
                    <a:ext uri="{FF2B5EF4-FFF2-40B4-BE49-F238E27FC236}">
                      <a16:creationId xmlns:a16="http://schemas.microsoft.com/office/drawing/2014/main" id="{8C832F76-699C-C740-90DF-C5CC63568E8B}"/>
                    </a:ext>
                  </a:extLst>
                </p:cNvPr>
                <p:cNvSpPr/>
                <p:nvPr/>
              </p:nvSpPr>
              <p:spPr>
                <a:xfrm>
                  <a:off x="2155475" y="2415600"/>
                  <a:ext cx="1654800" cy="437400"/>
                </a:xfrm>
                <a:prstGeom prst="homePlate">
                  <a:avLst>
                    <a:gd name="adj" fmla="val 50000"/>
                  </a:avLst>
                </a:prstGeom>
                <a:solidFill>
                  <a:schemeClr val="accent2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" name="Google Shape;697;p27">
                  <a:extLst>
                    <a:ext uri="{FF2B5EF4-FFF2-40B4-BE49-F238E27FC236}">
                      <a16:creationId xmlns:a16="http://schemas.microsoft.com/office/drawing/2014/main" id="{F9E35313-102C-3296-DF24-68BD27599F2E}"/>
                    </a:ext>
                  </a:extLst>
                </p:cNvPr>
                <p:cNvSpPr txBox="1"/>
                <p:nvPr/>
              </p:nvSpPr>
              <p:spPr>
                <a:xfrm>
                  <a:off x="2155455" y="2471145"/>
                  <a:ext cx="1436700" cy="32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1" dirty="0">
                      <a:solidFill>
                        <a:schemeClr val="lt1"/>
                      </a:solidFill>
                      <a:latin typeface="Lora" pitchFamily="2" charset="0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Step 2</a:t>
                  </a:r>
                </a:p>
              </p:txBody>
            </p:sp>
          </p:grpSp>
          <p:grpSp>
            <p:nvGrpSpPr>
              <p:cNvPr id="10" name="Google Shape;698;p27">
                <a:extLst>
                  <a:ext uri="{FF2B5EF4-FFF2-40B4-BE49-F238E27FC236}">
                    <a16:creationId xmlns:a16="http://schemas.microsoft.com/office/drawing/2014/main" id="{30833B92-CB9B-A65D-D80C-88F1BAF84B95}"/>
                  </a:ext>
                </a:extLst>
              </p:cNvPr>
              <p:cNvGrpSpPr/>
              <p:nvPr/>
            </p:nvGrpSpPr>
            <p:grpSpPr>
              <a:xfrm>
                <a:off x="3851594" y="1467846"/>
                <a:ext cx="1656856" cy="2748600"/>
                <a:chOff x="3851594" y="1467846"/>
                <a:chExt cx="1656856" cy="2748600"/>
              </a:xfrm>
            </p:grpSpPr>
            <p:sp>
              <p:nvSpPr>
                <p:cNvPr id="11" name="Google Shape;699;p27">
                  <a:extLst>
                    <a:ext uri="{FF2B5EF4-FFF2-40B4-BE49-F238E27FC236}">
                      <a16:creationId xmlns:a16="http://schemas.microsoft.com/office/drawing/2014/main" id="{10FD090C-81C5-28D4-FC16-9DED1877BB3B}"/>
                    </a:ext>
                  </a:extLst>
                </p:cNvPr>
                <p:cNvSpPr/>
                <p:nvPr/>
              </p:nvSpPr>
              <p:spPr>
                <a:xfrm>
                  <a:off x="3851594" y="1467846"/>
                  <a:ext cx="1436700" cy="2748600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700;p27">
                  <a:extLst>
                    <a:ext uri="{FF2B5EF4-FFF2-40B4-BE49-F238E27FC236}">
                      <a16:creationId xmlns:a16="http://schemas.microsoft.com/office/drawing/2014/main" id="{5CBD86CA-60EB-9555-60E1-C2DA073503E7}"/>
                    </a:ext>
                  </a:extLst>
                </p:cNvPr>
                <p:cNvSpPr/>
                <p:nvPr/>
              </p:nvSpPr>
              <p:spPr>
                <a:xfrm>
                  <a:off x="3853650" y="2415600"/>
                  <a:ext cx="1654800" cy="437400"/>
                </a:xfrm>
                <a:prstGeom prst="homePlate">
                  <a:avLst>
                    <a:gd name="adj" fmla="val 50000"/>
                  </a:avLst>
                </a:prstGeom>
                <a:solidFill>
                  <a:schemeClr val="accent3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701;p27">
                  <a:extLst>
                    <a:ext uri="{FF2B5EF4-FFF2-40B4-BE49-F238E27FC236}">
                      <a16:creationId xmlns:a16="http://schemas.microsoft.com/office/drawing/2014/main" id="{D8945A95-7274-4822-38C1-EC306A0AE2FC}"/>
                    </a:ext>
                  </a:extLst>
                </p:cNvPr>
                <p:cNvSpPr txBox="1"/>
                <p:nvPr/>
              </p:nvSpPr>
              <p:spPr>
                <a:xfrm>
                  <a:off x="3853659" y="2471145"/>
                  <a:ext cx="1436700" cy="32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1" dirty="0">
                      <a:solidFill>
                        <a:schemeClr val="lt1"/>
                      </a:solidFill>
                      <a:latin typeface="Lora" pitchFamily="2" charset="0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Step 3</a:t>
                  </a:r>
                </a:p>
              </p:txBody>
            </p:sp>
          </p:grpSp>
          <p:grpSp>
            <p:nvGrpSpPr>
              <p:cNvPr id="14" name="Google Shape;702;p27">
                <a:extLst>
                  <a:ext uri="{FF2B5EF4-FFF2-40B4-BE49-F238E27FC236}">
                    <a16:creationId xmlns:a16="http://schemas.microsoft.com/office/drawing/2014/main" id="{E34761C4-75EE-08F5-0A0C-A3CFA3F1D86E}"/>
                  </a:ext>
                </a:extLst>
              </p:cNvPr>
              <p:cNvGrpSpPr/>
              <p:nvPr/>
            </p:nvGrpSpPr>
            <p:grpSpPr>
              <a:xfrm>
                <a:off x="5543569" y="1467721"/>
                <a:ext cx="1654806" cy="2748600"/>
                <a:chOff x="5543569" y="1467721"/>
                <a:chExt cx="1654806" cy="2748600"/>
              </a:xfrm>
            </p:grpSpPr>
            <p:sp>
              <p:nvSpPr>
                <p:cNvPr id="15" name="Google Shape;703;p27">
                  <a:extLst>
                    <a:ext uri="{FF2B5EF4-FFF2-40B4-BE49-F238E27FC236}">
                      <a16:creationId xmlns:a16="http://schemas.microsoft.com/office/drawing/2014/main" id="{2CD99430-663B-0504-CF1E-84D1BD1C44AA}"/>
                    </a:ext>
                  </a:extLst>
                </p:cNvPr>
                <p:cNvSpPr/>
                <p:nvPr/>
              </p:nvSpPr>
              <p:spPr>
                <a:xfrm>
                  <a:off x="5543569" y="1467721"/>
                  <a:ext cx="1436700" cy="2748600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704;p27">
                  <a:extLst>
                    <a:ext uri="{FF2B5EF4-FFF2-40B4-BE49-F238E27FC236}">
                      <a16:creationId xmlns:a16="http://schemas.microsoft.com/office/drawing/2014/main" id="{CBA24BAF-8AEC-994E-A7A4-F9564D258D90}"/>
                    </a:ext>
                  </a:extLst>
                </p:cNvPr>
                <p:cNvSpPr/>
                <p:nvPr/>
              </p:nvSpPr>
              <p:spPr>
                <a:xfrm>
                  <a:off x="5543575" y="2415600"/>
                  <a:ext cx="1654800" cy="437400"/>
                </a:xfrm>
                <a:prstGeom prst="homePlate">
                  <a:avLst>
                    <a:gd name="adj" fmla="val 50000"/>
                  </a:avLst>
                </a:prstGeom>
                <a:solidFill>
                  <a:schemeClr val="accent4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705;p27">
                  <a:extLst>
                    <a:ext uri="{FF2B5EF4-FFF2-40B4-BE49-F238E27FC236}">
                      <a16:creationId xmlns:a16="http://schemas.microsoft.com/office/drawing/2014/main" id="{271DF525-62C8-6B0D-9C9D-320BCF9A2BEF}"/>
                    </a:ext>
                  </a:extLst>
                </p:cNvPr>
                <p:cNvSpPr txBox="1"/>
                <p:nvPr/>
              </p:nvSpPr>
              <p:spPr>
                <a:xfrm>
                  <a:off x="5551850" y="2471145"/>
                  <a:ext cx="1436700" cy="32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1" dirty="0">
                      <a:solidFill>
                        <a:schemeClr val="lt1"/>
                      </a:solidFill>
                      <a:latin typeface="Lora" pitchFamily="2" charset="0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Step 4</a:t>
                  </a:r>
                </a:p>
              </p:txBody>
            </p:sp>
          </p:grpSp>
          <p:grpSp>
            <p:nvGrpSpPr>
              <p:cNvPr id="18" name="Google Shape;706;p27">
                <a:extLst>
                  <a:ext uri="{FF2B5EF4-FFF2-40B4-BE49-F238E27FC236}">
                    <a16:creationId xmlns:a16="http://schemas.microsoft.com/office/drawing/2014/main" id="{A891E08B-7E90-C7CC-2184-323BCAABBED4}"/>
                  </a:ext>
                </a:extLst>
              </p:cNvPr>
              <p:cNvGrpSpPr/>
              <p:nvPr/>
            </p:nvGrpSpPr>
            <p:grpSpPr>
              <a:xfrm>
                <a:off x="7235544" y="1467846"/>
                <a:ext cx="1451197" cy="2748600"/>
                <a:chOff x="7235544" y="1467846"/>
                <a:chExt cx="1451197" cy="2748600"/>
              </a:xfrm>
            </p:grpSpPr>
            <p:sp>
              <p:nvSpPr>
                <p:cNvPr id="19" name="Google Shape;707;p27">
                  <a:extLst>
                    <a:ext uri="{FF2B5EF4-FFF2-40B4-BE49-F238E27FC236}">
                      <a16:creationId xmlns:a16="http://schemas.microsoft.com/office/drawing/2014/main" id="{C98CB15B-81DD-9B52-BB99-0B2B689F82B5}"/>
                    </a:ext>
                  </a:extLst>
                </p:cNvPr>
                <p:cNvSpPr/>
                <p:nvPr/>
              </p:nvSpPr>
              <p:spPr>
                <a:xfrm>
                  <a:off x="7235544" y="1467846"/>
                  <a:ext cx="1436700" cy="2748600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708;p27">
                  <a:extLst>
                    <a:ext uri="{FF2B5EF4-FFF2-40B4-BE49-F238E27FC236}">
                      <a16:creationId xmlns:a16="http://schemas.microsoft.com/office/drawing/2014/main" id="{3780EFC2-F54D-7902-1FAD-A402F91FFCF7}"/>
                    </a:ext>
                  </a:extLst>
                </p:cNvPr>
                <p:cNvSpPr/>
                <p:nvPr/>
              </p:nvSpPr>
              <p:spPr>
                <a:xfrm>
                  <a:off x="7235550" y="2417475"/>
                  <a:ext cx="1436700" cy="437400"/>
                </a:xfrm>
                <a:prstGeom prst="rect">
                  <a:avLst/>
                </a:prstGeom>
                <a:solidFill>
                  <a:schemeClr val="accent5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709;p27">
                  <a:extLst>
                    <a:ext uri="{FF2B5EF4-FFF2-40B4-BE49-F238E27FC236}">
                      <a16:creationId xmlns:a16="http://schemas.microsoft.com/office/drawing/2014/main" id="{B74D05FE-2F65-2BDA-E76D-485BBF2743F0}"/>
                    </a:ext>
                  </a:extLst>
                </p:cNvPr>
                <p:cNvSpPr txBox="1"/>
                <p:nvPr/>
              </p:nvSpPr>
              <p:spPr>
                <a:xfrm>
                  <a:off x="7250041" y="2471145"/>
                  <a:ext cx="1436700" cy="32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1" dirty="0">
                      <a:solidFill>
                        <a:schemeClr val="lt1"/>
                      </a:solidFill>
                      <a:latin typeface="Lora" pitchFamily="2" charset="0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Step 5</a:t>
                  </a:r>
                </a:p>
              </p:txBody>
            </p:sp>
          </p:grp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F8FA1C-93A6-6F7F-0D83-05A3C0F55847}"/>
                </a:ext>
              </a:extLst>
            </p:cNvPr>
            <p:cNvSpPr txBox="1"/>
            <p:nvPr/>
          </p:nvSpPr>
          <p:spPr>
            <a:xfrm>
              <a:off x="859894" y="4071043"/>
              <a:ext cx="149682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234102-468F-F5AD-CB48-209D1D2CF1D1}"/>
                </a:ext>
              </a:extLst>
            </p:cNvPr>
            <p:cNvSpPr txBox="1"/>
            <p:nvPr/>
          </p:nvSpPr>
          <p:spPr>
            <a:xfrm>
              <a:off x="3052222" y="4071043"/>
              <a:ext cx="157788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A5CDDC-F3AF-B0C6-DEEB-CAA81152118C}"/>
                </a:ext>
              </a:extLst>
            </p:cNvPr>
            <p:cNvSpPr txBox="1"/>
            <p:nvPr/>
          </p:nvSpPr>
          <p:spPr>
            <a:xfrm flipH="1">
              <a:off x="7556491" y="4071043"/>
              <a:ext cx="157788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9E1064-B621-1561-3002-E8663DDB9BAE}"/>
                </a:ext>
              </a:extLst>
            </p:cNvPr>
            <p:cNvSpPr txBox="1"/>
            <p:nvPr/>
          </p:nvSpPr>
          <p:spPr>
            <a:xfrm>
              <a:off x="5325607" y="4071043"/>
              <a:ext cx="153537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87EAD4-C938-9ADE-BD5A-EB02A780A107}"/>
                </a:ext>
              </a:extLst>
            </p:cNvPr>
            <p:cNvSpPr txBox="1"/>
            <p:nvPr/>
          </p:nvSpPr>
          <p:spPr>
            <a:xfrm flipH="1">
              <a:off x="9829877" y="4071043"/>
              <a:ext cx="14968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3A22CB-3500-3F5B-E5E3-A7BC156AC633}"/>
                </a:ext>
              </a:extLst>
            </p:cNvPr>
            <p:cNvSpPr txBox="1"/>
            <p:nvPr/>
          </p:nvSpPr>
          <p:spPr>
            <a:xfrm>
              <a:off x="702727" y="2315557"/>
              <a:ext cx="18111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Define the problem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DCA85B-9AD8-589F-EE8B-176E93DDC533}"/>
                </a:ext>
              </a:extLst>
            </p:cNvPr>
            <p:cNvSpPr txBox="1"/>
            <p:nvPr/>
          </p:nvSpPr>
          <p:spPr>
            <a:xfrm>
              <a:off x="2884520" y="2315557"/>
              <a:ext cx="1909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Brainstorm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9B41CD7-862B-448D-E12E-D41C4455CA99}"/>
                </a:ext>
              </a:extLst>
            </p:cNvPr>
            <p:cNvSpPr txBox="1"/>
            <p:nvPr/>
          </p:nvSpPr>
          <p:spPr>
            <a:xfrm flipH="1">
              <a:off x="7392838" y="2315557"/>
              <a:ext cx="1909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Revise and reevaluate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15CFABD3-0C5D-4E8C-3E58-4E4C1C879A7F}"/>
                </a:ext>
              </a:extLst>
            </p:cNvPr>
            <p:cNvSpPr txBox="1"/>
            <p:nvPr/>
          </p:nvSpPr>
          <p:spPr>
            <a:xfrm>
              <a:off x="5164392" y="2315557"/>
              <a:ext cx="18578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Create rough drafts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049" name="TextBox 2048">
              <a:extLst>
                <a:ext uri="{FF2B5EF4-FFF2-40B4-BE49-F238E27FC236}">
                  <a16:creationId xmlns:a16="http://schemas.microsoft.com/office/drawing/2014/main" id="{3FDA6EEE-E09E-D68C-568B-A0AFA280385D}"/>
                </a:ext>
              </a:extLst>
            </p:cNvPr>
            <p:cNvSpPr txBox="1"/>
            <p:nvPr/>
          </p:nvSpPr>
          <p:spPr>
            <a:xfrm flipH="1">
              <a:off x="9672711" y="2315557"/>
              <a:ext cx="18111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Deliver the solution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8384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82FCD49-36F7-2547-230B-DE5C27A97CFD}"/>
              </a:ext>
            </a:extLst>
          </p:cNvPr>
          <p:cNvGrpSpPr/>
          <p:nvPr/>
        </p:nvGrpSpPr>
        <p:grpSpPr>
          <a:xfrm>
            <a:off x="1757763" y="1836519"/>
            <a:ext cx="8676474" cy="4678581"/>
            <a:chOff x="1757763" y="1836519"/>
            <a:chExt cx="8676474" cy="467858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40174C-0267-0CDB-C95D-45A6741DEBB0}"/>
                </a:ext>
              </a:extLst>
            </p:cNvPr>
            <p:cNvGrpSpPr/>
            <p:nvPr/>
          </p:nvGrpSpPr>
          <p:grpSpPr>
            <a:xfrm>
              <a:off x="1757763" y="1836519"/>
              <a:ext cx="8676474" cy="4678581"/>
              <a:chOff x="2611452" y="1836519"/>
              <a:chExt cx="8676474" cy="4678581"/>
            </a:xfrm>
          </p:grpSpPr>
          <p:grpSp>
            <p:nvGrpSpPr>
              <p:cNvPr id="2" name="Google Shape;747;p28">
                <a:extLst>
                  <a:ext uri="{FF2B5EF4-FFF2-40B4-BE49-F238E27FC236}">
                    <a16:creationId xmlns:a16="http://schemas.microsoft.com/office/drawing/2014/main" id="{394134D6-3A84-6123-6244-C478F6F8D3F2}"/>
                  </a:ext>
                </a:extLst>
              </p:cNvPr>
              <p:cNvGrpSpPr/>
              <p:nvPr/>
            </p:nvGrpSpPr>
            <p:grpSpPr>
              <a:xfrm>
                <a:off x="2611452" y="5161269"/>
                <a:ext cx="8676474" cy="1353831"/>
                <a:chOff x="1366852" y="3688069"/>
                <a:chExt cx="7174997" cy="1353831"/>
              </a:xfrm>
            </p:grpSpPr>
            <p:sp>
              <p:nvSpPr>
                <p:cNvPr id="3" name="Google Shape;748;p28">
                  <a:extLst>
                    <a:ext uri="{FF2B5EF4-FFF2-40B4-BE49-F238E27FC236}">
                      <a16:creationId xmlns:a16="http://schemas.microsoft.com/office/drawing/2014/main" id="{CD8517C6-C52C-F73B-BAD3-7055B9C1E290}"/>
                    </a:ext>
                  </a:extLst>
                </p:cNvPr>
                <p:cNvSpPr/>
                <p:nvPr/>
              </p:nvSpPr>
              <p:spPr>
                <a:xfrm>
                  <a:off x="1366852" y="3688069"/>
                  <a:ext cx="7174997" cy="85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16" h="29469" extrusionOk="0">
                      <a:moveTo>
                        <a:pt x="8514" y="1"/>
                      </a:moveTo>
                      <a:lnTo>
                        <a:pt x="1" y="14729"/>
                      </a:lnTo>
                      <a:lnTo>
                        <a:pt x="8514" y="29468"/>
                      </a:lnTo>
                      <a:lnTo>
                        <a:pt x="132303" y="29468"/>
                      </a:lnTo>
                      <a:lnTo>
                        <a:pt x="140816" y="14729"/>
                      </a:lnTo>
                      <a:lnTo>
                        <a:pt x="132303" y="1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" name="Google Shape;749;p28">
                  <a:extLst>
                    <a:ext uri="{FF2B5EF4-FFF2-40B4-BE49-F238E27FC236}">
                      <a16:creationId xmlns:a16="http://schemas.microsoft.com/office/drawing/2014/main" id="{3BA48E62-6BD6-D59B-0289-3BB2201B1C8A}"/>
                    </a:ext>
                  </a:extLst>
                </p:cNvPr>
                <p:cNvSpPr/>
                <p:nvPr/>
              </p:nvSpPr>
              <p:spPr>
                <a:xfrm>
                  <a:off x="1366871" y="3689022"/>
                  <a:ext cx="1070111" cy="1352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1" h="39863" extrusionOk="0">
                      <a:moveTo>
                        <a:pt x="0" y="1"/>
                      </a:moveTo>
                      <a:lnTo>
                        <a:pt x="0" y="29468"/>
                      </a:lnTo>
                      <a:lnTo>
                        <a:pt x="17645" y="39863"/>
                      </a:lnTo>
                      <a:lnTo>
                        <a:pt x="35291" y="29468"/>
                      </a:lnTo>
                      <a:lnTo>
                        <a:pt x="3529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2743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9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grpSp>
            <p:nvGrpSpPr>
              <p:cNvPr id="5" name="Google Shape;750;p28">
                <a:extLst>
                  <a:ext uri="{FF2B5EF4-FFF2-40B4-BE49-F238E27FC236}">
                    <a16:creationId xmlns:a16="http://schemas.microsoft.com/office/drawing/2014/main" id="{4FF6C72C-C0B4-F864-7515-EF42AD8E5C0F}"/>
                  </a:ext>
                </a:extLst>
              </p:cNvPr>
              <p:cNvGrpSpPr/>
              <p:nvPr/>
            </p:nvGrpSpPr>
            <p:grpSpPr>
              <a:xfrm>
                <a:off x="2611452" y="4053021"/>
                <a:ext cx="8676474" cy="1352878"/>
                <a:chOff x="1366852" y="2781422"/>
                <a:chExt cx="7174997" cy="1352878"/>
              </a:xfrm>
            </p:grpSpPr>
            <p:sp>
              <p:nvSpPr>
                <p:cNvPr id="6" name="Google Shape;751;p28">
                  <a:extLst>
                    <a:ext uri="{FF2B5EF4-FFF2-40B4-BE49-F238E27FC236}">
                      <a16:creationId xmlns:a16="http://schemas.microsoft.com/office/drawing/2014/main" id="{51979F91-6AA7-25E9-236C-A80381DF17E1}"/>
                    </a:ext>
                  </a:extLst>
                </p:cNvPr>
                <p:cNvSpPr/>
                <p:nvPr/>
              </p:nvSpPr>
              <p:spPr>
                <a:xfrm>
                  <a:off x="1366852" y="2781429"/>
                  <a:ext cx="7174997" cy="852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16" h="29468" extrusionOk="0">
                      <a:moveTo>
                        <a:pt x="8514" y="0"/>
                      </a:moveTo>
                      <a:lnTo>
                        <a:pt x="1" y="14728"/>
                      </a:lnTo>
                      <a:lnTo>
                        <a:pt x="8514" y="29468"/>
                      </a:lnTo>
                      <a:lnTo>
                        <a:pt x="132303" y="29468"/>
                      </a:lnTo>
                      <a:lnTo>
                        <a:pt x="140816" y="14728"/>
                      </a:lnTo>
                      <a:lnTo>
                        <a:pt x="132303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" name="Google Shape;752;p28">
                  <a:extLst>
                    <a:ext uri="{FF2B5EF4-FFF2-40B4-BE49-F238E27FC236}">
                      <a16:creationId xmlns:a16="http://schemas.microsoft.com/office/drawing/2014/main" id="{047DA592-0F70-2241-7458-AF6D96552A34}"/>
                    </a:ext>
                  </a:extLst>
                </p:cNvPr>
                <p:cNvSpPr/>
                <p:nvPr/>
              </p:nvSpPr>
              <p:spPr>
                <a:xfrm>
                  <a:off x="1366887" y="2781422"/>
                  <a:ext cx="1070081" cy="1352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0" h="39863" extrusionOk="0">
                      <a:moveTo>
                        <a:pt x="0" y="0"/>
                      </a:moveTo>
                      <a:lnTo>
                        <a:pt x="0" y="29468"/>
                      </a:lnTo>
                      <a:lnTo>
                        <a:pt x="17645" y="39862"/>
                      </a:lnTo>
                      <a:lnTo>
                        <a:pt x="35290" y="29468"/>
                      </a:lnTo>
                      <a:lnTo>
                        <a:pt x="3529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2743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9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grpSp>
            <p:nvGrpSpPr>
              <p:cNvPr id="8" name="Google Shape;753;p28">
                <a:extLst>
                  <a:ext uri="{FF2B5EF4-FFF2-40B4-BE49-F238E27FC236}">
                    <a16:creationId xmlns:a16="http://schemas.microsoft.com/office/drawing/2014/main" id="{1F1F6A55-3D63-D9F0-8F08-84267B5F2950}"/>
                  </a:ext>
                </a:extLst>
              </p:cNvPr>
              <p:cNvGrpSpPr/>
              <p:nvPr/>
            </p:nvGrpSpPr>
            <p:grpSpPr>
              <a:xfrm>
                <a:off x="2611452" y="2944773"/>
                <a:ext cx="8676474" cy="1352878"/>
                <a:chOff x="1366852" y="1859537"/>
                <a:chExt cx="7174997" cy="1352878"/>
              </a:xfrm>
            </p:grpSpPr>
            <p:sp>
              <p:nvSpPr>
                <p:cNvPr id="9" name="Google Shape;754;p28">
                  <a:extLst>
                    <a:ext uri="{FF2B5EF4-FFF2-40B4-BE49-F238E27FC236}">
                      <a16:creationId xmlns:a16="http://schemas.microsoft.com/office/drawing/2014/main" id="{656D60AD-E578-3E66-7FAC-30F1AA244175}"/>
                    </a:ext>
                  </a:extLst>
                </p:cNvPr>
                <p:cNvSpPr/>
                <p:nvPr/>
              </p:nvSpPr>
              <p:spPr>
                <a:xfrm>
                  <a:off x="1366852" y="1859537"/>
                  <a:ext cx="7174997" cy="852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16" h="29469" extrusionOk="0">
                      <a:moveTo>
                        <a:pt x="8514" y="1"/>
                      </a:moveTo>
                      <a:lnTo>
                        <a:pt x="1" y="14729"/>
                      </a:lnTo>
                      <a:lnTo>
                        <a:pt x="8514" y="29469"/>
                      </a:lnTo>
                      <a:lnTo>
                        <a:pt x="132303" y="29469"/>
                      </a:lnTo>
                      <a:lnTo>
                        <a:pt x="140816" y="14729"/>
                      </a:lnTo>
                      <a:lnTo>
                        <a:pt x="132303" y="1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" name="Google Shape;755;p28">
                  <a:extLst>
                    <a:ext uri="{FF2B5EF4-FFF2-40B4-BE49-F238E27FC236}">
                      <a16:creationId xmlns:a16="http://schemas.microsoft.com/office/drawing/2014/main" id="{1EDB94E8-A0AE-A819-5BF4-63F64873621B}"/>
                    </a:ext>
                  </a:extLst>
                </p:cNvPr>
                <p:cNvSpPr/>
                <p:nvPr/>
              </p:nvSpPr>
              <p:spPr>
                <a:xfrm>
                  <a:off x="1366871" y="1859537"/>
                  <a:ext cx="1070111" cy="1352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1" h="39863" extrusionOk="0">
                      <a:moveTo>
                        <a:pt x="1" y="1"/>
                      </a:moveTo>
                      <a:lnTo>
                        <a:pt x="1" y="29469"/>
                      </a:lnTo>
                      <a:lnTo>
                        <a:pt x="17646" y="39863"/>
                      </a:lnTo>
                      <a:lnTo>
                        <a:pt x="35291" y="29469"/>
                      </a:lnTo>
                      <a:lnTo>
                        <a:pt x="3529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2743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9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grpSp>
            <p:nvGrpSpPr>
              <p:cNvPr id="11" name="Google Shape;756;p28">
                <a:extLst>
                  <a:ext uri="{FF2B5EF4-FFF2-40B4-BE49-F238E27FC236}">
                    <a16:creationId xmlns:a16="http://schemas.microsoft.com/office/drawing/2014/main" id="{E3E07CF4-0B58-28AC-71EC-80D4F921A2E0}"/>
                  </a:ext>
                </a:extLst>
              </p:cNvPr>
              <p:cNvGrpSpPr/>
              <p:nvPr/>
            </p:nvGrpSpPr>
            <p:grpSpPr>
              <a:xfrm>
                <a:off x="2611452" y="1836519"/>
                <a:ext cx="8676474" cy="1352884"/>
                <a:chOff x="1366852" y="947519"/>
                <a:chExt cx="7174997" cy="1352884"/>
              </a:xfrm>
            </p:grpSpPr>
            <p:sp>
              <p:nvSpPr>
                <p:cNvPr id="12" name="Google Shape;757;p28">
                  <a:extLst>
                    <a:ext uri="{FF2B5EF4-FFF2-40B4-BE49-F238E27FC236}">
                      <a16:creationId xmlns:a16="http://schemas.microsoft.com/office/drawing/2014/main" id="{D09887E3-EC0F-59F9-2BAA-9C40CD731340}"/>
                    </a:ext>
                  </a:extLst>
                </p:cNvPr>
                <p:cNvSpPr/>
                <p:nvPr/>
              </p:nvSpPr>
              <p:spPr>
                <a:xfrm>
                  <a:off x="1366852" y="947519"/>
                  <a:ext cx="7174997" cy="852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16" h="29468" extrusionOk="0">
                      <a:moveTo>
                        <a:pt x="8514" y="0"/>
                      </a:moveTo>
                      <a:lnTo>
                        <a:pt x="1" y="14740"/>
                      </a:lnTo>
                      <a:lnTo>
                        <a:pt x="8514" y="29468"/>
                      </a:lnTo>
                      <a:lnTo>
                        <a:pt x="132303" y="29468"/>
                      </a:lnTo>
                      <a:lnTo>
                        <a:pt x="140816" y="14740"/>
                      </a:lnTo>
                      <a:lnTo>
                        <a:pt x="132303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758;p28">
                  <a:extLst>
                    <a:ext uri="{FF2B5EF4-FFF2-40B4-BE49-F238E27FC236}">
                      <a16:creationId xmlns:a16="http://schemas.microsoft.com/office/drawing/2014/main" id="{D724DD2A-4822-7623-95F6-488AC0097D6E}"/>
                    </a:ext>
                  </a:extLst>
                </p:cNvPr>
                <p:cNvSpPr/>
                <p:nvPr/>
              </p:nvSpPr>
              <p:spPr>
                <a:xfrm>
                  <a:off x="1366871" y="947525"/>
                  <a:ext cx="1070111" cy="1352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1" h="39863" extrusionOk="0">
                      <a:moveTo>
                        <a:pt x="1" y="0"/>
                      </a:moveTo>
                      <a:lnTo>
                        <a:pt x="1" y="29468"/>
                      </a:lnTo>
                      <a:lnTo>
                        <a:pt x="17646" y="39862"/>
                      </a:lnTo>
                      <a:lnTo>
                        <a:pt x="35291" y="29468"/>
                      </a:lnTo>
                      <a:lnTo>
                        <a:pt x="3529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274300" anchor="ctr" anchorCtr="0">
                  <a:noAutofit/>
                </a:bodyPr>
                <a:lstStyle/>
                <a:p>
                  <a:pPr lvl="0" algn="ctr"/>
                  <a:endParaRPr sz="29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462F3E-ED6A-6619-142E-8BA8C6A07AB5}"/>
                </a:ext>
              </a:extLst>
            </p:cNvPr>
            <p:cNvSpPr txBox="1"/>
            <p:nvPr/>
          </p:nvSpPr>
          <p:spPr>
            <a:xfrm>
              <a:off x="3442153" y="3029836"/>
              <a:ext cx="5028747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Idea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E1AB099-E589-247C-5299-85192FF86B10}"/>
                </a:ext>
              </a:extLst>
            </p:cNvPr>
            <p:cNvSpPr txBox="1"/>
            <p:nvPr/>
          </p:nvSpPr>
          <p:spPr>
            <a:xfrm flipH="1">
              <a:off x="3442153" y="5225827"/>
              <a:ext cx="4746755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Goal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CAE5B31-D262-0DE9-9B3B-58AAAC490B3C}"/>
                </a:ext>
              </a:extLst>
            </p:cNvPr>
            <p:cNvSpPr txBox="1"/>
            <p:nvPr/>
          </p:nvSpPr>
          <p:spPr>
            <a:xfrm>
              <a:off x="3442153" y="1931840"/>
              <a:ext cx="6222547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Research</a:t>
              </a:r>
              <a:endParaRPr lang="en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EC6DDB-D15C-05F1-A18B-2CDFCF50C031}"/>
                </a:ext>
              </a:extLst>
            </p:cNvPr>
            <p:cNvSpPr txBox="1"/>
            <p:nvPr/>
          </p:nvSpPr>
          <p:spPr>
            <a:xfrm>
              <a:off x="3442153" y="4127832"/>
              <a:ext cx="5028747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Process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</p:grpSp>
      <p:pic>
        <p:nvPicPr>
          <p:cNvPr id="5122" name="Picture 2" descr="Research - Free marketing icons">
            <a:extLst>
              <a:ext uri="{FF2B5EF4-FFF2-40B4-BE49-F238E27FC236}">
                <a16:creationId xmlns:a16="http://schemas.microsoft.com/office/drawing/2014/main" id="{E52F895F-7E5F-7ABD-933E-AAF4A32D9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035" y="2095500"/>
            <a:ext cx="691550" cy="69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dea Vector Icons free download in SVG, PNG Format">
            <a:extLst>
              <a:ext uri="{FF2B5EF4-FFF2-40B4-BE49-F238E27FC236}">
                <a16:creationId xmlns:a16="http://schemas.microsoft.com/office/drawing/2014/main" id="{C093F745-E198-8D6B-E87C-296CCFD5C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035" y="3356334"/>
            <a:ext cx="691550" cy="69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rocess - Free construction and tools icons">
            <a:extLst>
              <a:ext uri="{FF2B5EF4-FFF2-40B4-BE49-F238E27FC236}">
                <a16:creationId xmlns:a16="http://schemas.microsoft.com/office/drawing/2014/main" id="{53014A78-1F38-F867-25A4-CE315A177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578" y="4511173"/>
            <a:ext cx="602464" cy="60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Free Target And Goal SVG, PNG Icon, Symbol. Download Image.">
            <a:extLst>
              <a:ext uri="{FF2B5EF4-FFF2-40B4-BE49-F238E27FC236}">
                <a16:creationId xmlns:a16="http://schemas.microsoft.com/office/drawing/2014/main" id="{5023C259-5495-012D-D353-91F9C1480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646" y="5471211"/>
            <a:ext cx="798328" cy="79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551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83" name="Connector: Elbow 29882">
            <a:extLst>
              <a:ext uri="{FF2B5EF4-FFF2-40B4-BE49-F238E27FC236}">
                <a16:creationId xmlns:a16="http://schemas.microsoft.com/office/drawing/2014/main" id="{6FB0211B-39BE-62AD-75EA-F55B7206C52F}"/>
              </a:ext>
            </a:extLst>
          </p:cNvPr>
          <p:cNvCxnSpPr>
            <a:cxnSpLocks/>
            <a:stCxn id="29833" idx="0"/>
            <a:endCxn id="29819" idx="0"/>
          </p:cNvCxnSpPr>
          <p:nvPr/>
        </p:nvCxnSpPr>
        <p:spPr>
          <a:xfrm rot="5400000" flipH="1" flipV="1">
            <a:off x="6122780" y="879815"/>
            <a:ext cx="12700" cy="7990072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73" name="Straight Connector 29872">
            <a:extLst>
              <a:ext uri="{FF2B5EF4-FFF2-40B4-BE49-F238E27FC236}">
                <a16:creationId xmlns:a16="http://schemas.microsoft.com/office/drawing/2014/main" id="{F68ACBB9-C606-0EA0-E420-4AB6398DF2AB}"/>
              </a:ext>
            </a:extLst>
          </p:cNvPr>
          <p:cNvCxnSpPr>
            <a:stCxn id="29783" idx="2"/>
            <a:endCxn id="2" idx="0"/>
          </p:cNvCxnSpPr>
          <p:nvPr/>
        </p:nvCxnSpPr>
        <p:spPr>
          <a:xfrm flipH="1">
            <a:off x="6122779" y="3271475"/>
            <a:ext cx="1" cy="4115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76" name="Straight Connector 29875">
            <a:extLst>
              <a:ext uri="{FF2B5EF4-FFF2-40B4-BE49-F238E27FC236}">
                <a16:creationId xmlns:a16="http://schemas.microsoft.com/office/drawing/2014/main" id="{62ED9203-4D14-B6CD-A175-A4931C9D2265}"/>
              </a:ext>
            </a:extLst>
          </p:cNvPr>
          <p:cNvCxnSpPr>
            <a:stCxn id="2" idx="2"/>
            <a:endCxn id="29826" idx="0"/>
          </p:cNvCxnSpPr>
          <p:nvPr/>
        </p:nvCxnSpPr>
        <p:spPr>
          <a:xfrm>
            <a:off x="6122779" y="4519959"/>
            <a:ext cx="1" cy="3548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89" name="Connector: Elbow 29888">
            <a:extLst>
              <a:ext uri="{FF2B5EF4-FFF2-40B4-BE49-F238E27FC236}">
                <a16:creationId xmlns:a16="http://schemas.microsoft.com/office/drawing/2014/main" id="{D80E1C05-7F6E-421D-A19A-1EBE2D208426}"/>
              </a:ext>
            </a:extLst>
          </p:cNvPr>
          <p:cNvCxnSpPr>
            <a:cxnSpLocks/>
            <a:stCxn id="3" idx="2"/>
            <a:endCxn id="29807" idx="2"/>
          </p:cNvCxnSpPr>
          <p:nvPr/>
        </p:nvCxnSpPr>
        <p:spPr>
          <a:xfrm rot="16200000" flipH="1">
            <a:off x="6127268" y="-719074"/>
            <a:ext cx="12700" cy="7981096"/>
          </a:xfrm>
          <a:prstGeom prst="bentConnector3">
            <a:avLst>
              <a:gd name="adj1" fmla="val 180000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893" name="Group 29892">
            <a:extLst>
              <a:ext uri="{FF2B5EF4-FFF2-40B4-BE49-F238E27FC236}">
                <a16:creationId xmlns:a16="http://schemas.microsoft.com/office/drawing/2014/main" id="{2ABC791F-1B61-D1A4-BB93-94C8B15BB7F3}"/>
              </a:ext>
            </a:extLst>
          </p:cNvPr>
          <p:cNvGrpSpPr/>
          <p:nvPr/>
        </p:nvGrpSpPr>
        <p:grpSpPr>
          <a:xfrm>
            <a:off x="900535" y="1796646"/>
            <a:ext cx="10390930" cy="4609670"/>
            <a:chOff x="900535" y="1796646"/>
            <a:chExt cx="10390930" cy="4609670"/>
          </a:xfrm>
        </p:grpSpPr>
        <p:grpSp>
          <p:nvGrpSpPr>
            <p:cNvPr id="29871" name="Group 29870">
              <a:extLst>
                <a:ext uri="{FF2B5EF4-FFF2-40B4-BE49-F238E27FC236}">
                  <a16:creationId xmlns:a16="http://schemas.microsoft.com/office/drawing/2014/main" id="{B4AFCAF1-E9CC-6A93-D415-2763E237B6ED}"/>
                </a:ext>
              </a:extLst>
            </p:cNvPr>
            <p:cNvGrpSpPr/>
            <p:nvPr/>
          </p:nvGrpSpPr>
          <p:grpSpPr>
            <a:xfrm>
              <a:off x="900535" y="1796646"/>
              <a:ext cx="10390930" cy="4609670"/>
              <a:chOff x="900535" y="1796646"/>
              <a:chExt cx="10390930" cy="4609670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57E194CD-CCAE-B999-D19B-CAD5DBBA66E2}"/>
                  </a:ext>
                </a:extLst>
              </p:cNvPr>
              <p:cNvSpPr/>
              <p:nvPr/>
            </p:nvSpPr>
            <p:spPr>
              <a:xfrm>
                <a:off x="4925512" y="3683004"/>
                <a:ext cx="2394534" cy="836955"/>
              </a:xfrm>
              <a:prstGeom prst="roundRect">
                <a:avLst>
                  <a:gd name="adj" fmla="val 8559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868" name="Group 29867">
                <a:extLst>
                  <a:ext uri="{FF2B5EF4-FFF2-40B4-BE49-F238E27FC236}">
                    <a16:creationId xmlns:a16="http://schemas.microsoft.com/office/drawing/2014/main" id="{ECF0518A-7C10-C28B-EB12-C07DF98E2232}"/>
                  </a:ext>
                </a:extLst>
              </p:cNvPr>
              <p:cNvGrpSpPr/>
              <p:nvPr/>
            </p:nvGrpSpPr>
            <p:grpSpPr>
              <a:xfrm>
                <a:off x="900535" y="1796646"/>
                <a:ext cx="10390930" cy="4609670"/>
                <a:chOff x="900535" y="1796646"/>
                <a:chExt cx="10390930" cy="4609670"/>
              </a:xfrm>
            </p:grpSpPr>
            <p:grpSp>
              <p:nvGrpSpPr>
                <p:cNvPr id="29861" name="Group 29860">
                  <a:extLst>
                    <a:ext uri="{FF2B5EF4-FFF2-40B4-BE49-F238E27FC236}">
                      <a16:creationId xmlns:a16="http://schemas.microsoft.com/office/drawing/2014/main" id="{44FE8686-3CAE-1398-E025-3E5DF7DD2C06}"/>
                    </a:ext>
                  </a:extLst>
                </p:cNvPr>
                <p:cNvGrpSpPr/>
                <p:nvPr/>
              </p:nvGrpSpPr>
              <p:grpSpPr>
                <a:xfrm>
                  <a:off x="900535" y="1796646"/>
                  <a:ext cx="2409834" cy="1531465"/>
                  <a:chOff x="900535" y="1796646"/>
                  <a:chExt cx="2409834" cy="1531465"/>
                </a:xfrm>
              </p:grpSpPr>
              <p:grpSp>
                <p:nvGrpSpPr>
                  <p:cNvPr id="29837" name="Group 29836">
                    <a:extLst>
                      <a:ext uri="{FF2B5EF4-FFF2-40B4-BE49-F238E27FC236}">
                        <a16:creationId xmlns:a16="http://schemas.microsoft.com/office/drawing/2014/main" id="{8A0C97CC-891E-D279-DBC4-C26289886472}"/>
                      </a:ext>
                    </a:extLst>
                  </p:cNvPr>
                  <p:cNvGrpSpPr/>
                  <p:nvPr/>
                </p:nvGrpSpPr>
                <p:grpSpPr>
                  <a:xfrm>
                    <a:off x="900535" y="1796646"/>
                    <a:ext cx="2409834" cy="1531465"/>
                    <a:chOff x="900535" y="1796646"/>
                    <a:chExt cx="2409834" cy="1531465"/>
                  </a:xfrm>
                </p:grpSpPr>
                <p:grpSp>
                  <p:nvGrpSpPr>
                    <p:cNvPr id="29723" name="Group 29722">
                      <a:extLst>
                        <a:ext uri="{FF2B5EF4-FFF2-40B4-BE49-F238E27FC236}">
                          <a16:creationId xmlns:a16="http://schemas.microsoft.com/office/drawing/2014/main" id="{FD2711B0-006E-EC74-49CF-96A28BABD0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0535" y="1796646"/>
                      <a:ext cx="2409834" cy="1531465"/>
                      <a:chOff x="1936750" y="1390918"/>
                      <a:chExt cx="3107097" cy="1974582"/>
                    </a:xfrm>
                  </p:grpSpPr>
                  <p:sp>
                    <p:nvSpPr>
                      <p:cNvPr id="12" name="Freeform: Shape 11">
                        <a:extLst>
                          <a:ext uri="{FF2B5EF4-FFF2-40B4-BE49-F238E27FC236}">
                            <a16:creationId xmlns:a16="http://schemas.microsoft.com/office/drawing/2014/main" id="{BE470EC1-528D-EA78-3A87-3F08F8E64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36750" y="2419350"/>
                        <a:ext cx="1073150" cy="946150"/>
                      </a:xfrm>
                      <a:custGeom>
                        <a:avLst/>
                        <a:gdLst>
                          <a:gd name="connsiteX0" fmla="*/ 0 w 1073150"/>
                          <a:gd name="connsiteY0" fmla="*/ 0 h 946150"/>
                          <a:gd name="connsiteX1" fmla="*/ 1073150 w 1073150"/>
                          <a:gd name="connsiteY1" fmla="*/ 0 h 946150"/>
                          <a:gd name="connsiteX2" fmla="*/ 1073150 w 1073150"/>
                          <a:gd name="connsiteY2" fmla="*/ 946150 h 946150"/>
                          <a:gd name="connsiteX3" fmla="*/ 129077 w 1073150"/>
                          <a:gd name="connsiteY3" fmla="*/ 946150 h 946150"/>
                          <a:gd name="connsiteX4" fmla="*/ 0 w 1073150"/>
                          <a:gd name="connsiteY4" fmla="*/ 817073 h 946150"/>
                          <a:gd name="connsiteX5" fmla="*/ 0 w 1073150"/>
                          <a:gd name="connsiteY5" fmla="*/ 0 h 9461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073150" h="946150">
                            <a:moveTo>
                              <a:pt x="0" y="0"/>
                            </a:moveTo>
                            <a:lnTo>
                              <a:pt x="1073150" y="0"/>
                            </a:lnTo>
                            <a:lnTo>
                              <a:pt x="1073150" y="946150"/>
                            </a:lnTo>
                            <a:lnTo>
                              <a:pt x="129077" y="946150"/>
                            </a:lnTo>
                            <a:cubicBezTo>
                              <a:pt x="57790" y="946150"/>
                              <a:pt x="0" y="888360"/>
                              <a:pt x="0" y="817073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1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" name="Rectangle: Rounded Corners 2">
                        <a:extLst>
                          <a:ext uri="{FF2B5EF4-FFF2-40B4-BE49-F238E27FC236}">
                            <a16:creationId xmlns:a16="http://schemas.microsoft.com/office/drawing/2014/main" id="{92E9D238-5AE7-05D6-013A-F4CAF04117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17379" y="1390918"/>
                        <a:ext cx="3026468" cy="1901558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" name="Rectangle: Rounded Corners 17">
                        <a:extLst>
                          <a:ext uri="{FF2B5EF4-FFF2-40B4-BE49-F238E27FC236}">
                            <a16:creationId xmlns:a16="http://schemas.microsoft.com/office/drawing/2014/main" id="{AB39F953-2BD6-6393-3141-EE51401CBE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2790825"/>
                        <a:ext cx="3026468" cy="501649"/>
                      </a:xfrm>
                      <a:prstGeom prst="roundRect">
                        <a:avLst>
                          <a:gd name="adj" fmla="val 3154"/>
                        </a:avLst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grpSp>
                  <p:nvGrpSpPr>
                    <p:cNvPr id="29724" name="Group 29723">
                      <a:extLst>
                        <a:ext uri="{FF2B5EF4-FFF2-40B4-BE49-F238E27FC236}">
                          <a16:creationId xmlns:a16="http://schemas.microsoft.com/office/drawing/2014/main" id="{BF707EB5-3212-1FCE-8D70-412797CE91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02507" y="1954332"/>
                      <a:ext cx="453100" cy="453099"/>
                      <a:chOff x="2788549" y="1685925"/>
                      <a:chExt cx="584200" cy="584200"/>
                    </a:xfrm>
                  </p:grpSpPr>
                  <p:sp>
                    <p:nvSpPr>
                      <p:cNvPr id="16" name="Oval 15">
                        <a:extLst>
                          <a:ext uri="{FF2B5EF4-FFF2-40B4-BE49-F238E27FC236}">
                            <a16:creationId xmlns:a16="http://schemas.microsoft.com/office/drawing/2014/main" id="{13727820-C3FC-4EAE-2899-CEA5D40AEC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88549" y="1685925"/>
                        <a:ext cx="584200" cy="584200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50800" dist="63500" dir="2700000" algn="tl" rotWithShape="0">
                          <a:prstClr val="black">
                            <a:alpha val="27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6319B269-AC34-1EB0-ED59-0612FA240EE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06589" y="1739927"/>
                        <a:ext cx="548119" cy="4761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Lora" pitchFamily="2" charset="0"/>
                          </a:rPr>
                          <a:t>01</a:t>
                        </a:r>
                      </a:p>
                    </p:txBody>
                  </p:sp>
                </p:grpSp>
              </p:grpSp>
              <p:sp>
                <p:nvSpPr>
                  <p:cNvPr id="29700" name="TextBox 29699">
                    <a:extLst>
                      <a:ext uri="{FF2B5EF4-FFF2-40B4-BE49-F238E27FC236}">
                        <a16:creationId xmlns:a16="http://schemas.microsoft.com/office/drawing/2014/main" id="{FBBF1E38-E18D-4D4D-1C10-9D01622CD3BC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440" y="2923048"/>
                    <a:ext cx="2074607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  <a:latin typeface="Lora" pitchFamily="2" charset="0"/>
                      </a:rPr>
                      <a:t>Implement &amp; Evaluate</a:t>
                    </a:r>
                  </a:p>
                </p:txBody>
              </p:sp>
              <p:sp>
                <p:nvSpPr>
                  <p:cNvPr id="29841" name="TextBox 29840">
                    <a:extLst>
                      <a:ext uri="{FF2B5EF4-FFF2-40B4-BE49-F238E27FC236}">
                        <a16:creationId xmlns:a16="http://schemas.microsoft.com/office/drawing/2014/main" id="{AB83F5DF-6E89-907A-5FFB-52CB5313F78E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258" y="2420733"/>
                    <a:ext cx="222092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r>
                      <a: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Yellow is a color of happiness, friendliness, and warning.</a:t>
                    </a:r>
                  </a:p>
                </p:txBody>
              </p:sp>
            </p:grpSp>
            <p:grpSp>
              <p:nvGrpSpPr>
                <p:cNvPr id="29862" name="Group 29861">
                  <a:extLst>
                    <a:ext uri="{FF2B5EF4-FFF2-40B4-BE49-F238E27FC236}">
                      <a16:creationId xmlns:a16="http://schemas.microsoft.com/office/drawing/2014/main" id="{3A1552AA-5913-4938-C61F-034B504F03F7}"/>
                    </a:ext>
                  </a:extLst>
                </p:cNvPr>
                <p:cNvGrpSpPr/>
                <p:nvPr/>
              </p:nvGrpSpPr>
              <p:grpSpPr>
                <a:xfrm>
                  <a:off x="4895571" y="1796646"/>
                  <a:ext cx="2400858" cy="1531465"/>
                  <a:chOff x="4895571" y="1796646"/>
                  <a:chExt cx="2400858" cy="1531465"/>
                </a:xfrm>
              </p:grpSpPr>
              <p:grpSp>
                <p:nvGrpSpPr>
                  <p:cNvPr id="29838" name="Group 29837">
                    <a:extLst>
                      <a:ext uri="{FF2B5EF4-FFF2-40B4-BE49-F238E27FC236}">
                        <a16:creationId xmlns:a16="http://schemas.microsoft.com/office/drawing/2014/main" id="{D0E59272-4EAD-A862-A55E-8D7C4D0E92B1}"/>
                      </a:ext>
                    </a:extLst>
                  </p:cNvPr>
                  <p:cNvGrpSpPr/>
                  <p:nvPr/>
                </p:nvGrpSpPr>
                <p:grpSpPr>
                  <a:xfrm>
                    <a:off x="4895571" y="1796646"/>
                    <a:ext cx="2400858" cy="1531465"/>
                    <a:chOff x="4895571" y="1796646"/>
                    <a:chExt cx="2400858" cy="1531465"/>
                  </a:xfrm>
                </p:grpSpPr>
                <p:grpSp>
                  <p:nvGrpSpPr>
                    <p:cNvPr id="29778" name="Group 29777">
                      <a:extLst>
                        <a:ext uri="{FF2B5EF4-FFF2-40B4-BE49-F238E27FC236}">
                          <a16:creationId xmlns:a16="http://schemas.microsoft.com/office/drawing/2014/main" id="{455C1D85-D407-E01A-7A81-7DE808CCBB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95571" y="1796646"/>
                      <a:ext cx="2400858" cy="1531465"/>
                      <a:chOff x="1936750" y="1390918"/>
                      <a:chExt cx="3095524" cy="1974582"/>
                    </a:xfrm>
                  </p:grpSpPr>
                  <p:sp>
                    <p:nvSpPr>
                      <p:cNvPr id="29782" name="Freeform: Shape 29781">
                        <a:extLst>
                          <a:ext uri="{FF2B5EF4-FFF2-40B4-BE49-F238E27FC236}">
                            <a16:creationId xmlns:a16="http://schemas.microsoft.com/office/drawing/2014/main" id="{ED409D5E-DE9A-D63F-03B3-D447398083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36750" y="2419350"/>
                        <a:ext cx="1073150" cy="946150"/>
                      </a:xfrm>
                      <a:custGeom>
                        <a:avLst/>
                        <a:gdLst>
                          <a:gd name="connsiteX0" fmla="*/ 0 w 1073150"/>
                          <a:gd name="connsiteY0" fmla="*/ 0 h 946150"/>
                          <a:gd name="connsiteX1" fmla="*/ 1073150 w 1073150"/>
                          <a:gd name="connsiteY1" fmla="*/ 0 h 946150"/>
                          <a:gd name="connsiteX2" fmla="*/ 1073150 w 1073150"/>
                          <a:gd name="connsiteY2" fmla="*/ 946150 h 946150"/>
                          <a:gd name="connsiteX3" fmla="*/ 129077 w 1073150"/>
                          <a:gd name="connsiteY3" fmla="*/ 946150 h 946150"/>
                          <a:gd name="connsiteX4" fmla="*/ 0 w 1073150"/>
                          <a:gd name="connsiteY4" fmla="*/ 817073 h 946150"/>
                          <a:gd name="connsiteX5" fmla="*/ 0 w 1073150"/>
                          <a:gd name="connsiteY5" fmla="*/ 0 h 9461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073150" h="946150">
                            <a:moveTo>
                              <a:pt x="0" y="0"/>
                            </a:moveTo>
                            <a:lnTo>
                              <a:pt x="1073150" y="0"/>
                            </a:lnTo>
                            <a:lnTo>
                              <a:pt x="1073150" y="946150"/>
                            </a:lnTo>
                            <a:lnTo>
                              <a:pt x="129077" y="946150"/>
                            </a:lnTo>
                            <a:cubicBezTo>
                              <a:pt x="57790" y="946150"/>
                              <a:pt x="0" y="888360"/>
                              <a:pt x="0" y="817073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2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783" name="Rectangle: Rounded Corners 29782">
                        <a:extLst>
                          <a:ext uri="{FF2B5EF4-FFF2-40B4-BE49-F238E27FC236}">
                            <a16:creationId xmlns:a16="http://schemas.microsoft.com/office/drawing/2014/main" id="{72D853F8-A328-A25A-B6AB-AAF502282E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1390918"/>
                        <a:ext cx="3026468" cy="1901559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784" name="Rectangle: Rounded Corners 29783">
                        <a:extLst>
                          <a:ext uri="{FF2B5EF4-FFF2-40B4-BE49-F238E27FC236}">
                            <a16:creationId xmlns:a16="http://schemas.microsoft.com/office/drawing/2014/main" id="{442FA993-2B44-7D1D-7E68-8A0C7B8B89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2790825"/>
                        <a:ext cx="3026468" cy="501649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accent2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9779" name="Group 29778">
                      <a:extLst>
                        <a:ext uri="{FF2B5EF4-FFF2-40B4-BE49-F238E27FC236}">
                          <a16:creationId xmlns:a16="http://schemas.microsoft.com/office/drawing/2014/main" id="{CD726C10-6B67-BB6E-D10B-AA942E86D8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96305" y="1954332"/>
                      <a:ext cx="455574" cy="453099"/>
                      <a:chOff x="2786954" y="1685925"/>
                      <a:chExt cx="587390" cy="584200"/>
                    </a:xfrm>
                  </p:grpSpPr>
                  <p:sp>
                    <p:nvSpPr>
                      <p:cNvPr id="29780" name="Oval 29779">
                        <a:extLst>
                          <a:ext uri="{FF2B5EF4-FFF2-40B4-BE49-F238E27FC236}">
                            <a16:creationId xmlns:a16="http://schemas.microsoft.com/office/drawing/2014/main" id="{FBA3CB1E-DA32-1B7A-7C42-65E40A9AFA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88549" y="1685925"/>
                        <a:ext cx="584200" cy="584200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50800" dist="63500" dir="2700000" algn="tl" rotWithShape="0">
                          <a:prstClr val="black">
                            <a:alpha val="27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9781" name="TextBox 29780">
                        <a:extLst>
                          <a:ext uri="{FF2B5EF4-FFF2-40B4-BE49-F238E27FC236}">
                            <a16:creationId xmlns:a16="http://schemas.microsoft.com/office/drawing/2014/main" id="{494D5E20-131F-3711-D6F2-BEAFD3FDB7F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86954" y="1739927"/>
                        <a:ext cx="587390" cy="4761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Lora" pitchFamily="2" charset="0"/>
                          </a:rPr>
                          <a:t>02</a:t>
                        </a:r>
                      </a:p>
                    </p:txBody>
                  </p:sp>
                </p:grpSp>
              </p:grpSp>
              <p:sp>
                <p:nvSpPr>
                  <p:cNvPr id="29845" name="TextBox 29844">
                    <a:extLst>
                      <a:ext uri="{FF2B5EF4-FFF2-40B4-BE49-F238E27FC236}">
                        <a16:creationId xmlns:a16="http://schemas.microsoft.com/office/drawing/2014/main" id="{32B4D035-101F-4A91-84FE-9A360FF16A75}"/>
                      </a:ext>
                    </a:extLst>
                  </p:cNvPr>
                  <p:cNvSpPr txBox="1"/>
                  <p:nvPr/>
                </p:nvSpPr>
                <p:spPr>
                  <a:xfrm>
                    <a:off x="5384436" y="2923048"/>
                    <a:ext cx="147668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  <a:latin typeface="Lora" pitchFamily="2" charset="0"/>
                      </a:rPr>
                      <a:t>Generate Ideas</a:t>
                    </a:r>
                  </a:p>
                </p:txBody>
              </p:sp>
              <p:sp>
                <p:nvSpPr>
                  <p:cNvPr id="29846" name="TextBox 29845">
                    <a:extLst>
                      <a:ext uri="{FF2B5EF4-FFF2-40B4-BE49-F238E27FC236}">
                        <a16:creationId xmlns:a16="http://schemas.microsoft.com/office/drawing/2014/main" id="{33BEF379-E0AB-7D7B-751B-48E69F9BCEC8}"/>
                      </a:ext>
                    </a:extLst>
                  </p:cNvPr>
                  <p:cNvSpPr txBox="1"/>
                  <p:nvPr/>
                </p:nvSpPr>
                <p:spPr>
                  <a:xfrm>
                    <a:off x="5016831" y="2420733"/>
                    <a:ext cx="222092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r>
                      <a: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Yellow is a color of happiness, friendliness, and warning.</a:t>
                    </a:r>
                  </a:p>
                </p:txBody>
              </p:sp>
            </p:grpSp>
            <p:grpSp>
              <p:nvGrpSpPr>
                <p:cNvPr id="29863" name="Group 29862">
                  <a:extLst>
                    <a:ext uri="{FF2B5EF4-FFF2-40B4-BE49-F238E27FC236}">
                      <a16:creationId xmlns:a16="http://schemas.microsoft.com/office/drawing/2014/main" id="{00C5AE60-3E0A-A5ED-1506-89BF3FD473C4}"/>
                    </a:ext>
                  </a:extLst>
                </p:cNvPr>
                <p:cNvGrpSpPr/>
                <p:nvPr/>
              </p:nvGrpSpPr>
              <p:grpSpPr>
                <a:xfrm>
                  <a:off x="8890607" y="1796646"/>
                  <a:ext cx="2400858" cy="1531465"/>
                  <a:chOff x="8890607" y="1796646"/>
                  <a:chExt cx="2400858" cy="1531465"/>
                </a:xfrm>
              </p:grpSpPr>
              <p:grpSp>
                <p:nvGrpSpPr>
                  <p:cNvPr id="29839" name="Group 29838">
                    <a:extLst>
                      <a:ext uri="{FF2B5EF4-FFF2-40B4-BE49-F238E27FC236}">
                        <a16:creationId xmlns:a16="http://schemas.microsoft.com/office/drawing/2014/main" id="{632036BA-9C3C-976C-A0F6-22F416E2B527}"/>
                      </a:ext>
                    </a:extLst>
                  </p:cNvPr>
                  <p:cNvGrpSpPr/>
                  <p:nvPr/>
                </p:nvGrpSpPr>
                <p:grpSpPr>
                  <a:xfrm>
                    <a:off x="8890607" y="1796646"/>
                    <a:ext cx="2400858" cy="1531465"/>
                    <a:chOff x="8890607" y="1796646"/>
                    <a:chExt cx="2400858" cy="1531465"/>
                  </a:xfrm>
                </p:grpSpPr>
                <p:grpSp>
                  <p:nvGrpSpPr>
                    <p:cNvPr id="29802" name="Group 29801">
                      <a:extLst>
                        <a:ext uri="{FF2B5EF4-FFF2-40B4-BE49-F238E27FC236}">
                          <a16:creationId xmlns:a16="http://schemas.microsoft.com/office/drawing/2014/main" id="{763F151C-E294-0881-30CA-F8432480CE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90607" y="1796646"/>
                      <a:ext cx="2400858" cy="1531465"/>
                      <a:chOff x="1936750" y="1390918"/>
                      <a:chExt cx="3095524" cy="1974582"/>
                    </a:xfrm>
                  </p:grpSpPr>
                  <p:sp>
                    <p:nvSpPr>
                      <p:cNvPr id="29806" name="Freeform: Shape 29805">
                        <a:extLst>
                          <a:ext uri="{FF2B5EF4-FFF2-40B4-BE49-F238E27FC236}">
                            <a16:creationId xmlns:a16="http://schemas.microsoft.com/office/drawing/2014/main" id="{3CAD9EFB-160D-EB6C-2742-A3FC1FAE8F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36750" y="2419350"/>
                        <a:ext cx="1073150" cy="946150"/>
                      </a:xfrm>
                      <a:custGeom>
                        <a:avLst/>
                        <a:gdLst>
                          <a:gd name="connsiteX0" fmla="*/ 0 w 1073150"/>
                          <a:gd name="connsiteY0" fmla="*/ 0 h 946150"/>
                          <a:gd name="connsiteX1" fmla="*/ 1073150 w 1073150"/>
                          <a:gd name="connsiteY1" fmla="*/ 0 h 946150"/>
                          <a:gd name="connsiteX2" fmla="*/ 1073150 w 1073150"/>
                          <a:gd name="connsiteY2" fmla="*/ 946150 h 946150"/>
                          <a:gd name="connsiteX3" fmla="*/ 129077 w 1073150"/>
                          <a:gd name="connsiteY3" fmla="*/ 946150 h 946150"/>
                          <a:gd name="connsiteX4" fmla="*/ 0 w 1073150"/>
                          <a:gd name="connsiteY4" fmla="*/ 817073 h 946150"/>
                          <a:gd name="connsiteX5" fmla="*/ 0 w 1073150"/>
                          <a:gd name="connsiteY5" fmla="*/ 0 h 9461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073150" h="946150">
                            <a:moveTo>
                              <a:pt x="0" y="0"/>
                            </a:moveTo>
                            <a:lnTo>
                              <a:pt x="1073150" y="0"/>
                            </a:lnTo>
                            <a:lnTo>
                              <a:pt x="1073150" y="946150"/>
                            </a:lnTo>
                            <a:lnTo>
                              <a:pt x="129077" y="946150"/>
                            </a:lnTo>
                            <a:cubicBezTo>
                              <a:pt x="57790" y="946150"/>
                              <a:pt x="0" y="888360"/>
                              <a:pt x="0" y="817073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07" name="Rectangle: Rounded Corners 29806">
                        <a:extLst>
                          <a:ext uri="{FF2B5EF4-FFF2-40B4-BE49-F238E27FC236}">
                            <a16:creationId xmlns:a16="http://schemas.microsoft.com/office/drawing/2014/main" id="{4A8F5EF0-6D26-6F81-5A63-5323CDF69B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1390918"/>
                        <a:ext cx="3026468" cy="1901557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08" name="Rectangle: Rounded Corners 29807">
                        <a:extLst>
                          <a:ext uri="{FF2B5EF4-FFF2-40B4-BE49-F238E27FC236}">
                            <a16:creationId xmlns:a16="http://schemas.microsoft.com/office/drawing/2014/main" id="{66BD711F-965F-3570-FBE8-B193BB3CF3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2790825"/>
                        <a:ext cx="3026468" cy="501649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9803" name="Group 29802">
                      <a:extLst>
                        <a:ext uri="{FF2B5EF4-FFF2-40B4-BE49-F238E27FC236}">
                          <a16:creationId xmlns:a16="http://schemas.microsoft.com/office/drawing/2014/main" id="{14FF56B0-E466-0700-0E9A-C3B3DFE012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88136" y="1954332"/>
                      <a:ext cx="461986" cy="453099"/>
                      <a:chOff x="2782820" y="1685925"/>
                      <a:chExt cx="595657" cy="584200"/>
                    </a:xfrm>
                  </p:grpSpPr>
                  <p:sp>
                    <p:nvSpPr>
                      <p:cNvPr id="29804" name="Oval 29803">
                        <a:extLst>
                          <a:ext uri="{FF2B5EF4-FFF2-40B4-BE49-F238E27FC236}">
                            <a16:creationId xmlns:a16="http://schemas.microsoft.com/office/drawing/2014/main" id="{51DD62D3-EBB9-1463-E190-01EF956816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88549" y="1685925"/>
                        <a:ext cx="584200" cy="584200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50800" dist="63500" dir="2700000" algn="tl" rotWithShape="0">
                          <a:prstClr val="black">
                            <a:alpha val="27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9805" name="TextBox 29804">
                        <a:extLst>
                          <a:ext uri="{FF2B5EF4-FFF2-40B4-BE49-F238E27FC236}">
                            <a16:creationId xmlns:a16="http://schemas.microsoft.com/office/drawing/2014/main" id="{13BBB140-72C3-A45C-A91A-7F5CBE63ABE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82820" y="1739927"/>
                        <a:ext cx="595657" cy="4761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Lora" pitchFamily="2" charset="0"/>
                          </a:rPr>
                          <a:t>03</a:t>
                        </a:r>
                      </a:p>
                    </p:txBody>
                  </p:sp>
                </p:grpSp>
              </p:grpSp>
              <p:sp>
                <p:nvSpPr>
                  <p:cNvPr id="29847" name="TextBox 29846">
                    <a:extLst>
                      <a:ext uri="{FF2B5EF4-FFF2-40B4-BE49-F238E27FC236}">
                        <a16:creationId xmlns:a16="http://schemas.microsoft.com/office/drawing/2014/main" id="{4EA0E334-DE29-3740-15CB-6DD854E4CCB2}"/>
                      </a:ext>
                    </a:extLst>
                  </p:cNvPr>
                  <p:cNvSpPr txBox="1"/>
                  <p:nvPr/>
                </p:nvSpPr>
                <p:spPr>
                  <a:xfrm>
                    <a:off x="9052460" y="2923048"/>
                    <a:ext cx="213071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  <a:latin typeface="Lora" pitchFamily="2" charset="0"/>
                      </a:rPr>
                      <a:t>Gather Input &amp; Insight</a:t>
                    </a:r>
                  </a:p>
                </p:txBody>
              </p:sp>
              <p:sp>
                <p:nvSpPr>
                  <p:cNvPr id="29848" name="TextBox 29847">
                    <a:extLst>
                      <a:ext uri="{FF2B5EF4-FFF2-40B4-BE49-F238E27FC236}">
                        <a16:creationId xmlns:a16="http://schemas.microsoft.com/office/drawing/2014/main" id="{DD4B4FB8-FE15-9DCA-9EBB-0CE556696BE1}"/>
                      </a:ext>
                    </a:extLst>
                  </p:cNvPr>
                  <p:cNvSpPr txBox="1"/>
                  <p:nvPr/>
                </p:nvSpPr>
                <p:spPr>
                  <a:xfrm>
                    <a:off x="8983542" y="2420733"/>
                    <a:ext cx="222092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r>
                      <a: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Yellow is a color of happiness, friendliness, and warning.</a:t>
                    </a:r>
                  </a:p>
                </p:txBody>
              </p:sp>
            </p:grpSp>
            <p:grpSp>
              <p:nvGrpSpPr>
                <p:cNvPr id="29867" name="Group 29866">
                  <a:extLst>
                    <a:ext uri="{FF2B5EF4-FFF2-40B4-BE49-F238E27FC236}">
                      <a16:creationId xmlns:a16="http://schemas.microsoft.com/office/drawing/2014/main" id="{5836CE33-88FC-9F4B-8A89-631124CCF26F}"/>
                    </a:ext>
                  </a:extLst>
                </p:cNvPr>
                <p:cNvGrpSpPr/>
                <p:nvPr/>
              </p:nvGrpSpPr>
              <p:grpSpPr>
                <a:xfrm>
                  <a:off x="900535" y="4874851"/>
                  <a:ext cx="2400858" cy="1531465"/>
                  <a:chOff x="900535" y="4874851"/>
                  <a:chExt cx="2400858" cy="1531465"/>
                </a:xfrm>
              </p:grpSpPr>
              <p:grpSp>
                <p:nvGrpSpPr>
                  <p:cNvPr id="29811" name="Group 29810">
                    <a:extLst>
                      <a:ext uri="{FF2B5EF4-FFF2-40B4-BE49-F238E27FC236}">
                        <a16:creationId xmlns:a16="http://schemas.microsoft.com/office/drawing/2014/main" id="{4A2D4572-4259-8022-A991-09B7023B93F4}"/>
                      </a:ext>
                    </a:extLst>
                  </p:cNvPr>
                  <p:cNvGrpSpPr/>
                  <p:nvPr/>
                </p:nvGrpSpPr>
                <p:grpSpPr>
                  <a:xfrm>
                    <a:off x="900535" y="4874851"/>
                    <a:ext cx="2400858" cy="1531465"/>
                    <a:chOff x="1936750" y="1390918"/>
                    <a:chExt cx="3095524" cy="1974582"/>
                  </a:xfrm>
                </p:grpSpPr>
                <p:grpSp>
                  <p:nvGrpSpPr>
                    <p:cNvPr id="29828" name="Group 29827">
                      <a:extLst>
                        <a:ext uri="{FF2B5EF4-FFF2-40B4-BE49-F238E27FC236}">
                          <a16:creationId xmlns:a16="http://schemas.microsoft.com/office/drawing/2014/main" id="{1E2CA124-F7B4-828D-EC1C-8E8B2A6030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36750" y="1390918"/>
                      <a:ext cx="3095524" cy="1974582"/>
                      <a:chOff x="1936750" y="1390918"/>
                      <a:chExt cx="3095524" cy="1974582"/>
                    </a:xfrm>
                  </p:grpSpPr>
                  <p:sp>
                    <p:nvSpPr>
                      <p:cNvPr id="29832" name="Freeform: Shape 29831">
                        <a:extLst>
                          <a:ext uri="{FF2B5EF4-FFF2-40B4-BE49-F238E27FC236}">
                            <a16:creationId xmlns:a16="http://schemas.microsoft.com/office/drawing/2014/main" id="{5F080B37-5518-1E97-BDDD-222D07DC03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36750" y="2419350"/>
                        <a:ext cx="1073150" cy="946150"/>
                      </a:xfrm>
                      <a:custGeom>
                        <a:avLst/>
                        <a:gdLst>
                          <a:gd name="connsiteX0" fmla="*/ 0 w 1073150"/>
                          <a:gd name="connsiteY0" fmla="*/ 0 h 946150"/>
                          <a:gd name="connsiteX1" fmla="*/ 1073150 w 1073150"/>
                          <a:gd name="connsiteY1" fmla="*/ 0 h 946150"/>
                          <a:gd name="connsiteX2" fmla="*/ 1073150 w 1073150"/>
                          <a:gd name="connsiteY2" fmla="*/ 946150 h 946150"/>
                          <a:gd name="connsiteX3" fmla="*/ 129077 w 1073150"/>
                          <a:gd name="connsiteY3" fmla="*/ 946150 h 946150"/>
                          <a:gd name="connsiteX4" fmla="*/ 0 w 1073150"/>
                          <a:gd name="connsiteY4" fmla="*/ 817073 h 946150"/>
                          <a:gd name="connsiteX5" fmla="*/ 0 w 1073150"/>
                          <a:gd name="connsiteY5" fmla="*/ 0 h 9461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073150" h="946150">
                            <a:moveTo>
                              <a:pt x="0" y="0"/>
                            </a:moveTo>
                            <a:lnTo>
                              <a:pt x="1073150" y="0"/>
                            </a:lnTo>
                            <a:lnTo>
                              <a:pt x="1073150" y="946150"/>
                            </a:lnTo>
                            <a:lnTo>
                              <a:pt x="129077" y="946150"/>
                            </a:lnTo>
                            <a:cubicBezTo>
                              <a:pt x="57790" y="946150"/>
                              <a:pt x="0" y="888360"/>
                              <a:pt x="0" y="817073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4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33" name="Rectangle: Rounded Corners 29832">
                        <a:extLst>
                          <a:ext uri="{FF2B5EF4-FFF2-40B4-BE49-F238E27FC236}">
                            <a16:creationId xmlns:a16="http://schemas.microsoft.com/office/drawing/2014/main" id="{F5963CDC-A20F-5197-AA20-5DA9D0B93E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1390918"/>
                        <a:ext cx="3026468" cy="1901557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34" name="Rectangle: Rounded Corners 29833">
                        <a:extLst>
                          <a:ext uri="{FF2B5EF4-FFF2-40B4-BE49-F238E27FC236}">
                            <a16:creationId xmlns:a16="http://schemas.microsoft.com/office/drawing/2014/main" id="{11EECDBA-6185-EB9A-15B1-D4EE9FFDC8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2790825"/>
                        <a:ext cx="3026468" cy="501649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9829" name="Group 29828">
                      <a:extLst>
                        <a:ext uri="{FF2B5EF4-FFF2-40B4-BE49-F238E27FC236}">
                          <a16:creationId xmlns:a16="http://schemas.microsoft.com/office/drawing/2014/main" id="{54C34165-99CE-D7CB-4380-793B566791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24971" y="1594229"/>
                      <a:ext cx="591523" cy="584200"/>
                      <a:chOff x="2784887" y="1685925"/>
                      <a:chExt cx="591523" cy="584200"/>
                    </a:xfrm>
                  </p:grpSpPr>
                  <p:sp>
                    <p:nvSpPr>
                      <p:cNvPr id="29830" name="Oval 29829">
                        <a:extLst>
                          <a:ext uri="{FF2B5EF4-FFF2-40B4-BE49-F238E27FC236}">
                            <a16:creationId xmlns:a16="http://schemas.microsoft.com/office/drawing/2014/main" id="{24ADBC34-2E3D-46F6-633C-32F80B33A2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88549" y="1685925"/>
                        <a:ext cx="584200" cy="584200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50800" dist="63500" dir="2700000" algn="tl" rotWithShape="0">
                          <a:prstClr val="black">
                            <a:alpha val="27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9831" name="TextBox 29830">
                        <a:extLst>
                          <a:ext uri="{FF2B5EF4-FFF2-40B4-BE49-F238E27FC236}">
                            <a16:creationId xmlns:a16="http://schemas.microsoft.com/office/drawing/2014/main" id="{0D79C3D6-AA40-0417-0AA2-B82702F2E0C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84887" y="1739927"/>
                        <a:ext cx="591523" cy="4761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Lora" pitchFamily="2" charset="0"/>
                          </a:rPr>
                          <a:t>04</a:t>
                        </a:r>
                      </a:p>
                    </p:txBody>
                  </p:sp>
                </p:grpSp>
              </p:grpSp>
              <p:sp>
                <p:nvSpPr>
                  <p:cNvPr id="29855" name="TextBox 29854">
                    <a:extLst>
                      <a:ext uri="{FF2B5EF4-FFF2-40B4-BE49-F238E27FC236}">
                        <a16:creationId xmlns:a16="http://schemas.microsoft.com/office/drawing/2014/main" id="{24F3D466-0C28-D582-F10C-041C1823FC12}"/>
                      </a:ext>
                    </a:extLst>
                  </p:cNvPr>
                  <p:cNvSpPr txBox="1"/>
                  <p:nvPr/>
                </p:nvSpPr>
                <p:spPr>
                  <a:xfrm>
                    <a:off x="1035136" y="6001253"/>
                    <a:ext cx="218521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  <a:latin typeface="Lora" pitchFamily="2" charset="0"/>
                      </a:rPr>
                      <a:t>Clarify the Challenge(s)</a:t>
                    </a:r>
                  </a:p>
                </p:txBody>
              </p:sp>
              <p:sp>
                <p:nvSpPr>
                  <p:cNvPr id="29856" name="TextBox 29855">
                    <a:extLst>
                      <a:ext uri="{FF2B5EF4-FFF2-40B4-BE49-F238E27FC236}">
                        <a16:creationId xmlns:a16="http://schemas.microsoft.com/office/drawing/2014/main" id="{9726F074-C896-53E7-3A7D-D9A2F7E8F267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258" y="5495903"/>
                    <a:ext cx="222092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r>
                      <a: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Yellow is a color of happiness, friendliness, and warning.</a:t>
                    </a:r>
                  </a:p>
                </p:txBody>
              </p:sp>
            </p:grpSp>
            <p:grpSp>
              <p:nvGrpSpPr>
                <p:cNvPr id="29866" name="Group 29865">
                  <a:extLst>
                    <a:ext uri="{FF2B5EF4-FFF2-40B4-BE49-F238E27FC236}">
                      <a16:creationId xmlns:a16="http://schemas.microsoft.com/office/drawing/2014/main" id="{30FCF2C0-0B71-5180-9351-4C804A180253}"/>
                    </a:ext>
                  </a:extLst>
                </p:cNvPr>
                <p:cNvGrpSpPr/>
                <p:nvPr/>
              </p:nvGrpSpPr>
              <p:grpSpPr>
                <a:xfrm>
                  <a:off x="4895571" y="4874851"/>
                  <a:ext cx="2400858" cy="1531465"/>
                  <a:chOff x="4895571" y="4874851"/>
                  <a:chExt cx="2400858" cy="1531465"/>
                </a:xfrm>
              </p:grpSpPr>
              <p:grpSp>
                <p:nvGrpSpPr>
                  <p:cNvPr id="29812" name="Group 29811">
                    <a:extLst>
                      <a:ext uri="{FF2B5EF4-FFF2-40B4-BE49-F238E27FC236}">
                        <a16:creationId xmlns:a16="http://schemas.microsoft.com/office/drawing/2014/main" id="{A89D31FC-1F8C-F69C-3305-1255CDF8A456}"/>
                      </a:ext>
                    </a:extLst>
                  </p:cNvPr>
                  <p:cNvGrpSpPr/>
                  <p:nvPr/>
                </p:nvGrpSpPr>
                <p:grpSpPr>
                  <a:xfrm>
                    <a:off x="4895571" y="4874851"/>
                    <a:ext cx="2400858" cy="1531465"/>
                    <a:chOff x="1936750" y="1390918"/>
                    <a:chExt cx="3095524" cy="1974582"/>
                  </a:xfrm>
                </p:grpSpPr>
                <p:grpSp>
                  <p:nvGrpSpPr>
                    <p:cNvPr id="29821" name="Group 29820">
                      <a:extLst>
                        <a:ext uri="{FF2B5EF4-FFF2-40B4-BE49-F238E27FC236}">
                          <a16:creationId xmlns:a16="http://schemas.microsoft.com/office/drawing/2014/main" id="{6AF12C14-E9C5-D5D2-7B6B-6E01B1BE8C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36750" y="1390918"/>
                      <a:ext cx="3095524" cy="1974582"/>
                      <a:chOff x="1936750" y="1390918"/>
                      <a:chExt cx="3095524" cy="1974582"/>
                    </a:xfrm>
                  </p:grpSpPr>
                  <p:sp>
                    <p:nvSpPr>
                      <p:cNvPr id="29825" name="Freeform: Shape 29824">
                        <a:extLst>
                          <a:ext uri="{FF2B5EF4-FFF2-40B4-BE49-F238E27FC236}">
                            <a16:creationId xmlns:a16="http://schemas.microsoft.com/office/drawing/2014/main" id="{8596832C-389C-A123-1F54-96B3FCD87A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36750" y="2419350"/>
                        <a:ext cx="1073150" cy="946150"/>
                      </a:xfrm>
                      <a:custGeom>
                        <a:avLst/>
                        <a:gdLst>
                          <a:gd name="connsiteX0" fmla="*/ 0 w 1073150"/>
                          <a:gd name="connsiteY0" fmla="*/ 0 h 946150"/>
                          <a:gd name="connsiteX1" fmla="*/ 1073150 w 1073150"/>
                          <a:gd name="connsiteY1" fmla="*/ 0 h 946150"/>
                          <a:gd name="connsiteX2" fmla="*/ 1073150 w 1073150"/>
                          <a:gd name="connsiteY2" fmla="*/ 946150 h 946150"/>
                          <a:gd name="connsiteX3" fmla="*/ 129077 w 1073150"/>
                          <a:gd name="connsiteY3" fmla="*/ 946150 h 946150"/>
                          <a:gd name="connsiteX4" fmla="*/ 0 w 1073150"/>
                          <a:gd name="connsiteY4" fmla="*/ 817073 h 946150"/>
                          <a:gd name="connsiteX5" fmla="*/ 0 w 1073150"/>
                          <a:gd name="connsiteY5" fmla="*/ 0 h 9461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073150" h="946150">
                            <a:moveTo>
                              <a:pt x="0" y="0"/>
                            </a:moveTo>
                            <a:lnTo>
                              <a:pt x="1073150" y="0"/>
                            </a:lnTo>
                            <a:lnTo>
                              <a:pt x="1073150" y="946150"/>
                            </a:lnTo>
                            <a:lnTo>
                              <a:pt x="129077" y="946150"/>
                            </a:lnTo>
                            <a:cubicBezTo>
                              <a:pt x="57790" y="946150"/>
                              <a:pt x="0" y="888360"/>
                              <a:pt x="0" y="817073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26" name="Rectangle: Rounded Corners 29825">
                        <a:extLst>
                          <a:ext uri="{FF2B5EF4-FFF2-40B4-BE49-F238E27FC236}">
                            <a16:creationId xmlns:a16="http://schemas.microsoft.com/office/drawing/2014/main" id="{2D4E8BDD-E0A5-5CA5-E6D9-BF3566C969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1390918"/>
                        <a:ext cx="3026468" cy="1901557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27" name="Rectangle: Rounded Corners 29826">
                        <a:extLst>
                          <a:ext uri="{FF2B5EF4-FFF2-40B4-BE49-F238E27FC236}">
                            <a16:creationId xmlns:a16="http://schemas.microsoft.com/office/drawing/2014/main" id="{6BF9FF51-C377-7B69-0C07-66F70AAC0F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2790825"/>
                        <a:ext cx="3026468" cy="501649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9822" name="Group 29821">
                      <a:extLst>
                        <a:ext uri="{FF2B5EF4-FFF2-40B4-BE49-F238E27FC236}">
                          <a16:creationId xmlns:a16="http://schemas.microsoft.com/office/drawing/2014/main" id="{E8AA6501-1CE1-AA29-A02C-956596F055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26005" y="1594229"/>
                      <a:ext cx="589457" cy="584200"/>
                      <a:chOff x="2785921" y="1685925"/>
                      <a:chExt cx="589457" cy="584200"/>
                    </a:xfrm>
                  </p:grpSpPr>
                  <p:sp>
                    <p:nvSpPr>
                      <p:cNvPr id="29823" name="Oval 29822">
                        <a:extLst>
                          <a:ext uri="{FF2B5EF4-FFF2-40B4-BE49-F238E27FC236}">
                            <a16:creationId xmlns:a16="http://schemas.microsoft.com/office/drawing/2014/main" id="{AB6B118B-5747-355E-0215-A7CCCBF57C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88549" y="1685925"/>
                        <a:ext cx="584200" cy="584200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50800" dist="63500" dir="2700000" algn="tl" rotWithShape="0">
                          <a:prstClr val="black">
                            <a:alpha val="27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9824" name="TextBox 29823">
                        <a:extLst>
                          <a:ext uri="{FF2B5EF4-FFF2-40B4-BE49-F238E27FC236}">
                            <a16:creationId xmlns:a16="http://schemas.microsoft.com/office/drawing/2014/main" id="{B805F47B-38A0-E01F-1648-61BD8CA03DD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85921" y="1739927"/>
                        <a:ext cx="589457" cy="4761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Lora" pitchFamily="2" charset="0"/>
                          </a:rPr>
                          <a:t>05</a:t>
                        </a:r>
                      </a:p>
                    </p:txBody>
                  </p:sp>
                </p:grpSp>
              </p:grpSp>
              <p:sp>
                <p:nvSpPr>
                  <p:cNvPr id="29857" name="TextBox 29856">
                    <a:extLst>
                      <a:ext uri="{FF2B5EF4-FFF2-40B4-BE49-F238E27FC236}">
                        <a16:creationId xmlns:a16="http://schemas.microsoft.com/office/drawing/2014/main" id="{935E36A0-459F-51BD-F810-8DA3C2738940}"/>
                      </a:ext>
                    </a:extLst>
                  </p:cNvPr>
                  <p:cNvSpPr txBox="1"/>
                  <p:nvPr/>
                </p:nvSpPr>
                <p:spPr>
                  <a:xfrm>
                    <a:off x="5010135" y="6001253"/>
                    <a:ext cx="222528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  <a:latin typeface="Lora" pitchFamily="2" charset="0"/>
                      </a:rPr>
                      <a:t>Prototype &amp; Strengthen</a:t>
                    </a:r>
                  </a:p>
                </p:txBody>
              </p:sp>
              <p:sp>
                <p:nvSpPr>
                  <p:cNvPr id="29858" name="TextBox 29857">
                    <a:extLst>
                      <a:ext uri="{FF2B5EF4-FFF2-40B4-BE49-F238E27FC236}">
                        <a16:creationId xmlns:a16="http://schemas.microsoft.com/office/drawing/2014/main" id="{99B4558F-B43A-1C50-A815-FDD0BF1C1D2C}"/>
                      </a:ext>
                    </a:extLst>
                  </p:cNvPr>
                  <p:cNvSpPr txBox="1"/>
                  <p:nvPr/>
                </p:nvSpPr>
                <p:spPr>
                  <a:xfrm>
                    <a:off x="5016831" y="5495903"/>
                    <a:ext cx="222092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r>
                      <a: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Yellow is a color of happiness, friendliness, and warning.</a:t>
                    </a:r>
                  </a:p>
                </p:txBody>
              </p:sp>
            </p:grpSp>
            <p:grpSp>
              <p:nvGrpSpPr>
                <p:cNvPr id="29865" name="Group 29864">
                  <a:extLst>
                    <a:ext uri="{FF2B5EF4-FFF2-40B4-BE49-F238E27FC236}">
                      <a16:creationId xmlns:a16="http://schemas.microsoft.com/office/drawing/2014/main" id="{B4A830B4-C4CD-323C-C4C4-E16A36EA03A0}"/>
                    </a:ext>
                  </a:extLst>
                </p:cNvPr>
                <p:cNvGrpSpPr/>
                <p:nvPr/>
              </p:nvGrpSpPr>
              <p:grpSpPr>
                <a:xfrm>
                  <a:off x="8890607" y="4874851"/>
                  <a:ext cx="2400858" cy="1531465"/>
                  <a:chOff x="8890607" y="4874851"/>
                  <a:chExt cx="2400858" cy="1531465"/>
                </a:xfrm>
              </p:grpSpPr>
              <p:grpSp>
                <p:nvGrpSpPr>
                  <p:cNvPr id="29813" name="Group 29812">
                    <a:extLst>
                      <a:ext uri="{FF2B5EF4-FFF2-40B4-BE49-F238E27FC236}">
                        <a16:creationId xmlns:a16="http://schemas.microsoft.com/office/drawing/2014/main" id="{5EA75212-0370-7131-6A59-E94D27422F05}"/>
                      </a:ext>
                    </a:extLst>
                  </p:cNvPr>
                  <p:cNvGrpSpPr/>
                  <p:nvPr/>
                </p:nvGrpSpPr>
                <p:grpSpPr>
                  <a:xfrm>
                    <a:off x="8890607" y="4874851"/>
                    <a:ext cx="2400858" cy="1531465"/>
                    <a:chOff x="1936750" y="1390918"/>
                    <a:chExt cx="3095524" cy="1974582"/>
                  </a:xfrm>
                </p:grpSpPr>
                <p:grpSp>
                  <p:nvGrpSpPr>
                    <p:cNvPr id="29814" name="Group 29813">
                      <a:extLst>
                        <a:ext uri="{FF2B5EF4-FFF2-40B4-BE49-F238E27FC236}">
                          <a16:creationId xmlns:a16="http://schemas.microsoft.com/office/drawing/2014/main" id="{69A67A3E-9516-96A2-4BE3-D5A870D1F1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36750" y="1390918"/>
                      <a:ext cx="3095524" cy="1974582"/>
                      <a:chOff x="1936750" y="1390918"/>
                      <a:chExt cx="3095524" cy="1974582"/>
                    </a:xfrm>
                  </p:grpSpPr>
                  <p:sp>
                    <p:nvSpPr>
                      <p:cNvPr id="29818" name="Freeform: Shape 29817">
                        <a:extLst>
                          <a:ext uri="{FF2B5EF4-FFF2-40B4-BE49-F238E27FC236}">
                            <a16:creationId xmlns:a16="http://schemas.microsoft.com/office/drawing/2014/main" id="{03D41DA5-305B-0347-A7C4-7BC0F08061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36750" y="2419350"/>
                        <a:ext cx="1073150" cy="946150"/>
                      </a:xfrm>
                      <a:custGeom>
                        <a:avLst/>
                        <a:gdLst>
                          <a:gd name="connsiteX0" fmla="*/ 0 w 1073150"/>
                          <a:gd name="connsiteY0" fmla="*/ 0 h 946150"/>
                          <a:gd name="connsiteX1" fmla="*/ 1073150 w 1073150"/>
                          <a:gd name="connsiteY1" fmla="*/ 0 h 946150"/>
                          <a:gd name="connsiteX2" fmla="*/ 1073150 w 1073150"/>
                          <a:gd name="connsiteY2" fmla="*/ 946150 h 946150"/>
                          <a:gd name="connsiteX3" fmla="*/ 129077 w 1073150"/>
                          <a:gd name="connsiteY3" fmla="*/ 946150 h 946150"/>
                          <a:gd name="connsiteX4" fmla="*/ 0 w 1073150"/>
                          <a:gd name="connsiteY4" fmla="*/ 817073 h 946150"/>
                          <a:gd name="connsiteX5" fmla="*/ 0 w 1073150"/>
                          <a:gd name="connsiteY5" fmla="*/ 0 h 9461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073150" h="946150">
                            <a:moveTo>
                              <a:pt x="0" y="0"/>
                            </a:moveTo>
                            <a:lnTo>
                              <a:pt x="1073150" y="0"/>
                            </a:lnTo>
                            <a:lnTo>
                              <a:pt x="1073150" y="946150"/>
                            </a:lnTo>
                            <a:lnTo>
                              <a:pt x="129077" y="946150"/>
                            </a:lnTo>
                            <a:cubicBezTo>
                              <a:pt x="57790" y="946150"/>
                              <a:pt x="0" y="888360"/>
                              <a:pt x="0" y="817073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tx2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19" name="Rectangle: Rounded Corners 29818">
                        <a:extLst>
                          <a:ext uri="{FF2B5EF4-FFF2-40B4-BE49-F238E27FC236}">
                            <a16:creationId xmlns:a16="http://schemas.microsoft.com/office/drawing/2014/main" id="{2570FBCD-31F2-B838-FDC5-3597C13047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1390918"/>
                        <a:ext cx="3026468" cy="1901557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9820" name="Rectangle: Rounded Corners 29819">
                        <a:extLst>
                          <a:ext uri="{FF2B5EF4-FFF2-40B4-BE49-F238E27FC236}">
                            <a16:creationId xmlns:a16="http://schemas.microsoft.com/office/drawing/2014/main" id="{A37D63D8-A3C5-AA26-9AC0-6FCF7E635C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05806" y="2790825"/>
                        <a:ext cx="3026468" cy="501649"/>
                      </a:xfrm>
                      <a:prstGeom prst="roundRect">
                        <a:avLst>
                          <a:gd name="adj" fmla="val 3154"/>
                        </a:avLst>
                      </a:prstGeom>
                      <a:solidFill>
                        <a:schemeClr val="tx2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9815" name="Group 29814">
                      <a:extLst>
                        <a:ext uri="{FF2B5EF4-FFF2-40B4-BE49-F238E27FC236}">
                          <a16:creationId xmlns:a16="http://schemas.microsoft.com/office/drawing/2014/main" id="{0CA05F6B-2805-B865-F5CE-3F05A22740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20838" y="1594229"/>
                      <a:ext cx="599791" cy="584200"/>
                      <a:chOff x="2780754" y="1685925"/>
                      <a:chExt cx="599791" cy="584200"/>
                    </a:xfrm>
                  </p:grpSpPr>
                  <p:sp>
                    <p:nvSpPr>
                      <p:cNvPr id="29816" name="Oval 29815">
                        <a:extLst>
                          <a:ext uri="{FF2B5EF4-FFF2-40B4-BE49-F238E27FC236}">
                            <a16:creationId xmlns:a16="http://schemas.microsoft.com/office/drawing/2014/main" id="{CC2F61BE-D3D6-5850-7343-1E02EFF469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88549" y="1685925"/>
                        <a:ext cx="584200" cy="584200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blurRad="50800" dist="63500" dir="2700000" algn="tl" rotWithShape="0">
                          <a:prstClr val="black">
                            <a:alpha val="27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9817" name="TextBox 29816">
                        <a:extLst>
                          <a:ext uri="{FF2B5EF4-FFF2-40B4-BE49-F238E27FC236}">
                            <a16:creationId xmlns:a16="http://schemas.microsoft.com/office/drawing/2014/main" id="{C542BCBC-CAA6-469E-77CB-1B63885E4BD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80754" y="1739927"/>
                        <a:ext cx="599791" cy="4761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Lora" pitchFamily="2" charset="0"/>
                          </a:rPr>
                          <a:t>06</a:t>
                        </a:r>
                      </a:p>
                    </p:txBody>
                  </p:sp>
                </p:grpSp>
              </p:grpSp>
              <p:sp>
                <p:nvSpPr>
                  <p:cNvPr id="29859" name="TextBox 29858">
                    <a:extLst>
                      <a:ext uri="{FF2B5EF4-FFF2-40B4-BE49-F238E27FC236}">
                        <a16:creationId xmlns:a16="http://schemas.microsoft.com/office/drawing/2014/main" id="{C5F88C8E-EB0A-35C7-ED71-3C2C259C1263}"/>
                      </a:ext>
                    </a:extLst>
                  </p:cNvPr>
                  <p:cNvSpPr txBox="1"/>
                  <p:nvPr/>
                </p:nvSpPr>
                <p:spPr>
                  <a:xfrm>
                    <a:off x="9381876" y="6001253"/>
                    <a:ext cx="147187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  <a:latin typeface="Lora" pitchFamily="2" charset="0"/>
                      </a:rPr>
                      <a:t>Plan for Action</a:t>
                    </a:r>
                  </a:p>
                </p:txBody>
              </p:sp>
              <p:sp>
                <p:nvSpPr>
                  <p:cNvPr id="29860" name="TextBox 29859">
                    <a:extLst>
                      <a:ext uri="{FF2B5EF4-FFF2-40B4-BE49-F238E27FC236}">
                        <a16:creationId xmlns:a16="http://schemas.microsoft.com/office/drawing/2014/main" id="{5E5E486B-3823-DDA1-D113-19B4DEBF807A}"/>
                      </a:ext>
                    </a:extLst>
                  </p:cNvPr>
                  <p:cNvSpPr txBox="1"/>
                  <p:nvPr/>
                </p:nvSpPr>
                <p:spPr>
                  <a:xfrm>
                    <a:off x="8983542" y="5495903"/>
                    <a:ext cx="222092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r>
                      <a: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Yellow is a color of happiness, friendliness, and warning.</a:t>
                    </a:r>
                  </a:p>
                </p:txBody>
              </p:sp>
            </p:grpSp>
          </p:grpSp>
        </p:grpSp>
        <p:sp>
          <p:nvSpPr>
            <p:cNvPr id="29892" name="TextBox 29891">
              <a:extLst>
                <a:ext uri="{FF2B5EF4-FFF2-40B4-BE49-F238E27FC236}">
                  <a16:creationId xmlns:a16="http://schemas.microsoft.com/office/drawing/2014/main" id="{3039610E-6A97-7C49-B4DB-73B24386ADED}"/>
                </a:ext>
              </a:extLst>
            </p:cNvPr>
            <p:cNvSpPr txBox="1"/>
            <p:nvPr/>
          </p:nvSpPr>
          <p:spPr>
            <a:xfrm>
              <a:off x="5101651" y="3916815"/>
              <a:ext cx="2042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Creative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255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E82CC4E-81CA-9AA5-3FD6-EA6A204B5984}"/>
              </a:ext>
            </a:extLst>
          </p:cNvPr>
          <p:cNvGrpSpPr/>
          <p:nvPr/>
        </p:nvGrpSpPr>
        <p:grpSpPr>
          <a:xfrm>
            <a:off x="224972" y="2380154"/>
            <a:ext cx="11742057" cy="3390478"/>
            <a:chOff x="290286" y="2655925"/>
            <a:chExt cx="11742057" cy="339047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A3C85A1-BF94-E77F-0667-794500028679}"/>
                </a:ext>
              </a:extLst>
            </p:cNvPr>
            <p:cNvGrpSpPr/>
            <p:nvPr/>
          </p:nvGrpSpPr>
          <p:grpSpPr>
            <a:xfrm>
              <a:off x="290286" y="2655925"/>
              <a:ext cx="11742057" cy="3390478"/>
              <a:chOff x="290286" y="2655925"/>
              <a:chExt cx="11742057" cy="3390478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FC7EA3C-40C8-6037-AAA8-C6CA6C1376EE}"/>
                  </a:ext>
                </a:extLst>
              </p:cNvPr>
              <p:cNvGrpSpPr/>
              <p:nvPr/>
            </p:nvGrpSpPr>
            <p:grpSpPr>
              <a:xfrm>
                <a:off x="290286" y="2655925"/>
                <a:ext cx="11742057" cy="3390478"/>
                <a:chOff x="290286" y="2655925"/>
                <a:chExt cx="11742057" cy="3390478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B2C45D04-2424-EB7C-C009-EE0D0F9C42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286" y="5079944"/>
                  <a:ext cx="11742057" cy="0"/>
                </a:xfrm>
                <a:prstGeom prst="straightConnector1">
                  <a:avLst/>
                </a:prstGeom>
                <a:ln w="76200"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2F0DBC38-8D83-7AB7-C302-6BCE43CE8A30}"/>
                    </a:ext>
                  </a:extLst>
                </p:cNvPr>
                <p:cNvGrpSpPr/>
                <p:nvPr/>
              </p:nvGrpSpPr>
              <p:grpSpPr>
                <a:xfrm>
                  <a:off x="892628" y="2655925"/>
                  <a:ext cx="10537372" cy="3390478"/>
                  <a:chOff x="414520" y="1982950"/>
                  <a:chExt cx="8314960" cy="2675400"/>
                </a:xfrm>
              </p:grpSpPr>
              <p:sp>
                <p:nvSpPr>
                  <p:cNvPr id="2" name="Google Shape;1221;p36">
                    <a:extLst>
                      <a:ext uri="{FF2B5EF4-FFF2-40B4-BE49-F238E27FC236}">
                        <a16:creationId xmlns:a16="http://schemas.microsoft.com/office/drawing/2014/main" id="{B74DBF7E-9642-2912-3BBF-57C6E74B5C5A}"/>
                      </a:ext>
                    </a:extLst>
                  </p:cNvPr>
                  <p:cNvSpPr/>
                  <p:nvPr/>
                </p:nvSpPr>
                <p:spPr>
                  <a:xfrm>
                    <a:off x="414520" y="1982950"/>
                    <a:ext cx="1543800" cy="26754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" name="Google Shape;1222;p36">
                    <a:extLst>
                      <a:ext uri="{FF2B5EF4-FFF2-40B4-BE49-F238E27FC236}">
                        <a16:creationId xmlns:a16="http://schemas.microsoft.com/office/drawing/2014/main" id="{68811C1A-E0EA-60DB-182F-1CDF1622DF94}"/>
                      </a:ext>
                    </a:extLst>
                  </p:cNvPr>
                  <p:cNvSpPr/>
                  <p:nvPr/>
                </p:nvSpPr>
                <p:spPr>
                  <a:xfrm>
                    <a:off x="414833" y="3381380"/>
                    <a:ext cx="1543174" cy="1028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9" h="2246" extrusionOk="0">
                        <a:moveTo>
                          <a:pt x="0" y="2245"/>
                        </a:moveTo>
                        <a:lnTo>
                          <a:pt x="0" y="0"/>
                        </a:lnTo>
                        <a:lnTo>
                          <a:pt x="2858" y="0"/>
                        </a:lnTo>
                        <a:lnTo>
                          <a:pt x="2858" y="2245"/>
                        </a:lnTo>
                        <a:lnTo>
                          <a:pt x="0" y="2245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Font typeface="Arial"/>
                      <a:buNone/>
                    </a:pPr>
                    <a:endParaRPr sz="3600" b="0" i="0" u="none">
                      <a:solidFill>
                        <a:srgbClr val="999999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" name="Google Shape;1228;p36">
                    <a:extLst>
                      <a:ext uri="{FF2B5EF4-FFF2-40B4-BE49-F238E27FC236}">
                        <a16:creationId xmlns:a16="http://schemas.microsoft.com/office/drawing/2014/main" id="{9976675F-F13C-6BC0-B1F7-E56A8472C701}"/>
                      </a:ext>
                    </a:extLst>
                  </p:cNvPr>
                  <p:cNvSpPr/>
                  <p:nvPr/>
                </p:nvSpPr>
                <p:spPr>
                  <a:xfrm>
                    <a:off x="7185680" y="1982950"/>
                    <a:ext cx="1543800" cy="26754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" name="Google Shape;1229;p36">
                    <a:extLst>
                      <a:ext uri="{FF2B5EF4-FFF2-40B4-BE49-F238E27FC236}">
                        <a16:creationId xmlns:a16="http://schemas.microsoft.com/office/drawing/2014/main" id="{48C0B4BB-2662-9935-4103-BD3EC67504D1}"/>
                      </a:ext>
                    </a:extLst>
                  </p:cNvPr>
                  <p:cNvSpPr/>
                  <p:nvPr/>
                </p:nvSpPr>
                <p:spPr>
                  <a:xfrm>
                    <a:off x="7185993" y="3381380"/>
                    <a:ext cx="1543174" cy="1028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9" h="2246" extrusionOk="0">
                        <a:moveTo>
                          <a:pt x="0" y="2245"/>
                        </a:moveTo>
                        <a:lnTo>
                          <a:pt x="0" y="0"/>
                        </a:lnTo>
                        <a:lnTo>
                          <a:pt x="2858" y="0"/>
                        </a:lnTo>
                        <a:lnTo>
                          <a:pt x="2858" y="2245"/>
                        </a:lnTo>
                        <a:lnTo>
                          <a:pt x="0" y="2245"/>
                        </a:lnTo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 b="0" i="0" u="none">
                      <a:solidFill>
                        <a:srgbClr val="999999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" name="Google Shape;1235;p36">
                    <a:extLst>
                      <a:ext uri="{FF2B5EF4-FFF2-40B4-BE49-F238E27FC236}">
                        <a16:creationId xmlns:a16="http://schemas.microsoft.com/office/drawing/2014/main" id="{4845C1D6-E2C0-5E5E-23EF-887CA6C5A3CA}"/>
                      </a:ext>
                    </a:extLst>
                  </p:cNvPr>
                  <p:cNvSpPr/>
                  <p:nvPr/>
                </p:nvSpPr>
                <p:spPr>
                  <a:xfrm>
                    <a:off x="2107310" y="1982950"/>
                    <a:ext cx="1543800" cy="26754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" name="Google Shape;1236;p36">
                    <a:extLst>
                      <a:ext uri="{FF2B5EF4-FFF2-40B4-BE49-F238E27FC236}">
                        <a16:creationId xmlns:a16="http://schemas.microsoft.com/office/drawing/2014/main" id="{4C0D2B33-6A63-AC6E-5479-E1367FC6F501}"/>
                      </a:ext>
                    </a:extLst>
                  </p:cNvPr>
                  <p:cNvSpPr/>
                  <p:nvPr/>
                </p:nvSpPr>
                <p:spPr>
                  <a:xfrm>
                    <a:off x="2107319" y="3381377"/>
                    <a:ext cx="1543782" cy="1028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9" h="2246" extrusionOk="0">
                        <a:moveTo>
                          <a:pt x="0" y="2245"/>
                        </a:moveTo>
                        <a:lnTo>
                          <a:pt x="0" y="0"/>
                        </a:lnTo>
                        <a:lnTo>
                          <a:pt x="3678" y="0"/>
                        </a:lnTo>
                        <a:lnTo>
                          <a:pt x="3678" y="2245"/>
                        </a:lnTo>
                        <a:lnTo>
                          <a:pt x="0" y="2245"/>
                        </a:lnTo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 b="0" i="0" u="none">
                      <a:solidFill>
                        <a:srgbClr val="999999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" name="Google Shape;1242;p36">
                    <a:extLst>
                      <a:ext uri="{FF2B5EF4-FFF2-40B4-BE49-F238E27FC236}">
                        <a16:creationId xmlns:a16="http://schemas.microsoft.com/office/drawing/2014/main" id="{392909DA-2179-51B1-04F8-00905BACB34A}"/>
                      </a:ext>
                    </a:extLst>
                  </p:cNvPr>
                  <p:cNvSpPr/>
                  <p:nvPr/>
                </p:nvSpPr>
                <p:spPr>
                  <a:xfrm>
                    <a:off x="3800100" y="1982950"/>
                    <a:ext cx="1543800" cy="26754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" name="Google Shape;1243;p36">
                    <a:extLst>
                      <a:ext uri="{FF2B5EF4-FFF2-40B4-BE49-F238E27FC236}">
                        <a16:creationId xmlns:a16="http://schemas.microsoft.com/office/drawing/2014/main" id="{F5FF908D-2E34-30F8-1C77-D0730FBD086F}"/>
                      </a:ext>
                    </a:extLst>
                  </p:cNvPr>
                  <p:cNvSpPr/>
                  <p:nvPr/>
                </p:nvSpPr>
                <p:spPr>
                  <a:xfrm>
                    <a:off x="3800411" y="3381377"/>
                    <a:ext cx="1543178" cy="1028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8" h="2246" extrusionOk="0">
                        <a:moveTo>
                          <a:pt x="0" y="2245"/>
                        </a:moveTo>
                        <a:lnTo>
                          <a:pt x="0" y="0"/>
                        </a:lnTo>
                        <a:lnTo>
                          <a:pt x="3677" y="0"/>
                        </a:lnTo>
                        <a:lnTo>
                          <a:pt x="3677" y="2245"/>
                        </a:lnTo>
                        <a:lnTo>
                          <a:pt x="0" y="2245"/>
                        </a:lnTo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 b="0" i="0" u="none">
                      <a:solidFill>
                        <a:srgbClr val="999999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" name="Google Shape;1249;p36">
                    <a:extLst>
                      <a:ext uri="{FF2B5EF4-FFF2-40B4-BE49-F238E27FC236}">
                        <a16:creationId xmlns:a16="http://schemas.microsoft.com/office/drawing/2014/main" id="{CEBFDB7D-BB8A-9DB0-A768-4EB0A27E9F6F}"/>
                      </a:ext>
                    </a:extLst>
                  </p:cNvPr>
                  <p:cNvSpPr/>
                  <p:nvPr/>
                </p:nvSpPr>
                <p:spPr>
                  <a:xfrm>
                    <a:off x="5492890" y="1982950"/>
                    <a:ext cx="1543800" cy="26754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" name="Google Shape;1250;p36">
                    <a:extLst>
                      <a:ext uri="{FF2B5EF4-FFF2-40B4-BE49-F238E27FC236}">
                        <a16:creationId xmlns:a16="http://schemas.microsoft.com/office/drawing/2014/main" id="{97E69723-869C-870F-466D-C8EF25A30FAB}"/>
                      </a:ext>
                    </a:extLst>
                  </p:cNvPr>
                  <p:cNvSpPr/>
                  <p:nvPr/>
                </p:nvSpPr>
                <p:spPr>
                  <a:xfrm>
                    <a:off x="5492903" y="3381377"/>
                    <a:ext cx="1543782" cy="10286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9" h="2246" extrusionOk="0">
                        <a:moveTo>
                          <a:pt x="0" y="2245"/>
                        </a:moveTo>
                        <a:lnTo>
                          <a:pt x="0" y="0"/>
                        </a:lnTo>
                        <a:lnTo>
                          <a:pt x="3678" y="0"/>
                        </a:lnTo>
                        <a:lnTo>
                          <a:pt x="3678" y="2245"/>
                        </a:lnTo>
                        <a:lnTo>
                          <a:pt x="0" y="2245"/>
                        </a:lnTo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 b="0" i="0" u="none">
                      <a:solidFill>
                        <a:srgbClr val="999999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44D8E8-34CE-DB96-A542-C0C1B7062C01}"/>
                  </a:ext>
                </a:extLst>
              </p:cNvPr>
              <p:cNvSpPr txBox="1"/>
              <p:nvPr/>
            </p:nvSpPr>
            <p:spPr>
              <a:xfrm>
                <a:off x="998663" y="4756779"/>
                <a:ext cx="1744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Assumptions and attitudes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AC7130D-5CC6-F222-400E-8037A227FEDA}"/>
                  </a:ext>
                </a:extLst>
              </p:cNvPr>
              <p:cNvSpPr txBox="1"/>
              <p:nvPr/>
            </p:nvSpPr>
            <p:spPr>
              <a:xfrm>
                <a:off x="3143900" y="4895278"/>
                <a:ext cx="17443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Conceptual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2F8F35-7A19-6366-73D7-0C14898A8B31}"/>
                  </a:ext>
                </a:extLst>
              </p:cNvPr>
              <p:cNvSpPr txBox="1"/>
              <p:nvPr/>
            </p:nvSpPr>
            <p:spPr>
              <a:xfrm>
                <a:off x="5289137" y="4756779"/>
                <a:ext cx="1744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Creation of ideas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F315F8-09D5-0CB0-E648-75A6FC17EAC6}"/>
                  </a:ext>
                </a:extLst>
              </p:cNvPr>
              <p:cNvSpPr txBox="1"/>
              <p:nvPr/>
            </p:nvSpPr>
            <p:spPr>
              <a:xfrm>
                <a:off x="7434374" y="4756779"/>
                <a:ext cx="1744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Exploration of ideas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CC8AA8-5DA3-7F7F-6DF9-59F0611FCCAA}"/>
                  </a:ext>
                </a:extLst>
              </p:cNvPr>
              <p:cNvSpPr txBox="1"/>
              <p:nvPr/>
            </p:nvSpPr>
            <p:spPr>
              <a:xfrm>
                <a:off x="9579610" y="4756779"/>
                <a:ext cx="1744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Evaluation of ideas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AB3A7C-2FC5-57E4-5F84-ECFE8CE10F64}"/>
                </a:ext>
              </a:extLst>
            </p:cNvPr>
            <p:cNvSpPr txBox="1"/>
            <p:nvPr/>
          </p:nvSpPr>
          <p:spPr>
            <a:xfrm>
              <a:off x="1028261" y="3244672"/>
              <a:ext cx="16851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Challenging limiting assumptions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3922200-C08C-6E9D-7A17-4B499CCE8B94}"/>
                </a:ext>
              </a:extLst>
            </p:cNvPr>
            <p:cNvSpPr txBox="1"/>
            <p:nvPr/>
          </p:nvSpPr>
          <p:spPr>
            <a:xfrm>
              <a:off x="3173498" y="3244672"/>
              <a:ext cx="16851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Thinking with diagrams and metaphors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08A117-4458-4928-B7EE-B325C40E7DB7}"/>
                </a:ext>
              </a:extLst>
            </p:cNvPr>
            <p:cNvSpPr txBox="1"/>
            <p:nvPr/>
          </p:nvSpPr>
          <p:spPr>
            <a:xfrm>
              <a:off x="5318735" y="3244672"/>
              <a:ext cx="16851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Generating numerous novel ideas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D665BFD-26C1-097A-EA8E-F0BEFF2D1779}"/>
                </a:ext>
              </a:extLst>
            </p:cNvPr>
            <p:cNvSpPr txBox="1"/>
            <p:nvPr/>
          </p:nvSpPr>
          <p:spPr>
            <a:xfrm>
              <a:off x="7463972" y="3244672"/>
              <a:ext cx="16851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Postponing premature judgement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8558B6-DFA2-01AD-84B0-1116F6329BEB}"/>
                </a:ext>
              </a:extLst>
            </p:cNvPr>
            <p:cNvSpPr txBox="1"/>
            <p:nvPr/>
          </p:nvSpPr>
          <p:spPr>
            <a:xfrm>
              <a:off x="9609208" y="3244672"/>
              <a:ext cx="16851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Evaluating and selecting</a:t>
              </a:r>
            </a:p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options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5721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3" name="Group 8362">
            <a:extLst>
              <a:ext uri="{FF2B5EF4-FFF2-40B4-BE49-F238E27FC236}">
                <a16:creationId xmlns:a16="http://schemas.microsoft.com/office/drawing/2014/main" id="{B0AA8149-E546-472B-61DB-87503312A391}"/>
              </a:ext>
            </a:extLst>
          </p:cNvPr>
          <p:cNvGrpSpPr/>
          <p:nvPr/>
        </p:nvGrpSpPr>
        <p:grpSpPr>
          <a:xfrm>
            <a:off x="1029496" y="1880056"/>
            <a:ext cx="10141990" cy="4555301"/>
            <a:chOff x="1029496" y="1880056"/>
            <a:chExt cx="10141990" cy="4555301"/>
          </a:xfrm>
        </p:grpSpPr>
        <p:grpSp>
          <p:nvGrpSpPr>
            <p:cNvPr id="8280" name="Group 8279">
              <a:extLst>
                <a:ext uri="{FF2B5EF4-FFF2-40B4-BE49-F238E27FC236}">
                  <a16:creationId xmlns:a16="http://schemas.microsoft.com/office/drawing/2014/main" id="{3040847B-34F3-3C88-EF04-B7F0D6977FB0}"/>
                </a:ext>
              </a:extLst>
            </p:cNvPr>
            <p:cNvGrpSpPr/>
            <p:nvPr/>
          </p:nvGrpSpPr>
          <p:grpSpPr>
            <a:xfrm>
              <a:off x="1029496" y="1880056"/>
              <a:ext cx="10141990" cy="4555301"/>
              <a:chOff x="1029496" y="1880056"/>
              <a:chExt cx="10141990" cy="4555301"/>
            </a:xfrm>
          </p:grpSpPr>
          <p:grpSp>
            <p:nvGrpSpPr>
              <p:cNvPr id="8276" name="Group 8275">
                <a:extLst>
                  <a:ext uri="{FF2B5EF4-FFF2-40B4-BE49-F238E27FC236}">
                    <a16:creationId xmlns:a16="http://schemas.microsoft.com/office/drawing/2014/main" id="{F50A89DF-47D4-F261-9F2E-F1CBC8A0D193}"/>
                  </a:ext>
                </a:extLst>
              </p:cNvPr>
              <p:cNvGrpSpPr/>
              <p:nvPr/>
            </p:nvGrpSpPr>
            <p:grpSpPr>
              <a:xfrm>
                <a:off x="1029496" y="1880056"/>
                <a:ext cx="10133008" cy="4555301"/>
                <a:chOff x="1029496" y="1892756"/>
                <a:chExt cx="10133008" cy="4555301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685C47DE-07E1-EBA6-DEAF-BE6F500F6A09}"/>
                    </a:ext>
                  </a:extLst>
                </p:cNvPr>
                <p:cNvSpPr/>
                <p:nvPr/>
              </p:nvSpPr>
              <p:spPr>
                <a:xfrm>
                  <a:off x="7469919" y="4803499"/>
                  <a:ext cx="3077569" cy="316474"/>
                </a:xfrm>
                <a:custGeom>
                  <a:avLst/>
                  <a:gdLst>
                    <a:gd name="connsiteX0" fmla="*/ 1563374 w 1648014"/>
                    <a:gd name="connsiteY0" fmla="*/ -41 h 169469"/>
                    <a:gd name="connsiteX1" fmla="*/ 1478940 w 1648014"/>
                    <a:gd name="connsiteY1" fmla="*/ 86048 h 169469"/>
                    <a:gd name="connsiteX2" fmla="*/ -250 w 1648014"/>
                    <a:gd name="connsiteY2" fmla="*/ 86048 h 169469"/>
                    <a:gd name="connsiteX3" fmla="*/ -250 w 1648014"/>
                    <a:gd name="connsiteY3" fmla="*/ 111785 h 169469"/>
                    <a:gd name="connsiteX4" fmla="*/ 1482772 w 1648014"/>
                    <a:gd name="connsiteY4" fmla="*/ 111785 h 169469"/>
                    <a:gd name="connsiteX5" fmla="*/ 1590161 w 1648014"/>
                    <a:gd name="connsiteY5" fmla="*/ 164955 h 169469"/>
                    <a:gd name="connsiteX6" fmla="*/ 1643290 w 1648014"/>
                    <a:gd name="connsiteY6" fmla="*/ 57567 h 169469"/>
                    <a:gd name="connsiteX7" fmla="*/ 1563455 w 1648014"/>
                    <a:gd name="connsiteY7" fmla="*/ -41 h 169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48014" h="169469">
                      <a:moveTo>
                        <a:pt x="1563374" y="-41"/>
                      </a:moveTo>
                      <a:cubicBezTo>
                        <a:pt x="1516296" y="443"/>
                        <a:pt x="1478496" y="38969"/>
                        <a:pt x="1478940" y="86048"/>
                      </a:cubicBezTo>
                      <a:lnTo>
                        <a:pt x="-250" y="86048"/>
                      </a:lnTo>
                      <a:lnTo>
                        <a:pt x="-250" y="111785"/>
                      </a:lnTo>
                      <a:lnTo>
                        <a:pt x="1482772" y="111785"/>
                      </a:lnTo>
                      <a:cubicBezTo>
                        <a:pt x="1497739" y="156120"/>
                        <a:pt x="1545826" y="179921"/>
                        <a:pt x="1590161" y="164955"/>
                      </a:cubicBezTo>
                      <a:cubicBezTo>
                        <a:pt x="1634455" y="149948"/>
                        <a:pt x="1658256" y="101902"/>
                        <a:pt x="1643290" y="57567"/>
                      </a:cubicBezTo>
                      <a:cubicBezTo>
                        <a:pt x="1631711" y="23277"/>
                        <a:pt x="1599640" y="121"/>
                        <a:pt x="1563455" y="-4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40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92" name="Freeform: Shape 8191">
                  <a:extLst>
                    <a:ext uri="{FF2B5EF4-FFF2-40B4-BE49-F238E27FC236}">
                      <a16:creationId xmlns:a16="http://schemas.microsoft.com/office/drawing/2014/main" id="{3331F582-F903-E777-F599-AF4E9206347B}"/>
                    </a:ext>
                  </a:extLst>
                </p:cNvPr>
                <p:cNvSpPr/>
                <p:nvPr/>
              </p:nvSpPr>
              <p:spPr>
                <a:xfrm>
                  <a:off x="5323169" y="4803499"/>
                  <a:ext cx="3077569" cy="316474"/>
                </a:xfrm>
                <a:custGeom>
                  <a:avLst/>
                  <a:gdLst>
                    <a:gd name="connsiteX0" fmla="*/ 1563374 w 1648014"/>
                    <a:gd name="connsiteY0" fmla="*/ -41 h 169469"/>
                    <a:gd name="connsiteX1" fmla="*/ 1478940 w 1648014"/>
                    <a:gd name="connsiteY1" fmla="*/ 86088 h 169469"/>
                    <a:gd name="connsiteX2" fmla="*/ 1478940 w 1648014"/>
                    <a:gd name="connsiteY2" fmla="*/ 86088 h 169469"/>
                    <a:gd name="connsiteX3" fmla="*/ -250 w 1648014"/>
                    <a:gd name="connsiteY3" fmla="*/ 86088 h 169469"/>
                    <a:gd name="connsiteX4" fmla="*/ -250 w 1648014"/>
                    <a:gd name="connsiteY4" fmla="*/ 111785 h 169469"/>
                    <a:gd name="connsiteX5" fmla="*/ 1482772 w 1648014"/>
                    <a:gd name="connsiteY5" fmla="*/ 111785 h 169469"/>
                    <a:gd name="connsiteX6" fmla="*/ 1590160 w 1648014"/>
                    <a:gd name="connsiteY6" fmla="*/ 164955 h 169469"/>
                    <a:gd name="connsiteX7" fmla="*/ 1643290 w 1648014"/>
                    <a:gd name="connsiteY7" fmla="*/ 57567 h 169469"/>
                    <a:gd name="connsiteX8" fmla="*/ 1563455 w 1648014"/>
                    <a:gd name="connsiteY8" fmla="*/ -41 h 169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48014" h="169469">
                      <a:moveTo>
                        <a:pt x="1563374" y="-41"/>
                      </a:moveTo>
                      <a:cubicBezTo>
                        <a:pt x="1516296" y="443"/>
                        <a:pt x="1478456" y="38969"/>
                        <a:pt x="1478940" y="86088"/>
                      </a:cubicBezTo>
                      <a:cubicBezTo>
                        <a:pt x="1478940" y="86088"/>
                        <a:pt x="1478940" y="86088"/>
                        <a:pt x="1478940" y="86088"/>
                      </a:cubicBezTo>
                      <a:lnTo>
                        <a:pt x="-250" y="86088"/>
                      </a:lnTo>
                      <a:lnTo>
                        <a:pt x="-250" y="111785"/>
                      </a:lnTo>
                      <a:lnTo>
                        <a:pt x="1482772" y="111785"/>
                      </a:lnTo>
                      <a:cubicBezTo>
                        <a:pt x="1497739" y="156120"/>
                        <a:pt x="1545825" y="179921"/>
                        <a:pt x="1590160" y="164955"/>
                      </a:cubicBezTo>
                      <a:cubicBezTo>
                        <a:pt x="1634455" y="149948"/>
                        <a:pt x="1658256" y="101902"/>
                        <a:pt x="1643290" y="57567"/>
                      </a:cubicBezTo>
                      <a:cubicBezTo>
                        <a:pt x="1631712" y="23277"/>
                        <a:pt x="1599640" y="121"/>
                        <a:pt x="1563455" y="-4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40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93" name="Freeform: Shape 8192">
                  <a:extLst>
                    <a:ext uri="{FF2B5EF4-FFF2-40B4-BE49-F238E27FC236}">
                      <a16:creationId xmlns:a16="http://schemas.microsoft.com/office/drawing/2014/main" id="{18AD40FE-A6B1-910E-5D82-DF82849FC998}"/>
                    </a:ext>
                  </a:extLst>
                </p:cNvPr>
                <p:cNvSpPr/>
                <p:nvPr/>
              </p:nvSpPr>
              <p:spPr>
                <a:xfrm>
                  <a:off x="3176340" y="4803499"/>
                  <a:ext cx="3077648" cy="316474"/>
                </a:xfrm>
                <a:custGeom>
                  <a:avLst/>
                  <a:gdLst>
                    <a:gd name="connsiteX0" fmla="*/ 1563172 w 1648055"/>
                    <a:gd name="connsiteY0" fmla="*/ -41 h 169469"/>
                    <a:gd name="connsiteX1" fmla="*/ 1478778 w 1648055"/>
                    <a:gd name="connsiteY1" fmla="*/ 86088 h 169469"/>
                    <a:gd name="connsiteX2" fmla="*/ -250 w 1648055"/>
                    <a:gd name="connsiteY2" fmla="*/ 86088 h 169469"/>
                    <a:gd name="connsiteX3" fmla="*/ -250 w 1648055"/>
                    <a:gd name="connsiteY3" fmla="*/ 111785 h 169469"/>
                    <a:gd name="connsiteX4" fmla="*/ 1482813 w 1648055"/>
                    <a:gd name="connsiteY4" fmla="*/ 111785 h 169469"/>
                    <a:gd name="connsiteX5" fmla="*/ 1590201 w 1648055"/>
                    <a:gd name="connsiteY5" fmla="*/ 164955 h 169469"/>
                    <a:gd name="connsiteX6" fmla="*/ 1643330 w 1648055"/>
                    <a:gd name="connsiteY6" fmla="*/ 57567 h 169469"/>
                    <a:gd name="connsiteX7" fmla="*/ 1563495 w 1648055"/>
                    <a:gd name="connsiteY7" fmla="*/ -41 h 169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48055" h="169469">
                      <a:moveTo>
                        <a:pt x="1563172" y="-41"/>
                      </a:moveTo>
                      <a:cubicBezTo>
                        <a:pt x="1516094" y="443"/>
                        <a:pt x="1478294" y="39009"/>
                        <a:pt x="1478778" y="86088"/>
                      </a:cubicBezTo>
                      <a:lnTo>
                        <a:pt x="-250" y="86088"/>
                      </a:lnTo>
                      <a:lnTo>
                        <a:pt x="-250" y="111785"/>
                      </a:lnTo>
                      <a:lnTo>
                        <a:pt x="1482813" y="111785"/>
                      </a:lnTo>
                      <a:cubicBezTo>
                        <a:pt x="1497779" y="156120"/>
                        <a:pt x="1545866" y="179921"/>
                        <a:pt x="1590201" y="164955"/>
                      </a:cubicBezTo>
                      <a:cubicBezTo>
                        <a:pt x="1634495" y="149948"/>
                        <a:pt x="1658297" y="101902"/>
                        <a:pt x="1643330" y="57567"/>
                      </a:cubicBezTo>
                      <a:cubicBezTo>
                        <a:pt x="1631752" y="23277"/>
                        <a:pt x="1599681" y="121"/>
                        <a:pt x="1563495" y="-4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40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95" name="Freeform: Shape 8194">
                  <a:extLst>
                    <a:ext uri="{FF2B5EF4-FFF2-40B4-BE49-F238E27FC236}">
                      <a16:creationId xmlns:a16="http://schemas.microsoft.com/office/drawing/2014/main" id="{4CF2D918-1839-CAAF-8D41-29CF3DF96203}"/>
                    </a:ext>
                  </a:extLst>
                </p:cNvPr>
                <p:cNvSpPr/>
                <p:nvPr/>
              </p:nvSpPr>
              <p:spPr>
                <a:xfrm>
                  <a:off x="1029496" y="4803499"/>
                  <a:ext cx="3077663" cy="316474"/>
                </a:xfrm>
                <a:custGeom>
                  <a:avLst/>
                  <a:gdLst>
                    <a:gd name="connsiteX0" fmla="*/ 1563374 w 1648063"/>
                    <a:gd name="connsiteY0" fmla="*/ -41 h 169469"/>
                    <a:gd name="connsiteX1" fmla="*/ 1478940 w 1648063"/>
                    <a:gd name="connsiteY1" fmla="*/ 86088 h 169469"/>
                    <a:gd name="connsiteX2" fmla="*/ 1478940 w 1648063"/>
                    <a:gd name="connsiteY2" fmla="*/ 86088 h 169469"/>
                    <a:gd name="connsiteX3" fmla="*/ -250 w 1648063"/>
                    <a:gd name="connsiteY3" fmla="*/ 86088 h 169469"/>
                    <a:gd name="connsiteX4" fmla="*/ -250 w 1648063"/>
                    <a:gd name="connsiteY4" fmla="*/ 111785 h 169469"/>
                    <a:gd name="connsiteX5" fmla="*/ 1482813 w 1648063"/>
                    <a:gd name="connsiteY5" fmla="*/ 111785 h 169469"/>
                    <a:gd name="connsiteX6" fmla="*/ 1590185 w 1648063"/>
                    <a:gd name="connsiteY6" fmla="*/ 164955 h 169469"/>
                    <a:gd name="connsiteX7" fmla="*/ 1643334 w 1648063"/>
                    <a:gd name="connsiteY7" fmla="*/ 57567 h 169469"/>
                    <a:gd name="connsiteX8" fmla="*/ 1563495 w 1648063"/>
                    <a:gd name="connsiteY8" fmla="*/ -41 h 169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48063" h="169469">
                      <a:moveTo>
                        <a:pt x="1563374" y="-41"/>
                      </a:moveTo>
                      <a:cubicBezTo>
                        <a:pt x="1516276" y="443"/>
                        <a:pt x="1478476" y="38969"/>
                        <a:pt x="1478940" y="86088"/>
                      </a:cubicBezTo>
                      <a:cubicBezTo>
                        <a:pt x="1478940" y="86088"/>
                        <a:pt x="1478940" y="86088"/>
                        <a:pt x="1478940" y="86088"/>
                      </a:cubicBezTo>
                      <a:lnTo>
                        <a:pt x="-250" y="86088"/>
                      </a:lnTo>
                      <a:lnTo>
                        <a:pt x="-250" y="111785"/>
                      </a:lnTo>
                      <a:lnTo>
                        <a:pt x="1482813" y="111785"/>
                      </a:lnTo>
                      <a:cubicBezTo>
                        <a:pt x="1497783" y="156120"/>
                        <a:pt x="1545858" y="179921"/>
                        <a:pt x="1590185" y="164955"/>
                      </a:cubicBezTo>
                      <a:cubicBezTo>
                        <a:pt x="1634512" y="149948"/>
                        <a:pt x="1658309" y="101902"/>
                        <a:pt x="1643334" y="57567"/>
                      </a:cubicBezTo>
                      <a:cubicBezTo>
                        <a:pt x="1631756" y="23277"/>
                        <a:pt x="1599681" y="121"/>
                        <a:pt x="1563495" y="-4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40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8264" name="Group 8263">
                  <a:extLst>
                    <a:ext uri="{FF2B5EF4-FFF2-40B4-BE49-F238E27FC236}">
                      <a16:creationId xmlns:a16="http://schemas.microsoft.com/office/drawing/2014/main" id="{71473281-7C9A-333B-5F6C-1D91F9C29EC2}"/>
                    </a:ext>
                  </a:extLst>
                </p:cNvPr>
                <p:cNvGrpSpPr/>
                <p:nvPr/>
              </p:nvGrpSpPr>
              <p:grpSpPr>
                <a:xfrm>
                  <a:off x="3403079" y="1923192"/>
                  <a:ext cx="1329774" cy="2283937"/>
                  <a:chOff x="3412646" y="1923192"/>
                  <a:chExt cx="1329774" cy="2283937"/>
                </a:xfrm>
              </p:grpSpPr>
              <p:sp>
                <p:nvSpPr>
                  <p:cNvPr id="8210" name="Freeform: Shape 8209">
                    <a:extLst>
                      <a:ext uri="{FF2B5EF4-FFF2-40B4-BE49-F238E27FC236}">
                        <a16:creationId xmlns:a16="http://schemas.microsoft.com/office/drawing/2014/main" id="{E68B5121-CC47-34F0-B18B-664C1A2E5519}"/>
                      </a:ext>
                    </a:extLst>
                  </p:cNvPr>
                  <p:cNvSpPr/>
                  <p:nvPr/>
                </p:nvSpPr>
                <p:spPr>
                  <a:xfrm>
                    <a:off x="3414843" y="1923192"/>
                    <a:ext cx="1327577" cy="2283937"/>
                  </a:xfrm>
                  <a:custGeom>
                    <a:avLst/>
                    <a:gdLst>
                      <a:gd name="connsiteX0" fmla="*/ -250 w 1144922"/>
                      <a:gd name="connsiteY0" fmla="*/ 400951 h 2229576"/>
                      <a:gd name="connsiteX1" fmla="*/ -250 w 1144922"/>
                      <a:gd name="connsiteY1" fmla="*/ 2001890 h 2229576"/>
                      <a:gd name="connsiteX2" fmla="*/ 342650 w 1144922"/>
                      <a:gd name="connsiteY2" fmla="*/ 2001890 h 2229576"/>
                      <a:gd name="connsiteX3" fmla="*/ 471500 w 1144922"/>
                      <a:gd name="connsiteY3" fmla="*/ 2229536 h 2229576"/>
                      <a:gd name="connsiteX4" fmla="*/ 600390 w 1144922"/>
                      <a:gd name="connsiteY4" fmla="*/ 2001890 h 2229576"/>
                      <a:gd name="connsiteX5" fmla="*/ 751427 w 1144922"/>
                      <a:gd name="connsiteY5" fmla="*/ 2001890 h 2229576"/>
                      <a:gd name="connsiteX6" fmla="*/ 1144673 w 1144922"/>
                      <a:gd name="connsiteY6" fmla="*/ 1600778 h 2229576"/>
                      <a:gd name="connsiteX7" fmla="*/ 1144673 w 1144922"/>
                      <a:gd name="connsiteY7" fmla="*/ -41 h 2229576"/>
                      <a:gd name="connsiteX8" fmla="*/ 392794 w 1144922"/>
                      <a:gd name="connsiteY8" fmla="*/ -41 h 2229576"/>
                      <a:gd name="connsiteX9" fmla="*/ -250 w 1144922"/>
                      <a:gd name="connsiteY9" fmla="*/ 400951 h 2229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144922" h="2229576">
                        <a:moveTo>
                          <a:pt x="-250" y="400951"/>
                        </a:moveTo>
                        <a:lnTo>
                          <a:pt x="-250" y="2001890"/>
                        </a:lnTo>
                        <a:lnTo>
                          <a:pt x="342650" y="2001890"/>
                        </a:lnTo>
                        <a:lnTo>
                          <a:pt x="471500" y="2229536"/>
                        </a:lnTo>
                        <a:lnTo>
                          <a:pt x="600390" y="2001890"/>
                        </a:lnTo>
                        <a:lnTo>
                          <a:pt x="751427" y="2001890"/>
                        </a:lnTo>
                        <a:cubicBezTo>
                          <a:pt x="968624" y="2001890"/>
                          <a:pt x="1144673" y="1822291"/>
                          <a:pt x="1144673" y="1600778"/>
                        </a:cubicBezTo>
                        <a:lnTo>
                          <a:pt x="1144673" y="-41"/>
                        </a:lnTo>
                        <a:lnTo>
                          <a:pt x="392794" y="-41"/>
                        </a:lnTo>
                        <a:cubicBezTo>
                          <a:pt x="175718" y="-41"/>
                          <a:pt x="-250" y="179437"/>
                          <a:pt x="-250" y="40095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11" name="Freeform: Shape 8210">
                    <a:extLst>
                      <a:ext uri="{FF2B5EF4-FFF2-40B4-BE49-F238E27FC236}">
                        <a16:creationId xmlns:a16="http://schemas.microsoft.com/office/drawing/2014/main" id="{0E0CDB7C-3AE6-39C4-D347-1162318A1F82}"/>
                      </a:ext>
                    </a:extLst>
                  </p:cNvPr>
                  <p:cNvSpPr/>
                  <p:nvPr/>
                </p:nvSpPr>
                <p:spPr>
                  <a:xfrm>
                    <a:off x="3412646" y="2323650"/>
                    <a:ext cx="1329774" cy="617812"/>
                  </a:xfrm>
                  <a:custGeom>
                    <a:avLst/>
                    <a:gdLst>
                      <a:gd name="connsiteX0" fmla="*/ 0 w 1164084"/>
                      <a:gd name="connsiteY0" fmla="*/ 0 h 363917"/>
                      <a:gd name="connsiteX1" fmla="*/ 1164085 w 1164084"/>
                      <a:gd name="connsiteY1" fmla="*/ 0 h 363917"/>
                      <a:gd name="connsiteX2" fmla="*/ 1164085 w 1164084"/>
                      <a:gd name="connsiteY2" fmla="*/ 363918 h 363917"/>
                      <a:gd name="connsiteX3" fmla="*/ 0 w 1164084"/>
                      <a:gd name="connsiteY3" fmla="*/ 363918 h 363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4084" h="363917">
                        <a:moveTo>
                          <a:pt x="0" y="0"/>
                        </a:moveTo>
                        <a:lnTo>
                          <a:pt x="1164085" y="0"/>
                        </a:lnTo>
                        <a:lnTo>
                          <a:pt x="1164085" y="363918"/>
                        </a:lnTo>
                        <a:lnTo>
                          <a:pt x="0" y="36391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031" cap="flat">
                    <a:noFill/>
                    <a:prstDash val="solid"/>
                    <a:miter/>
                  </a:ln>
                  <a:effectLst>
                    <a:outerShdw blurRad="50800" dist="38100" dir="16200000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63" name="Group 8262">
                  <a:extLst>
                    <a:ext uri="{FF2B5EF4-FFF2-40B4-BE49-F238E27FC236}">
                      <a16:creationId xmlns:a16="http://schemas.microsoft.com/office/drawing/2014/main" id="{82E55FF8-5498-EA20-77BB-0C5C727BDD31}"/>
                    </a:ext>
                  </a:extLst>
                </p:cNvPr>
                <p:cNvGrpSpPr/>
                <p:nvPr/>
              </p:nvGrpSpPr>
              <p:grpSpPr>
                <a:xfrm>
                  <a:off x="5542705" y="1901171"/>
                  <a:ext cx="1330932" cy="2283978"/>
                  <a:chOff x="5574528" y="1901171"/>
                  <a:chExt cx="1330932" cy="2283978"/>
                </a:xfrm>
              </p:grpSpPr>
              <p:sp>
                <p:nvSpPr>
                  <p:cNvPr id="8213" name="Freeform: Shape 8212">
                    <a:extLst>
                      <a:ext uri="{FF2B5EF4-FFF2-40B4-BE49-F238E27FC236}">
                        <a16:creationId xmlns:a16="http://schemas.microsoft.com/office/drawing/2014/main" id="{E0A4C443-0AC0-0A21-136B-358320F2AD73}"/>
                      </a:ext>
                    </a:extLst>
                  </p:cNvPr>
                  <p:cNvSpPr/>
                  <p:nvPr/>
                </p:nvSpPr>
                <p:spPr>
                  <a:xfrm>
                    <a:off x="5577695" y="1901171"/>
                    <a:ext cx="1327765" cy="2283978"/>
                  </a:xfrm>
                  <a:custGeom>
                    <a:avLst/>
                    <a:gdLst>
                      <a:gd name="connsiteX0" fmla="*/ -250 w 1145084"/>
                      <a:gd name="connsiteY0" fmla="*/ 400991 h 2229616"/>
                      <a:gd name="connsiteX1" fmla="*/ -250 w 1145084"/>
                      <a:gd name="connsiteY1" fmla="*/ 2001890 h 2229616"/>
                      <a:gd name="connsiteX2" fmla="*/ 342650 w 1145084"/>
                      <a:gd name="connsiteY2" fmla="*/ 2001890 h 2229616"/>
                      <a:gd name="connsiteX3" fmla="*/ 471499 w 1145084"/>
                      <a:gd name="connsiteY3" fmla="*/ 2229576 h 2229616"/>
                      <a:gd name="connsiteX4" fmla="*/ 600349 w 1145084"/>
                      <a:gd name="connsiteY4" fmla="*/ 2001890 h 2229616"/>
                      <a:gd name="connsiteX5" fmla="*/ 751588 w 1145084"/>
                      <a:gd name="connsiteY5" fmla="*/ 2001890 h 2229616"/>
                      <a:gd name="connsiteX6" fmla="*/ 1144834 w 1145084"/>
                      <a:gd name="connsiteY6" fmla="*/ 1600778 h 2229616"/>
                      <a:gd name="connsiteX7" fmla="*/ 1144834 w 1145084"/>
                      <a:gd name="connsiteY7" fmla="*/ -41 h 2229616"/>
                      <a:gd name="connsiteX8" fmla="*/ 392874 w 1145084"/>
                      <a:gd name="connsiteY8" fmla="*/ -41 h 2229616"/>
                      <a:gd name="connsiteX9" fmla="*/ -250 w 1145084"/>
                      <a:gd name="connsiteY9" fmla="*/ 400991 h 22296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145084" h="2229616">
                        <a:moveTo>
                          <a:pt x="-250" y="400991"/>
                        </a:moveTo>
                        <a:lnTo>
                          <a:pt x="-250" y="2001890"/>
                        </a:lnTo>
                        <a:lnTo>
                          <a:pt x="342650" y="2001890"/>
                        </a:lnTo>
                        <a:lnTo>
                          <a:pt x="471499" y="2229576"/>
                        </a:lnTo>
                        <a:lnTo>
                          <a:pt x="600349" y="2001890"/>
                        </a:lnTo>
                        <a:lnTo>
                          <a:pt x="751588" y="2001890"/>
                        </a:lnTo>
                        <a:cubicBezTo>
                          <a:pt x="968745" y="2001890"/>
                          <a:pt x="1144834" y="1822291"/>
                          <a:pt x="1144834" y="1600778"/>
                        </a:cubicBezTo>
                        <a:lnTo>
                          <a:pt x="1144834" y="-41"/>
                        </a:lnTo>
                        <a:lnTo>
                          <a:pt x="392874" y="-41"/>
                        </a:lnTo>
                        <a:cubicBezTo>
                          <a:pt x="175678" y="-41"/>
                          <a:pt x="-250" y="179357"/>
                          <a:pt x="-250" y="40099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14" name="Freeform: Shape 8213">
                    <a:extLst>
                      <a:ext uri="{FF2B5EF4-FFF2-40B4-BE49-F238E27FC236}">
                        <a16:creationId xmlns:a16="http://schemas.microsoft.com/office/drawing/2014/main" id="{D6C6D7ED-6AD5-77F6-CC86-555C61B572AF}"/>
                      </a:ext>
                    </a:extLst>
                  </p:cNvPr>
                  <p:cNvSpPr/>
                  <p:nvPr/>
                </p:nvSpPr>
                <p:spPr>
                  <a:xfrm>
                    <a:off x="5574528" y="2323650"/>
                    <a:ext cx="1329774" cy="617812"/>
                  </a:xfrm>
                  <a:custGeom>
                    <a:avLst/>
                    <a:gdLst>
                      <a:gd name="connsiteX0" fmla="*/ 0 w 1164084"/>
                      <a:gd name="connsiteY0" fmla="*/ 0 h 363917"/>
                      <a:gd name="connsiteX1" fmla="*/ 1164085 w 1164084"/>
                      <a:gd name="connsiteY1" fmla="*/ 0 h 363917"/>
                      <a:gd name="connsiteX2" fmla="*/ 1164085 w 1164084"/>
                      <a:gd name="connsiteY2" fmla="*/ 363918 h 363917"/>
                      <a:gd name="connsiteX3" fmla="*/ 0 w 1164084"/>
                      <a:gd name="connsiteY3" fmla="*/ 363918 h 363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4084" h="363917">
                        <a:moveTo>
                          <a:pt x="0" y="0"/>
                        </a:moveTo>
                        <a:lnTo>
                          <a:pt x="1164085" y="0"/>
                        </a:lnTo>
                        <a:lnTo>
                          <a:pt x="1164085" y="363918"/>
                        </a:lnTo>
                        <a:lnTo>
                          <a:pt x="0" y="36391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031" cap="flat">
                    <a:noFill/>
                    <a:prstDash val="solid"/>
                    <a:miter/>
                  </a:ln>
                  <a:effectLst>
                    <a:outerShdw blurRad="50800" dist="38100" dir="16200000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62" name="Group 8261">
                  <a:extLst>
                    <a:ext uri="{FF2B5EF4-FFF2-40B4-BE49-F238E27FC236}">
                      <a16:creationId xmlns:a16="http://schemas.microsoft.com/office/drawing/2014/main" id="{01BDAE7A-9FDD-A2C1-D02F-89460D23A1A1}"/>
                    </a:ext>
                  </a:extLst>
                </p:cNvPr>
                <p:cNvGrpSpPr/>
                <p:nvPr/>
              </p:nvGrpSpPr>
              <p:grpSpPr>
                <a:xfrm>
                  <a:off x="7693720" y="1892756"/>
                  <a:ext cx="1329940" cy="2283978"/>
                  <a:chOff x="7693846" y="1892756"/>
                  <a:chExt cx="1329940" cy="2283978"/>
                </a:xfrm>
              </p:grpSpPr>
              <p:sp>
                <p:nvSpPr>
                  <p:cNvPr id="8222" name="Freeform: Shape 8221">
                    <a:extLst>
                      <a:ext uri="{FF2B5EF4-FFF2-40B4-BE49-F238E27FC236}">
                        <a16:creationId xmlns:a16="http://schemas.microsoft.com/office/drawing/2014/main" id="{00161500-FD58-77C7-C4FF-EB29B896A900}"/>
                      </a:ext>
                    </a:extLst>
                  </p:cNvPr>
                  <p:cNvSpPr/>
                  <p:nvPr/>
                </p:nvSpPr>
                <p:spPr>
                  <a:xfrm>
                    <a:off x="7695787" y="1892756"/>
                    <a:ext cx="1327999" cy="2283978"/>
                  </a:xfrm>
                  <a:custGeom>
                    <a:avLst/>
                    <a:gdLst>
                      <a:gd name="connsiteX0" fmla="*/ -250 w 1145286"/>
                      <a:gd name="connsiteY0" fmla="*/ 400991 h 2229616"/>
                      <a:gd name="connsiteX1" fmla="*/ -250 w 1145286"/>
                      <a:gd name="connsiteY1" fmla="*/ 2001890 h 2229616"/>
                      <a:gd name="connsiteX2" fmla="*/ 342650 w 1145286"/>
                      <a:gd name="connsiteY2" fmla="*/ 2001890 h 2229616"/>
                      <a:gd name="connsiteX3" fmla="*/ 471499 w 1145286"/>
                      <a:gd name="connsiteY3" fmla="*/ 2229576 h 2229616"/>
                      <a:gd name="connsiteX4" fmla="*/ 600591 w 1145286"/>
                      <a:gd name="connsiteY4" fmla="*/ 2001890 h 2229616"/>
                      <a:gd name="connsiteX5" fmla="*/ 751790 w 1145286"/>
                      <a:gd name="connsiteY5" fmla="*/ 2001890 h 2229616"/>
                      <a:gd name="connsiteX6" fmla="*/ 1145036 w 1145286"/>
                      <a:gd name="connsiteY6" fmla="*/ 1600778 h 2229616"/>
                      <a:gd name="connsiteX7" fmla="*/ 1145036 w 1145286"/>
                      <a:gd name="connsiteY7" fmla="*/ -41 h 2229616"/>
                      <a:gd name="connsiteX8" fmla="*/ 392915 w 1145286"/>
                      <a:gd name="connsiteY8" fmla="*/ -41 h 2229616"/>
                      <a:gd name="connsiteX9" fmla="*/ -250 w 1145286"/>
                      <a:gd name="connsiteY9" fmla="*/ 400991 h 22296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145286" h="2229616">
                        <a:moveTo>
                          <a:pt x="-250" y="400991"/>
                        </a:moveTo>
                        <a:lnTo>
                          <a:pt x="-250" y="2001890"/>
                        </a:lnTo>
                        <a:lnTo>
                          <a:pt x="342650" y="2001890"/>
                        </a:lnTo>
                        <a:lnTo>
                          <a:pt x="471499" y="2229576"/>
                        </a:lnTo>
                        <a:lnTo>
                          <a:pt x="600591" y="2001890"/>
                        </a:lnTo>
                        <a:lnTo>
                          <a:pt x="751790" y="2001890"/>
                        </a:lnTo>
                        <a:cubicBezTo>
                          <a:pt x="968987" y="2001890"/>
                          <a:pt x="1145036" y="1822291"/>
                          <a:pt x="1145036" y="1600778"/>
                        </a:cubicBezTo>
                        <a:lnTo>
                          <a:pt x="1145036" y="-41"/>
                        </a:lnTo>
                        <a:lnTo>
                          <a:pt x="392915" y="-41"/>
                        </a:lnTo>
                        <a:cubicBezTo>
                          <a:pt x="175718" y="-41"/>
                          <a:pt x="-250" y="179357"/>
                          <a:pt x="-250" y="40099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23" name="Freeform: Shape 8222">
                    <a:extLst>
                      <a:ext uri="{FF2B5EF4-FFF2-40B4-BE49-F238E27FC236}">
                        <a16:creationId xmlns:a16="http://schemas.microsoft.com/office/drawing/2014/main" id="{6E871E76-36BF-F8C5-A173-C441E7C9DE96}"/>
                      </a:ext>
                    </a:extLst>
                  </p:cNvPr>
                  <p:cNvSpPr/>
                  <p:nvPr/>
                </p:nvSpPr>
                <p:spPr>
                  <a:xfrm>
                    <a:off x="7693846" y="2323650"/>
                    <a:ext cx="1329774" cy="617812"/>
                  </a:xfrm>
                  <a:custGeom>
                    <a:avLst/>
                    <a:gdLst>
                      <a:gd name="connsiteX0" fmla="*/ 0 w 1164084"/>
                      <a:gd name="connsiteY0" fmla="*/ 0 h 363917"/>
                      <a:gd name="connsiteX1" fmla="*/ 1164085 w 1164084"/>
                      <a:gd name="connsiteY1" fmla="*/ 0 h 363917"/>
                      <a:gd name="connsiteX2" fmla="*/ 1164085 w 1164084"/>
                      <a:gd name="connsiteY2" fmla="*/ 363918 h 363917"/>
                      <a:gd name="connsiteX3" fmla="*/ 0 w 1164084"/>
                      <a:gd name="connsiteY3" fmla="*/ 363918 h 363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4084" h="363917">
                        <a:moveTo>
                          <a:pt x="0" y="0"/>
                        </a:moveTo>
                        <a:lnTo>
                          <a:pt x="1164085" y="0"/>
                        </a:lnTo>
                        <a:lnTo>
                          <a:pt x="1164085" y="363918"/>
                        </a:lnTo>
                        <a:lnTo>
                          <a:pt x="0" y="36391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031" cap="flat">
                    <a:noFill/>
                    <a:prstDash val="solid"/>
                    <a:miter/>
                  </a:ln>
                  <a:effectLst>
                    <a:outerShdw blurRad="50800" dist="38100" dir="16200000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61" name="Group 8260">
                  <a:extLst>
                    <a:ext uri="{FF2B5EF4-FFF2-40B4-BE49-F238E27FC236}">
                      <a16:creationId xmlns:a16="http://schemas.microsoft.com/office/drawing/2014/main" id="{02A8739B-BFCB-E136-5463-BFAFF37564B5}"/>
                    </a:ext>
                  </a:extLst>
                </p:cNvPr>
                <p:cNvGrpSpPr/>
                <p:nvPr/>
              </p:nvGrpSpPr>
              <p:grpSpPr>
                <a:xfrm>
                  <a:off x="9834504" y="1899556"/>
                  <a:ext cx="1328000" cy="2283937"/>
                  <a:chOff x="9834504" y="1899556"/>
                  <a:chExt cx="1328000" cy="2283937"/>
                </a:xfrm>
              </p:grpSpPr>
              <p:sp>
                <p:nvSpPr>
                  <p:cNvPr id="8225" name="Freeform: Shape 8224">
                    <a:extLst>
                      <a:ext uri="{FF2B5EF4-FFF2-40B4-BE49-F238E27FC236}">
                        <a16:creationId xmlns:a16="http://schemas.microsoft.com/office/drawing/2014/main" id="{53619BC9-483D-EEC2-4719-A94E1FDF3C3D}"/>
                      </a:ext>
                    </a:extLst>
                  </p:cNvPr>
                  <p:cNvSpPr/>
                  <p:nvPr/>
                </p:nvSpPr>
                <p:spPr>
                  <a:xfrm>
                    <a:off x="9834670" y="1899556"/>
                    <a:ext cx="1327765" cy="2283937"/>
                  </a:xfrm>
                  <a:custGeom>
                    <a:avLst/>
                    <a:gdLst>
                      <a:gd name="connsiteX0" fmla="*/ -250 w 1145084"/>
                      <a:gd name="connsiteY0" fmla="*/ 400951 h 2229576"/>
                      <a:gd name="connsiteX1" fmla="*/ -250 w 1145084"/>
                      <a:gd name="connsiteY1" fmla="*/ 2001890 h 2229576"/>
                      <a:gd name="connsiteX2" fmla="*/ 342650 w 1145084"/>
                      <a:gd name="connsiteY2" fmla="*/ 2001890 h 2229576"/>
                      <a:gd name="connsiteX3" fmla="*/ 471499 w 1145084"/>
                      <a:gd name="connsiteY3" fmla="*/ 2229536 h 2229576"/>
                      <a:gd name="connsiteX4" fmla="*/ 600350 w 1145084"/>
                      <a:gd name="connsiteY4" fmla="*/ 2001890 h 2229576"/>
                      <a:gd name="connsiteX5" fmla="*/ 751589 w 1145084"/>
                      <a:gd name="connsiteY5" fmla="*/ 2001890 h 2229576"/>
                      <a:gd name="connsiteX6" fmla="*/ 1144835 w 1145084"/>
                      <a:gd name="connsiteY6" fmla="*/ 1600778 h 2229576"/>
                      <a:gd name="connsiteX7" fmla="*/ 1144835 w 1145084"/>
                      <a:gd name="connsiteY7" fmla="*/ -41 h 2229576"/>
                      <a:gd name="connsiteX8" fmla="*/ 392915 w 1145084"/>
                      <a:gd name="connsiteY8" fmla="*/ -41 h 2229576"/>
                      <a:gd name="connsiteX9" fmla="*/ -250 w 1145084"/>
                      <a:gd name="connsiteY9" fmla="*/ 400951 h 2229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145084" h="2229576">
                        <a:moveTo>
                          <a:pt x="-250" y="400951"/>
                        </a:moveTo>
                        <a:lnTo>
                          <a:pt x="-250" y="2001890"/>
                        </a:lnTo>
                        <a:lnTo>
                          <a:pt x="342650" y="2001890"/>
                        </a:lnTo>
                        <a:lnTo>
                          <a:pt x="471499" y="2229536"/>
                        </a:lnTo>
                        <a:lnTo>
                          <a:pt x="600350" y="2001890"/>
                        </a:lnTo>
                        <a:lnTo>
                          <a:pt x="751589" y="2001890"/>
                        </a:lnTo>
                        <a:cubicBezTo>
                          <a:pt x="968745" y="2001890"/>
                          <a:pt x="1144835" y="1822291"/>
                          <a:pt x="1144835" y="1600778"/>
                        </a:cubicBezTo>
                        <a:lnTo>
                          <a:pt x="1144835" y="-41"/>
                        </a:lnTo>
                        <a:lnTo>
                          <a:pt x="392915" y="-41"/>
                        </a:lnTo>
                        <a:cubicBezTo>
                          <a:pt x="175718" y="-41"/>
                          <a:pt x="-250" y="179437"/>
                          <a:pt x="-250" y="40095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26" name="Freeform: Shape 8225">
                    <a:extLst>
                      <a:ext uri="{FF2B5EF4-FFF2-40B4-BE49-F238E27FC236}">
                        <a16:creationId xmlns:a16="http://schemas.microsoft.com/office/drawing/2014/main" id="{A8E98528-71E0-C06E-C46A-9CA780C176B9}"/>
                      </a:ext>
                    </a:extLst>
                  </p:cNvPr>
                  <p:cNvSpPr/>
                  <p:nvPr/>
                </p:nvSpPr>
                <p:spPr>
                  <a:xfrm>
                    <a:off x="9834504" y="2325136"/>
                    <a:ext cx="1328000" cy="617812"/>
                  </a:xfrm>
                  <a:custGeom>
                    <a:avLst/>
                    <a:gdLst>
                      <a:gd name="connsiteX0" fmla="*/ 0 w 1164084"/>
                      <a:gd name="connsiteY0" fmla="*/ 0 h 363917"/>
                      <a:gd name="connsiteX1" fmla="*/ 1164085 w 1164084"/>
                      <a:gd name="connsiteY1" fmla="*/ 0 h 363917"/>
                      <a:gd name="connsiteX2" fmla="*/ 1164085 w 1164084"/>
                      <a:gd name="connsiteY2" fmla="*/ 363918 h 363917"/>
                      <a:gd name="connsiteX3" fmla="*/ 0 w 1164084"/>
                      <a:gd name="connsiteY3" fmla="*/ 363918 h 363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4084" h="363917">
                        <a:moveTo>
                          <a:pt x="0" y="0"/>
                        </a:moveTo>
                        <a:lnTo>
                          <a:pt x="1164085" y="0"/>
                        </a:lnTo>
                        <a:lnTo>
                          <a:pt x="1164085" y="363918"/>
                        </a:lnTo>
                        <a:lnTo>
                          <a:pt x="0" y="36391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031" cap="flat">
                    <a:noFill/>
                    <a:prstDash val="solid"/>
                    <a:miter/>
                  </a:ln>
                  <a:effectLst>
                    <a:outerShdw blurRad="50800" dist="38100" dir="16200000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65" name="Group 8264">
                  <a:extLst>
                    <a:ext uri="{FF2B5EF4-FFF2-40B4-BE49-F238E27FC236}">
                      <a16:creationId xmlns:a16="http://schemas.microsoft.com/office/drawing/2014/main" id="{59074B19-79DD-BA86-7650-85387DC6BAAF}"/>
                    </a:ext>
                  </a:extLst>
                </p:cNvPr>
                <p:cNvGrpSpPr/>
                <p:nvPr/>
              </p:nvGrpSpPr>
              <p:grpSpPr>
                <a:xfrm>
                  <a:off x="1265555" y="1916386"/>
                  <a:ext cx="1328642" cy="2283937"/>
                  <a:chOff x="1265555" y="1916386"/>
                  <a:chExt cx="1328642" cy="2283937"/>
                </a:xfrm>
              </p:grpSpPr>
              <p:sp>
                <p:nvSpPr>
                  <p:cNvPr id="8216" name="Freeform: Shape 8215">
                    <a:extLst>
                      <a:ext uri="{FF2B5EF4-FFF2-40B4-BE49-F238E27FC236}">
                        <a16:creationId xmlns:a16="http://schemas.microsoft.com/office/drawing/2014/main" id="{9677964E-2EC0-44FB-503F-EA695911E54B}"/>
                      </a:ext>
                    </a:extLst>
                  </p:cNvPr>
                  <p:cNvSpPr/>
                  <p:nvPr/>
                </p:nvSpPr>
                <p:spPr>
                  <a:xfrm>
                    <a:off x="1266432" y="1916386"/>
                    <a:ext cx="1327765" cy="2283937"/>
                  </a:xfrm>
                  <a:custGeom>
                    <a:avLst/>
                    <a:gdLst>
                      <a:gd name="connsiteX0" fmla="*/ -250 w 1145084"/>
                      <a:gd name="connsiteY0" fmla="*/ 400951 h 2229576"/>
                      <a:gd name="connsiteX1" fmla="*/ -250 w 1145084"/>
                      <a:gd name="connsiteY1" fmla="*/ 2001890 h 2229576"/>
                      <a:gd name="connsiteX2" fmla="*/ 342650 w 1145084"/>
                      <a:gd name="connsiteY2" fmla="*/ 2001890 h 2229576"/>
                      <a:gd name="connsiteX3" fmla="*/ 471500 w 1145084"/>
                      <a:gd name="connsiteY3" fmla="*/ 2229536 h 2229576"/>
                      <a:gd name="connsiteX4" fmla="*/ 600349 w 1145084"/>
                      <a:gd name="connsiteY4" fmla="*/ 2001890 h 2229576"/>
                      <a:gd name="connsiteX5" fmla="*/ 751588 w 1145084"/>
                      <a:gd name="connsiteY5" fmla="*/ 2001890 h 2229576"/>
                      <a:gd name="connsiteX6" fmla="*/ 1144834 w 1145084"/>
                      <a:gd name="connsiteY6" fmla="*/ 1600778 h 2229576"/>
                      <a:gd name="connsiteX7" fmla="*/ 1144834 w 1145084"/>
                      <a:gd name="connsiteY7" fmla="*/ -41 h 2229576"/>
                      <a:gd name="connsiteX8" fmla="*/ 392915 w 1145084"/>
                      <a:gd name="connsiteY8" fmla="*/ -41 h 2229576"/>
                      <a:gd name="connsiteX9" fmla="*/ -250 w 1145084"/>
                      <a:gd name="connsiteY9" fmla="*/ 400951 h 2229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145084" h="2229576">
                        <a:moveTo>
                          <a:pt x="-250" y="400951"/>
                        </a:moveTo>
                        <a:lnTo>
                          <a:pt x="-250" y="2001890"/>
                        </a:lnTo>
                        <a:lnTo>
                          <a:pt x="342650" y="2001890"/>
                        </a:lnTo>
                        <a:lnTo>
                          <a:pt x="471500" y="2229536"/>
                        </a:lnTo>
                        <a:lnTo>
                          <a:pt x="600349" y="2001890"/>
                        </a:lnTo>
                        <a:lnTo>
                          <a:pt x="751588" y="2001890"/>
                        </a:lnTo>
                        <a:cubicBezTo>
                          <a:pt x="968745" y="2001890"/>
                          <a:pt x="1144834" y="1822291"/>
                          <a:pt x="1144834" y="1600778"/>
                        </a:cubicBezTo>
                        <a:lnTo>
                          <a:pt x="1144834" y="-41"/>
                        </a:lnTo>
                        <a:lnTo>
                          <a:pt x="392915" y="-41"/>
                        </a:lnTo>
                        <a:cubicBezTo>
                          <a:pt x="175718" y="-41"/>
                          <a:pt x="-250" y="179437"/>
                          <a:pt x="-250" y="40095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17" name="Freeform: Shape 8216">
                    <a:extLst>
                      <a:ext uri="{FF2B5EF4-FFF2-40B4-BE49-F238E27FC236}">
                        <a16:creationId xmlns:a16="http://schemas.microsoft.com/office/drawing/2014/main" id="{58AD2260-270C-1E8D-8D73-BF535FC9CD3D}"/>
                      </a:ext>
                    </a:extLst>
                  </p:cNvPr>
                  <p:cNvSpPr/>
                  <p:nvPr/>
                </p:nvSpPr>
                <p:spPr>
                  <a:xfrm>
                    <a:off x="1265555" y="2323650"/>
                    <a:ext cx="1327578" cy="617812"/>
                  </a:xfrm>
                  <a:custGeom>
                    <a:avLst/>
                    <a:gdLst>
                      <a:gd name="connsiteX0" fmla="*/ 0 w 1164084"/>
                      <a:gd name="connsiteY0" fmla="*/ 0 h 363917"/>
                      <a:gd name="connsiteX1" fmla="*/ 1164085 w 1164084"/>
                      <a:gd name="connsiteY1" fmla="*/ 0 h 363917"/>
                      <a:gd name="connsiteX2" fmla="*/ 1164085 w 1164084"/>
                      <a:gd name="connsiteY2" fmla="*/ 363918 h 363917"/>
                      <a:gd name="connsiteX3" fmla="*/ 0 w 1164084"/>
                      <a:gd name="connsiteY3" fmla="*/ 363918 h 363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64084" h="363917">
                        <a:moveTo>
                          <a:pt x="0" y="0"/>
                        </a:moveTo>
                        <a:lnTo>
                          <a:pt x="1164085" y="0"/>
                        </a:lnTo>
                        <a:lnTo>
                          <a:pt x="1164085" y="363918"/>
                        </a:lnTo>
                        <a:lnTo>
                          <a:pt x="0" y="36391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031" cap="flat">
                    <a:noFill/>
                    <a:prstDash val="solid"/>
                    <a:miter/>
                  </a:ln>
                  <a:effectLst>
                    <a:outerShdw blurRad="50800" dist="38100" dir="16200000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228" name="Freeform: Shape 8227">
                  <a:extLst>
                    <a:ext uri="{FF2B5EF4-FFF2-40B4-BE49-F238E27FC236}">
                      <a16:creationId xmlns:a16="http://schemas.microsoft.com/office/drawing/2014/main" id="{10D0985C-D2DE-0650-566E-3701DC5AC918}"/>
                    </a:ext>
                  </a:extLst>
                </p:cNvPr>
                <p:cNvSpPr/>
                <p:nvPr/>
              </p:nvSpPr>
              <p:spPr>
                <a:xfrm>
                  <a:off x="1642777" y="4799779"/>
                  <a:ext cx="317538" cy="323914"/>
                </a:xfrm>
                <a:custGeom>
                  <a:avLst/>
                  <a:gdLst>
                    <a:gd name="connsiteX0" fmla="*/ 168787 w 168787"/>
                    <a:gd name="connsiteY0" fmla="*/ 86088 h 172176"/>
                    <a:gd name="connsiteX1" fmla="*/ 84394 w 168787"/>
                    <a:gd name="connsiteY1" fmla="*/ 172176 h 172176"/>
                    <a:gd name="connsiteX2" fmla="*/ 0 w 168787"/>
                    <a:gd name="connsiteY2" fmla="*/ 86088 h 172176"/>
                    <a:gd name="connsiteX3" fmla="*/ 84394 w 168787"/>
                    <a:gd name="connsiteY3" fmla="*/ 0 h 172176"/>
                    <a:gd name="connsiteX4" fmla="*/ 168787 w 168787"/>
                    <a:gd name="connsiteY4" fmla="*/ 86088 h 172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8787" h="172176">
                      <a:moveTo>
                        <a:pt x="168787" y="86088"/>
                      </a:moveTo>
                      <a:cubicBezTo>
                        <a:pt x="168787" y="133633"/>
                        <a:pt x="131003" y="172176"/>
                        <a:pt x="84394" y="172176"/>
                      </a:cubicBezTo>
                      <a:cubicBezTo>
                        <a:pt x="37784" y="172176"/>
                        <a:pt x="0" y="133633"/>
                        <a:pt x="0" y="86088"/>
                      </a:cubicBezTo>
                      <a:cubicBezTo>
                        <a:pt x="0" y="38543"/>
                        <a:pt x="37784" y="0"/>
                        <a:pt x="84394" y="0"/>
                      </a:cubicBezTo>
                      <a:cubicBezTo>
                        <a:pt x="131003" y="0"/>
                        <a:pt x="168787" y="38543"/>
                        <a:pt x="168787" y="8608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40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8269" name="Group 8268">
                  <a:extLst>
                    <a:ext uri="{FF2B5EF4-FFF2-40B4-BE49-F238E27FC236}">
                      <a16:creationId xmlns:a16="http://schemas.microsoft.com/office/drawing/2014/main" id="{80D26B78-598C-591C-9C3D-457405218D63}"/>
                    </a:ext>
                  </a:extLst>
                </p:cNvPr>
                <p:cNvGrpSpPr/>
                <p:nvPr/>
              </p:nvGrpSpPr>
              <p:grpSpPr>
                <a:xfrm>
                  <a:off x="1398631" y="4267528"/>
                  <a:ext cx="838337" cy="2171474"/>
                  <a:chOff x="1398631" y="4267528"/>
                  <a:chExt cx="838337" cy="2171474"/>
                </a:xfrm>
              </p:grpSpPr>
              <p:sp>
                <p:nvSpPr>
                  <p:cNvPr id="8197" name="Freeform: Shape 8196">
                    <a:extLst>
                      <a:ext uri="{FF2B5EF4-FFF2-40B4-BE49-F238E27FC236}">
                        <a16:creationId xmlns:a16="http://schemas.microsoft.com/office/drawing/2014/main" id="{50654D96-0DB2-AE46-30B5-73DF74E85B0F}"/>
                      </a:ext>
                    </a:extLst>
                  </p:cNvPr>
                  <p:cNvSpPr/>
                  <p:nvPr/>
                </p:nvSpPr>
                <p:spPr>
                  <a:xfrm>
                    <a:off x="1788564" y="5184755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6 w 50426"/>
                      <a:gd name="connsiteY1" fmla="*/ 0 h 420072"/>
                      <a:gd name="connsiteX2" fmla="*/ 50426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6" y="0"/>
                        </a:lnTo>
                        <a:lnTo>
                          <a:pt x="50426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03" name="Freeform: Shape 8202">
                    <a:extLst>
                      <a:ext uri="{FF2B5EF4-FFF2-40B4-BE49-F238E27FC236}">
                        <a16:creationId xmlns:a16="http://schemas.microsoft.com/office/drawing/2014/main" id="{931D2628-455A-F2CF-59B9-252894866662}"/>
                      </a:ext>
                    </a:extLst>
                  </p:cNvPr>
                  <p:cNvSpPr/>
                  <p:nvPr/>
                </p:nvSpPr>
                <p:spPr>
                  <a:xfrm>
                    <a:off x="1788564" y="4267528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6 w 50426"/>
                      <a:gd name="connsiteY1" fmla="*/ 0 h 420072"/>
                      <a:gd name="connsiteX2" fmla="*/ 50426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6" y="0"/>
                        </a:lnTo>
                        <a:lnTo>
                          <a:pt x="50426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8268" name="Group 8267">
                    <a:extLst>
                      <a:ext uri="{FF2B5EF4-FFF2-40B4-BE49-F238E27FC236}">
                        <a16:creationId xmlns:a16="http://schemas.microsoft.com/office/drawing/2014/main" id="{757FD41F-709C-5EDC-5BAF-BB4D77FF1B15}"/>
                      </a:ext>
                    </a:extLst>
                  </p:cNvPr>
                  <p:cNvGrpSpPr/>
                  <p:nvPr/>
                </p:nvGrpSpPr>
                <p:grpSpPr>
                  <a:xfrm>
                    <a:off x="1398631" y="5574773"/>
                    <a:ext cx="838337" cy="864229"/>
                    <a:chOff x="1398631" y="5574773"/>
                    <a:chExt cx="838337" cy="864229"/>
                  </a:xfrm>
                </p:grpSpPr>
                <p:grpSp>
                  <p:nvGrpSpPr>
                    <p:cNvPr id="8235" name="Group 8234">
                      <a:extLst>
                        <a:ext uri="{FF2B5EF4-FFF2-40B4-BE49-F238E27FC236}">
                          <a16:creationId xmlns:a16="http://schemas.microsoft.com/office/drawing/2014/main" id="{E841DBCF-C6CA-5A07-43D7-7D522A1EC8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98631" y="5574773"/>
                      <a:ext cx="838337" cy="864229"/>
                      <a:chOff x="1957085" y="5811487"/>
                      <a:chExt cx="838337" cy="864229"/>
                    </a:xfrm>
                  </p:grpSpPr>
                  <p:sp>
                    <p:nvSpPr>
                      <p:cNvPr id="6" name="Freeform: Shape 5">
                        <a:extLst>
                          <a:ext uri="{FF2B5EF4-FFF2-40B4-BE49-F238E27FC236}">
                            <a16:creationId xmlns:a16="http://schemas.microsoft.com/office/drawing/2014/main" id="{CA452553-7909-7641-ABE9-EC59C2FE0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57085" y="5820633"/>
                        <a:ext cx="838337" cy="855083"/>
                      </a:xfrm>
                      <a:custGeom>
                        <a:avLst/>
                        <a:gdLst>
                          <a:gd name="connsiteX0" fmla="*/ 722995 w 722994"/>
                          <a:gd name="connsiteY0" fmla="*/ 368719 h 737436"/>
                          <a:gd name="connsiteX1" fmla="*/ 361497 w 722994"/>
                          <a:gd name="connsiteY1" fmla="*/ 737437 h 737436"/>
                          <a:gd name="connsiteX2" fmla="*/ 0 w 722994"/>
                          <a:gd name="connsiteY2" fmla="*/ 368719 h 737436"/>
                          <a:gd name="connsiteX3" fmla="*/ 361497 w 722994"/>
                          <a:gd name="connsiteY3" fmla="*/ 0 h 737436"/>
                          <a:gd name="connsiteX4" fmla="*/ 722995 w 722994"/>
                          <a:gd name="connsiteY4" fmla="*/ 368719 h 7374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22994" h="737436">
                            <a:moveTo>
                              <a:pt x="722995" y="368719"/>
                            </a:moveTo>
                            <a:cubicBezTo>
                              <a:pt x="722995" y="572356"/>
                              <a:pt x="561147" y="737437"/>
                              <a:pt x="361497" y="737437"/>
                            </a:cubicBezTo>
                            <a:cubicBezTo>
                              <a:pt x="161848" y="737437"/>
                              <a:pt x="0" y="572356"/>
                              <a:pt x="0" y="368719"/>
                            </a:cubicBezTo>
                            <a:cubicBezTo>
                              <a:pt x="0" y="165081"/>
                              <a:pt x="161848" y="0"/>
                              <a:pt x="361497" y="0"/>
                            </a:cubicBezTo>
                            <a:cubicBezTo>
                              <a:pt x="561147" y="0"/>
                              <a:pt x="722995" y="165081"/>
                              <a:pt x="722995" y="368719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4031" cap="flat">
                        <a:noFill/>
                        <a:prstDash val="solid"/>
                        <a:miter/>
                      </a:ln>
                      <a:effectLst>
                        <a:softEdge rad="127000"/>
                      </a:effectLst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7" name="Freeform: Shape 6">
                        <a:extLst>
                          <a:ext uri="{FF2B5EF4-FFF2-40B4-BE49-F238E27FC236}">
                            <a16:creationId xmlns:a16="http://schemas.microsoft.com/office/drawing/2014/main" id="{BC937EA0-F8B5-A507-302E-D96C9294A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17281" y="5811487"/>
                        <a:ext cx="718120" cy="732527"/>
                      </a:xfrm>
                      <a:custGeom>
                        <a:avLst/>
                        <a:gdLst>
                          <a:gd name="connsiteX0" fmla="*/ 619318 w 619317"/>
                          <a:gd name="connsiteY0" fmla="*/ 315872 h 631742"/>
                          <a:gd name="connsiteX1" fmla="*/ 309659 w 619317"/>
                          <a:gd name="connsiteY1" fmla="*/ 631743 h 631742"/>
                          <a:gd name="connsiteX2" fmla="*/ 0 w 619317"/>
                          <a:gd name="connsiteY2" fmla="*/ 315872 h 631742"/>
                          <a:gd name="connsiteX3" fmla="*/ 309659 w 619317"/>
                          <a:gd name="connsiteY3" fmla="*/ 0 h 631742"/>
                          <a:gd name="connsiteX4" fmla="*/ 619318 w 619317"/>
                          <a:gd name="connsiteY4" fmla="*/ 315872 h 6317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19317" h="631742">
                            <a:moveTo>
                              <a:pt x="619318" y="315872"/>
                            </a:moveTo>
                            <a:cubicBezTo>
                              <a:pt x="619318" y="490323"/>
                              <a:pt x="480679" y="631743"/>
                              <a:pt x="309659" y="631743"/>
                            </a:cubicBezTo>
                            <a:cubicBezTo>
                              <a:pt x="138639" y="631743"/>
                              <a:pt x="0" y="490323"/>
                              <a:pt x="0" y="315872"/>
                            </a:cubicBezTo>
                            <a:cubicBezTo>
                              <a:pt x="0" y="141421"/>
                              <a:pt x="138639" y="0"/>
                              <a:pt x="309659" y="0"/>
                            </a:cubicBezTo>
                            <a:cubicBezTo>
                              <a:pt x="480679" y="0"/>
                              <a:pt x="619318" y="141421"/>
                              <a:pt x="619318" y="31587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8" name="Freeform: Shape 7">
                        <a:extLst>
                          <a:ext uri="{FF2B5EF4-FFF2-40B4-BE49-F238E27FC236}">
                            <a16:creationId xmlns:a16="http://schemas.microsoft.com/office/drawing/2014/main" id="{C0965920-A4FE-FBA9-F08F-8925211C4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72852" y="5868181"/>
                        <a:ext cx="606978" cy="619139"/>
                      </a:xfrm>
                      <a:custGeom>
                        <a:avLst/>
                        <a:gdLst>
                          <a:gd name="connsiteX0" fmla="*/ 523467 w 523467"/>
                          <a:gd name="connsiteY0" fmla="*/ 266978 h 533955"/>
                          <a:gd name="connsiteX1" fmla="*/ 261734 w 523467"/>
                          <a:gd name="connsiteY1" fmla="*/ 533956 h 533955"/>
                          <a:gd name="connsiteX2" fmla="*/ 0 w 523467"/>
                          <a:gd name="connsiteY2" fmla="*/ 266978 h 533955"/>
                          <a:gd name="connsiteX3" fmla="*/ 261734 w 523467"/>
                          <a:gd name="connsiteY3" fmla="*/ 0 h 533955"/>
                          <a:gd name="connsiteX4" fmla="*/ 523467 w 523467"/>
                          <a:gd name="connsiteY4" fmla="*/ 266978 h 5339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23467" h="533955">
                            <a:moveTo>
                              <a:pt x="523467" y="266978"/>
                            </a:moveTo>
                            <a:cubicBezTo>
                              <a:pt x="523467" y="414426"/>
                              <a:pt x="406285" y="533956"/>
                              <a:pt x="261734" y="533956"/>
                            </a:cubicBezTo>
                            <a:cubicBezTo>
                              <a:pt x="117182" y="533956"/>
                              <a:pt x="0" y="414426"/>
                              <a:pt x="0" y="266978"/>
                            </a:cubicBezTo>
                            <a:cubicBezTo>
                              <a:pt x="0" y="119530"/>
                              <a:pt x="117182" y="0"/>
                              <a:pt x="261734" y="0"/>
                            </a:cubicBezTo>
                            <a:cubicBezTo>
                              <a:pt x="406285" y="0"/>
                              <a:pt x="523467" y="119530"/>
                              <a:pt x="523467" y="266978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9" name="Freeform: Shape 8">
                        <a:extLst>
                          <a:ext uri="{FF2B5EF4-FFF2-40B4-BE49-F238E27FC236}">
                            <a16:creationId xmlns:a16="http://schemas.microsoft.com/office/drawing/2014/main" id="{917F804B-F3BB-252A-3BA2-591182DD25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49099" y="5945924"/>
                        <a:ext cx="454484" cy="463653"/>
                      </a:xfrm>
                      <a:custGeom>
                        <a:avLst/>
                        <a:gdLst>
                          <a:gd name="connsiteX0" fmla="*/ 391955 w 391954"/>
                          <a:gd name="connsiteY0" fmla="*/ 199931 h 399861"/>
                          <a:gd name="connsiteX1" fmla="*/ 195978 w 391954"/>
                          <a:gd name="connsiteY1" fmla="*/ 399862 h 399861"/>
                          <a:gd name="connsiteX2" fmla="*/ 0 w 391954"/>
                          <a:gd name="connsiteY2" fmla="*/ 199931 h 399861"/>
                          <a:gd name="connsiteX3" fmla="*/ 195978 w 391954"/>
                          <a:gd name="connsiteY3" fmla="*/ 0 h 399861"/>
                          <a:gd name="connsiteX4" fmla="*/ 391955 w 391954"/>
                          <a:gd name="connsiteY4" fmla="*/ 199931 h 39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91954" h="399861">
                            <a:moveTo>
                              <a:pt x="391955" y="199931"/>
                            </a:moveTo>
                            <a:cubicBezTo>
                              <a:pt x="391955" y="310350"/>
                              <a:pt x="304213" y="399862"/>
                              <a:pt x="195978" y="399862"/>
                            </a:cubicBezTo>
                            <a:cubicBezTo>
                              <a:pt x="87742" y="399862"/>
                              <a:pt x="0" y="310350"/>
                              <a:pt x="0" y="199931"/>
                            </a:cubicBezTo>
                            <a:cubicBezTo>
                              <a:pt x="0" y="89512"/>
                              <a:pt x="87742" y="0"/>
                              <a:pt x="195978" y="0"/>
                            </a:cubicBezTo>
                            <a:cubicBezTo>
                              <a:pt x="304213" y="0"/>
                              <a:pt x="391955" y="89512"/>
                              <a:pt x="391955" y="19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8255" name="TextBox 8254">
                      <a:extLst>
                        <a:ext uri="{FF2B5EF4-FFF2-40B4-BE49-F238E27FC236}">
                          <a16:creationId xmlns:a16="http://schemas.microsoft.com/office/drawing/2014/main" id="{5187A1DC-2500-618E-5332-468F169E42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5254" y="5710204"/>
                      <a:ext cx="505267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ora" pitchFamily="2" charset="0"/>
                        </a:rPr>
                        <a:t>01</a:t>
                      </a:r>
                    </a:p>
                  </p:txBody>
                </p:sp>
              </p:grpSp>
            </p:grpSp>
            <p:grpSp>
              <p:nvGrpSpPr>
                <p:cNvPr id="8275" name="Group 8274">
                  <a:extLst>
                    <a:ext uri="{FF2B5EF4-FFF2-40B4-BE49-F238E27FC236}">
                      <a16:creationId xmlns:a16="http://schemas.microsoft.com/office/drawing/2014/main" id="{2AEFF130-A247-BE5A-A0F9-EB2B7D0207D2}"/>
                    </a:ext>
                  </a:extLst>
                </p:cNvPr>
                <p:cNvGrpSpPr/>
                <p:nvPr/>
              </p:nvGrpSpPr>
              <p:grpSpPr>
                <a:xfrm>
                  <a:off x="9963827" y="4267528"/>
                  <a:ext cx="838337" cy="2180529"/>
                  <a:chOff x="9963827" y="4267528"/>
                  <a:chExt cx="838337" cy="2180529"/>
                </a:xfrm>
              </p:grpSpPr>
              <p:sp>
                <p:nvSpPr>
                  <p:cNvPr id="8200" name="Freeform: Shape 8199">
                    <a:extLst>
                      <a:ext uri="{FF2B5EF4-FFF2-40B4-BE49-F238E27FC236}">
                        <a16:creationId xmlns:a16="http://schemas.microsoft.com/office/drawing/2014/main" id="{23691097-73BD-5499-EBD5-1E4FCA9946AC}"/>
                      </a:ext>
                    </a:extLst>
                  </p:cNvPr>
                  <p:cNvSpPr/>
                  <p:nvPr/>
                </p:nvSpPr>
                <p:spPr>
                  <a:xfrm>
                    <a:off x="10353760" y="5184755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6 w 50426"/>
                      <a:gd name="connsiteY1" fmla="*/ 0 h 420072"/>
                      <a:gd name="connsiteX2" fmla="*/ 50426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6" y="0"/>
                        </a:lnTo>
                        <a:lnTo>
                          <a:pt x="50426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06" name="Freeform: Shape 8205">
                    <a:extLst>
                      <a:ext uri="{FF2B5EF4-FFF2-40B4-BE49-F238E27FC236}">
                        <a16:creationId xmlns:a16="http://schemas.microsoft.com/office/drawing/2014/main" id="{56FBE4C3-8EE4-33A9-D5F1-018A66746EBC}"/>
                      </a:ext>
                    </a:extLst>
                  </p:cNvPr>
                  <p:cNvSpPr/>
                  <p:nvPr/>
                </p:nvSpPr>
                <p:spPr>
                  <a:xfrm>
                    <a:off x="10353760" y="4267528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6 w 50426"/>
                      <a:gd name="connsiteY1" fmla="*/ 0 h 420072"/>
                      <a:gd name="connsiteX2" fmla="*/ 50426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6" y="0"/>
                        </a:lnTo>
                        <a:lnTo>
                          <a:pt x="50426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8274" name="Group 8273">
                    <a:extLst>
                      <a:ext uri="{FF2B5EF4-FFF2-40B4-BE49-F238E27FC236}">
                        <a16:creationId xmlns:a16="http://schemas.microsoft.com/office/drawing/2014/main" id="{27B203DC-91BC-5000-9373-16D233D5C156}"/>
                      </a:ext>
                    </a:extLst>
                  </p:cNvPr>
                  <p:cNvGrpSpPr/>
                  <p:nvPr/>
                </p:nvGrpSpPr>
                <p:grpSpPr>
                  <a:xfrm>
                    <a:off x="9963827" y="5574773"/>
                    <a:ext cx="838337" cy="873284"/>
                    <a:chOff x="9963827" y="5574773"/>
                    <a:chExt cx="838337" cy="873284"/>
                  </a:xfrm>
                </p:grpSpPr>
                <p:grpSp>
                  <p:nvGrpSpPr>
                    <p:cNvPr id="8234" name="Group 8233">
                      <a:extLst>
                        <a:ext uri="{FF2B5EF4-FFF2-40B4-BE49-F238E27FC236}">
                          <a16:creationId xmlns:a16="http://schemas.microsoft.com/office/drawing/2014/main" id="{644FF640-6884-35DD-DCBE-B21721F068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63827" y="5574773"/>
                      <a:ext cx="838337" cy="873284"/>
                      <a:chOff x="9150681" y="5836091"/>
                      <a:chExt cx="838337" cy="873284"/>
                    </a:xfrm>
                  </p:grpSpPr>
                  <p:sp>
                    <p:nvSpPr>
                      <p:cNvPr id="22" name="Freeform: Shape 21">
                        <a:extLst>
                          <a:ext uri="{FF2B5EF4-FFF2-40B4-BE49-F238E27FC236}">
                            <a16:creationId xmlns:a16="http://schemas.microsoft.com/office/drawing/2014/main" id="{8879C8C1-5531-8B71-A728-CD0F18EEE1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50681" y="5854292"/>
                        <a:ext cx="838337" cy="855083"/>
                      </a:xfrm>
                      <a:custGeom>
                        <a:avLst/>
                        <a:gdLst>
                          <a:gd name="connsiteX0" fmla="*/ 722994 w 722994"/>
                          <a:gd name="connsiteY0" fmla="*/ 368719 h 737436"/>
                          <a:gd name="connsiteX1" fmla="*/ 361497 w 722994"/>
                          <a:gd name="connsiteY1" fmla="*/ 737437 h 737436"/>
                          <a:gd name="connsiteX2" fmla="*/ 0 w 722994"/>
                          <a:gd name="connsiteY2" fmla="*/ 368719 h 737436"/>
                          <a:gd name="connsiteX3" fmla="*/ 361497 w 722994"/>
                          <a:gd name="connsiteY3" fmla="*/ 0 h 737436"/>
                          <a:gd name="connsiteX4" fmla="*/ 722994 w 722994"/>
                          <a:gd name="connsiteY4" fmla="*/ 368719 h 7374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22994" h="737436">
                            <a:moveTo>
                              <a:pt x="722994" y="368719"/>
                            </a:moveTo>
                            <a:cubicBezTo>
                              <a:pt x="722994" y="572356"/>
                              <a:pt x="561147" y="737437"/>
                              <a:pt x="361497" y="737437"/>
                            </a:cubicBezTo>
                            <a:cubicBezTo>
                              <a:pt x="161848" y="737437"/>
                              <a:pt x="0" y="572356"/>
                              <a:pt x="0" y="368719"/>
                            </a:cubicBezTo>
                            <a:cubicBezTo>
                              <a:pt x="0" y="165081"/>
                              <a:pt x="161848" y="0"/>
                              <a:pt x="361497" y="0"/>
                            </a:cubicBezTo>
                            <a:cubicBezTo>
                              <a:pt x="561147" y="0"/>
                              <a:pt x="722994" y="165081"/>
                              <a:pt x="722994" y="368719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4031" cap="flat">
                        <a:noFill/>
                        <a:prstDash val="solid"/>
                        <a:miter/>
                      </a:ln>
                      <a:effectLst>
                        <a:softEdge rad="127000"/>
                      </a:effectLst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3" name="Freeform: Shape 22">
                        <a:extLst>
                          <a:ext uri="{FF2B5EF4-FFF2-40B4-BE49-F238E27FC236}">
                            <a16:creationId xmlns:a16="http://schemas.microsoft.com/office/drawing/2014/main" id="{A820893E-A93B-74A6-F31C-783E12E335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10789" y="5836091"/>
                        <a:ext cx="718120" cy="732527"/>
                      </a:xfrm>
                      <a:custGeom>
                        <a:avLst/>
                        <a:gdLst>
                          <a:gd name="connsiteX0" fmla="*/ 619318 w 619317"/>
                          <a:gd name="connsiteY0" fmla="*/ 315872 h 631742"/>
                          <a:gd name="connsiteX1" fmla="*/ 309659 w 619317"/>
                          <a:gd name="connsiteY1" fmla="*/ 631743 h 631742"/>
                          <a:gd name="connsiteX2" fmla="*/ 0 w 619317"/>
                          <a:gd name="connsiteY2" fmla="*/ 315872 h 631742"/>
                          <a:gd name="connsiteX3" fmla="*/ 309659 w 619317"/>
                          <a:gd name="connsiteY3" fmla="*/ 0 h 631742"/>
                          <a:gd name="connsiteX4" fmla="*/ 619318 w 619317"/>
                          <a:gd name="connsiteY4" fmla="*/ 315872 h 6317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19317" h="631742">
                            <a:moveTo>
                              <a:pt x="619318" y="315872"/>
                            </a:moveTo>
                            <a:cubicBezTo>
                              <a:pt x="619318" y="490323"/>
                              <a:pt x="480679" y="631743"/>
                              <a:pt x="309659" y="631743"/>
                            </a:cubicBezTo>
                            <a:cubicBezTo>
                              <a:pt x="138639" y="631743"/>
                              <a:pt x="0" y="490323"/>
                              <a:pt x="0" y="315872"/>
                            </a:cubicBezTo>
                            <a:cubicBezTo>
                              <a:pt x="0" y="141421"/>
                              <a:pt x="138639" y="0"/>
                              <a:pt x="309659" y="0"/>
                            </a:cubicBezTo>
                            <a:cubicBezTo>
                              <a:pt x="480679" y="0"/>
                              <a:pt x="619318" y="141421"/>
                              <a:pt x="619318" y="31587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" name="Freeform: Shape 23">
                        <a:extLst>
                          <a:ext uri="{FF2B5EF4-FFF2-40B4-BE49-F238E27FC236}">
                            <a16:creationId xmlns:a16="http://schemas.microsoft.com/office/drawing/2014/main" id="{C9C241E2-BBE1-3203-B6E4-FFAD516C58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66360" y="5892785"/>
                        <a:ext cx="606978" cy="619139"/>
                      </a:xfrm>
                      <a:custGeom>
                        <a:avLst/>
                        <a:gdLst>
                          <a:gd name="connsiteX0" fmla="*/ 523467 w 523467"/>
                          <a:gd name="connsiteY0" fmla="*/ 266978 h 533955"/>
                          <a:gd name="connsiteX1" fmla="*/ 261733 w 523467"/>
                          <a:gd name="connsiteY1" fmla="*/ 533956 h 533955"/>
                          <a:gd name="connsiteX2" fmla="*/ 0 w 523467"/>
                          <a:gd name="connsiteY2" fmla="*/ 266978 h 533955"/>
                          <a:gd name="connsiteX3" fmla="*/ 261733 w 523467"/>
                          <a:gd name="connsiteY3" fmla="*/ 0 h 533955"/>
                          <a:gd name="connsiteX4" fmla="*/ 523467 w 523467"/>
                          <a:gd name="connsiteY4" fmla="*/ 266978 h 5339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23467" h="533955">
                            <a:moveTo>
                              <a:pt x="523467" y="266978"/>
                            </a:moveTo>
                            <a:cubicBezTo>
                              <a:pt x="523467" y="414426"/>
                              <a:pt x="406285" y="533956"/>
                              <a:pt x="261733" y="533956"/>
                            </a:cubicBezTo>
                            <a:cubicBezTo>
                              <a:pt x="117182" y="533956"/>
                              <a:pt x="0" y="414426"/>
                              <a:pt x="0" y="266978"/>
                            </a:cubicBezTo>
                            <a:cubicBezTo>
                              <a:pt x="0" y="119530"/>
                              <a:pt x="117182" y="0"/>
                              <a:pt x="261733" y="0"/>
                            </a:cubicBezTo>
                            <a:cubicBezTo>
                              <a:pt x="406285" y="0"/>
                              <a:pt x="523467" y="119530"/>
                              <a:pt x="523467" y="266978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" name="Freeform: Shape 24">
                        <a:extLst>
                          <a:ext uri="{FF2B5EF4-FFF2-40B4-BE49-F238E27FC236}">
                            <a16:creationId xmlns:a16="http://schemas.microsoft.com/office/drawing/2014/main" id="{4638E96E-22D1-76F1-E030-E18AC6E77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42607" y="5970528"/>
                        <a:ext cx="454484" cy="463653"/>
                      </a:xfrm>
                      <a:custGeom>
                        <a:avLst/>
                        <a:gdLst>
                          <a:gd name="connsiteX0" fmla="*/ 391955 w 391954"/>
                          <a:gd name="connsiteY0" fmla="*/ 199931 h 399861"/>
                          <a:gd name="connsiteX1" fmla="*/ 195977 w 391954"/>
                          <a:gd name="connsiteY1" fmla="*/ 399862 h 399861"/>
                          <a:gd name="connsiteX2" fmla="*/ 0 w 391954"/>
                          <a:gd name="connsiteY2" fmla="*/ 199931 h 399861"/>
                          <a:gd name="connsiteX3" fmla="*/ 195977 w 391954"/>
                          <a:gd name="connsiteY3" fmla="*/ 0 h 399861"/>
                          <a:gd name="connsiteX4" fmla="*/ 391955 w 391954"/>
                          <a:gd name="connsiteY4" fmla="*/ 199931 h 39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91954" h="399861">
                            <a:moveTo>
                              <a:pt x="391955" y="199931"/>
                            </a:moveTo>
                            <a:cubicBezTo>
                              <a:pt x="391955" y="310350"/>
                              <a:pt x="304213" y="399862"/>
                              <a:pt x="195977" y="399862"/>
                            </a:cubicBezTo>
                            <a:cubicBezTo>
                              <a:pt x="87742" y="399862"/>
                              <a:pt x="0" y="310350"/>
                              <a:pt x="0" y="199931"/>
                            </a:cubicBezTo>
                            <a:cubicBezTo>
                              <a:pt x="0" y="89512"/>
                              <a:pt x="87742" y="0"/>
                              <a:pt x="195977" y="0"/>
                            </a:cubicBezTo>
                            <a:cubicBezTo>
                              <a:pt x="304213" y="0"/>
                              <a:pt x="391955" y="89512"/>
                              <a:pt x="391955" y="19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8257" name="TextBox 8256">
                      <a:extLst>
                        <a:ext uri="{FF2B5EF4-FFF2-40B4-BE49-F238E27FC236}">
                          <a16:creationId xmlns:a16="http://schemas.microsoft.com/office/drawing/2014/main" id="{34D1D326-C480-B52C-C7A3-D79C831A1B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09522" y="5710204"/>
                      <a:ext cx="5469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ora" pitchFamily="2" charset="0"/>
                        </a:rPr>
                        <a:t>05</a:t>
                      </a:r>
                    </a:p>
                  </p:txBody>
                </p:sp>
              </p:grpSp>
            </p:grpSp>
            <p:grpSp>
              <p:nvGrpSpPr>
                <p:cNvPr id="8273" name="Group 8272">
                  <a:extLst>
                    <a:ext uri="{FF2B5EF4-FFF2-40B4-BE49-F238E27FC236}">
                      <a16:creationId xmlns:a16="http://schemas.microsoft.com/office/drawing/2014/main" id="{472194ED-6249-466A-4A8D-199EE1ED47D7}"/>
                    </a:ext>
                  </a:extLst>
                </p:cNvPr>
                <p:cNvGrpSpPr/>
                <p:nvPr/>
              </p:nvGrpSpPr>
              <p:grpSpPr>
                <a:xfrm>
                  <a:off x="7822528" y="4267528"/>
                  <a:ext cx="838337" cy="2180529"/>
                  <a:chOff x="7822528" y="4267528"/>
                  <a:chExt cx="838337" cy="2180529"/>
                </a:xfrm>
              </p:grpSpPr>
              <p:sp>
                <p:nvSpPr>
                  <p:cNvPr id="8202" name="Freeform: Shape 8201">
                    <a:extLst>
                      <a:ext uri="{FF2B5EF4-FFF2-40B4-BE49-F238E27FC236}">
                        <a16:creationId xmlns:a16="http://schemas.microsoft.com/office/drawing/2014/main" id="{87EA52C3-DD95-8E52-0522-160626041A8A}"/>
                      </a:ext>
                    </a:extLst>
                  </p:cNvPr>
                  <p:cNvSpPr/>
                  <p:nvPr/>
                </p:nvSpPr>
                <p:spPr>
                  <a:xfrm>
                    <a:off x="8212461" y="5184755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7 w 50426"/>
                      <a:gd name="connsiteY1" fmla="*/ 0 h 420072"/>
                      <a:gd name="connsiteX2" fmla="*/ 50427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7" y="0"/>
                        </a:lnTo>
                        <a:lnTo>
                          <a:pt x="50427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08" name="Freeform: Shape 8207">
                    <a:extLst>
                      <a:ext uri="{FF2B5EF4-FFF2-40B4-BE49-F238E27FC236}">
                        <a16:creationId xmlns:a16="http://schemas.microsoft.com/office/drawing/2014/main" id="{81DAA9B6-7C6A-38C2-C68C-6B8C3A7939C5}"/>
                      </a:ext>
                    </a:extLst>
                  </p:cNvPr>
                  <p:cNvSpPr/>
                  <p:nvPr/>
                </p:nvSpPr>
                <p:spPr>
                  <a:xfrm>
                    <a:off x="8212461" y="4267528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7 w 50426"/>
                      <a:gd name="connsiteY1" fmla="*/ 0 h 420072"/>
                      <a:gd name="connsiteX2" fmla="*/ 50427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7" y="0"/>
                        </a:lnTo>
                        <a:lnTo>
                          <a:pt x="50427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8272" name="Group 8271">
                    <a:extLst>
                      <a:ext uri="{FF2B5EF4-FFF2-40B4-BE49-F238E27FC236}">
                        <a16:creationId xmlns:a16="http://schemas.microsoft.com/office/drawing/2014/main" id="{AA9565FE-79E7-9DC8-EBF5-6328D6EEBE3E}"/>
                      </a:ext>
                    </a:extLst>
                  </p:cNvPr>
                  <p:cNvGrpSpPr/>
                  <p:nvPr/>
                </p:nvGrpSpPr>
                <p:grpSpPr>
                  <a:xfrm>
                    <a:off x="7822528" y="5574773"/>
                    <a:ext cx="838337" cy="873284"/>
                    <a:chOff x="7822528" y="5574773"/>
                    <a:chExt cx="838337" cy="873284"/>
                  </a:xfrm>
                </p:grpSpPr>
                <p:grpSp>
                  <p:nvGrpSpPr>
                    <p:cNvPr id="8232" name="Group 8231">
                      <a:extLst>
                        <a:ext uri="{FF2B5EF4-FFF2-40B4-BE49-F238E27FC236}">
                          <a16:creationId xmlns:a16="http://schemas.microsoft.com/office/drawing/2014/main" id="{B783CD86-07BE-3E90-7BF3-738239A247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22528" y="5574773"/>
                      <a:ext cx="838337" cy="873284"/>
                      <a:chOff x="7352282" y="5836091"/>
                      <a:chExt cx="838337" cy="873284"/>
                    </a:xfrm>
                  </p:grpSpPr>
                  <p:sp>
                    <p:nvSpPr>
                      <p:cNvPr id="18" name="Freeform: Shape 17">
                        <a:extLst>
                          <a:ext uri="{FF2B5EF4-FFF2-40B4-BE49-F238E27FC236}">
                            <a16:creationId xmlns:a16="http://schemas.microsoft.com/office/drawing/2014/main" id="{D3508CBC-33FF-DC86-6B0D-8B6607B862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52282" y="5854292"/>
                        <a:ext cx="838337" cy="855083"/>
                      </a:xfrm>
                      <a:custGeom>
                        <a:avLst/>
                        <a:gdLst>
                          <a:gd name="connsiteX0" fmla="*/ 722994 w 722994"/>
                          <a:gd name="connsiteY0" fmla="*/ 368718 h 737436"/>
                          <a:gd name="connsiteX1" fmla="*/ 361497 w 722994"/>
                          <a:gd name="connsiteY1" fmla="*/ 737437 h 737436"/>
                          <a:gd name="connsiteX2" fmla="*/ 0 w 722994"/>
                          <a:gd name="connsiteY2" fmla="*/ 368718 h 737436"/>
                          <a:gd name="connsiteX3" fmla="*/ 361497 w 722994"/>
                          <a:gd name="connsiteY3" fmla="*/ 0 h 737436"/>
                          <a:gd name="connsiteX4" fmla="*/ 722994 w 722994"/>
                          <a:gd name="connsiteY4" fmla="*/ 368718 h 7374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22994" h="737436">
                            <a:moveTo>
                              <a:pt x="722994" y="368718"/>
                            </a:moveTo>
                            <a:cubicBezTo>
                              <a:pt x="722994" y="572356"/>
                              <a:pt x="561147" y="737437"/>
                              <a:pt x="361497" y="737437"/>
                            </a:cubicBezTo>
                            <a:cubicBezTo>
                              <a:pt x="161848" y="737437"/>
                              <a:pt x="0" y="572356"/>
                              <a:pt x="0" y="368718"/>
                            </a:cubicBezTo>
                            <a:cubicBezTo>
                              <a:pt x="0" y="165081"/>
                              <a:pt x="161848" y="0"/>
                              <a:pt x="361497" y="0"/>
                            </a:cubicBezTo>
                            <a:cubicBezTo>
                              <a:pt x="561147" y="0"/>
                              <a:pt x="722994" y="165081"/>
                              <a:pt x="722994" y="368718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4031" cap="flat">
                        <a:noFill/>
                        <a:prstDash val="solid"/>
                        <a:miter/>
                      </a:ln>
                      <a:effectLst>
                        <a:softEdge rad="127000"/>
                      </a:effectLst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9" name="Freeform: Shape 18">
                        <a:extLst>
                          <a:ext uri="{FF2B5EF4-FFF2-40B4-BE49-F238E27FC236}">
                            <a16:creationId xmlns:a16="http://schemas.microsoft.com/office/drawing/2014/main" id="{BB10AD06-7E7C-C92F-EC4C-6779A2499C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12390" y="5836091"/>
                        <a:ext cx="718120" cy="732527"/>
                      </a:xfrm>
                      <a:custGeom>
                        <a:avLst/>
                        <a:gdLst>
                          <a:gd name="connsiteX0" fmla="*/ 619318 w 619317"/>
                          <a:gd name="connsiteY0" fmla="*/ 315872 h 631742"/>
                          <a:gd name="connsiteX1" fmla="*/ 309659 w 619317"/>
                          <a:gd name="connsiteY1" fmla="*/ 631743 h 631742"/>
                          <a:gd name="connsiteX2" fmla="*/ 0 w 619317"/>
                          <a:gd name="connsiteY2" fmla="*/ 315872 h 631742"/>
                          <a:gd name="connsiteX3" fmla="*/ 309659 w 619317"/>
                          <a:gd name="connsiteY3" fmla="*/ 0 h 631742"/>
                          <a:gd name="connsiteX4" fmla="*/ 619318 w 619317"/>
                          <a:gd name="connsiteY4" fmla="*/ 315872 h 6317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19317" h="631742">
                            <a:moveTo>
                              <a:pt x="619318" y="315872"/>
                            </a:moveTo>
                            <a:cubicBezTo>
                              <a:pt x="619318" y="490323"/>
                              <a:pt x="480679" y="631743"/>
                              <a:pt x="309659" y="631743"/>
                            </a:cubicBezTo>
                            <a:cubicBezTo>
                              <a:pt x="138639" y="631743"/>
                              <a:pt x="0" y="490323"/>
                              <a:pt x="0" y="315872"/>
                            </a:cubicBezTo>
                            <a:cubicBezTo>
                              <a:pt x="0" y="141421"/>
                              <a:pt x="138639" y="0"/>
                              <a:pt x="309659" y="0"/>
                            </a:cubicBezTo>
                            <a:cubicBezTo>
                              <a:pt x="480679" y="0"/>
                              <a:pt x="619318" y="141421"/>
                              <a:pt x="619318" y="31587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" name="Freeform: Shape 19">
                        <a:extLst>
                          <a:ext uri="{FF2B5EF4-FFF2-40B4-BE49-F238E27FC236}">
                            <a16:creationId xmlns:a16="http://schemas.microsoft.com/office/drawing/2014/main" id="{3014EE2C-692E-9946-03D3-4CE5A96A33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67961" y="5892785"/>
                        <a:ext cx="606978" cy="619139"/>
                      </a:xfrm>
                      <a:custGeom>
                        <a:avLst/>
                        <a:gdLst>
                          <a:gd name="connsiteX0" fmla="*/ 523467 w 523467"/>
                          <a:gd name="connsiteY0" fmla="*/ 266978 h 533955"/>
                          <a:gd name="connsiteX1" fmla="*/ 261733 w 523467"/>
                          <a:gd name="connsiteY1" fmla="*/ 533956 h 533955"/>
                          <a:gd name="connsiteX2" fmla="*/ 0 w 523467"/>
                          <a:gd name="connsiteY2" fmla="*/ 266978 h 533955"/>
                          <a:gd name="connsiteX3" fmla="*/ 261733 w 523467"/>
                          <a:gd name="connsiteY3" fmla="*/ 0 h 533955"/>
                          <a:gd name="connsiteX4" fmla="*/ 523467 w 523467"/>
                          <a:gd name="connsiteY4" fmla="*/ 266978 h 5339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23467" h="533955">
                            <a:moveTo>
                              <a:pt x="523467" y="266978"/>
                            </a:moveTo>
                            <a:cubicBezTo>
                              <a:pt x="523467" y="414426"/>
                              <a:pt x="406285" y="533956"/>
                              <a:pt x="261733" y="533956"/>
                            </a:cubicBezTo>
                            <a:cubicBezTo>
                              <a:pt x="117182" y="533956"/>
                              <a:pt x="0" y="414426"/>
                              <a:pt x="0" y="266978"/>
                            </a:cubicBezTo>
                            <a:cubicBezTo>
                              <a:pt x="0" y="119530"/>
                              <a:pt x="117182" y="0"/>
                              <a:pt x="261733" y="0"/>
                            </a:cubicBezTo>
                            <a:cubicBezTo>
                              <a:pt x="406285" y="0"/>
                              <a:pt x="523467" y="119530"/>
                              <a:pt x="523467" y="266978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4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1" name="Freeform: Shape 20">
                        <a:extLst>
                          <a:ext uri="{FF2B5EF4-FFF2-40B4-BE49-F238E27FC236}">
                            <a16:creationId xmlns:a16="http://schemas.microsoft.com/office/drawing/2014/main" id="{94E9B757-B33D-D737-7DF6-73C71E1D80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4208" y="5970528"/>
                        <a:ext cx="454484" cy="463653"/>
                      </a:xfrm>
                      <a:custGeom>
                        <a:avLst/>
                        <a:gdLst>
                          <a:gd name="connsiteX0" fmla="*/ 391955 w 391954"/>
                          <a:gd name="connsiteY0" fmla="*/ 199931 h 399861"/>
                          <a:gd name="connsiteX1" fmla="*/ 195978 w 391954"/>
                          <a:gd name="connsiteY1" fmla="*/ 399862 h 399861"/>
                          <a:gd name="connsiteX2" fmla="*/ 1 w 391954"/>
                          <a:gd name="connsiteY2" fmla="*/ 199931 h 399861"/>
                          <a:gd name="connsiteX3" fmla="*/ 195978 w 391954"/>
                          <a:gd name="connsiteY3" fmla="*/ 0 h 399861"/>
                          <a:gd name="connsiteX4" fmla="*/ 391955 w 391954"/>
                          <a:gd name="connsiteY4" fmla="*/ 199931 h 39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91954" h="399861">
                            <a:moveTo>
                              <a:pt x="391955" y="199931"/>
                            </a:moveTo>
                            <a:cubicBezTo>
                              <a:pt x="391955" y="310350"/>
                              <a:pt x="304213" y="399862"/>
                              <a:pt x="195978" y="399862"/>
                            </a:cubicBezTo>
                            <a:cubicBezTo>
                              <a:pt x="87743" y="399862"/>
                              <a:pt x="1" y="310350"/>
                              <a:pt x="1" y="199931"/>
                            </a:cubicBezTo>
                            <a:cubicBezTo>
                              <a:pt x="1" y="89512"/>
                              <a:pt x="87743" y="0"/>
                              <a:pt x="195978" y="0"/>
                            </a:cubicBezTo>
                            <a:cubicBezTo>
                              <a:pt x="304213" y="0"/>
                              <a:pt x="391955" y="89512"/>
                              <a:pt x="391955" y="19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8258" name="TextBox 8257">
                      <a:extLst>
                        <a:ext uri="{FF2B5EF4-FFF2-40B4-BE49-F238E27FC236}">
                          <a16:creationId xmlns:a16="http://schemas.microsoft.com/office/drawing/2014/main" id="{372A1378-D507-49C9-998C-62540B51AB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67422" y="5710204"/>
                      <a:ext cx="54854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ora" pitchFamily="2" charset="0"/>
                        </a:rPr>
                        <a:t>04</a:t>
                      </a:r>
                    </a:p>
                  </p:txBody>
                </p:sp>
              </p:grpSp>
            </p:grpSp>
            <p:grpSp>
              <p:nvGrpSpPr>
                <p:cNvPr id="8271" name="Group 8270">
                  <a:extLst>
                    <a:ext uri="{FF2B5EF4-FFF2-40B4-BE49-F238E27FC236}">
                      <a16:creationId xmlns:a16="http://schemas.microsoft.com/office/drawing/2014/main" id="{7F6818F6-2747-E11A-55B2-F1FBF66910F0}"/>
                    </a:ext>
                  </a:extLst>
                </p:cNvPr>
                <p:cNvGrpSpPr/>
                <p:nvPr/>
              </p:nvGrpSpPr>
              <p:grpSpPr>
                <a:xfrm>
                  <a:off x="5681229" y="4267528"/>
                  <a:ext cx="838337" cy="2180118"/>
                  <a:chOff x="5706629" y="4267528"/>
                  <a:chExt cx="838337" cy="2180118"/>
                </a:xfrm>
              </p:grpSpPr>
              <p:sp>
                <p:nvSpPr>
                  <p:cNvPr id="8199" name="Freeform: Shape 8198">
                    <a:extLst>
                      <a:ext uri="{FF2B5EF4-FFF2-40B4-BE49-F238E27FC236}">
                        <a16:creationId xmlns:a16="http://schemas.microsoft.com/office/drawing/2014/main" id="{929F76A0-D3C0-FD71-7655-356D8DCBAA18}"/>
                      </a:ext>
                    </a:extLst>
                  </p:cNvPr>
                  <p:cNvSpPr/>
                  <p:nvPr/>
                </p:nvSpPr>
                <p:spPr>
                  <a:xfrm>
                    <a:off x="6096562" y="5184755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7 w 50426"/>
                      <a:gd name="connsiteY1" fmla="*/ 0 h 420072"/>
                      <a:gd name="connsiteX2" fmla="*/ 50427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7" y="0"/>
                        </a:lnTo>
                        <a:lnTo>
                          <a:pt x="50427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05" name="Freeform: Shape 8204">
                    <a:extLst>
                      <a:ext uri="{FF2B5EF4-FFF2-40B4-BE49-F238E27FC236}">
                        <a16:creationId xmlns:a16="http://schemas.microsoft.com/office/drawing/2014/main" id="{FFDBDB7A-F3AC-DF2E-254B-FAF0AA8F88C8}"/>
                      </a:ext>
                    </a:extLst>
                  </p:cNvPr>
                  <p:cNvSpPr/>
                  <p:nvPr/>
                </p:nvSpPr>
                <p:spPr>
                  <a:xfrm>
                    <a:off x="6096562" y="4267528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7 w 50426"/>
                      <a:gd name="connsiteY1" fmla="*/ 0 h 420072"/>
                      <a:gd name="connsiteX2" fmla="*/ 50427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7" y="0"/>
                        </a:lnTo>
                        <a:lnTo>
                          <a:pt x="50427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8270" name="Group 8269">
                    <a:extLst>
                      <a:ext uri="{FF2B5EF4-FFF2-40B4-BE49-F238E27FC236}">
                        <a16:creationId xmlns:a16="http://schemas.microsoft.com/office/drawing/2014/main" id="{9105B6FF-C07A-D2A7-85B5-B872E5925DAA}"/>
                      </a:ext>
                    </a:extLst>
                  </p:cNvPr>
                  <p:cNvGrpSpPr/>
                  <p:nvPr/>
                </p:nvGrpSpPr>
                <p:grpSpPr>
                  <a:xfrm>
                    <a:off x="5706629" y="5574773"/>
                    <a:ext cx="838337" cy="872873"/>
                    <a:chOff x="5706629" y="5574773"/>
                    <a:chExt cx="838337" cy="872873"/>
                  </a:xfrm>
                </p:grpSpPr>
                <p:grpSp>
                  <p:nvGrpSpPr>
                    <p:cNvPr id="8231" name="Group 8230">
                      <a:extLst>
                        <a:ext uri="{FF2B5EF4-FFF2-40B4-BE49-F238E27FC236}">
                          <a16:creationId xmlns:a16="http://schemas.microsoft.com/office/drawing/2014/main" id="{1EC2206D-AF2C-8410-21D8-96B9715046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06629" y="5574773"/>
                      <a:ext cx="838337" cy="872873"/>
                      <a:chOff x="5612942" y="5819672"/>
                      <a:chExt cx="838337" cy="872873"/>
                    </a:xfrm>
                  </p:grpSpPr>
                  <p:sp>
                    <p:nvSpPr>
                      <p:cNvPr id="14" name="Freeform: Shape 13">
                        <a:extLst>
                          <a:ext uri="{FF2B5EF4-FFF2-40B4-BE49-F238E27FC236}">
                            <a16:creationId xmlns:a16="http://schemas.microsoft.com/office/drawing/2014/main" id="{55B32D45-49EA-A5A0-B2CB-60B0443362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12942" y="5837462"/>
                        <a:ext cx="838337" cy="855083"/>
                      </a:xfrm>
                      <a:custGeom>
                        <a:avLst/>
                        <a:gdLst>
                          <a:gd name="connsiteX0" fmla="*/ 722995 w 722994"/>
                          <a:gd name="connsiteY0" fmla="*/ 368718 h 737436"/>
                          <a:gd name="connsiteX1" fmla="*/ 361497 w 722994"/>
                          <a:gd name="connsiteY1" fmla="*/ 737437 h 737436"/>
                          <a:gd name="connsiteX2" fmla="*/ 0 w 722994"/>
                          <a:gd name="connsiteY2" fmla="*/ 368718 h 737436"/>
                          <a:gd name="connsiteX3" fmla="*/ 361497 w 722994"/>
                          <a:gd name="connsiteY3" fmla="*/ 0 h 737436"/>
                          <a:gd name="connsiteX4" fmla="*/ 722995 w 722994"/>
                          <a:gd name="connsiteY4" fmla="*/ 368718 h 7374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22994" h="737436">
                            <a:moveTo>
                              <a:pt x="722995" y="368718"/>
                            </a:moveTo>
                            <a:cubicBezTo>
                              <a:pt x="722995" y="572356"/>
                              <a:pt x="561147" y="737437"/>
                              <a:pt x="361497" y="737437"/>
                            </a:cubicBezTo>
                            <a:cubicBezTo>
                              <a:pt x="161848" y="737437"/>
                              <a:pt x="0" y="572356"/>
                              <a:pt x="0" y="368718"/>
                            </a:cubicBezTo>
                            <a:cubicBezTo>
                              <a:pt x="0" y="165081"/>
                              <a:pt x="161848" y="0"/>
                              <a:pt x="361497" y="0"/>
                            </a:cubicBezTo>
                            <a:cubicBezTo>
                              <a:pt x="561147" y="0"/>
                              <a:pt x="722995" y="165081"/>
                              <a:pt x="722995" y="368718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4031" cap="flat">
                        <a:noFill/>
                        <a:prstDash val="solid"/>
                        <a:miter/>
                      </a:ln>
                      <a:effectLst>
                        <a:softEdge rad="127000"/>
                      </a:effectLst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" name="Freeform: Shape 14">
                        <a:extLst>
                          <a:ext uri="{FF2B5EF4-FFF2-40B4-BE49-F238E27FC236}">
                            <a16:creationId xmlns:a16="http://schemas.microsoft.com/office/drawing/2014/main" id="{6CBE0F87-E9F7-F7D3-1DD0-54280F3982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74587" y="5819672"/>
                        <a:ext cx="718120" cy="732527"/>
                      </a:xfrm>
                      <a:custGeom>
                        <a:avLst/>
                        <a:gdLst>
                          <a:gd name="connsiteX0" fmla="*/ 619318 w 619317"/>
                          <a:gd name="connsiteY0" fmla="*/ 315872 h 631742"/>
                          <a:gd name="connsiteX1" fmla="*/ 309659 w 619317"/>
                          <a:gd name="connsiteY1" fmla="*/ 631743 h 631742"/>
                          <a:gd name="connsiteX2" fmla="*/ 0 w 619317"/>
                          <a:gd name="connsiteY2" fmla="*/ 315872 h 631742"/>
                          <a:gd name="connsiteX3" fmla="*/ 309659 w 619317"/>
                          <a:gd name="connsiteY3" fmla="*/ 0 h 631742"/>
                          <a:gd name="connsiteX4" fmla="*/ 619318 w 619317"/>
                          <a:gd name="connsiteY4" fmla="*/ 315872 h 6317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19317" h="631742">
                            <a:moveTo>
                              <a:pt x="619318" y="315872"/>
                            </a:moveTo>
                            <a:cubicBezTo>
                              <a:pt x="619318" y="490323"/>
                              <a:pt x="480679" y="631743"/>
                              <a:pt x="309659" y="631743"/>
                            </a:cubicBezTo>
                            <a:cubicBezTo>
                              <a:pt x="138639" y="631743"/>
                              <a:pt x="0" y="490323"/>
                              <a:pt x="0" y="315872"/>
                            </a:cubicBezTo>
                            <a:cubicBezTo>
                              <a:pt x="0" y="141421"/>
                              <a:pt x="138639" y="0"/>
                              <a:pt x="309659" y="0"/>
                            </a:cubicBezTo>
                            <a:cubicBezTo>
                              <a:pt x="480679" y="0"/>
                              <a:pt x="619318" y="141421"/>
                              <a:pt x="619318" y="31587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6" name="Freeform: Shape 15">
                        <a:extLst>
                          <a:ext uri="{FF2B5EF4-FFF2-40B4-BE49-F238E27FC236}">
                            <a16:creationId xmlns:a16="http://schemas.microsoft.com/office/drawing/2014/main" id="{17A643D9-5048-78F0-0CF6-B90F017974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9082" y="5876366"/>
                        <a:ext cx="606978" cy="619139"/>
                      </a:xfrm>
                      <a:custGeom>
                        <a:avLst/>
                        <a:gdLst>
                          <a:gd name="connsiteX0" fmla="*/ 523467 w 523467"/>
                          <a:gd name="connsiteY0" fmla="*/ 266978 h 533955"/>
                          <a:gd name="connsiteX1" fmla="*/ 261733 w 523467"/>
                          <a:gd name="connsiteY1" fmla="*/ 533956 h 533955"/>
                          <a:gd name="connsiteX2" fmla="*/ 0 w 523467"/>
                          <a:gd name="connsiteY2" fmla="*/ 266978 h 533955"/>
                          <a:gd name="connsiteX3" fmla="*/ 261733 w 523467"/>
                          <a:gd name="connsiteY3" fmla="*/ 0 h 533955"/>
                          <a:gd name="connsiteX4" fmla="*/ 523467 w 523467"/>
                          <a:gd name="connsiteY4" fmla="*/ 266978 h 5339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23467" h="533955">
                            <a:moveTo>
                              <a:pt x="523467" y="266978"/>
                            </a:moveTo>
                            <a:cubicBezTo>
                              <a:pt x="523467" y="414426"/>
                              <a:pt x="406285" y="533956"/>
                              <a:pt x="261733" y="533956"/>
                            </a:cubicBezTo>
                            <a:cubicBezTo>
                              <a:pt x="117182" y="533956"/>
                              <a:pt x="0" y="414426"/>
                              <a:pt x="0" y="266978"/>
                            </a:cubicBezTo>
                            <a:cubicBezTo>
                              <a:pt x="0" y="119530"/>
                              <a:pt x="117182" y="0"/>
                              <a:pt x="261733" y="0"/>
                            </a:cubicBezTo>
                            <a:cubicBezTo>
                              <a:pt x="406285" y="0"/>
                              <a:pt x="523467" y="119530"/>
                              <a:pt x="523467" y="266978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7" name="Freeform: Shape 16">
                        <a:extLst>
                          <a:ext uri="{FF2B5EF4-FFF2-40B4-BE49-F238E27FC236}">
                            <a16:creationId xmlns:a16="http://schemas.microsoft.com/office/drawing/2014/main" id="{8ED7D8D1-7D1F-39C7-9E4B-48E1418B37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06405" y="5954109"/>
                        <a:ext cx="454484" cy="463653"/>
                      </a:xfrm>
                      <a:custGeom>
                        <a:avLst/>
                        <a:gdLst>
                          <a:gd name="connsiteX0" fmla="*/ 391955 w 391954"/>
                          <a:gd name="connsiteY0" fmla="*/ 199931 h 399861"/>
                          <a:gd name="connsiteX1" fmla="*/ 195978 w 391954"/>
                          <a:gd name="connsiteY1" fmla="*/ 399862 h 399861"/>
                          <a:gd name="connsiteX2" fmla="*/ 0 w 391954"/>
                          <a:gd name="connsiteY2" fmla="*/ 199931 h 399861"/>
                          <a:gd name="connsiteX3" fmla="*/ 195978 w 391954"/>
                          <a:gd name="connsiteY3" fmla="*/ 0 h 399861"/>
                          <a:gd name="connsiteX4" fmla="*/ 391955 w 391954"/>
                          <a:gd name="connsiteY4" fmla="*/ 199931 h 39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91954" h="399861">
                            <a:moveTo>
                              <a:pt x="391955" y="199931"/>
                            </a:moveTo>
                            <a:cubicBezTo>
                              <a:pt x="391955" y="310350"/>
                              <a:pt x="304213" y="399862"/>
                              <a:pt x="195978" y="399862"/>
                            </a:cubicBezTo>
                            <a:cubicBezTo>
                              <a:pt x="87743" y="399862"/>
                              <a:pt x="0" y="310350"/>
                              <a:pt x="0" y="199931"/>
                            </a:cubicBezTo>
                            <a:cubicBezTo>
                              <a:pt x="0" y="89512"/>
                              <a:pt x="87743" y="0"/>
                              <a:pt x="195978" y="0"/>
                            </a:cubicBezTo>
                            <a:cubicBezTo>
                              <a:pt x="304213" y="0"/>
                              <a:pt x="391955" y="89512"/>
                              <a:pt x="391955" y="19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8259" name="TextBox 8258">
                      <a:extLst>
                        <a:ext uri="{FF2B5EF4-FFF2-40B4-BE49-F238E27FC236}">
                          <a16:creationId xmlns:a16="http://schemas.microsoft.com/office/drawing/2014/main" id="{3B2E0EBB-A4AE-83B9-EBD1-01EAF089CB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49579" y="5710204"/>
                      <a:ext cx="55335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ora" pitchFamily="2" charset="0"/>
                        </a:rPr>
                        <a:t>03</a:t>
                      </a:r>
                    </a:p>
                  </p:txBody>
                </p:sp>
              </p:grpSp>
            </p:grpSp>
            <p:grpSp>
              <p:nvGrpSpPr>
                <p:cNvPr id="8267" name="Group 8266">
                  <a:extLst>
                    <a:ext uri="{FF2B5EF4-FFF2-40B4-BE49-F238E27FC236}">
                      <a16:creationId xmlns:a16="http://schemas.microsoft.com/office/drawing/2014/main" id="{66028658-D7AD-FBDC-855C-9105DD187D9C}"/>
                    </a:ext>
                  </a:extLst>
                </p:cNvPr>
                <p:cNvGrpSpPr/>
                <p:nvPr/>
              </p:nvGrpSpPr>
              <p:grpSpPr>
                <a:xfrm>
                  <a:off x="3539930" y="4267528"/>
                  <a:ext cx="838337" cy="2171886"/>
                  <a:chOff x="3539930" y="4267528"/>
                  <a:chExt cx="838337" cy="2171886"/>
                </a:xfrm>
              </p:grpSpPr>
              <p:sp>
                <p:nvSpPr>
                  <p:cNvPr id="8198" name="Freeform: Shape 8197">
                    <a:extLst>
                      <a:ext uri="{FF2B5EF4-FFF2-40B4-BE49-F238E27FC236}">
                        <a16:creationId xmlns:a16="http://schemas.microsoft.com/office/drawing/2014/main" id="{E4F035E6-4E57-38AC-96A5-0107A9F22F37}"/>
                      </a:ext>
                    </a:extLst>
                  </p:cNvPr>
                  <p:cNvSpPr/>
                  <p:nvPr/>
                </p:nvSpPr>
                <p:spPr>
                  <a:xfrm>
                    <a:off x="3929863" y="5184755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7 w 50426"/>
                      <a:gd name="connsiteY1" fmla="*/ 0 h 420072"/>
                      <a:gd name="connsiteX2" fmla="*/ 50427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7" y="0"/>
                        </a:lnTo>
                        <a:lnTo>
                          <a:pt x="50427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04" name="Freeform: Shape 8203">
                    <a:extLst>
                      <a:ext uri="{FF2B5EF4-FFF2-40B4-BE49-F238E27FC236}">
                        <a16:creationId xmlns:a16="http://schemas.microsoft.com/office/drawing/2014/main" id="{F79AE50D-2409-32F5-0551-79DD7D4677E9}"/>
                      </a:ext>
                    </a:extLst>
                  </p:cNvPr>
                  <p:cNvSpPr/>
                  <p:nvPr/>
                </p:nvSpPr>
                <p:spPr>
                  <a:xfrm>
                    <a:off x="3929863" y="4267528"/>
                    <a:ext cx="58471" cy="487088"/>
                  </a:xfrm>
                  <a:custGeom>
                    <a:avLst/>
                    <a:gdLst>
                      <a:gd name="connsiteX0" fmla="*/ 0 w 50426"/>
                      <a:gd name="connsiteY0" fmla="*/ 0 h 420072"/>
                      <a:gd name="connsiteX1" fmla="*/ 50426 w 50426"/>
                      <a:gd name="connsiteY1" fmla="*/ 0 h 420072"/>
                      <a:gd name="connsiteX2" fmla="*/ 50426 w 50426"/>
                      <a:gd name="connsiteY2" fmla="*/ 420073 h 420072"/>
                      <a:gd name="connsiteX3" fmla="*/ 0 w 50426"/>
                      <a:gd name="connsiteY3" fmla="*/ 420073 h 420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0426" h="420072">
                        <a:moveTo>
                          <a:pt x="0" y="0"/>
                        </a:moveTo>
                        <a:lnTo>
                          <a:pt x="50426" y="0"/>
                        </a:lnTo>
                        <a:lnTo>
                          <a:pt x="50426" y="420073"/>
                        </a:lnTo>
                        <a:lnTo>
                          <a:pt x="0" y="42007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40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8266" name="Group 8265">
                    <a:extLst>
                      <a:ext uri="{FF2B5EF4-FFF2-40B4-BE49-F238E27FC236}">
                        <a16:creationId xmlns:a16="http://schemas.microsoft.com/office/drawing/2014/main" id="{8E9D0028-EA69-FC9E-0F88-FC1C4507670D}"/>
                      </a:ext>
                    </a:extLst>
                  </p:cNvPr>
                  <p:cNvGrpSpPr/>
                  <p:nvPr/>
                </p:nvGrpSpPr>
                <p:grpSpPr>
                  <a:xfrm>
                    <a:off x="3539930" y="5574773"/>
                    <a:ext cx="838337" cy="864641"/>
                    <a:chOff x="3539930" y="5574773"/>
                    <a:chExt cx="838337" cy="864641"/>
                  </a:xfrm>
                </p:grpSpPr>
                <p:grpSp>
                  <p:nvGrpSpPr>
                    <p:cNvPr id="8229" name="Group 8228">
                      <a:extLst>
                        <a:ext uri="{FF2B5EF4-FFF2-40B4-BE49-F238E27FC236}">
                          <a16:creationId xmlns:a16="http://schemas.microsoft.com/office/drawing/2014/main" id="{4150B991-C192-C962-2B1D-A2AABA5E39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39930" y="5574773"/>
                      <a:ext cx="838337" cy="864641"/>
                      <a:chOff x="3772312" y="5827904"/>
                      <a:chExt cx="838337" cy="864641"/>
                    </a:xfrm>
                  </p:grpSpPr>
                  <p:sp>
                    <p:nvSpPr>
                      <p:cNvPr id="10" name="Freeform: Shape 9">
                        <a:extLst>
                          <a:ext uri="{FF2B5EF4-FFF2-40B4-BE49-F238E27FC236}">
                            <a16:creationId xmlns:a16="http://schemas.microsoft.com/office/drawing/2014/main" id="{A083FB82-6296-13FD-9235-62403FC8AD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72312" y="5837462"/>
                        <a:ext cx="838337" cy="855083"/>
                      </a:xfrm>
                      <a:custGeom>
                        <a:avLst/>
                        <a:gdLst>
                          <a:gd name="connsiteX0" fmla="*/ 722995 w 722994"/>
                          <a:gd name="connsiteY0" fmla="*/ 368719 h 737436"/>
                          <a:gd name="connsiteX1" fmla="*/ 361497 w 722994"/>
                          <a:gd name="connsiteY1" fmla="*/ 737437 h 737436"/>
                          <a:gd name="connsiteX2" fmla="*/ 0 w 722994"/>
                          <a:gd name="connsiteY2" fmla="*/ 368719 h 737436"/>
                          <a:gd name="connsiteX3" fmla="*/ 361497 w 722994"/>
                          <a:gd name="connsiteY3" fmla="*/ 0 h 737436"/>
                          <a:gd name="connsiteX4" fmla="*/ 722995 w 722994"/>
                          <a:gd name="connsiteY4" fmla="*/ 368719 h 7374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22994" h="737436">
                            <a:moveTo>
                              <a:pt x="722995" y="368719"/>
                            </a:moveTo>
                            <a:cubicBezTo>
                              <a:pt x="722995" y="572356"/>
                              <a:pt x="561147" y="737437"/>
                              <a:pt x="361497" y="737437"/>
                            </a:cubicBezTo>
                            <a:cubicBezTo>
                              <a:pt x="161848" y="737437"/>
                              <a:pt x="0" y="572356"/>
                              <a:pt x="0" y="368719"/>
                            </a:cubicBezTo>
                            <a:cubicBezTo>
                              <a:pt x="0" y="165081"/>
                              <a:pt x="161848" y="0"/>
                              <a:pt x="361497" y="0"/>
                            </a:cubicBezTo>
                            <a:cubicBezTo>
                              <a:pt x="561147" y="0"/>
                              <a:pt x="722995" y="165081"/>
                              <a:pt x="722995" y="368719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4031" cap="flat">
                        <a:noFill/>
                        <a:prstDash val="solid"/>
                        <a:miter/>
                      </a:ln>
                      <a:effectLst>
                        <a:softEdge rad="127000"/>
                      </a:effectLst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" name="Freeform: Shape 10">
                        <a:extLst>
                          <a:ext uri="{FF2B5EF4-FFF2-40B4-BE49-F238E27FC236}">
                            <a16:creationId xmlns:a16="http://schemas.microsoft.com/office/drawing/2014/main" id="{49FEA68D-A5CE-C8C6-D725-75D1D260BF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32420" y="5827904"/>
                        <a:ext cx="718120" cy="732527"/>
                      </a:xfrm>
                      <a:custGeom>
                        <a:avLst/>
                        <a:gdLst>
                          <a:gd name="connsiteX0" fmla="*/ 619318 w 619317"/>
                          <a:gd name="connsiteY0" fmla="*/ 315872 h 631742"/>
                          <a:gd name="connsiteX1" fmla="*/ 309659 w 619317"/>
                          <a:gd name="connsiteY1" fmla="*/ 631743 h 631742"/>
                          <a:gd name="connsiteX2" fmla="*/ 0 w 619317"/>
                          <a:gd name="connsiteY2" fmla="*/ 315872 h 631742"/>
                          <a:gd name="connsiteX3" fmla="*/ 309659 w 619317"/>
                          <a:gd name="connsiteY3" fmla="*/ 0 h 631742"/>
                          <a:gd name="connsiteX4" fmla="*/ 619318 w 619317"/>
                          <a:gd name="connsiteY4" fmla="*/ 315872 h 6317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19317" h="631742">
                            <a:moveTo>
                              <a:pt x="619318" y="315872"/>
                            </a:moveTo>
                            <a:cubicBezTo>
                              <a:pt x="619318" y="490323"/>
                              <a:pt x="480679" y="631743"/>
                              <a:pt x="309659" y="631743"/>
                            </a:cubicBezTo>
                            <a:cubicBezTo>
                              <a:pt x="138639" y="631743"/>
                              <a:pt x="0" y="490323"/>
                              <a:pt x="0" y="315872"/>
                            </a:cubicBezTo>
                            <a:cubicBezTo>
                              <a:pt x="0" y="141421"/>
                              <a:pt x="138639" y="0"/>
                              <a:pt x="309659" y="0"/>
                            </a:cubicBezTo>
                            <a:cubicBezTo>
                              <a:pt x="480679" y="0"/>
                              <a:pt x="619318" y="141421"/>
                              <a:pt x="619318" y="31587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" name="Freeform: Shape 11">
                        <a:extLst>
                          <a:ext uri="{FF2B5EF4-FFF2-40B4-BE49-F238E27FC236}">
                            <a16:creationId xmlns:a16="http://schemas.microsoft.com/office/drawing/2014/main" id="{7A2706FD-4FCE-1757-8891-C0DB6A33E6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87991" y="5884598"/>
                        <a:ext cx="606978" cy="619139"/>
                      </a:xfrm>
                      <a:custGeom>
                        <a:avLst/>
                        <a:gdLst>
                          <a:gd name="connsiteX0" fmla="*/ 523467 w 523467"/>
                          <a:gd name="connsiteY0" fmla="*/ 266978 h 533955"/>
                          <a:gd name="connsiteX1" fmla="*/ 261734 w 523467"/>
                          <a:gd name="connsiteY1" fmla="*/ 533956 h 533955"/>
                          <a:gd name="connsiteX2" fmla="*/ 0 w 523467"/>
                          <a:gd name="connsiteY2" fmla="*/ 266978 h 533955"/>
                          <a:gd name="connsiteX3" fmla="*/ 261734 w 523467"/>
                          <a:gd name="connsiteY3" fmla="*/ 0 h 533955"/>
                          <a:gd name="connsiteX4" fmla="*/ 523467 w 523467"/>
                          <a:gd name="connsiteY4" fmla="*/ 266978 h 5339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23467" h="533955">
                            <a:moveTo>
                              <a:pt x="523467" y="266978"/>
                            </a:moveTo>
                            <a:cubicBezTo>
                              <a:pt x="523467" y="414426"/>
                              <a:pt x="406285" y="533956"/>
                              <a:pt x="261734" y="533956"/>
                            </a:cubicBezTo>
                            <a:cubicBezTo>
                              <a:pt x="117182" y="533956"/>
                              <a:pt x="0" y="414426"/>
                              <a:pt x="0" y="266978"/>
                            </a:cubicBezTo>
                            <a:cubicBezTo>
                              <a:pt x="0" y="119530"/>
                              <a:pt x="117182" y="0"/>
                              <a:pt x="261734" y="0"/>
                            </a:cubicBezTo>
                            <a:cubicBezTo>
                              <a:pt x="406285" y="0"/>
                              <a:pt x="523467" y="119530"/>
                              <a:pt x="523467" y="266978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" name="Freeform: Shape 12">
                        <a:extLst>
                          <a:ext uri="{FF2B5EF4-FFF2-40B4-BE49-F238E27FC236}">
                            <a16:creationId xmlns:a16="http://schemas.microsoft.com/office/drawing/2014/main" id="{3FA3907E-E377-1B3F-720B-4FD4CBB57A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64238" y="5962341"/>
                        <a:ext cx="454484" cy="463653"/>
                      </a:xfrm>
                      <a:custGeom>
                        <a:avLst/>
                        <a:gdLst>
                          <a:gd name="connsiteX0" fmla="*/ 391955 w 391954"/>
                          <a:gd name="connsiteY0" fmla="*/ 199931 h 399861"/>
                          <a:gd name="connsiteX1" fmla="*/ 195977 w 391954"/>
                          <a:gd name="connsiteY1" fmla="*/ 399862 h 399861"/>
                          <a:gd name="connsiteX2" fmla="*/ 0 w 391954"/>
                          <a:gd name="connsiteY2" fmla="*/ 199931 h 399861"/>
                          <a:gd name="connsiteX3" fmla="*/ 195977 w 391954"/>
                          <a:gd name="connsiteY3" fmla="*/ 0 h 399861"/>
                          <a:gd name="connsiteX4" fmla="*/ 391955 w 391954"/>
                          <a:gd name="connsiteY4" fmla="*/ 199931 h 39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91954" h="399861">
                            <a:moveTo>
                              <a:pt x="391955" y="199931"/>
                            </a:moveTo>
                            <a:cubicBezTo>
                              <a:pt x="391955" y="310350"/>
                              <a:pt x="304213" y="399862"/>
                              <a:pt x="195977" y="399862"/>
                            </a:cubicBezTo>
                            <a:cubicBezTo>
                              <a:pt x="87742" y="399862"/>
                              <a:pt x="0" y="310350"/>
                              <a:pt x="0" y="199931"/>
                            </a:cubicBezTo>
                            <a:cubicBezTo>
                              <a:pt x="0" y="89512"/>
                              <a:pt x="87742" y="0"/>
                              <a:pt x="195977" y="0"/>
                            </a:cubicBezTo>
                            <a:cubicBezTo>
                              <a:pt x="304213" y="0"/>
                              <a:pt x="391955" y="89512"/>
                              <a:pt x="391955" y="19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40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8260" name="TextBox 8259">
                      <a:extLst>
                        <a:ext uri="{FF2B5EF4-FFF2-40B4-BE49-F238E27FC236}">
                          <a16:creationId xmlns:a16="http://schemas.microsoft.com/office/drawing/2014/main" id="{D295ABE3-439E-3FB6-6036-F1DD480AD8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71419" y="5709706"/>
                      <a:ext cx="575358" cy="4626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Lora" pitchFamily="2" charset="0"/>
                        </a:rPr>
                        <a:t>02</a:t>
                      </a:r>
                    </a:p>
                  </p:txBody>
                </p:sp>
              </p:grpSp>
            </p:grpSp>
          </p:grpSp>
          <p:sp>
            <p:nvSpPr>
              <p:cNvPr id="8278" name="TextBox 8277">
                <a:extLst>
                  <a:ext uri="{FF2B5EF4-FFF2-40B4-BE49-F238E27FC236}">
                    <a16:creationId xmlns:a16="http://schemas.microsoft.com/office/drawing/2014/main" id="{FCEE296D-1FEC-7C7B-F44E-3FCDC07E11FE}"/>
                  </a:ext>
                </a:extLst>
              </p:cNvPr>
              <p:cNvSpPr txBox="1"/>
              <p:nvPr/>
            </p:nvSpPr>
            <p:spPr>
              <a:xfrm>
                <a:off x="1314218" y="2322091"/>
                <a:ext cx="12237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Creative Brief</a:t>
                </a:r>
              </a:p>
            </p:txBody>
          </p:sp>
          <p:sp>
            <p:nvSpPr>
              <p:cNvPr id="8359" name="TextBox 8358">
                <a:extLst>
                  <a:ext uri="{FF2B5EF4-FFF2-40B4-BE49-F238E27FC236}">
                    <a16:creationId xmlns:a16="http://schemas.microsoft.com/office/drawing/2014/main" id="{4A58D9F2-7F45-3D81-FDBE-20020CD0734D}"/>
                  </a:ext>
                </a:extLst>
              </p:cNvPr>
              <p:cNvSpPr txBox="1"/>
              <p:nvPr/>
            </p:nvSpPr>
            <p:spPr>
              <a:xfrm>
                <a:off x="9825382" y="2322091"/>
                <a:ext cx="13461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Client Evaluation</a:t>
                </a:r>
              </a:p>
            </p:txBody>
          </p:sp>
          <p:sp>
            <p:nvSpPr>
              <p:cNvPr id="8360" name="TextBox 8359">
                <a:extLst>
                  <a:ext uri="{FF2B5EF4-FFF2-40B4-BE49-F238E27FC236}">
                    <a16:creationId xmlns:a16="http://schemas.microsoft.com/office/drawing/2014/main" id="{F021469C-2CB8-C545-2BCA-E9B5C9188BE9}"/>
                  </a:ext>
                </a:extLst>
              </p:cNvPr>
              <p:cNvSpPr txBox="1"/>
              <p:nvPr/>
            </p:nvSpPr>
            <p:spPr>
              <a:xfrm>
                <a:off x="7746742" y="2322091"/>
                <a:ext cx="12237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Creative Tactics</a:t>
                </a:r>
              </a:p>
            </p:txBody>
          </p:sp>
          <p:sp>
            <p:nvSpPr>
              <p:cNvPr id="8361" name="TextBox 8360">
                <a:extLst>
                  <a:ext uri="{FF2B5EF4-FFF2-40B4-BE49-F238E27FC236}">
                    <a16:creationId xmlns:a16="http://schemas.microsoft.com/office/drawing/2014/main" id="{39DFFDF5-1B4B-D3AA-59E3-F98E77C4FD25}"/>
                  </a:ext>
                </a:extLst>
              </p:cNvPr>
              <p:cNvSpPr txBox="1"/>
              <p:nvPr/>
            </p:nvSpPr>
            <p:spPr>
              <a:xfrm>
                <a:off x="5595727" y="2322091"/>
                <a:ext cx="12237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Creative Strategy</a:t>
                </a:r>
              </a:p>
            </p:txBody>
          </p:sp>
          <p:sp>
            <p:nvSpPr>
              <p:cNvPr id="8362" name="TextBox 8361">
                <a:extLst>
                  <a:ext uri="{FF2B5EF4-FFF2-40B4-BE49-F238E27FC236}">
                    <a16:creationId xmlns:a16="http://schemas.microsoft.com/office/drawing/2014/main" id="{DC224404-779C-93FE-F5A9-4F50D1EC7512}"/>
                  </a:ext>
                </a:extLst>
              </p:cNvPr>
              <p:cNvSpPr txBox="1"/>
              <p:nvPr/>
            </p:nvSpPr>
            <p:spPr>
              <a:xfrm>
                <a:off x="3456101" y="2322091"/>
                <a:ext cx="12237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Creative Process</a:t>
                </a:r>
              </a:p>
            </p:txBody>
          </p:sp>
        </p:grpSp>
        <p:sp>
          <p:nvSpPr>
            <p:cNvPr id="8279" name="TextBox 8278">
              <a:extLst>
                <a:ext uri="{FF2B5EF4-FFF2-40B4-BE49-F238E27FC236}">
                  <a16:creationId xmlns:a16="http://schemas.microsoft.com/office/drawing/2014/main" id="{6FF9FD01-8C1A-1C6A-C4CA-314AA4F5545A}"/>
                </a:ext>
              </a:extLst>
            </p:cNvPr>
            <p:cNvSpPr txBox="1"/>
            <p:nvPr/>
          </p:nvSpPr>
          <p:spPr>
            <a:xfrm>
              <a:off x="1265555" y="3108733"/>
              <a:ext cx="1327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Marketing plan information</a:t>
              </a:r>
            </a:p>
          </p:txBody>
        </p:sp>
        <p:sp>
          <p:nvSpPr>
            <p:cNvPr id="8355" name="TextBox 8354">
              <a:extLst>
                <a:ext uri="{FF2B5EF4-FFF2-40B4-BE49-F238E27FC236}">
                  <a16:creationId xmlns:a16="http://schemas.microsoft.com/office/drawing/2014/main" id="{D8458102-1981-B9AB-7E9B-519BE6F97D70}"/>
                </a:ext>
              </a:extLst>
            </p:cNvPr>
            <p:cNvSpPr txBox="1"/>
            <p:nvPr/>
          </p:nvSpPr>
          <p:spPr>
            <a:xfrm>
              <a:off x="3407828" y="3108733"/>
              <a:ext cx="1327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Steps to formulate ad</a:t>
              </a:r>
            </a:p>
          </p:txBody>
        </p:sp>
        <p:sp>
          <p:nvSpPr>
            <p:cNvPr id="8356" name="TextBox 8355">
              <a:extLst>
                <a:ext uri="{FF2B5EF4-FFF2-40B4-BE49-F238E27FC236}">
                  <a16:creationId xmlns:a16="http://schemas.microsoft.com/office/drawing/2014/main" id="{9B5E65B6-EA7F-A024-0E8E-737B93FE01A3}"/>
                </a:ext>
              </a:extLst>
            </p:cNvPr>
            <p:cNvSpPr txBox="1"/>
            <p:nvPr/>
          </p:nvSpPr>
          <p:spPr>
            <a:xfrm>
              <a:off x="9834645" y="3108733"/>
              <a:ext cx="13275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Does communication work?</a:t>
              </a:r>
            </a:p>
          </p:txBody>
        </p:sp>
        <p:sp>
          <p:nvSpPr>
            <p:cNvPr id="8357" name="TextBox 8356">
              <a:extLst>
                <a:ext uri="{FF2B5EF4-FFF2-40B4-BE49-F238E27FC236}">
                  <a16:creationId xmlns:a16="http://schemas.microsoft.com/office/drawing/2014/main" id="{D8C363CE-EF73-83C3-52C1-097D6143ED4C}"/>
                </a:ext>
              </a:extLst>
            </p:cNvPr>
            <p:cNvSpPr txBox="1"/>
            <p:nvPr/>
          </p:nvSpPr>
          <p:spPr>
            <a:xfrm>
              <a:off x="7692374" y="3108733"/>
              <a:ext cx="1327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Details of communication</a:t>
              </a:r>
            </a:p>
          </p:txBody>
        </p:sp>
        <p:sp>
          <p:nvSpPr>
            <p:cNvPr id="8358" name="TextBox 8357">
              <a:extLst>
                <a:ext uri="{FF2B5EF4-FFF2-40B4-BE49-F238E27FC236}">
                  <a16:creationId xmlns:a16="http://schemas.microsoft.com/office/drawing/2014/main" id="{E77EAD6D-5348-FB0F-7AAB-EE9F1A8009DA}"/>
                </a:ext>
              </a:extLst>
            </p:cNvPr>
            <p:cNvSpPr txBox="1"/>
            <p:nvPr/>
          </p:nvSpPr>
          <p:spPr>
            <a:xfrm>
              <a:off x="5550101" y="3108733"/>
              <a:ext cx="1327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Lora" pitchFamily="2" charset="0"/>
                </a:rPr>
                <a:t>What to communicate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2768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5D956ED7-4A4E-A06A-9BE7-BF536FD74F34}"/>
              </a:ext>
            </a:extLst>
          </p:cNvPr>
          <p:cNvGrpSpPr/>
          <p:nvPr/>
        </p:nvGrpSpPr>
        <p:grpSpPr>
          <a:xfrm>
            <a:off x="646638" y="1841500"/>
            <a:ext cx="10898724" cy="4608788"/>
            <a:chOff x="646638" y="1841500"/>
            <a:chExt cx="10898724" cy="460878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37E2B8C-220E-2FC1-F859-15AB6C86DCCC}"/>
                </a:ext>
              </a:extLst>
            </p:cNvPr>
            <p:cNvGrpSpPr/>
            <p:nvPr/>
          </p:nvGrpSpPr>
          <p:grpSpPr>
            <a:xfrm>
              <a:off x="646638" y="1841500"/>
              <a:ext cx="10898724" cy="4608788"/>
              <a:chOff x="1386373" y="2130258"/>
              <a:chExt cx="9533032" cy="4031272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E6B9133-2612-9CE3-9657-644AF1143F6A}"/>
                  </a:ext>
                </a:extLst>
              </p:cNvPr>
              <p:cNvSpPr txBox="1"/>
              <p:nvPr/>
            </p:nvSpPr>
            <p:spPr>
              <a:xfrm>
                <a:off x="8338959" y="3866087"/>
                <a:ext cx="2580446" cy="740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Develop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Blue is a color of serenity, trustworthiness, and welcome.</a:t>
                </a: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625511C7-E848-101D-B0E0-4AEBB7C0C32B}"/>
                  </a:ext>
                </a:extLst>
              </p:cNvPr>
              <p:cNvGrpSpPr/>
              <p:nvPr/>
            </p:nvGrpSpPr>
            <p:grpSpPr>
              <a:xfrm>
                <a:off x="1872142" y="2130258"/>
                <a:ext cx="8416792" cy="4031272"/>
                <a:chOff x="1811404" y="2130258"/>
                <a:chExt cx="8416792" cy="4031272"/>
              </a:xfrm>
            </p:grpSpPr>
            <p:grpSp>
              <p:nvGrpSpPr>
                <p:cNvPr id="4" name="Graphic 2">
                  <a:extLst>
                    <a:ext uri="{FF2B5EF4-FFF2-40B4-BE49-F238E27FC236}">
                      <a16:creationId xmlns:a16="http://schemas.microsoft.com/office/drawing/2014/main" id="{B19CF9D8-A564-D59F-44B5-C4DBE33ABE5D}"/>
                    </a:ext>
                  </a:extLst>
                </p:cNvPr>
                <p:cNvGrpSpPr/>
                <p:nvPr/>
              </p:nvGrpSpPr>
              <p:grpSpPr>
                <a:xfrm>
                  <a:off x="3871686" y="2130258"/>
                  <a:ext cx="4296228" cy="4031272"/>
                  <a:chOff x="2324025" y="-193711"/>
                  <a:chExt cx="7517206" cy="7053609"/>
                </a:xfrm>
              </p:grpSpPr>
              <p:sp>
                <p:nvSpPr>
                  <p:cNvPr id="5" name="Freeform: Shape 4">
                    <a:extLst>
                      <a:ext uri="{FF2B5EF4-FFF2-40B4-BE49-F238E27FC236}">
                        <a16:creationId xmlns:a16="http://schemas.microsoft.com/office/drawing/2014/main" id="{438F9E45-6206-9F33-DB7C-952321206801}"/>
                      </a:ext>
                    </a:extLst>
                  </p:cNvPr>
                  <p:cNvSpPr/>
                  <p:nvPr/>
                </p:nvSpPr>
                <p:spPr>
                  <a:xfrm>
                    <a:off x="2543961" y="2670919"/>
                    <a:ext cx="4083351" cy="2052201"/>
                  </a:xfrm>
                  <a:custGeom>
                    <a:avLst/>
                    <a:gdLst>
                      <a:gd name="connsiteX0" fmla="*/ 3533434 w 4083351"/>
                      <a:gd name="connsiteY0" fmla="*/ 258215 h 2052201"/>
                      <a:gd name="connsiteX1" fmla="*/ 2979920 w 4083351"/>
                      <a:gd name="connsiteY1" fmla="*/ 510624 h 2052201"/>
                      <a:gd name="connsiteX2" fmla="*/ 2440769 w 4083351"/>
                      <a:gd name="connsiteY2" fmla="*/ 796633 h 2052201"/>
                      <a:gd name="connsiteX3" fmla="*/ 1974339 w 4083351"/>
                      <a:gd name="connsiteY3" fmla="*/ 636398 h 2052201"/>
                      <a:gd name="connsiteX4" fmla="*/ 1124076 w 4083351"/>
                      <a:gd name="connsiteY4" fmla="*/ 4815 h 2052201"/>
                      <a:gd name="connsiteX5" fmla="*/ 3807 w 4083351"/>
                      <a:gd name="connsiteY5" fmla="*/ 927021 h 2052201"/>
                      <a:gd name="connsiteX6" fmla="*/ 925970 w 4083351"/>
                      <a:gd name="connsiteY6" fmla="*/ 2047291 h 2052201"/>
                      <a:gd name="connsiteX7" fmla="*/ 2016479 w 4083351"/>
                      <a:gd name="connsiteY7" fmla="*/ 1290496 h 2052201"/>
                      <a:gd name="connsiteX8" fmla="*/ 2465657 w 4083351"/>
                      <a:gd name="connsiteY8" fmla="*/ 1087775 h 2052201"/>
                      <a:gd name="connsiteX9" fmla="*/ 3056566 w 4083351"/>
                      <a:gd name="connsiteY9" fmla="*/ 1303435 h 2052201"/>
                      <a:gd name="connsiteX10" fmla="*/ 3915369 w 4083351"/>
                      <a:gd name="connsiteY10" fmla="*/ 1281097 h 2052201"/>
                      <a:gd name="connsiteX11" fmla="*/ 3893026 w 4083351"/>
                      <a:gd name="connsiteY11" fmla="*/ 422294 h 2052201"/>
                      <a:gd name="connsiteX12" fmla="*/ 3533305 w 4083351"/>
                      <a:gd name="connsiteY12" fmla="*/ 258215 h 20522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083351" h="2052201">
                        <a:moveTo>
                          <a:pt x="3533434" y="258215"/>
                        </a:moveTo>
                        <a:cubicBezTo>
                          <a:pt x="3317040" y="237176"/>
                          <a:pt x="3105909" y="333451"/>
                          <a:pt x="2979920" y="510624"/>
                        </a:cubicBezTo>
                        <a:cubicBezTo>
                          <a:pt x="2866267" y="635492"/>
                          <a:pt x="2682309" y="787705"/>
                          <a:pt x="2440769" y="796633"/>
                        </a:cubicBezTo>
                        <a:cubicBezTo>
                          <a:pt x="2255301" y="803491"/>
                          <a:pt x="2094678" y="723697"/>
                          <a:pt x="1974339" y="636398"/>
                        </a:cubicBezTo>
                        <a:cubicBezTo>
                          <a:pt x="1829933" y="284530"/>
                          <a:pt x="1502647" y="41447"/>
                          <a:pt x="1124076" y="4815"/>
                        </a:cubicBezTo>
                        <a:cubicBezTo>
                          <a:pt x="560038" y="-49877"/>
                          <a:pt x="58714" y="362811"/>
                          <a:pt x="3807" y="927021"/>
                        </a:cubicBezTo>
                        <a:cubicBezTo>
                          <a:pt x="-51100" y="1491232"/>
                          <a:pt x="361803" y="1992384"/>
                          <a:pt x="925970" y="2047291"/>
                        </a:cubicBezTo>
                        <a:cubicBezTo>
                          <a:pt x="1433204" y="2096461"/>
                          <a:pt x="1889843" y="1767450"/>
                          <a:pt x="2016479" y="1290496"/>
                        </a:cubicBezTo>
                        <a:cubicBezTo>
                          <a:pt x="2128623" y="1194095"/>
                          <a:pt x="2280016" y="1102310"/>
                          <a:pt x="2465657" y="1087775"/>
                        </a:cubicBezTo>
                        <a:cubicBezTo>
                          <a:pt x="2716685" y="1067805"/>
                          <a:pt x="2925660" y="1196856"/>
                          <a:pt x="3056566" y="1303435"/>
                        </a:cubicBezTo>
                        <a:cubicBezTo>
                          <a:pt x="3299874" y="1534408"/>
                          <a:pt x="3684396" y="1524401"/>
                          <a:pt x="3915369" y="1281097"/>
                        </a:cubicBezTo>
                        <a:cubicBezTo>
                          <a:pt x="4146341" y="1037776"/>
                          <a:pt x="4136334" y="653275"/>
                          <a:pt x="3893026" y="422294"/>
                        </a:cubicBezTo>
                        <a:cubicBezTo>
                          <a:pt x="3794771" y="329017"/>
                          <a:pt x="3668135" y="271263"/>
                          <a:pt x="3533305" y="25821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5">
                          <a:lumMod val="75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" name="Freeform: Shape 5">
                    <a:extLst>
                      <a:ext uri="{FF2B5EF4-FFF2-40B4-BE49-F238E27FC236}">
                        <a16:creationId xmlns:a16="http://schemas.microsoft.com/office/drawing/2014/main" id="{E67BF967-5BCA-7032-73CC-5EA7E1EDE9AC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2689007" y="2815875"/>
                    <a:ext cx="1762290" cy="1762290"/>
                  </a:xfrm>
                  <a:custGeom>
                    <a:avLst/>
                    <a:gdLst>
                      <a:gd name="connsiteX0" fmla="*/ 1761198 w 1762290"/>
                      <a:gd name="connsiteY0" fmla="*/ 881095 h 1762290"/>
                      <a:gd name="connsiteX1" fmla="*/ 880053 w 1762290"/>
                      <a:gd name="connsiteY1" fmla="*/ 1762240 h 1762290"/>
                      <a:gd name="connsiteX2" fmla="*/ -1093 w 1762290"/>
                      <a:gd name="connsiteY2" fmla="*/ 881095 h 1762290"/>
                      <a:gd name="connsiteX3" fmla="*/ 880053 w 1762290"/>
                      <a:gd name="connsiteY3" fmla="*/ -50 h 1762290"/>
                      <a:gd name="connsiteX4" fmla="*/ 1761198 w 1762290"/>
                      <a:gd name="connsiteY4" fmla="*/ 881095 h 1762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2290" h="1762290">
                        <a:moveTo>
                          <a:pt x="1761198" y="881095"/>
                        </a:moveTo>
                        <a:cubicBezTo>
                          <a:pt x="1761198" y="1367738"/>
                          <a:pt x="1366696" y="1762240"/>
                          <a:pt x="880053" y="1762240"/>
                        </a:cubicBezTo>
                        <a:cubicBezTo>
                          <a:pt x="393409" y="1762240"/>
                          <a:pt x="-1093" y="1367738"/>
                          <a:pt x="-1093" y="881095"/>
                        </a:cubicBezTo>
                        <a:cubicBezTo>
                          <a:pt x="-1093" y="394452"/>
                          <a:pt x="393409" y="-50"/>
                          <a:pt x="880053" y="-50"/>
                        </a:cubicBezTo>
                        <a:cubicBezTo>
                          <a:pt x="1366696" y="-50"/>
                          <a:pt x="1761198" y="394452"/>
                          <a:pt x="1761198" y="88109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" name="Freeform: Shape 6">
                    <a:extLst>
                      <a:ext uri="{FF2B5EF4-FFF2-40B4-BE49-F238E27FC236}">
                        <a16:creationId xmlns:a16="http://schemas.microsoft.com/office/drawing/2014/main" id="{38912158-FCDD-EABF-27A8-6A4BE0E54B15}"/>
                      </a:ext>
                    </a:extLst>
                  </p:cNvPr>
                  <p:cNvSpPr/>
                  <p:nvPr/>
                </p:nvSpPr>
                <p:spPr>
                  <a:xfrm>
                    <a:off x="5510999" y="3024981"/>
                    <a:ext cx="1017744" cy="1017744"/>
                  </a:xfrm>
                  <a:custGeom>
                    <a:avLst/>
                    <a:gdLst>
                      <a:gd name="connsiteX0" fmla="*/ 1017745 w 1017744"/>
                      <a:gd name="connsiteY0" fmla="*/ 508872 h 1017744"/>
                      <a:gd name="connsiteX1" fmla="*/ 508872 w 1017744"/>
                      <a:gd name="connsiteY1" fmla="*/ 1017744 h 1017744"/>
                      <a:gd name="connsiteX2" fmla="*/ 0 w 1017744"/>
                      <a:gd name="connsiteY2" fmla="*/ 508872 h 1017744"/>
                      <a:gd name="connsiteX3" fmla="*/ 508872 w 1017744"/>
                      <a:gd name="connsiteY3" fmla="*/ 0 h 1017744"/>
                      <a:gd name="connsiteX4" fmla="*/ 1017745 w 1017744"/>
                      <a:gd name="connsiteY4" fmla="*/ 508872 h 1017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7744" h="1017744">
                        <a:moveTo>
                          <a:pt x="1017745" y="508872"/>
                        </a:moveTo>
                        <a:cubicBezTo>
                          <a:pt x="1017745" y="789915"/>
                          <a:pt x="789915" y="1017744"/>
                          <a:pt x="508872" y="1017744"/>
                        </a:cubicBezTo>
                        <a:cubicBezTo>
                          <a:pt x="227830" y="1017744"/>
                          <a:pt x="0" y="789914"/>
                          <a:pt x="0" y="508872"/>
                        </a:cubicBezTo>
                        <a:cubicBezTo>
                          <a:pt x="0" y="227830"/>
                          <a:pt x="227830" y="0"/>
                          <a:pt x="508872" y="0"/>
                        </a:cubicBezTo>
                        <a:cubicBezTo>
                          <a:pt x="789915" y="0"/>
                          <a:pt x="1017745" y="227830"/>
                          <a:pt x="1017745" y="5088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" name="Freeform: Shape 7">
                    <a:extLst>
                      <a:ext uri="{FF2B5EF4-FFF2-40B4-BE49-F238E27FC236}">
                        <a16:creationId xmlns:a16="http://schemas.microsoft.com/office/drawing/2014/main" id="{076C45F7-B0E3-752F-ED11-98FA034595AF}"/>
                      </a:ext>
                    </a:extLst>
                  </p:cNvPr>
                  <p:cNvSpPr/>
                  <p:nvPr/>
                </p:nvSpPr>
                <p:spPr>
                  <a:xfrm>
                    <a:off x="3910207" y="2926110"/>
                    <a:ext cx="2717283" cy="3836912"/>
                  </a:xfrm>
                  <a:custGeom>
                    <a:avLst/>
                    <a:gdLst>
                      <a:gd name="connsiteX0" fmla="*/ 1614192 w 2717283"/>
                      <a:gd name="connsiteY0" fmla="*/ 254571 h 3836912"/>
                      <a:gd name="connsiteX1" fmla="*/ 1556050 w 2717283"/>
                      <a:gd name="connsiteY1" fmla="*/ 860102 h 3836912"/>
                      <a:gd name="connsiteX2" fmla="*/ 1534225 w 2717283"/>
                      <a:gd name="connsiteY2" fmla="*/ 1469990 h 3836912"/>
                      <a:gd name="connsiteX3" fmla="*/ 1162210 w 2717283"/>
                      <a:gd name="connsiteY3" fmla="*/ 1793825 h 3836912"/>
                      <a:gd name="connsiteX4" fmla="*/ 190100 w 2717283"/>
                      <a:gd name="connsiteY4" fmla="*/ 2214363 h 3836912"/>
                      <a:gd name="connsiteX5" fmla="*/ 428620 w 2717283"/>
                      <a:gd name="connsiteY5" fmla="*/ 3645658 h 3836912"/>
                      <a:gd name="connsiteX6" fmla="*/ 1859915 w 2717283"/>
                      <a:gd name="connsiteY6" fmla="*/ 3407138 h 3836912"/>
                      <a:gd name="connsiteX7" fmla="*/ 1749755 w 2717283"/>
                      <a:gd name="connsiteY7" fmla="*/ 2084363 h 3836912"/>
                      <a:gd name="connsiteX8" fmla="*/ 1798581 w 2717283"/>
                      <a:gd name="connsiteY8" fmla="*/ 1593908 h 3836912"/>
                      <a:gd name="connsiteX9" fmla="*/ 2281014 w 2717283"/>
                      <a:gd name="connsiteY9" fmla="*/ 1190062 h 3836912"/>
                      <a:gd name="connsiteX10" fmla="*/ 2691027 w 2717283"/>
                      <a:gd name="connsiteY10" fmla="*/ 435134 h 3836912"/>
                      <a:gd name="connsiteX11" fmla="*/ 1936130 w 2717283"/>
                      <a:gd name="connsiteY11" fmla="*/ 25099 h 3836912"/>
                      <a:gd name="connsiteX12" fmla="*/ 1614192 w 2717283"/>
                      <a:gd name="connsiteY12" fmla="*/ 254571 h 38369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717283" h="3836912">
                        <a:moveTo>
                          <a:pt x="1614192" y="254571"/>
                        </a:moveTo>
                        <a:cubicBezTo>
                          <a:pt x="1487771" y="431443"/>
                          <a:pt x="1465601" y="662406"/>
                          <a:pt x="1556050" y="860102"/>
                        </a:cubicBezTo>
                        <a:cubicBezTo>
                          <a:pt x="1607334" y="1021028"/>
                          <a:pt x="1647274" y="1256313"/>
                          <a:pt x="1534225" y="1469990"/>
                        </a:cubicBezTo>
                        <a:cubicBezTo>
                          <a:pt x="1447443" y="1633892"/>
                          <a:pt x="1297990" y="1733095"/>
                          <a:pt x="1162210" y="1793825"/>
                        </a:cubicBezTo>
                        <a:cubicBezTo>
                          <a:pt x="785279" y="1742972"/>
                          <a:pt x="411108" y="1904804"/>
                          <a:pt x="190100" y="2214363"/>
                        </a:cubicBezTo>
                        <a:cubicBezTo>
                          <a:pt x="-139257" y="2675488"/>
                          <a:pt x="-32462" y="3316301"/>
                          <a:pt x="428620" y="3645658"/>
                        </a:cubicBezTo>
                        <a:cubicBezTo>
                          <a:pt x="889702" y="3975014"/>
                          <a:pt x="1530515" y="3868262"/>
                          <a:pt x="1859915" y="3407138"/>
                        </a:cubicBezTo>
                        <a:cubicBezTo>
                          <a:pt x="2156146" y="2992466"/>
                          <a:pt x="2099514" y="2432353"/>
                          <a:pt x="1749755" y="2084363"/>
                        </a:cubicBezTo>
                        <a:cubicBezTo>
                          <a:pt x="1722237" y="1939180"/>
                          <a:pt x="1718571" y="1762037"/>
                          <a:pt x="1798581" y="1593908"/>
                        </a:cubicBezTo>
                        <a:cubicBezTo>
                          <a:pt x="1906800" y="1366516"/>
                          <a:pt x="2123064" y="1250016"/>
                          <a:pt x="2281014" y="1190062"/>
                        </a:cubicBezTo>
                        <a:cubicBezTo>
                          <a:pt x="2602692" y="1094823"/>
                          <a:pt x="2786305" y="756831"/>
                          <a:pt x="2691027" y="435134"/>
                        </a:cubicBezTo>
                        <a:cubicBezTo>
                          <a:pt x="2595791" y="113438"/>
                          <a:pt x="2257808" y="-70141"/>
                          <a:pt x="1936130" y="25099"/>
                        </a:cubicBezTo>
                        <a:cubicBezTo>
                          <a:pt x="1806216" y="63556"/>
                          <a:pt x="1692908" y="144325"/>
                          <a:pt x="1614192" y="25457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75000"/>
                        </a:schemeClr>
                      </a:gs>
                      <a:gs pos="50000">
                        <a:schemeClr val="accent4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" name="Freeform: Shape 8">
                    <a:extLst>
                      <a:ext uri="{FF2B5EF4-FFF2-40B4-BE49-F238E27FC236}">
                        <a16:creationId xmlns:a16="http://schemas.microsoft.com/office/drawing/2014/main" id="{F38BB365-207E-8819-B251-BDCE1191E2E9}"/>
                      </a:ext>
                    </a:extLst>
                  </p:cNvPr>
                  <p:cNvSpPr/>
                  <p:nvPr/>
                </p:nvSpPr>
                <p:spPr>
                  <a:xfrm>
                    <a:off x="4055162" y="4855765"/>
                    <a:ext cx="1762290" cy="1762290"/>
                  </a:xfrm>
                  <a:custGeom>
                    <a:avLst/>
                    <a:gdLst>
                      <a:gd name="connsiteX0" fmla="*/ 1762290 w 1762290"/>
                      <a:gd name="connsiteY0" fmla="*/ 881145 h 1762290"/>
                      <a:gd name="connsiteX1" fmla="*/ 881145 w 1762290"/>
                      <a:gd name="connsiteY1" fmla="*/ 1762290 h 1762290"/>
                      <a:gd name="connsiteX2" fmla="*/ 0 w 1762290"/>
                      <a:gd name="connsiteY2" fmla="*/ 881145 h 1762290"/>
                      <a:gd name="connsiteX3" fmla="*/ 881145 w 1762290"/>
                      <a:gd name="connsiteY3" fmla="*/ 0 h 1762290"/>
                      <a:gd name="connsiteX4" fmla="*/ 1762290 w 1762290"/>
                      <a:gd name="connsiteY4" fmla="*/ 881145 h 1762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2290" h="1762290">
                        <a:moveTo>
                          <a:pt x="1762290" y="881145"/>
                        </a:moveTo>
                        <a:cubicBezTo>
                          <a:pt x="1762290" y="1367788"/>
                          <a:pt x="1367788" y="1762290"/>
                          <a:pt x="881145" y="1762290"/>
                        </a:cubicBezTo>
                        <a:cubicBezTo>
                          <a:pt x="394502" y="1762290"/>
                          <a:pt x="0" y="1367788"/>
                          <a:pt x="0" y="881145"/>
                        </a:cubicBezTo>
                        <a:cubicBezTo>
                          <a:pt x="0" y="394502"/>
                          <a:pt x="394502" y="0"/>
                          <a:pt x="881145" y="0"/>
                        </a:cubicBezTo>
                        <a:cubicBezTo>
                          <a:pt x="1367788" y="0"/>
                          <a:pt x="1762290" y="394502"/>
                          <a:pt x="1762290" y="88114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" name="Freeform: Shape 9">
                    <a:extLst>
                      <a:ext uri="{FF2B5EF4-FFF2-40B4-BE49-F238E27FC236}">
                        <a16:creationId xmlns:a16="http://schemas.microsoft.com/office/drawing/2014/main" id="{8837BB1E-EF83-8152-33C3-C4A20C6D2FAB}"/>
                      </a:ext>
                    </a:extLst>
                  </p:cNvPr>
                  <p:cNvSpPr/>
                  <p:nvPr/>
                </p:nvSpPr>
                <p:spPr>
                  <a:xfrm>
                    <a:off x="5510999" y="3024981"/>
                    <a:ext cx="1017744" cy="1017744"/>
                  </a:xfrm>
                  <a:custGeom>
                    <a:avLst/>
                    <a:gdLst>
                      <a:gd name="connsiteX0" fmla="*/ 1017745 w 1017744"/>
                      <a:gd name="connsiteY0" fmla="*/ 508872 h 1017744"/>
                      <a:gd name="connsiteX1" fmla="*/ 508872 w 1017744"/>
                      <a:gd name="connsiteY1" fmla="*/ 1017744 h 1017744"/>
                      <a:gd name="connsiteX2" fmla="*/ 0 w 1017744"/>
                      <a:gd name="connsiteY2" fmla="*/ 508872 h 1017744"/>
                      <a:gd name="connsiteX3" fmla="*/ 508872 w 1017744"/>
                      <a:gd name="connsiteY3" fmla="*/ 0 h 1017744"/>
                      <a:gd name="connsiteX4" fmla="*/ 1017745 w 1017744"/>
                      <a:gd name="connsiteY4" fmla="*/ 508872 h 1017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7744" h="1017744">
                        <a:moveTo>
                          <a:pt x="1017745" y="508872"/>
                        </a:moveTo>
                        <a:cubicBezTo>
                          <a:pt x="1017745" y="789915"/>
                          <a:pt x="789915" y="1017744"/>
                          <a:pt x="508872" y="1017744"/>
                        </a:cubicBezTo>
                        <a:cubicBezTo>
                          <a:pt x="227830" y="1017744"/>
                          <a:pt x="0" y="789914"/>
                          <a:pt x="0" y="508872"/>
                        </a:cubicBezTo>
                        <a:cubicBezTo>
                          <a:pt x="0" y="227830"/>
                          <a:pt x="227830" y="0"/>
                          <a:pt x="508872" y="0"/>
                        </a:cubicBezTo>
                        <a:cubicBezTo>
                          <a:pt x="789915" y="0"/>
                          <a:pt x="1017745" y="227830"/>
                          <a:pt x="1017745" y="5088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" name="Freeform: Shape 10">
                    <a:extLst>
                      <a:ext uri="{FF2B5EF4-FFF2-40B4-BE49-F238E27FC236}">
                        <a16:creationId xmlns:a16="http://schemas.microsoft.com/office/drawing/2014/main" id="{6395A8B5-47F6-1580-B738-3D68D7D7E6E8}"/>
                      </a:ext>
                    </a:extLst>
                  </p:cNvPr>
                  <p:cNvSpPr/>
                  <p:nvPr/>
                </p:nvSpPr>
                <p:spPr>
                  <a:xfrm>
                    <a:off x="5412044" y="2926141"/>
                    <a:ext cx="3000032" cy="3673834"/>
                  </a:xfrm>
                  <a:custGeom>
                    <a:avLst/>
                    <a:gdLst>
                      <a:gd name="connsiteX0" fmla="*/ 53738 w 3000032"/>
                      <a:gd name="connsiteY0" fmla="*/ 859208 h 3673834"/>
                      <a:gd name="connsiteX1" fmla="*/ 549067 w 3000032"/>
                      <a:gd name="connsiteY1" fmla="*/ 1212373 h 3673834"/>
                      <a:gd name="connsiteX2" fmla="*/ 1066306 w 3000032"/>
                      <a:gd name="connsiteY2" fmla="*/ 1536209 h 3673834"/>
                      <a:gd name="connsiteX3" fmla="*/ 1160766 w 3000032"/>
                      <a:gd name="connsiteY3" fmla="*/ 2020280 h 3673834"/>
                      <a:gd name="connsiteX4" fmla="*/ 1038917 w 3000032"/>
                      <a:gd name="connsiteY4" fmla="*/ 3072401 h 3673834"/>
                      <a:gd name="connsiteX5" fmla="*/ 2397578 w 3000032"/>
                      <a:gd name="connsiteY5" fmla="*/ 3581360 h 3673834"/>
                      <a:gd name="connsiteX6" fmla="*/ 2906536 w 3000032"/>
                      <a:gd name="connsiteY6" fmla="*/ 2222699 h 3673834"/>
                      <a:gd name="connsiteX7" fmla="*/ 1705869 w 3000032"/>
                      <a:gd name="connsiteY7" fmla="*/ 1656720 h 3673834"/>
                      <a:gd name="connsiteX8" fmla="*/ 1305560 w 3000032"/>
                      <a:gd name="connsiteY8" fmla="*/ 1369202 h 3673834"/>
                      <a:gd name="connsiteX9" fmla="*/ 1197040 w 3000032"/>
                      <a:gd name="connsiteY9" fmla="*/ 749480 h 3673834"/>
                      <a:gd name="connsiteX10" fmla="*/ 748293 w 3000032"/>
                      <a:gd name="connsiteY10" fmla="*/ 16899 h 3673834"/>
                      <a:gd name="connsiteX11" fmla="*/ 15695 w 3000032"/>
                      <a:gd name="connsiteY11" fmla="*/ 465645 h 3673834"/>
                      <a:gd name="connsiteX12" fmla="*/ 53479 w 3000032"/>
                      <a:gd name="connsiteY12" fmla="*/ 859208 h 3673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000032" h="3673834">
                        <a:moveTo>
                          <a:pt x="53738" y="859208"/>
                        </a:moveTo>
                        <a:cubicBezTo>
                          <a:pt x="143711" y="1057137"/>
                          <a:pt x="332630" y="1191842"/>
                          <a:pt x="549067" y="1212373"/>
                        </a:cubicBezTo>
                        <a:cubicBezTo>
                          <a:pt x="714047" y="1248345"/>
                          <a:pt x="937773" y="1331418"/>
                          <a:pt x="1066306" y="1536209"/>
                        </a:cubicBezTo>
                        <a:cubicBezTo>
                          <a:pt x="1164949" y="1693339"/>
                          <a:pt x="1176207" y="1872380"/>
                          <a:pt x="1160766" y="2020280"/>
                        </a:cubicBezTo>
                        <a:cubicBezTo>
                          <a:pt x="928198" y="2321256"/>
                          <a:pt x="881313" y="2726223"/>
                          <a:pt x="1038917" y="3072401"/>
                        </a:cubicBezTo>
                        <a:cubicBezTo>
                          <a:pt x="1273557" y="3588218"/>
                          <a:pt x="1881890" y="3816127"/>
                          <a:pt x="2397578" y="3581360"/>
                        </a:cubicBezTo>
                        <a:cubicBezTo>
                          <a:pt x="2913265" y="3346592"/>
                          <a:pt x="3141304" y="2738386"/>
                          <a:pt x="2906536" y="2222699"/>
                        </a:cubicBezTo>
                        <a:cubicBezTo>
                          <a:pt x="2695535" y="1758857"/>
                          <a:pt x="2182263" y="1527884"/>
                          <a:pt x="1705869" y="1656720"/>
                        </a:cubicBezTo>
                        <a:cubicBezTo>
                          <a:pt x="1566423" y="1607938"/>
                          <a:pt x="1411147" y="1522579"/>
                          <a:pt x="1305560" y="1369202"/>
                        </a:cubicBezTo>
                        <a:cubicBezTo>
                          <a:pt x="1162750" y="1161780"/>
                          <a:pt x="1169996" y="916315"/>
                          <a:pt x="1197040" y="749480"/>
                        </a:cubicBezTo>
                        <a:cubicBezTo>
                          <a:pt x="1275411" y="423268"/>
                          <a:pt x="1074501" y="95278"/>
                          <a:pt x="748293" y="16899"/>
                        </a:cubicBezTo>
                        <a:cubicBezTo>
                          <a:pt x="422086" y="-61481"/>
                          <a:pt x="94110" y="139433"/>
                          <a:pt x="15695" y="465645"/>
                        </a:cubicBezTo>
                        <a:cubicBezTo>
                          <a:pt x="-15920" y="597375"/>
                          <a:pt x="-2636" y="735902"/>
                          <a:pt x="53479" y="859208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3">
                          <a:lumMod val="75000"/>
                        </a:schemeClr>
                      </a:gs>
                      <a:gs pos="50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" name="Freeform: Shape 11">
                    <a:extLst>
                      <a:ext uri="{FF2B5EF4-FFF2-40B4-BE49-F238E27FC236}">
                        <a16:creationId xmlns:a16="http://schemas.microsoft.com/office/drawing/2014/main" id="{3F648BC7-CBAB-B94D-D0F3-251216FE59A5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6504858" y="4692589"/>
                    <a:ext cx="1762290" cy="1762290"/>
                  </a:xfrm>
                  <a:custGeom>
                    <a:avLst/>
                    <a:gdLst>
                      <a:gd name="connsiteX0" fmla="*/ 1761199 w 1762290"/>
                      <a:gd name="connsiteY0" fmla="*/ 881095 h 1762290"/>
                      <a:gd name="connsiteX1" fmla="*/ 880053 w 1762290"/>
                      <a:gd name="connsiteY1" fmla="*/ 1762241 h 1762290"/>
                      <a:gd name="connsiteX2" fmla="*/ -1093 w 1762290"/>
                      <a:gd name="connsiteY2" fmla="*/ 881095 h 1762290"/>
                      <a:gd name="connsiteX3" fmla="*/ 880053 w 1762290"/>
                      <a:gd name="connsiteY3" fmla="*/ -50 h 1762290"/>
                      <a:gd name="connsiteX4" fmla="*/ 1761199 w 1762290"/>
                      <a:gd name="connsiteY4" fmla="*/ 881095 h 1762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2290" h="1762290">
                        <a:moveTo>
                          <a:pt x="1761199" y="881095"/>
                        </a:moveTo>
                        <a:cubicBezTo>
                          <a:pt x="1761199" y="1367739"/>
                          <a:pt x="1366696" y="1762241"/>
                          <a:pt x="880053" y="1762241"/>
                        </a:cubicBezTo>
                        <a:cubicBezTo>
                          <a:pt x="393410" y="1762241"/>
                          <a:pt x="-1093" y="1367739"/>
                          <a:pt x="-1093" y="881095"/>
                        </a:cubicBezTo>
                        <a:cubicBezTo>
                          <a:pt x="-1093" y="394452"/>
                          <a:pt x="393410" y="-50"/>
                          <a:pt x="880053" y="-50"/>
                        </a:cubicBezTo>
                        <a:cubicBezTo>
                          <a:pt x="1366696" y="-50"/>
                          <a:pt x="1761199" y="394452"/>
                          <a:pt x="1761199" y="88109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" name="Freeform: Shape 12">
                    <a:extLst>
                      <a:ext uri="{FF2B5EF4-FFF2-40B4-BE49-F238E27FC236}">
                        <a16:creationId xmlns:a16="http://schemas.microsoft.com/office/drawing/2014/main" id="{FAB87C73-AE84-27F5-B934-DC8C8A494837}"/>
                      </a:ext>
                    </a:extLst>
                  </p:cNvPr>
                  <p:cNvSpPr/>
                  <p:nvPr/>
                </p:nvSpPr>
                <p:spPr>
                  <a:xfrm>
                    <a:off x="5510999" y="3024981"/>
                    <a:ext cx="1017744" cy="1017744"/>
                  </a:xfrm>
                  <a:custGeom>
                    <a:avLst/>
                    <a:gdLst>
                      <a:gd name="connsiteX0" fmla="*/ 1017745 w 1017744"/>
                      <a:gd name="connsiteY0" fmla="*/ 508872 h 1017744"/>
                      <a:gd name="connsiteX1" fmla="*/ 508872 w 1017744"/>
                      <a:gd name="connsiteY1" fmla="*/ 1017744 h 1017744"/>
                      <a:gd name="connsiteX2" fmla="*/ 0 w 1017744"/>
                      <a:gd name="connsiteY2" fmla="*/ 508872 h 1017744"/>
                      <a:gd name="connsiteX3" fmla="*/ 508872 w 1017744"/>
                      <a:gd name="connsiteY3" fmla="*/ 0 h 1017744"/>
                      <a:gd name="connsiteX4" fmla="*/ 1017745 w 1017744"/>
                      <a:gd name="connsiteY4" fmla="*/ 508872 h 1017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7744" h="1017744">
                        <a:moveTo>
                          <a:pt x="1017745" y="508872"/>
                        </a:moveTo>
                        <a:cubicBezTo>
                          <a:pt x="1017745" y="789915"/>
                          <a:pt x="789915" y="1017744"/>
                          <a:pt x="508872" y="1017744"/>
                        </a:cubicBezTo>
                        <a:cubicBezTo>
                          <a:pt x="227830" y="1017744"/>
                          <a:pt x="0" y="789914"/>
                          <a:pt x="0" y="508872"/>
                        </a:cubicBezTo>
                        <a:cubicBezTo>
                          <a:pt x="0" y="227830"/>
                          <a:pt x="227830" y="0"/>
                          <a:pt x="508872" y="0"/>
                        </a:cubicBezTo>
                        <a:cubicBezTo>
                          <a:pt x="789915" y="0"/>
                          <a:pt x="1017745" y="227830"/>
                          <a:pt x="1017745" y="5088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0B805403-8B93-E6AF-FA8E-18C0FDC81949}"/>
                      </a:ext>
                    </a:extLst>
                  </p:cNvPr>
                  <p:cNvSpPr/>
                  <p:nvPr/>
                </p:nvSpPr>
                <p:spPr>
                  <a:xfrm>
                    <a:off x="5412386" y="2344579"/>
                    <a:ext cx="4083331" cy="2052207"/>
                  </a:xfrm>
                  <a:custGeom>
                    <a:avLst/>
                    <a:gdLst>
                      <a:gd name="connsiteX0" fmla="*/ 547733 w 4083331"/>
                      <a:gd name="connsiteY0" fmla="*/ 1793893 h 2052207"/>
                      <a:gd name="connsiteX1" fmla="*/ 1101247 w 4083331"/>
                      <a:gd name="connsiteY1" fmla="*/ 1541484 h 2052207"/>
                      <a:gd name="connsiteX2" fmla="*/ 1640398 w 4083331"/>
                      <a:gd name="connsiteY2" fmla="*/ 1255475 h 2052207"/>
                      <a:gd name="connsiteX3" fmla="*/ 2106828 w 4083331"/>
                      <a:gd name="connsiteY3" fmla="*/ 1415711 h 2052207"/>
                      <a:gd name="connsiteX4" fmla="*/ 2957091 w 4083331"/>
                      <a:gd name="connsiteY4" fmla="*/ 2047294 h 2052207"/>
                      <a:gd name="connsiteX5" fmla="*/ 4077360 w 4083331"/>
                      <a:gd name="connsiteY5" fmla="*/ 1125087 h 2052207"/>
                      <a:gd name="connsiteX6" fmla="*/ 3155153 w 4083331"/>
                      <a:gd name="connsiteY6" fmla="*/ 4817 h 2052207"/>
                      <a:gd name="connsiteX7" fmla="*/ 2064689 w 4083331"/>
                      <a:gd name="connsiteY7" fmla="*/ 761613 h 2052207"/>
                      <a:gd name="connsiteX8" fmla="*/ 1615511 w 4083331"/>
                      <a:gd name="connsiteY8" fmla="*/ 964334 h 2052207"/>
                      <a:gd name="connsiteX9" fmla="*/ 1024601 w 4083331"/>
                      <a:gd name="connsiteY9" fmla="*/ 748673 h 2052207"/>
                      <a:gd name="connsiteX10" fmla="*/ 165798 w 4083331"/>
                      <a:gd name="connsiteY10" fmla="*/ 771011 h 2052207"/>
                      <a:gd name="connsiteX11" fmla="*/ 188141 w 4083331"/>
                      <a:gd name="connsiteY11" fmla="*/ 1629814 h 2052207"/>
                      <a:gd name="connsiteX12" fmla="*/ 547862 w 4083331"/>
                      <a:gd name="connsiteY12" fmla="*/ 1793893 h 20522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083331" h="2052207">
                        <a:moveTo>
                          <a:pt x="547733" y="1793893"/>
                        </a:moveTo>
                        <a:cubicBezTo>
                          <a:pt x="764126" y="1814941"/>
                          <a:pt x="975258" y="1718658"/>
                          <a:pt x="1101247" y="1541484"/>
                        </a:cubicBezTo>
                        <a:cubicBezTo>
                          <a:pt x="1214900" y="1416617"/>
                          <a:pt x="1398858" y="1264360"/>
                          <a:pt x="1640398" y="1255475"/>
                        </a:cubicBezTo>
                        <a:cubicBezTo>
                          <a:pt x="1825866" y="1248617"/>
                          <a:pt x="1986490" y="1328368"/>
                          <a:pt x="2106828" y="1415711"/>
                        </a:cubicBezTo>
                        <a:cubicBezTo>
                          <a:pt x="2251277" y="1767582"/>
                          <a:pt x="2578521" y="2010674"/>
                          <a:pt x="2957091" y="2047294"/>
                        </a:cubicBezTo>
                        <a:cubicBezTo>
                          <a:pt x="3520956" y="2101985"/>
                          <a:pt x="4022583" y="1689082"/>
                          <a:pt x="4077360" y="1125087"/>
                        </a:cubicBezTo>
                        <a:cubicBezTo>
                          <a:pt x="4132138" y="561092"/>
                          <a:pt x="3719364" y="59725"/>
                          <a:pt x="3155153" y="4817"/>
                        </a:cubicBezTo>
                        <a:cubicBezTo>
                          <a:pt x="2647920" y="-44396"/>
                          <a:pt x="2191281" y="284615"/>
                          <a:pt x="2064689" y="761613"/>
                        </a:cubicBezTo>
                        <a:cubicBezTo>
                          <a:pt x="1952545" y="858013"/>
                          <a:pt x="1801151" y="949755"/>
                          <a:pt x="1615511" y="964334"/>
                        </a:cubicBezTo>
                        <a:cubicBezTo>
                          <a:pt x="1364482" y="984304"/>
                          <a:pt x="1155464" y="855253"/>
                          <a:pt x="1024601" y="748673"/>
                        </a:cubicBezTo>
                        <a:cubicBezTo>
                          <a:pt x="781293" y="517688"/>
                          <a:pt x="396771" y="527690"/>
                          <a:pt x="165798" y="771011"/>
                        </a:cubicBezTo>
                        <a:cubicBezTo>
                          <a:pt x="-65174" y="1014332"/>
                          <a:pt x="-55167" y="1398833"/>
                          <a:pt x="188141" y="1629814"/>
                        </a:cubicBezTo>
                        <a:cubicBezTo>
                          <a:pt x="286395" y="1723092"/>
                          <a:pt x="413031" y="1780824"/>
                          <a:pt x="547862" y="179389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67398EA5-AD1F-DE63-37E5-4D87F2DA1E2E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7588393" y="2489526"/>
                    <a:ext cx="1762290" cy="1762290"/>
                  </a:xfrm>
                  <a:custGeom>
                    <a:avLst/>
                    <a:gdLst>
                      <a:gd name="connsiteX0" fmla="*/ 1761199 w 1762290"/>
                      <a:gd name="connsiteY0" fmla="*/ 881095 h 1762290"/>
                      <a:gd name="connsiteX1" fmla="*/ 880053 w 1762290"/>
                      <a:gd name="connsiteY1" fmla="*/ 1762240 h 1762290"/>
                      <a:gd name="connsiteX2" fmla="*/ -1093 w 1762290"/>
                      <a:gd name="connsiteY2" fmla="*/ 881095 h 1762290"/>
                      <a:gd name="connsiteX3" fmla="*/ 880053 w 1762290"/>
                      <a:gd name="connsiteY3" fmla="*/ -51 h 1762290"/>
                      <a:gd name="connsiteX4" fmla="*/ 1761199 w 1762290"/>
                      <a:gd name="connsiteY4" fmla="*/ 881095 h 1762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2290" h="1762290">
                        <a:moveTo>
                          <a:pt x="1761199" y="881095"/>
                        </a:moveTo>
                        <a:cubicBezTo>
                          <a:pt x="1761199" y="1367738"/>
                          <a:pt x="1366696" y="1762240"/>
                          <a:pt x="880053" y="1762240"/>
                        </a:cubicBezTo>
                        <a:cubicBezTo>
                          <a:pt x="393410" y="1762240"/>
                          <a:pt x="-1093" y="1367738"/>
                          <a:pt x="-1093" y="881095"/>
                        </a:cubicBezTo>
                        <a:cubicBezTo>
                          <a:pt x="-1093" y="394452"/>
                          <a:pt x="393410" y="-51"/>
                          <a:pt x="880053" y="-51"/>
                        </a:cubicBezTo>
                        <a:cubicBezTo>
                          <a:pt x="1366696" y="-51"/>
                          <a:pt x="1761199" y="394452"/>
                          <a:pt x="1761199" y="88109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7CBD64E5-D1A2-76E4-949E-0E44B8E72599}"/>
                      </a:ext>
                    </a:extLst>
                  </p:cNvPr>
                  <p:cNvSpPr/>
                  <p:nvPr/>
                </p:nvSpPr>
                <p:spPr>
                  <a:xfrm>
                    <a:off x="5510999" y="3024981"/>
                    <a:ext cx="1017744" cy="1017744"/>
                  </a:xfrm>
                  <a:custGeom>
                    <a:avLst/>
                    <a:gdLst>
                      <a:gd name="connsiteX0" fmla="*/ 1017745 w 1017744"/>
                      <a:gd name="connsiteY0" fmla="*/ 508872 h 1017744"/>
                      <a:gd name="connsiteX1" fmla="*/ 508872 w 1017744"/>
                      <a:gd name="connsiteY1" fmla="*/ 1017744 h 1017744"/>
                      <a:gd name="connsiteX2" fmla="*/ 0 w 1017744"/>
                      <a:gd name="connsiteY2" fmla="*/ 508872 h 1017744"/>
                      <a:gd name="connsiteX3" fmla="*/ 508872 w 1017744"/>
                      <a:gd name="connsiteY3" fmla="*/ 0 h 1017744"/>
                      <a:gd name="connsiteX4" fmla="*/ 1017745 w 1017744"/>
                      <a:gd name="connsiteY4" fmla="*/ 508872 h 1017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7744" h="1017744">
                        <a:moveTo>
                          <a:pt x="1017745" y="508872"/>
                        </a:moveTo>
                        <a:cubicBezTo>
                          <a:pt x="1017745" y="789915"/>
                          <a:pt x="789915" y="1017744"/>
                          <a:pt x="508872" y="1017744"/>
                        </a:cubicBezTo>
                        <a:cubicBezTo>
                          <a:pt x="227830" y="1017744"/>
                          <a:pt x="0" y="789914"/>
                          <a:pt x="0" y="508872"/>
                        </a:cubicBezTo>
                        <a:cubicBezTo>
                          <a:pt x="0" y="227830"/>
                          <a:pt x="227830" y="0"/>
                          <a:pt x="508872" y="0"/>
                        </a:cubicBezTo>
                        <a:cubicBezTo>
                          <a:pt x="789915" y="0"/>
                          <a:pt x="1017745" y="227830"/>
                          <a:pt x="1017745" y="5088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4E9CFC36-04D6-E02E-CD60-F47EE46EE33A}"/>
                      </a:ext>
                    </a:extLst>
                  </p:cNvPr>
                  <p:cNvSpPr/>
                  <p:nvPr/>
                </p:nvSpPr>
                <p:spPr>
                  <a:xfrm>
                    <a:off x="5412032" y="304685"/>
                    <a:ext cx="2717277" cy="3836881"/>
                  </a:xfrm>
                  <a:custGeom>
                    <a:avLst/>
                    <a:gdLst>
                      <a:gd name="connsiteX0" fmla="*/ 1101084 w 2717277"/>
                      <a:gd name="connsiteY0" fmla="*/ 3582241 h 3836881"/>
                      <a:gd name="connsiteX1" fmla="*/ 1159226 w 2717277"/>
                      <a:gd name="connsiteY1" fmla="*/ 2976666 h 3836881"/>
                      <a:gd name="connsiteX2" fmla="*/ 1181051 w 2717277"/>
                      <a:gd name="connsiteY2" fmla="*/ 2366822 h 3836881"/>
                      <a:gd name="connsiteX3" fmla="*/ 1553064 w 2717277"/>
                      <a:gd name="connsiteY3" fmla="*/ 2042986 h 3836881"/>
                      <a:gd name="connsiteX4" fmla="*/ 2524960 w 2717277"/>
                      <a:gd name="connsiteY4" fmla="*/ 1622448 h 3836881"/>
                      <a:gd name="connsiteX5" fmla="*/ 2286482 w 2717277"/>
                      <a:gd name="connsiteY5" fmla="*/ 191154 h 3836881"/>
                      <a:gd name="connsiteX6" fmla="*/ 855188 w 2717277"/>
                      <a:gd name="connsiteY6" fmla="*/ 429674 h 3836881"/>
                      <a:gd name="connsiteX7" fmla="*/ 965347 w 2717277"/>
                      <a:gd name="connsiteY7" fmla="*/ 1752449 h 3836881"/>
                      <a:gd name="connsiteX8" fmla="*/ 916478 w 2717277"/>
                      <a:gd name="connsiteY8" fmla="*/ 2242903 h 3836881"/>
                      <a:gd name="connsiteX9" fmla="*/ 434046 w 2717277"/>
                      <a:gd name="connsiteY9" fmla="*/ 2646749 h 3836881"/>
                      <a:gd name="connsiteX10" fmla="*/ 24076 w 2717277"/>
                      <a:gd name="connsiteY10" fmla="*/ 3401716 h 3836881"/>
                      <a:gd name="connsiteX11" fmla="*/ 779059 w 2717277"/>
                      <a:gd name="connsiteY11" fmla="*/ 3811660 h 3836881"/>
                      <a:gd name="connsiteX12" fmla="*/ 1100911 w 2717277"/>
                      <a:gd name="connsiteY12" fmla="*/ 3582241 h 38368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717277" h="3836881">
                        <a:moveTo>
                          <a:pt x="1101084" y="3582241"/>
                        </a:moveTo>
                        <a:cubicBezTo>
                          <a:pt x="1227461" y="3405343"/>
                          <a:pt x="1249630" y="3174380"/>
                          <a:pt x="1159226" y="2976666"/>
                        </a:cubicBezTo>
                        <a:cubicBezTo>
                          <a:pt x="1107898" y="2815784"/>
                          <a:pt x="1068001" y="2580498"/>
                          <a:pt x="1181051" y="2366822"/>
                        </a:cubicBezTo>
                        <a:cubicBezTo>
                          <a:pt x="1267832" y="2202920"/>
                          <a:pt x="1417241" y="2103716"/>
                          <a:pt x="1553064" y="2042986"/>
                        </a:cubicBezTo>
                        <a:cubicBezTo>
                          <a:pt x="1929953" y="2093791"/>
                          <a:pt x="2303994" y="1931939"/>
                          <a:pt x="2524960" y="1622448"/>
                        </a:cubicBezTo>
                        <a:cubicBezTo>
                          <a:pt x="2854360" y="1161323"/>
                          <a:pt x="2747565" y="520510"/>
                          <a:pt x="2286482" y="191154"/>
                        </a:cubicBezTo>
                        <a:cubicBezTo>
                          <a:pt x="1825401" y="-138203"/>
                          <a:pt x="1184544" y="-31451"/>
                          <a:pt x="855188" y="429674"/>
                        </a:cubicBezTo>
                        <a:cubicBezTo>
                          <a:pt x="558956" y="844346"/>
                          <a:pt x="615589" y="1404459"/>
                          <a:pt x="965347" y="1752449"/>
                        </a:cubicBezTo>
                        <a:cubicBezTo>
                          <a:pt x="992865" y="1897631"/>
                          <a:pt x="996531" y="2074731"/>
                          <a:pt x="916478" y="2242903"/>
                        </a:cubicBezTo>
                        <a:cubicBezTo>
                          <a:pt x="808260" y="2470296"/>
                          <a:pt x="592039" y="2586752"/>
                          <a:pt x="434046" y="2646749"/>
                        </a:cubicBezTo>
                        <a:cubicBezTo>
                          <a:pt x="112367" y="2742019"/>
                          <a:pt x="-71203" y="3080028"/>
                          <a:pt x="24076" y="3401716"/>
                        </a:cubicBezTo>
                        <a:cubicBezTo>
                          <a:pt x="119354" y="3723403"/>
                          <a:pt x="457381" y="3906939"/>
                          <a:pt x="779059" y="3811660"/>
                        </a:cubicBezTo>
                        <a:cubicBezTo>
                          <a:pt x="908930" y="3773217"/>
                          <a:pt x="1022195" y="3692460"/>
                          <a:pt x="1100911" y="358224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B1D0682-B380-511C-AF67-2A354F130CD7}"/>
                      </a:ext>
                    </a:extLst>
                  </p:cNvPr>
                  <p:cNvSpPr/>
                  <p:nvPr/>
                </p:nvSpPr>
                <p:spPr>
                  <a:xfrm>
                    <a:off x="6222247" y="449651"/>
                    <a:ext cx="1762290" cy="1762290"/>
                  </a:xfrm>
                  <a:custGeom>
                    <a:avLst/>
                    <a:gdLst>
                      <a:gd name="connsiteX0" fmla="*/ 1762290 w 1762290"/>
                      <a:gd name="connsiteY0" fmla="*/ 881145 h 1762290"/>
                      <a:gd name="connsiteX1" fmla="*/ 881145 w 1762290"/>
                      <a:gd name="connsiteY1" fmla="*/ 1762290 h 1762290"/>
                      <a:gd name="connsiteX2" fmla="*/ 0 w 1762290"/>
                      <a:gd name="connsiteY2" fmla="*/ 881145 h 1762290"/>
                      <a:gd name="connsiteX3" fmla="*/ 881145 w 1762290"/>
                      <a:gd name="connsiteY3" fmla="*/ 0 h 1762290"/>
                      <a:gd name="connsiteX4" fmla="*/ 1762290 w 1762290"/>
                      <a:gd name="connsiteY4" fmla="*/ 881145 h 1762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2290" h="1762290">
                        <a:moveTo>
                          <a:pt x="1762290" y="881145"/>
                        </a:moveTo>
                        <a:cubicBezTo>
                          <a:pt x="1762290" y="1367788"/>
                          <a:pt x="1367788" y="1762290"/>
                          <a:pt x="881145" y="1762290"/>
                        </a:cubicBezTo>
                        <a:cubicBezTo>
                          <a:pt x="394502" y="1762290"/>
                          <a:pt x="0" y="1367788"/>
                          <a:pt x="0" y="881145"/>
                        </a:cubicBezTo>
                        <a:cubicBezTo>
                          <a:pt x="0" y="394502"/>
                          <a:pt x="394502" y="0"/>
                          <a:pt x="881145" y="0"/>
                        </a:cubicBezTo>
                        <a:cubicBezTo>
                          <a:pt x="1367788" y="0"/>
                          <a:pt x="1762290" y="394502"/>
                          <a:pt x="1762290" y="88114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F1D3DC48-4B47-0E68-3FC0-F054C2794185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5510973" y="3024974"/>
                    <a:ext cx="1017744" cy="1017744"/>
                  </a:xfrm>
                  <a:custGeom>
                    <a:avLst/>
                    <a:gdLst>
                      <a:gd name="connsiteX0" fmla="*/ 1016652 w 1017744"/>
                      <a:gd name="connsiteY0" fmla="*/ 508822 h 1017744"/>
                      <a:gd name="connsiteX1" fmla="*/ 507780 w 1017744"/>
                      <a:gd name="connsiteY1" fmla="*/ 1017694 h 1017744"/>
                      <a:gd name="connsiteX2" fmla="*/ -1092 w 1017744"/>
                      <a:gd name="connsiteY2" fmla="*/ 508822 h 1017744"/>
                      <a:gd name="connsiteX3" fmla="*/ 507780 w 1017744"/>
                      <a:gd name="connsiteY3" fmla="*/ -50 h 1017744"/>
                      <a:gd name="connsiteX4" fmla="*/ 1016652 w 1017744"/>
                      <a:gd name="connsiteY4" fmla="*/ 508822 h 1017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7744" h="1017744">
                        <a:moveTo>
                          <a:pt x="1016652" y="508822"/>
                        </a:moveTo>
                        <a:cubicBezTo>
                          <a:pt x="1016652" y="789864"/>
                          <a:pt x="788823" y="1017694"/>
                          <a:pt x="507780" y="1017694"/>
                        </a:cubicBezTo>
                        <a:cubicBezTo>
                          <a:pt x="226738" y="1017694"/>
                          <a:pt x="-1092" y="789864"/>
                          <a:pt x="-1092" y="508822"/>
                        </a:cubicBezTo>
                        <a:cubicBezTo>
                          <a:pt x="-1092" y="227779"/>
                          <a:pt x="226738" y="-50"/>
                          <a:pt x="507780" y="-50"/>
                        </a:cubicBezTo>
                        <a:cubicBezTo>
                          <a:pt x="788823" y="-50"/>
                          <a:pt x="1016652" y="227780"/>
                          <a:pt x="1016652" y="5088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9CC29ECA-185E-DB04-A8AA-15C687DF3A1A}"/>
                      </a:ext>
                    </a:extLst>
                  </p:cNvPr>
                  <p:cNvSpPr/>
                  <p:nvPr/>
                </p:nvSpPr>
                <p:spPr>
                  <a:xfrm>
                    <a:off x="3627628" y="467732"/>
                    <a:ext cx="3000026" cy="3673847"/>
                  </a:xfrm>
                  <a:custGeom>
                    <a:avLst/>
                    <a:gdLst>
                      <a:gd name="connsiteX0" fmla="*/ 2944103 w 3000026"/>
                      <a:gd name="connsiteY0" fmla="*/ 2814525 h 3673847"/>
                      <a:gd name="connsiteX1" fmla="*/ 2448775 w 3000026"/>
                      <a:gd name="connsiteY1" fmla="*/ 2461360 h 3673847"/>
                      <a:gd name="connsiteX2" fmla="*/ 1931535 w 3000026"/>
                      <a:gd name="connsiteY2" fmla="*/ 2137524 h 3673847"/>
                      <a:gd name="connsiteX3" fmla="*/ 1837076 w 3000026"/>
                      <a:gd name="connsiteY3" fmla="*/ 1653453 h 3673847"/>
                      <a:gd name="connsiteX4" fmla="*/ 1958924 w 3000026"/>
                      <a:gd name="connsiteY4" fmla="*/ 601332 h 3673847"/>
                      <a:gd name="connsiteX5" fmla="*/ 600263 w 3000026"/>
                      <a:gd name="connsiteY5" fmla="*/ 92374 h 3673847"/>
                      <a:gd name="connsiteX6" fmla="*/ 91305 w 3000026"/>
                      <a:gd name="connsiteY6" fmla="*/ 1451034 h 3673847"/>
                      <a:gd name="connsiteX7" fmla="*/ 1291929 w 3000026"/>
                      <a:gd name="connsiteY7" fmla="*/ 2017013 h 3673847"/>
                      <a:gd name="connsiteX8" fmla="*/ 1692281 w 3000026"/>
                      <a:gd name="connsiteY8" fmla="*/ 2304532 h 3673847"/>
                      <a:gd name="connsiteX9" fmla="*/ 1800802 w 3000026"/>
                      <a:gd name="connsiteY9" fmla="*/ 2924253 h 3673847"/>
                      <a:gd name="connsiteX10" fmla="*/ 2249547 w 3000026"/>
                      <a:gd name="connsiteY10" fmla="*/ 3656852 h 3673847"/>
                      <a:gd name="connsiteX11" fmla="*/ 2982146 w 3000026"/>
                      <a:gd name="connsiteY11" fmla="*/ 3208088 h 3673847"/>
                      <a:gd name="connsiteX12" fmla="*/ 2944362 w 3000026"/>
                      <a:gd name="connsiteY12" fmla="*/ 2814525 h 36738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000026" h="3673847">
                        <a:moveTo>
                          <a:pt x="2944103" y="2814525"/>
                        </a:moveTo>
                        <a:cubicBezTo>
                          <a:pt x="2854130" y="2616601"/>
                          <a:pt x="2665212" y="2481895"/>
                          <a:pt x="2448775" y="2461360"/>
                        </a:cubicBezTo>
                        <a:cubicBezTo>
                          <a:pt x="2283794" y="2425345"/>
                          <a:pt x="2060025" y="2342315"/>
                          <a:pt x="1931535" y="2137524"/>
                        </a:cubicBezTo>
                        <a:cubicBezTo>
                          <a:pt x="1832848" y="1980351"/>
                          <a:pt x="1821634" y="1801353"/>
                          <a:pt x="1837076" y="1653453"/>
                        </a:cubicBezTo>
                        <a:cubicBezTo>
                          <a:pt x="2069600" y="1352451"/>
                          <a:pt x="2116485" y="947510"/>
                          <a:pt x="1958924" y="601332"/>
                        </a:cubicBezTo>
                        <a:cubicBezTo>
                          <a:pt x="1724285" y="85516"/>
                          <a:pt x="1115907" y="-142394"/>
                          <a:pt x="600263" y="92374"/>
                        </a:cubicBezTo>
                        <a:cubicBezTo>
                          <a:pt x="84619" y="327142"/>
                          <a:pt x="-143463" y="935347"/>
                          <a:pt x="91305" y="1451034"/>
                        </a:cubicBezTo>
                        <a:cubicBezTo>
                          <a:pt x="302307" y="1914876"/>
                          <a:pt x="815578" y="2145849"/>
                          <a:pt x="1291929" y="2017013"/>
                        </a:cubicBezTo>
                        <a:cubicBezTo>
                          <a:pt x="1431418" y="2065753"/>
                          <a:pt x="1586651" y="2151154"/>
                          <a:pt x="1692281" y="2304532"/>
                        </a:cubicBezTo>
                        <a:cubicBezTo>
                          <a:pt x="1835091" y="2511954"/>
                          <a:pt x="1827845" y="2757418"/>
                          <a:pt x="1800802" y="2924253"/>
                        </a:cubicBezTo>
                        <a:cubicBezTo>
                          <a:pt x="1722430" y="3250465"/>
                          <a:pt x="1923340" y="3578455"/>
                          <a:pt x="2249547" y="3656852"/>
                        </a:cubicBezTo>
                        <a:cubicBezTo>
                          <a:pt x="2575755" y="3735223"/>
                          <a:pt x="2903732" y="3534301"/>
                          <a:pt x="2982146" y="3208088"/>
                        </a:cubicBezTo>
                        <a:cubicBezTo>
                          <a:pt x="3013762" y="3076359"/>
                          <a:pt x="3000477" y="2937831"/>
                          <a:pt x="2944362" y="2814525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tx2">
                          <a:lumMod val="75000"/>
                        </a:schemeClr>
                      </a:gs>
                      <a:gs pos="50000">
                        <a:schemeClr val="tx2"/>
                      </a:gs>
                      <a:gs pos="100000">
                        <a:schemeClr val="tx2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9080AB6-1643-C748-9094-96E29C8A4735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3772573" y="612824"/>
                    <a:ext cx="1762290" cy="1762290"/>
                  </a:xfrm>
                  <a:custGeom>
                    <a:avLst/>
                    <a:gdLst>
                      <a:gd name="connsiteX0" fmla="*/ 1761198 w 1762290"/>
                      <a:gd name="connsiteY0" fmla="*/ 881095 h 1762290"/>
                      <a:gd name="connsiteX1" fmla="*/ 880053 w 1762290"/>
                      <a:gd name="connsiteY1" fmla="*/ 1762240 h 1762290"/>
                      <a:gd name="connsiteX2" fmla="*/ -1093 w 1762290"/>
                      <a:gd name="connsiteY2" fmla="*/ 881095 h 1762290"/>
                      <a:gd name="connsiteX3" fmla="*/ 880053 w 1762290"/>
                      <a:gd name="connsiteY3" fmla="*/ -51 h 1762290"/>
                      <a:gd name="connsiteX4" fmla="*/ 1761198 w 1762290"/>
                      <a:gd name="connsiteY4" fmla="*/ 881095 h 1762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2290" h="1762290">
                        <a:moveTo>
                          <a:pt x="1761198" y="881095"/>
                        </a:moveTo>
                        <a:cubicBezTo>
                          <a:pt x="1761198" y="1367738"/>
                          <a:pt x="1366696" y="1762240"/>
                          <a:pt x="880053" y="1762240"/>
                        </a:cubicBezTo>
                        <a:cubicBezTo>
                          <a:pt x="393409" y="1762240"/>
                          <a:pt x="-1093" y="1367738"/>
                          <a:pt x="-1093" y="881095"/>
                        </a:cubicBezTo>
                        <a:cubicBezTo>
                          <a:pt x="-1093" y="394451"/>
                          <a:pt x="393409" y="-51"/>
                          <a:pt x="880053" y="-51"/>
                        </a:cubicBezTo>
                        <a:cubicBezTo>
                          <a:pt x="1366696" y="-51"/>
                          <a:pt x="1761198" y="394452"/>
                          <a:pt x="1761198" y="88109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CEE3B7B8-C150-F4F4-A8D6-2EE34995AC88}"/>
                      </a:ext>
                    </a:extLst>
                  </p:cNvPr>
                  <p:cNvSpPr/>
                  <p:nvPr/>
                </p:nvSpPr>
                <p:spPr>
                  <a:xfrm>
                    <a:off x="5510999" y="3024981"/>
                    <a:ext cx="1017744" cy="1017744"/>
                  </a:xfrm>
                  <a:custGeom>
                    <a:avLst/>
                    <a:gdLst>
                      <a:gd name="connsiteX0" fmla="*/ 1017745 w 1017744"/>
                      <a:gd name="connsiteY0" fmla="*/ 508872 h 1017744"/>
                      <a:gd name="connsiteX1" fmla="*/ 508872 w 1017744"/>
                      <a:gd name="connsiteY1" fmla="*/ 1017744 h 1017744"/>
                      <a:gd name="connsiteX2" fmla="*/ 0 w 1017744"/>
                      <a:gd name="connsiteY2" fmla="*/ 508872 h 1017744"/>
                      <a:gd name="connsiteX3" fmla="*/ 508872 w 1017744"/>
                      <a:gd name="connsiteY3" fmla="*/ 0 h 1017744"/>
                      <a:gd name="connsiteX4" fmla="*/ 1017745 w 1017744"/>
                      <a:gd name="connsiteY4" fmla="*/ 508872 h 1017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7744" h="1017744">
                        <a:moveTo>
                          <a:pt x="1017745" y="508872"/>
                        </a:moveTo>
                        <a:cubicBezTo>
                          <a:pt x="1017745" y="789915"/>
                          <a:pt x="789915" y="1017744"/>
                          <a:pt x="508872" y="1017744"/>
                        </a:cubicBezTo>
                        <a:cubicBezTo>
                          <a:pt x="227830" y="1017744"/>
                          <a:pt x="0" y="789914"/>
                          <a:pt x="0" y="508872"/>
                        </a:cubicBezTo>
                        <a:cubicBezTo>
                          <a:pt x="0" y="227830"/>
                          <a:pt x="227830" y="0"/>
                          <a:pt x="508872" y="0"/>
                        </a:cubicBezTo>
                        <a:cubicBezTo>
                          <a:pt x="789915" y="0"/>
                          <a:pt x="1017745" y="227830"/>
                          <a:pt x="1017745" y="5088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334CEFF9-2C30-A870-09B6-8ABB9065AC4E}"/>
                      </a:ext>
                    </a:extLst>
                  </p:cNvPr>
                  <p:cNvSpPr/>
                  <p:nvPr/>
                </p:nvSpPr>
                <p:spPr>
                  <a:xfrm>
                    <a:off x="6195203" y="5924535"/>
                    <a:ext cx="935362" cy="935362"/>
                  </a:xfrm>
                  <a:custGeom>
                    <a:avLst/>
                    <a:gdLst>
                      <a:gd name="connsiteX0" fmla="*/ 935362 w 935362"/>
                      <a:gd name="connsiteY0" fmla="*/ 467681 h 935362"/>
                      <a:gd name="connsiteX1" fmla="*/ 467681 w 935362"/>
                      <a:gd name="connsiteY1" fmla="*/ 935362 h 935362"/>
                      <a:gd name="connsiteX2" fmla="*/ 0 w 935362"/>
                      <a:gd name="connsiteY2" fmla="*/ 467681 h 935362"/>
                      <a:gd name="connsiteX3" fmla="*/ 467681 w 935362"/>
                      <a:gd name="connsiteY3" fmla="*/ 0 h 935362"/>
                      <a:gd name="connsiteX4" fmla="*/ 935362 w 935362"/>
                      <a:gd name="connsiteY4" fmla="*/ 467681 h 9353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35362" h="935362">
                        <a:moveTo>
                          <a:pt x="935362" y="467681"/>
                        </a:moveTo>
                        <a:cubicBezTo>
                          <a:pt x="935362" y="725974"/>
                          <a:pt x="725974" y="935362"/>
                          <a:pt x="467681" y="935362"/>
                        </a:cubicBezTo>
                        <a:cubicBezTo>
                          <a:pt x="209388" y="935362"/>
                          <a:pt x="0" y="725974"/>
                          <a:pt x="0" y="467681"/>
                        </a:cubicBezTo>
                        <a:cubicBezTo>
                          <a:pt x="0" y="209388"/>
                          <a:pt x="209388" y="0"/>
                          <a:pt x="467681" y="0"/>
                        </a:cubicBezTo>
                        <a:cubicBezTo>
                          <a:pt x="725974" y="0"/>
                          <a:pt x="935362" y="209388"/>
                          <a:pt x="935362" y="46768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46E2F624-2242-BEB3-6897-DBB1FB787F20}"/>
                      </a:ext>
                    </a:extLst>
                  </p:cNvPr>
                  <p:cNvSpPr/>
                  <p:nvPr/>
                </p:nvSpPr>
                <p:spPr>
                  <a:xfrm>
                    <a:off x="6323003" y="6052335"/>
                    <a:ext cx="679761" cy="679761"/>
                  </a:xfrm>
                  <a:custGeom>
                    <a:avLst/>
                    <a:gdLst>
                      <a:gd name="connsiteX0" fmla="*/ 679761 w 679761"/>
                      <a:gd name="connsiteY0" fmla="*/ 339881 h 679761"/>
                      <a:gd name="connsiteX1" fmla="*/ 339881 w 679761"/>
                      <a:gd name="connsiteY1" fmla="*/ 679762 h 679761"/>
                      <a:gd name="connsiteX2" fmla="*/ 0 w 679761"/>
                      <a:gd name="connsiteY2" fmla="*/ 339881 h 679761"/>
                      <a:gd name="connsiteX3" fmla="*/ 339881 w 679761"/>
                      <a:gd name="connsiteY3" fmla="*/ 0 h 679761"/>
                      <a:gd name="connsiteX4" fmla="*/ 679761 w 679761"/>
                      <a:gd name="connsiteY4" fmla="*/ 339881 h 679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9761" h="679761">
                        <a:moveTo>
                          <a:pt x="679761" y="339881"/>
                        </a:moveTo>
                        <a:cubicBezTo>
                          <a:pt x="679761" y="527592"/>
                          <a:pt x="527592" y="679762"/>
                          <a:pt x="339881" y="679762"/>
                        </a:cubicBezTo>
                        <a:cubicBezTo>
                          <a:pt x="152170" y="679762"/>
                          <a:pt x="0" y="527592"/>
                          <a:pt x="0" y="339881"/>
                        </a:cubicBezTo>
                        <a:cubicBezTo>
                          <a:pt x="0" y="152170"/>
                          <a:pt x="152170" y="0"/>
                          <a:pt x="339881" y="0"/>
                        </a:cubicBezTo>
                        <a:cubicBezTo>
                          <a:pt x="527592" y="0"/>
                          <a:pt x="679761" y="152169"/>
                          <a:pt x="679761" y="33988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3">
                          <a:lumMod val="75000"/>
                        </a:schemeClr>
                      </a:gs>
                      <a:gs pos="50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F90C5646-7478-CDB1-6843-EFF1D6FB6D10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3455355" y="5106075"/>
                    <a:ext cx="935362" cy="935362"/>
                  </a:xfrm>
                  <a:custGeom>
                    <a:avLst/>
                    <a:gdLst>
                      <a:gd name="connsiteX0" fmla="*/ 934270 w 935362"/>
                      <a:gd name="connsiteY0" fmla="*/ 467631 h 935362"/>
                      <a:gd name="connsiteX1" fmla="*/ 466589 w 935362"/>
                      <a:gd name="connsiteY1" fmla="*/ 935312 h 935362"/>
                      <a:gd name="connsiteX2" fmla="*/ -1093 w 935362"/>
                      <a:gd name="connsiteY2" fmla="*/ 467631 h 935362"/>
                      <a:gd name="connsiteX3" fmla="*/ 466589 w 935362"/>
                      <a:gd name="connsiteY3" fmla="*/ -51 h 935362"/>
                      <a:gd name="connsiteX4" fmla="*/ 934270 w 935362"/>
                      <a:gd name="connsiteY4" fmla="*/ 467631 h 9353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35362" h="935362">
                        <a:moveTo>
                          <a:pt x="934270" y="467631"/>
                        </a:moveTo>
                        <a:cubicBezTo>
                          <a:pt x="934270" y="725924"/>
                          <a:pt x="724882" y="935312"/>
                          <a:pt x="466589" y="935312"/>
                        </a:cubicBezTo>
                        <a:cubicBezTo>
                          <a:pt x="208295" y="935312"/>
                          <a:pt x="-1093" y="725924"/>
                          <a:pt x="-1093" y="467631"/>
                        </a:cubicBezTo>
                        <a:cubicBezTo>
                          <a:pt x="-1093" y="209338"/>
                          <a:pt x="208295" y="-51"/>
                          <a:pt x="466589" y="-51"/>
                        </a:cubicBezTo>
                        <a:cubicBezTo>
                          <a:pt x="724882" y="-51"/>
                          <a:pt x="934270" y="209338"/>
                          <a:pt x="934270" y="46763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8E5A68DE-7772-2D38-56D6-2F55ACA36C56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3583156" y="5233876"/>
                    <a:ext cx="679761" cy="679761"/>
                  </a:xfrm>
                  <a:custGeom>
                    <a:avLst/>
                    <a:gdLst>
                      <a:gd name="connsiteX0" fmla="*/ 678670 w 679761"/>
                      <a:gd name="connsiteY0" fmla="*/ 339831 h 679761"/>
                      <a:gd name="connsiteX1" fmla="*/ 338788 w 679761"/>
                      <a:gd name="connsiteY1" fmla="*/ 679712 h 679761"/>
                      <a:gd name="connsiteX2" fmla="*/ -1093 w 679761"/>
                      <a:gd name="connsiteY2" fmla="*/ 339831 h 679761"/>
                      <a:gd name="connsiteX3" fmla="*/ 338788 w 679761"/>
                      <a:gd name="connsiteY3" fmla="*/ -51 h 679761"/>
                      <a:gd name="connsiteX4" fmla="*/ 678670 w 679761"/>
                      <a:gd name="connsiteY4" fmla="*/ 339831 h 679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9761" h="679761">
                        <a:moveTo>
                          <a:pt x="678670" y="339831"/>
                        </a:moveTo>
                        <a:cubicBezTo>
                          <a:pt x="678670" y="527542"/>
                          <a:pt x="526500" y="679712"/>
                          <a:pt x="338788" y="679712"/>
                        </a:cubicBezTo>
                        <a:cubicBezTo>
                          <a:pt x="151078" y="679712"/>
                          <a:pt x="-1093" y="527542"/>
                          <a:pt x="-1093" y="339831"/>
                        </a:cubicBezTo>
                        <a:cubicBezTo>
                          <a:pt x="-1093" y="152120"/>
                          <a:pt x="151077" y="-51"/>
                          <a:pt x="338788" y="-51"/>
                        </a:cubicBezTo>
                        <a:cubicBezTo>
                          <a:pt x="526499" y="-51"/>
                          <a:pt x="678670" y="152119"/>
                          <a:pt x="678670" y="33983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75000"/>
                        </a:schemeClr>
                      </a:gs>
                      <a:gs pos="50000">
                        <a:schemeClr val="accent4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28C0F619-D47B-0C27-7D31-006451E4C0CC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8712149" y="3784203"/>
                    <a:ext cx="935362" cy="935362"/>
                  </a:xfrm>
                  <a:custGeom>
                    <a:avLst/>
                    <a:gdLst>
                      <a:gd name="connsiteX0" fmla="*/ 934270 w 935362"/>
                      <a:gd name="connsiteY0" fmla="*/ 467631 h 935362"/>
                      <a:gd name="connsiteX1" fmla="*/ 466589 w 935362"/>
                      <a:gd name="connsiteY1" fmla="*/ 935312 h 935362"/>
                      <a:gd name="connsiteX2" fmla="*/ -1092 w 935362"/>
                      <a:gd name="connsiteY2" fmla="*/ 467631 h 935362"/>
                      <a:gd name="connsiteX3" fmla="*/ 466589 w 935362"/>
                      <a:gd name="connsiteY3" fmla="*/ -51 h 935362"/>
                      <a:gd name="connsiteX4" fmla="*/ 934270 w 935362"/>
                      <a:gd name="connsiteY4" fmla="*/ 467631 h 9353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35362" h="935362">
                        <a:moveTo>
                          <a:pt x="934270" y="467631"/>
                        </a:moveTo>
                        <a:cubicBezTo>
                          <a:pt x="934270" y="725924"/>
                          <a:pt x="724883" y="935312"/>
                          <a:pt x="466589" y="935312"/>
                        </a:cubicBezTo>
                        <a:cubicBezTo>
                          <a:pt x="208296" y="935312"/>
                          <a:pt x="-1092" y="725924"/>
                          <a:pt x="-1092" y="467631"/>
                        </a:cubicBezTo>
                        <a:cubicBezTo>
                          <a:pt x="-1092" y="209337"/>
                          <a:pt x="208296" y="-51"/>
                          <a:pt x="466589" y="-51"/>
                        </a:cubicBezTo>
                        <a:cubicBezTo>
                          <a:pt x="724883" y="-51"/>
                          <a:pt x="934270" y="209337"/>
                          <a:pt x="934270" y="46763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EE7C233F-3846-E47B-1711-BD674A2FB5DF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8839949" y="3912003"/>
                    <a:ext cx="679761" cy="679761"/>
                  </a:xfrm>
                  <a:custGeom>
                    <a:avLst/>
                    <a:gdLst>
                      <a:gd name="connsiteX0" fmla="*/ 678669 w 679761"/>
                      <a:gd name="connsiteY0" fmla="*/ 339830 h 679761"/>
                      <a:gd name="connsiteX1" fmla="*/ 338788 w 679761"/>
                      <a:gd name="connsiteY1" fmla="*/ 679711 h 679761"/>
                      <a:gd name="connsiteX2" fmla="*/ -1093 w 679761"/>
                      <a:gd name="connsiteY2" fmla="*/ 339830 h 679761"/>
                      <a:gd name="connsiteX3" fmla="*/ 338788 w 679761"/>
                      <a:gd name="connsiteY3" fmla="*/ -51 h 679761"/>
                      <a:gd name="connsiteX4" fmla="*/ 678669 w 679761"/>
                      <a:gd name="connsiteY4" fmla="*/ 339830 h 679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9761" h="679761">
                        <a:moveTo>
                          <a:pt x="678669" y="339830"/>
                        </a:moveTo>
                        <a:cubicBezTo>
                          <a:pt x="678669" y="527541"/>
                          <a:pt x="526499" y="679711"/>
                          <a:pt x="338788" y="679711"/>
                        </a:cubicBezTo>
                        <a:cubicBezTo>
                          <a:pt x="151077" y="679711"/>
                          <a:pt x="-1093" y="527542"/>
                          <a:pt x="-1093" y="339830"/>
                        </a:cubicBezTo>
                        <a:cubicBezTo>
                          <a:pt x="-1093" y="152119"/>
                          <a:pt x="151077" y="-51"/>
                          <a:pt x="338788" y="-51"/>
                        </a:cubicBezTo>
                        <a:cubicBezTo>
                          <a:pt x="526499" y="-51"/>
                          <a:pt x="678669" y="152119"/>
                          <a:pt x="678669" y="33983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9489D18D-3D43-AB85-F2A0-AD9BEE27CF2F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2587361" y="2305335"/>
                    <a:ext cx="935362" cy="935362"/>
                  </a:xfrm>
                  <a:custGeom>
                    <a:avLst/>
                    <a:gdLst>
                      <a:gd name="connsiteX0" fmla="*/ 934270 w 935362"/>
                      <a:gd name="connsiteY0" fmla="*/ 467631 h 935362"/>
                      <a:gd name="connsiteX1" fmla="*/ 466589 w 935362"/>
                      <a:gd name="connsiteY1" fmla="*/ 935312 h 935362"/>
                      <a:gd name="connsiteX2" fmla="*/ -1093 w 935362"/>
                      <a:gd name="connsiteY2" fmla="*/ 467631 h 935362"/>
                      <a:gd name="connsiteX3" fmla="*/ 466589 w 935362"/>
                      <a:gd name="connsiteY3" fmla="*/ -51 h 935362"/>
                      <a:gd name="connsiteX4" fmla="*/ 934270 w 935362"/>
                      <a:gd name="connsiteY4" fmla="*/ 467631 h 9353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35362" h="935362">
                        <a:moveTo>
                          <a:pt x="934270" y="467631"/>
                        </a:moveTo>
                        <a:cubicBezTo>
                          <a:pt x="934270" y="725924"/>
                          <a:pt x="724882" y="935312"/>
                          <a:pt x="466589" y="935312"/>
                        </a:cubicBezTo>
                        <a:cubicBezTo>
                          <a:pt x="208295" y="935312"/>
                          <a:pt x="-1093" y="725924"/>
                          <a:pt x="-1093" y="467631"/>
                        </a:cubicBezTo>
                        <a:cubicBezTo>
                          <a:pt x="-1093" y="209337"/>
                          <a:pt x="208295" y="-51"/>
                          <a:pt x="466589" y="-51"/>
                        </a:cubicBezTo>
                        <a:cubicBezTo>
                          <a:pt x="724882" y="-51"/>
                          <a:pt x="934270" y="209337"/>
                          <a:pt x="934270" y="46763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A311F627-5829-7214-D036-818B73F8088A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2715161" y="2433135"/>
                    <a:ext cx="679761" cy="679761"/>
                  </a:xfrm>
                  <a:custGeom>
                    <a:avLst/>
                    <a:gdLst>
                      <a:gd name="connsiteX0" fmla="*/ 678670 w 679761"/>
                      <a:gd name="connsiteY0" fmla="*/ 339830 h 679761"/>
                      <a:gd name="connsiteX1" fmla="*/ 338788 w 679761"/>
                      <a:gd name="connsiteY1" fmla="*/ 679711 h 679761"/>
                      <a:gd name="connsiteX2" fmla="*/ -1093 w 679761"/>
                      <a:gd name="connsiteY2" fmla="*/ 339830 h 679761"/>
                      <a:gd name="connsiteX3" fmla="*/ 338788 w 679761"/>
                      <a:gd name="connsiteY3" fmla="*/ -51 h 679761"/>
                      <a:gd name="connsiteX4" fmla="*/ 678670 w 679761"/>
                      <a:gd name="connsiteY4" fmla="*/ 339830 h 679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9761" h="679761">
                        <a:moveTo>
                          <a:pt x="678670" y="339830"/>
                        </a:moveTo>
                        <a:cubicBezTo>
                          <a:pt x="678670" y="527541"/>
                          <a:pt x="526500" y="679711"/>
                          <a:pt x="338788" y="679711"/>
                        </a:cubicBezTo>
                        <a:cubicBezTo>
                          <a:pt x="151078" y="679711"/>
                          <a:pt x="-1093" y="527541"/>
                          <a:pt x="-1093" y="339830"/>
                        </a:cubicBezTo>
                        <a:cubicBezTo>
                          <a:pt x="-1093" y="152119"/>
                          <a:pt x="151077" y="-51"/>
                          <a:pt x="338788" y="-51"/>
                        </a:cubicBezTo>
                        <a:cubicBezTo>
                          <a:pt x="526499" y="-51"/>
                          <a:pt x="678670" y="152119"/>
                          <a:pt x="678670" y="33983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5">
                          <a:lumMod val="75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7465D25B-AEC9-01C3-8698-4F92FC3CF7F9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7586280" y="1346179"/>
                    <a:ext cx="935362" cy="935362"/>
                  </a:xfrm>
                  <a:custGeom>
                    <a:avLst/>
                    <a:gdLst>
                      <a:gd name="connsiteX0" fmla="*/ 934270 w 935362"/>
                      <a:gd name="connsiteY0" fmla="*/ 467631 h 935362"/>
                      <a:gd name="connsiteX1" fmla="*/ 466589 w 935362"/>
                      <a:gd name="connsiteY1" fmla="*/ 935312 h 935362"/>
                      <a:gd name="connsiteX2" fmla="*/ -1092 w 935362"/>
                      <a:gd name="connsiteY2" fmla="*/ 467631 h 935362"/>
                      <a:gd name="connsiteX3" fmla="*/ 466589 w 935362"/>
                      <a:gd name="connsiteY3" fmla="*/ -50 h 935362"/>
                      <a:gd name="connsiteX4" fmla="*/ 934270 w 935362"/>
                      <a:gd name="connsiteY4" fmla="*/ 467631 h 9353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35362" h="935362">
                        <a:moveTo>
                          <a:pt x="934270" y="467631"/>
                        </a:moveTo>
                        <a:cubicBezTo>
                          <a:pt x="934270" y="725924"/>
                          <a:pt x="724883" y="935312"/>
                          <a:pt x="466589" y="935312"/>
                        </a:cubicBezTo>
                        <a:cubicBezTo>
                          <a:pt x="208296" y="935312"/>
                          <a:pt x="-1092" y="725924"/>
                          <a:pt x="-1092" y="467631"/>
                        </a:cubicBezTo>
                        <a:cubicBezTo>
                          <a:pt x="-1092" y="209338"/>
                          <a:pt x="208296" y="-50"/>
                          <a:pt x="466589" y="-50"/>
                        </a:cubicBezTo>
                        <a:cubicBezTo>
                          <a:pt x="724883" y="-50"/>
                          <a:pt x="934270" y="209338"/>
                          <a:pt x="934270" y="46763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C7894A17-48AF-4DD4-58B5-99793256C64A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7714080" y="1473980"/>
                    <a:ext cx="679761" cy="679761"/>
                  </a:xfrm>
                  <a:custGeom>
                    <a:avLst/>
                    <a:gdLst>
                      <a:gd name="connsiteX0" fmla="*/ 678669 w 679761"/>
                      <a:gd name="connsiteY0" fmla="*/ 339830 h 679761"/>
                      <a:gd name="connsiteX1" fmla="*/ 338788 w 679761"/>
                      <a:gd name="connsiteY1" fmla="*/ 679711 h 679761"/>
                      <a:gd name="connsiteX2" fmla="*/ -1093 w 679761"/>
                      <a:gd name="connsiteY2" fmla="*/ 339830 h 679761"/>
                      <a:gd name="connsiteX3" fmla="*/ 338788 w 679761"/>
                      <a:gd name="connsiteY3" fmla="*/ -50 h 679761"/>
                      <a:gd name="connsiteX4" fmla="*/ 678669 w 679761"/>
                      <a:gd name="connsiteY4" fmla="*/ 339830 h 679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9761" h="679761">
                        <a:moveTo>
                          <a:pt x="678669" y="339830"/>
                        </a:moveTo>
                        <a:cubicBezTo>
                          <a:pt x="678669" y="527541"/>
                          <a:pt x="526499" y="679711"/>
                          <a:pt x="338788" y="679711"/>
                        </a:cubicBezTo>
                        <a:cubicBezTo>
                          <a:pt x="151077" y="679711"/>
                          <a:pt x="-1093" y="527541"/>
                          <a:pt x="-1093" y="339830"/>
                        </a:cubicBezTo>
                        <a:cubicBezTo>
                          <a:pt x="-1093" y="152119"/>
                          <a:pt x="151077" y="-50"/>
                          <a:pt x="338788" y="-50"/>
                        </a:cubicBezTo>
                        <a:cubicBezTo>
                          <a:pt x="526499" y="-50"/>
                          <a:pt x="678669" y="152119"/>
                          <a:pt x="678669" y="33983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928C1C21-32F2-7336-7E47-C25B73B7ED95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3914784" y="8"/>
                    <a:ext cx="935362" cy="935362"/>
                  </a:xfrm>
                  <a:custGeom>
                    <a:avLst/>
                    <a:gdLst>
                      <a:gd name="connsiteX0" fmla="*/ 934270 w 935362"/>
                      <a:gd name="connsiteY0" fmla="*/ 467631 h 935362"/>
                      <a:gd name="connsiteX1" fmla="*/ 466588 w 935362"/>
                      <a:gd name="connsiteY1" fmla="*/ 935312 h 935362"/>
                      <a:gd name="connsiteX2" fmla="*/ -1093 w 935362"/>
                      <a:gd name="connsiteY2" fmla="*/ 467631 h 935362"/>
                      <a:gd name="connsiteX3" fmla="*/ 466588 w 935362"/>
                      <a:gd name="connsiteY3" fmla="*/ -50 h 935362"/>
                      <a:gd name="connsiteX4" fmla="*/ 934270 w 935362"/>
                      <a:gd name="connsiteY4" fmla="*/ 467631 h 9353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35362" h="935362">
                        <a:moveTo>
                          <a:pt x="934270" y="467631"/>
                        </a:moveTo>
                        <a:cubicBezTo>
                          <a:pt x="934270" y="725924"/>
                          <a:pt x="724882" y="935312"/>
                          <a:pt x="466588" y="935312"/>
                        </a:cubicBezTo>
                        <a:cubicBezTo>
                          <a:pt x="208295" y="935312"/>
                          <a:pt x="-1093" y="725924"/>
                          <a:pt x="-1093" y="467631"/>
                        </a:cubicBezTo>
                        <a:cubicBezTo>
                          <a:pt x="-1093" y="209338"/>
                          <a:pt x="208295" y="-50"/>
                          <a:pt x="466588" y="-50"/>
                        </a:cubicBezTo>
                        <a:cubicBezTo>
                          <a:pt x="724882" y="-50"/>
                          <a:pt x="934270" y="209338"/>
                          <a:pt x="934270" y="46763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30B7FF49-A3A4-28F7-82F2-FC621029B2D0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4042584" y="127808"/>
                    <a:ext cx="679761" cy="679761"/>
                  </a:xfrm>
                  <a:custGeom>
                    <a:avLst/>
                    <a:gdLst>
                      <a:gd name="connsiteX0" fmla="*/ 678669 w 679761"/>
                      <a:gd name="connsiteY0" fmla="*/ 339830 h 679761"/>
                      <a:gd name="connsiteX1" fmla="*/ 338788 w 679761"/>
                      <a:gd name="connsiteY1" fmla="*/ 679711 h 679761"/>
                      <a:gd name="connsiteX2" fmla="*/ -1093 w 679761"/>
                      <a:gd name="connsiteY2" fmla="*/ 339830 h 679761"/>
                      <a:gd name="connsiteX3" fmla="*/ 338788 w 679761"/>
                      <a:gd name="connsiteY3" fmla="*/ -51 h 679761"/>
                      <a:gd name="connsiteX4" fmla="*/ 678669 w 679761"/>
                      <a:gd name="connsiteY4" fmla="*/ 339830 h 679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9761" h="679761">
                        <a:moveTo>
                          <a:pt x="678669" y="339830"/>
                        </a:moveTo>
                        <a:cubicBezTo>
                          <a:pt x="678669" y="527541"/>
                          <a:pt x="526499" y="679711"/>
                          <a:pt x="338788" y="679711"/>
                        </a:cubicBezTo>
                        <a:cubicBezTo>
                          <a:pt x="151077" y="679711"/>
                          <a:pt x="-1093" y="527541"/>
                          <a:pt x="-1093" y="339830"/>
                        </a:cubicBezTo>
                        <a:cubicBezTo>
                          <a:pt x="-1093" y="152119"/>
                          <a:pt x="151077" y="-51"/>
                          <a:pt x="338788" y="-51"/>
                        </a:cubicBezTo>
                        <a:cubicBezTo>
                          <a:pt x="526499" y="-51"/>
                          <a:pt x="678669" y="152119"/>
                          <a:pt x="678669" y="33983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tx2">
                          <a:lumMod val="75000"/>
                        </a:schemeClr>
                      </a:gs>
                      <a:gs pos="50000">
                        <a:schemeClr val="tx2"/>
                      </a:gs>
                      <a:gs pos="100000">
                        <a:schemeClr val="tx2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 w="430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336A5F9F-A799-9939-A342-402777C209F5}"/>
                    </a:ext>
                  </a:extLst>
                </p:cNvPr>
                <p:cNvGrpSpPr/>
                <p:nvPr/>
              </p:nvGrpSpPr>
              <p:grpSpPr>
                <a:xfrm>
                  <a:off x="1811404" y="2318753"/>
                  <a:ext cx="2580446" cy="3834995"/>
                  <a:chOff x="1811404" y="2318753"/>
                  <a:chExt cx="2580446" cy="3834995"/>
                </a:xfrm>
              </p:grpSpPr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5F5643C-A382-70D8-0F33-A5F00869F05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11404" y="2318753"/>
                    <a:ext cx="2580446" cy="8771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spcBef>
                        <a:spcPts val="600"/>
                      </a:spcBef>
                    </a:pPr>
                    <a:r>
                      <a:rPr lang="en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  <a:ea typeface="Fira Sans Extra Condensed Medium"/>
                        <a:cs typeface="Fira Sans Extra Condensed Medium"/>
                        <a:sym typeface="Fira Sans Extra Condensed Medium"/>
                      </a:rPr>
                      <a:t>Prototype</a:t>
                    </a:r>
                    <a:r>
                      <a:rPr lang="en-US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Lora" pitchFamily="2" charset="0"/>
                        <a:ea typeface="Times New Roman" panose="02020603050405020304" pitchFamily="18" charset="0"/>
                      </a:rPr>
                      <a:t> </a:t>
                    </a:r>
                    <a:endPara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endParaRPr>
                  </a:p>
                  <a:p>
                    <a:pPr algn="r">
                      <a:spcBef>
                        <a:spcPts val="600"/>
                      </a:spcBef>
                    </a:pPr>
                    <a:r>
                      <a:rPr 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Green is a color of nature, stability, and prosperity.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E8116BC7-8EBC-BC0D-3EF6-E79177E1DCA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956105" y="5276585"/>
                    <a:ext cx="2435745" cy="8771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spcBef>
                        <a:spcPts val="600"/>
                      </a:spcBef>
                    </a:pPr>
                    <a:r>
                      <a:rPr lang="en-US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  <a:ea typeface="Fira Sans Extra Condensed Medium"/>
                        <a:cs typeface="Fira Sans Extra Condensed Medium"/>
                        <a:sym typeface="Fira Sans Extra Condensed Medium"/>
                      </a:rPr>
                      <a:t>Research</a:t>
                    </a:r>
                    <a:endPara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endParaRPr>
                  </a:p>
                  <a:p>
                    <a:pPr algn="r">
                      <a:spcBef>
                        <a:spcPts val="600"/>
                      </a:spcBef>
                    </a:pPr>
                    <a:r>
                      <a:rPr 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Orange is a color of playfulness and energy.</a:t>
                    </a: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40EDD439-0A09-189D-C831-8B6D23B349DF}"/>
                    </a:ext>
                  </a:extLst>
                </p:cNvPr>
                <p:cNvGrpSpPr/>
                <p:nvPr/>
              </p:nvGrpSpPr>
              <p:grpSpPr>
                <a:xfrm>
                  <a:off x="7647750" y="2387171"/>
                  <a:ext cx="2580446" cy="3629741"/>
                  <a:chOff x="7647750" y="2387171"/>
                  <a:chExt cx="2580446" cy="3629741"/>
                </a:xfrm>
              </p:grpSpPr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0E0C1B5A-9CBA-9A7D-A9B1-537C76B3EE02}"/>
                      </a:ext>
                    </a:extLst>
                  </p:cNvPr>
                  <p:cNvSpPr txBox="1"/>
                  <p:nvPr/>
                </p:nvSpPr>
                <p:spPr>
                  <a:xfrm>
                    <a:off x="7647750" y="2387171"/>
                    <a:ext cx="2435748" cy="740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en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  <a:ea typeface="Fira Sans Extra Condensed Medium"/>
                        <a:cs typeface="Fira Sans Extra Condensed Medium"/>
                        <a:sym typeface="Fira Sans Extra Condensed Medium"/>
                      </a:rPr>
                      <a:t>Design</a:t>
                    </a:r>
                  </a:p>
                  <a:p>
                    <a:pPr>
                      <a:spcBef>
                        <a:spcPts val="600"/>
                      </a:spcBef>
                    </a:pPr>
                    <a:r>
                      <a:rPr 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Yellow is a color of happiness, friendliness, and warning.</a:t>
                    </a: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DBFBC91-D3CA-7DAD-1098-D2F46F207A2F}"/>
                      </a:ext>
                    </a:extLst>
                  </p:cNvPr>
                  <p:cNvSpPr txBox="1"/>
                  <p:nvPr/>
                </p:nvSpPr>
                <p:spPr>
                  <a:xfrm>
                    <a:off x="7647750" y="5276585"/>
                    <a:ext cx="2580446" cy="740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</a:pPr>
                    <a:r>
                      <a:rPr lang="en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  <a:ea typeface="Fira Sans Extra Condensed Medium"/>
                        <a:cs typeface="Fira Sans Extra Condensed Medium"/>
                        <a:sym typeface="Fira Sans Extra Condensed Medium"/>
                      </a:rPr>
                      <a:t>Launch</a:t>
                    </a: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endParaRPr>
                  </a:p>
                  <a:p>
                    <a:pPr>
                      <a:spcBef>
                        <a:spcPts val="600"/>
                      </a:spcBef>
                    </a:pPr>
                    <a:r>
                      <a:rPr 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Purple is a color of luxury, mystery, and romance.</a:t>
                    </a:r>
                  </a:p>
                </p:txBody>
              </p:sp>
            </p:grp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D9B78D9-4E20-ACBB-4794-507CAC7C581E}"/>
                  </a:ext>
                </a:extLst>
              </p:cNvPr>
              <p:cNvSpPr txBox="1"/>
              <p:nvPr/>
            </p:nvSpPr>
            <p:spPr>
              <a:xfrm flipH="1">
                <a:off x="1386373" y="3797669"/>
                <a:ext cx="2435745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Ideation</a:t>
                </a:r>
                <a:r>
                  <a:rPr lang="en-US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 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Pink is a color of feminism, youth, and innocence.</a:t>
                </a:r>
              </a:p>
            </p:txBody>
          </p:sp>
        </p:grpSp>
        <p:pic>
          <p:nvPicPr>
            <p:cNvPr id="56" name="Picture 2" descr="Web design - Free computer icons">
              <a:extLst>
                <a:ext uri="{FF2B5EF4-FFF2-40B4-BE49-F238E27FC236}">
                  <a16:creationId xmlns:a16="http://schemas.microsoft.com/office/drawing/2014/main" id="{E1F69566-F199-AD12-3499-9E878B0E4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9029" y="2475159"/>
              <a:ext cx="570444" cy="570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4" descr="Research - Free marketing icons">
              <a:extLst>
                <a:ext uri="{FF2B5EF4-FFF2-40B4-BE49-F238E27FC236}">
                  <a16:creationId xmlns:a16="http://schemas.microsoft.com/office/drawing/2014/main" id="{059EBE3B-BF7A-B146-2A2E-B501F913F1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8524" y="5391669"/>
              <a:ext cx="577494" cy="577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6" descr="Ideate Icons - Free SVG &amp; PNG Ideate Images - Noun Project">
              <a:extLst>
                <a:ext uri="{FF2B5EF4-FFF2-40B4-BE49-F238E27FC236}">
                  <a16:creationId xmlns:a16="http://schemas.microsoft.com/office/drawing/2014/main" id="{D40C0053-B9C1-2A64-EA77-616E05286F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112" y="4052205"/>
              <a:ext cx="662952" cy="6629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8" descr="Prototype - Free industry icons">
              <a:extLst>
                <a:ext uri="{FF2B5EF4-FFF2-40B4-BE49-F238E27FC236}">
                  <a16:creationId xmlns:a16="http://schemas.microsoft.com/office/drawing/2014/main" id="{C21A9CCF-24CC-8872-B697-DB4E90E371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3363" y="2670856"/>
              <a:ext cx="567128" cy="567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10" descr="Develop - Free people icons">
              <a:extLst>
                <a:ext uri="{FF2B5EF4-FFF2-40B4-BE49-F238E27FC236}">
                  <a16:creationId xmlns:a16="http://schemas.microsoft.com/office/drawing/2014/main" id="{212985EC-7EB2-C18A-AD62-B0402EFE3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8059" y="3853606"/>
              <a:ext cx="551728" cy="551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12" descr="Free Rocket PNG, SVG Icon | Icon, Online icon, Flat icon">
              <a:extLst>
                <a:ext uri="{FF2B5EF4-FFF2-40B4-BE49-F238E27FC236}">
                  <a16:creationId xmlns:a16="http://schemas.microsoft.com/office/drawing/2014/main" id="{05D51913-2C33-B107-592A-DCD7DC5FE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1115" y="5296182"/>
              <a:ext cx="578224" cy="578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06645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3" name="Group 3102">
            <a:extLst>
              <a:ext uri="{FF2B5EF4-FFF2-40B4-BE49-F238E27FC236}">
                <a16:creationId xmlns:a16="http://schemas.microsoft.com/office/drawing/2014/main" id="{CA7EED91-6CEB-7FC3-C403-176530DAE55C}"/>
              </a:ext>
            </a:extLst>
          </p:cNvPr>
          <p:cNvGrpSpPr/>
          <p:nvPr/>
        </p:nvGrpSpPr>
        <p:grpSpPr>
          <a:xfrm>
            <a:off x="414924" y="1790700"/>
            <a:ext cx="11113248" cy="4490530"/>
            <a:chOff x="414924" y="1905000"/>
            <a:chExt cx="11113248" cy="4490530"/>
          </a:xfrm>
        </p:grpSpPr>
        <p:grpSp>
          <p:nvGrpSpPr>
            <p:cNvPr id="3078" name="Group 3077">
              <a:extLst>
                <a:ext uri="{FF2B5EF4-FFF2-40B4-BE49-F238E27FC236}">
                  <a16:creationId xmlns:a16="http://schemas.microsoft.com/office/drawing/2014/main" id="{2528CE53-45D4-F695-E36F-26D6A4623DFC}"/>
                </a:ext>
              </a:extLst>
            </p:cNvPr>
            <p:cNvGrpSpPr/>
            <p:nvPr/>
          </p:nvGrpSpPr>
          <p:grpSpPr>
            <a:xfrm>
              <a:off x="414924" y="1905000"/>
              <a:ext cx="11113248" cy="2796582"/>
              <a:chOff x="355950" y="2768600"/>
              <a:chExt cx="11113248" cy="2796582"/>
            </a:xfrm>
          </p:grpSpPr>
          <p:sp>
            <p:nvSpPr>
              <p:cNvPr id="8" name="Google Shape;1038;p32">
                <a:extLst>
                  <a:ext uri="{FF2B5EF4-FFF2-40B4-BE49-F238E27FC236}">
                    <a16:creationId xmlns:a16="http://schemas.microsoft.com/office/drawing/2014/main" id="{32D58E12-B1F2-EAEF-B6AB-2CE4F66850FC}"/>
                  </a:ext>
                </a:extLst>
              </p:cNvPr>
              <p:cNvSpPr/>
              <p:nvPr/>
            </p:nvSpPr>
            <p:spPr>
              <a:xfrm>
                <a:off x="355950" y="4782003"/>
                <a:ext cx="10748375" cy="364871"/>
              </a:xfrm>
              <a:prstGeom prst="roundRect">
                <a:avLst>
                  <a:gd name="adj" fmla="val 50000"/>
                </a:avLst>
              </a:pr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75" name="Group 3074">
                <a:extLst>
                  <a:ext uri="{FF2B5EF4-FFF2-40B4-BE49-F238E27FC236}">
                    <a16:creationId xmlns:a16="http://schemas.microsoft.com/office/drawing/2014/main" id="{0AFE889C-6CC5-5C47-3936-F96298FD06A3}"/>
                  </a:ext>
                </a:extLst>
              </p:cNvPr>
              <p:cNvGrpSpPr/>
              <p:nvPr/>
            </p:nvGrpSpPr>
            <p:grpSpPr>
              <a:xfrm>
                <a:off x="1472467" y="2768600"/>
                <a:ext cx="8671048" cy="2436268"/>
                <a:chOff x="1457633" y="2768600"/>
                <a:chExt cx="8671048" cy="243626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F4F70E60-790F-956F-CA69-92BF96BD25E5}"/>
                    </a:ext>
                  </a:extLst>
                </p:cNvPr>
                <p:cNvGrpSpPr/>
                <p:nvPr/>
              </p:nvGrpSpPr>
              <p:grpSpPr>
                <a:xfrm>
                  <a:off x="1457633" y="2768600"/>
                  <a:ext cx="1297544" cy="2436268"/>
                  <a:chOff x="2052115" y="3268986"/>
                  <a:chExt cx="833211" cy="1564436"/>
                </a:xfrm>
              </p:grpSpPr>
              <p:sp>
                <p:nvSpPr>
                  <p:cNvPr id="2" name="Google Shape;1032;p32">
                    <a:extLst>
                      <a:ext uri="{FF2B5EF4-FFF2-40B4-BE49-F238E27FC236}">
                        <a16:creationId xmlns:a16="http://schemas.microsoft.com/office/drawing/2014/main" id="{636E9848-77F7-114A-3AD9-C3CB8489A505}"/>
                      </a:ext>
                    </a:extLst>
                  </p:cNvPr>
                  <p:cNvSpPr/>
                  <p:nvPr/>
                </p:nvSpPr>
                <p:spPr>
                  <a:xfrm>
                    <a:off x="2052115" y="3268986"/>
                    <a:ext cx="833211" cy="9432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9" h="6293" extrusionOk="0">
                        <a:moveTo>
                          <a:pt x="3346" y="5453"/>
                        </a:moveTo>
                        <a:cubicBezTo>
                          <a:pt x="3346" y="5453"/>
                          <a:pt x="3346" y="5454"/>
                          <a:pt x="3343" y="5455"/>
                        </a:cubicBezTo>
                        <a:cubicBezTo>
                          <a:pt x="3342" y="5456"/>
                          <a:pt x="3342" y="5456"/>
                          <a:pt x="3341" y="5456"/>
                        </a:cubicBezTo>
                        <a:lnTo>
                          <a:pt x="3341" y="5456"/>
                        </a:lnTo>
                        <a:cubicBezTo>
                          <a:pt x="3343" y="5454"/>
                          <a:pt x="3345" y="5453"/>
                          <a:pt x="3346" y="5453"/>
                        </a:cubicBezTo>
                        <a:close/>
                        <a:moveTo>
                          <a:pt x="2807" y="89"/>
                        </a:moveTo>
                        <a:cubicBezTo>
                          <a:pt x="3180" y="89"/>
                          <a:pt x="3553" y="166"/>
                          <a:pt x="3898" y="324"/>
                        </a:cubicBezTo>
                        <a:cubicBezTo>
                          <a:pt x="4727" y="702"/>
                          <a:pt x="5324" y="1499"/>
                          <a:pt x="5444" y="2404"/>
                        </a:cubicBezTo>
                        <a:cubicBezTo>
                          <a:pt x="5459" y="2520"/>
                          <a:pt x="5467" y="2637"/>
                          <a:pt x="5467" y="2757"/>
                        </a:cubicBezTo>
                        <a:cubicBezTo>
                          <a:pt x="5467" y="2758"/>
                          <a:pt x="5467" y="2758"/>
                          <a:pt x="5467" y="2758"/>
                        </a:cubicBezTo>
                        <a:lnTo>
                          <a:pt x="5467" y="2758"/>
                        </a:lnTo>
                        <a:cubicBezTo>
                          <a:pt x="5467" y="2759"/>
                          <a:pt x="5467" y="2759"/>
                          <a:pt x="5467" y="2759"/>
                        </a:cubicBezTo>
                        <a:cubicBezTo>
                          <a:pt x="5467" y="3925"/>
                          <a:pt x="4710" y="4955"/>
                          <a:pt x="3598" y="5305"/>
                        </a:cubicBezTo>
                        <a:cubicBezTo>
                          <a:pt x="3509" y="5334"/>
                          <a:pt x="3419" y="5356"/>
                          <a:pt x="3328" y="5375"/>
                        </a:cubicBezTo>
                        <a:cubicBezTo>
                          <a:pt x="3298" y="5377"/>
                          <a:pt x="3271" y="5394"/>
                          <a:pt x="3258" y="5421"/>
                        </a:cubicBezTo>
                        <a:cubicBezTo>
                          <a:pt x="3208" y="5499"/>
                          <a:pt x="3159" y="5581"/>
                          <a:pt x="3109" y="5659"/>
                        </a:cubicBezTo>
                        <a:lnTo>
                          <a:pt x="2798" y="6162"/>
                        </a:lnTo>
                        <a:lnTo>
                          <a:pt x="2440" y="5585"/>
                        </a:lnTo>
                        <a:cubicBezTo>
                          <a:pt x="2402" y="5522"/>
                          <a:pt x="2355" y="5394"/>
                          <a:pt x="2278" y="5375"/>
                        </a:cubicBezTo>
                        <a:cubicBezTo>
                          <a:pt x="2052" y="5318"/>
                          <a:pt x="1834" y="5257"/>
                          <a:pt x="1623" y="5153"/>
                        </a:cubicBezTo>
                        <a:cubicBezTo>
                          <a:pt x="780" y="4738"/>
                          <a:pt x="200" y="3889"/>
                          <a:pt x="136" y="2949"/>
                        </a:cubicBezTo>
                        <a:cubicBezTo>
                          <a:pt x="73" y="2016"/>
                          <a:pt x="499" y="1116"/>
                          <a:pt x="1261" y="575"/>
                        </a:cubicBezTo>
                        <a:cubicBezTo>
                          <a:pt x="1716" y="255"/>
                          <a:pt x="2261" y="89"/>
                          <a:pt x="2807" y="89"/>
                        </a:cubicBezTo>
                        <a:close/>
                        <a:moveTo>
                          <a:pt x="2796" y="1"/>
                        </a:moveTo>
                        <a:cubicBezTo>
                          <a:pt x="2372" y="1"/>
                          <a:pt x="1948" y="97"/>
                          <a:pt x="1562" y="289"/>
                        </a:cubicBezTo>
                        <a:cubicBezTo>
                          <a:pt x="594" y="776"/>
                          <a:pt x="1" y="1780"/>
                          <a:pt x="42" y="2862"/>
                        </a:cubicBezTo>
                        <a:cubicBezTo>
                          <a:pt x="82" y="3944"/>
                          <a:pt x="752" y="4900"/>
                          <a:pt x="1754" y="5311"/>
                        </a:cubicBezTo>
                        <a:cubicBezTo>
                          <a:pt x="1864" y="5356"/>
                          <a:pt x="1978" y="5394"/>
                          <a:pt x="2092" y="5425"/>
                        </a:cubicBezTo>
                        <a:cubicBezTo>
                          <a:pt x="2123" y="5432"/>
                          <a:pt x="2153" y="5440"/>
                          <a:pt x="2183" y="5446"/>
                        </a:cubicBezTo>
                        <a:cubicBezTo>
                          <a:pt x="2187" y="5447"/>
                          <a:pt x="2228" y="5456"/>
                          <a:pt x="2247" y="5456"/>
                        </a:cubicBezTo>
                        <a:cubicBezTo>
                          <a:pt x="2251" y="5456"/>
                          <a:pt x="2254" y="5456"/>
                          <a:pt x="2255" y="5455"/>
                        </a:cubicBezTo>
                        <a:lnTo>
                          <a:pt x="2255" y="5455"/>
                        </a:lnTo>
                        <a:cubicBezTo>
                          <a:pt x="2258" y="5460"/>
                          <a:pt x="2261" y="5467"/>
                          <a:pt x="2263" y="5470"/>
                        </a:cubicBezTo>
                        <a:cubicBezTo>
                          <a:pt x="2421" y="5708"/>
                          <a:pt x="2566" y="5957"/>
                          <a:pt x="2716" y="6201"/>
                        </a:cubicBezTo>
                        <a:lnTo>
                          <a:pt x="2760" y="6271"/>
                        </a:lnTo>
                        <a:cubicBezTo>
                          <a:pt x="2768" y="6285"/>
                          <a:pt x="2783" y="6292"/>
                          <a:pt x="2798" y="6292"/>
                        </a:cubicBezTo>
                        <a:cubicBezTo>
                          <a:pt x="2812" y="6292"/>
                          <a:pt x="2827" y="6285"/>
                          <a:pt x="2836" y="6271"/>
                        </a:cubicBezTo>
                        <a:lnTo>
                          <a:pt x="3145" y="5771"/>
                        </a:lnTo>
                        <a:cubicBezTo>
                          <a:pt x="3203" y="5680"/>
                          <a:pt x="3260" y="5588"/>
                          <a:pt x="3317" y="5495"/>
                        </a:cubicBezTo>
                        <a:cubicBezTo>
                          <a:pt x="3324" y="5484"/>
                          <a:pt x="3330" y="5472"/>
                          <a:pt x="3338" y="5461"/>
                        </a:cubicBezTo>
                        <a:cubicBezTo>
                          <a:pt x="3338" y="5460"/>
                          <a:pt x="3338" y="5460"/>
                          <a:pt x="3338" y="5460"/>
                        </a:cubicBezTo>
                        <a:lnTo>
                          <a:pt x="3338" y="5460"/>
                        </a:lnTo>
                        <a:cubicBezTo>
                          <a:pt x="3339" y="5460"/>
                          <a:pt x="3341" y="5461"/>
                          <a:pt x="3344" y="5461"/>
                        </a:cubicBezTo>
                        <a:cubicBezTo>
                          <a:pt x="3352" y="5461"/>
                          <a:pt x="3367" y="5458"/>
                          <a:pt x="3370" y="5457"/>
                        </a:cubicBezTo>
                        <a:lnTo>
                          <a:pt x="3400" y="5451"/>
                        </a:lnTo>
                        <a:cubicBezTo>
                          <a:pt x="3425" y="5446"/>
                          <a:pt x="3448" y="5440"/>
                          <a:pt x="3473" y="5434"/>
                        </a:cubicBezTo>
                        <a:cubicBezTo>
                          <a:pt x="3520" y="5423"/>
                          <a:pt x="3566" y="5410"/>
                          <a:pt x="3611" y="5394"/>
                        </a:cubicBezTo>
                        <a:cubicBezTo>
                          <a:pt x="4769" y="5039"/>
                          <a:pt x="5558" y="3968"/>
                          <a:pt x="5556" y="2759"/>
                        </a:cubicBezTo>
                        <a:cubicBezTo>
                          <a:pt x="5556" y="2759"/>
                          <a:pt x="5556" y="2759"/>
                          <a:pt x="5556" y="2758"/>
                        </a:cubicBezTo>
                        <a:lnTo>
                          <a:pt x="5556" y="2758"/>
                        </a:lnTo>
                        <a:cubicBezTo>
                          <a:pt x="5556" y="2758"/>
                          <a:pt x="5556" y="2758"/>
                          <a:pt x="5556" y="2757"/>
                        </a:cubicBezTo>
                        <a:cubicBezTo>
                          <a:pt x="5553" y="1808"/>
                          <a:pt x="5066" y="928"/>
                          <a:pt x="4265" y="421"/>
                        </a:cubicBezTo>
                        <a:cubicBezTo>
                          <a:pt x="3823" y="141"/>
                          <a:pt x="3310" y="1"/>
                          <a:pt x="2796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2857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" name="Google Shape;1039;p32">
                    <a:extLst>
                      <a:ext uri="{FF2B5EF4-FFF2-40B4-BE49-F238E27FC236}">
                        <a16:creationId xmlns:a16="http://schemas.microsoft.com/office/drawing/2014/main" id="{95A574C3-B412-367C-F4A3-02DC9099E2E3}"/>
                      </a:ext>
                    </a:extLst>
                  </p:cNvPr>
                  <p:cNvGrpSpPr/>
                  <p:nvPr/>
                </p:nvGrpSpPr>
                <p:grpSpPr>
                  <a:xfrm>
                    <a:off x="2313717" y="4524542"/>
                    <a:ext cx="309788" cy="308880"/>
                    <a:chOff x="3804994" y="2454571"/>
                    <a:chExt cx="245610" cy="244891"/>
                  </a:xfrm>
                </p:grpSpPr>
                <p:sp>
                  <p:nvSpPr>
                    <p:cNvPr id="23" name="Google Shape;1040;p32">
                      <a:extLst>
                        <a:ext uri="{FF2B5EF4-FFF2-40B4-BE49-F238E27FC236}">
                          <a16:creationId xmlns:a16="http://schemas.microsoft.com/office/drawing/2014/main" id="{14C8C65B-AD7C-45D7-3B99-9C1B8CDD8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4994" y="2454571"/>
                      <a:ext cx="245610" cy="2448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37" h="4424" extrusionOk="0">
                          <a:moveTo>
                            <a:pt x="2219" y="1"/>
                          </a:moveTo>
                          <a:cubicBezTo>
                            <a:pt x="991" y="1"/>
                            <a:pt x="1" y="991"/>
                            <a:pt x="1" y="2205"/>
                          </a:cubicBezTo>
                          <a:cubicBezTo>
                            <a:pt x="1" y="3433"/>
                            <a:pt x="991" y="4423"/>
                            <a:pt x="2219" y="4423"/>
                          </a:cubicBezTo>
                          <a:cubicBezTo>
                            <a:pt x="3433" y="4423"/>
                            <a:pt x="4437" y="3433"/>
                            <a:pt x="4437" y="2205"/>
                          </a:cubicBezTo>
                          <a:cubicBezTo>
                            <a:pt x="4437" y="991"/>
                            <a:pt x="3433" y="1"/>
                            <a:pt x="2219" y="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" name="Google Shape;1041;p32">
                      <a:extLst>
                        <a:ext uri="{FF2B5EF4-FFF2-40B4-BE49-F238E27FC236}">
                          <a16:creationId xmlns:a16="http://schemas.microsoft.com/office/drawing/2014/main" id="{2F878055-B94C-2E58-3E6C-72538B3BF9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2010" y="2510868"/>
                      <a:ext cx="131579" cy="1315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77" h="2377" extrusionOk="0">
                          <a:moveTo>
                            <a:pt x="2377" y="1188"/>
                          </a:moveTo>
                          <a:cubicBezTo>
                            <a:pt x="2377" y="1848"/>
                            <a:pt x="1849" y="2376"/>
                            <a:pt x="1189" y="2376"/>
                          </a:cubicBezTo>
                          <a:cubicBezTo>
                            <a:pt x="529" y="2376"/>
                            <a:pt x="1" y="1848"/>
                            <a:pt x="1" y="1188"/>
                          </a:cubicBezTo>
                          <a:cubicBezTo>
                            <a:pt x="1" y="528"/>
                            <a:pt x="529" y="0"/>
                            <a:pt x="1189" y="0"/>
                          </a:cubicBezTo>
                          <a:cubicBezTo>
                            <a:pt x="1849" y="0"/>
                            <a:pt x="2377" y="528"/>
                            <a:pt x="2377" y="118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B281471D-F6C2-F03F-C998-85AA819D4D5D}"/>
                    </a:ext>
                  </a:extLst>
                </p:cNvPr>
                <p:cNvGrpSpPr/>
                <p:nvPr/>
              </p:nvGrpSpPr>
              <p:grpSpPr>
                <a:xfrm>
                  <a:off x="6373303" y="2768600"/>
                  <a:ext cx="1297544" cy="2436268"/>
                  <a:chOff x="5337617" y="3268986"/>
                  <a:chExt cx="833211" cy="1564436"/>
                </a:xfrm>
              </p:grpSpPr>
              <p:sp>
                <p:nvSpPr>
                  <p:cNvPr id="4" name="Google Shape;1034;p32">
                    <a:extLst>
                      <a:ext uri="{FF2B5EF4-FFF2-40B4-BE49-F238E27FC236}">
                        <a16:creationId xmlns:a16="http://schemas.microsoft.com/office/drawing/2014/main" id="{0959088C-176F-7783-3FC5-1AE4CEEE4ADA}"/>
                      </a:ext>
                    </a:extLst>
                  </p:cNvPr>
                  <p:cNvSpPr/>
                  <p:nvPr/>
                </p:nvSpPr>
                <p:spPr>
                  <a:xfrm>
                    <a:off x="5337617" y="3268986"/>
                    <a:ext cx="833211" cy="9432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9" h="6293" extrusionOk="0">
                        <a:moveTo>
                          <a:pt x="3346" y="5453"/>
                        </a:moveTo>
                        <a:cubicBezTo>
                          <a:pt x="3346" y="5453"/>
                          <a:pt x="3346" y="5454"/>
                          <a:pt x="3343" y="5455"/>
                        </a:cubicBezTo>
                        <a:cubicBezTo>
                          <a:pt x="3342" y="5456"/>
                          <a:pt x="3342" y="5456"/>
                          <a:pt x="3341" y="5456"/>
                        </a:cubicBezTo>
                        <a:lnTo>
                          <a:pt x="3341" y="5456"/>
                        </a:lnTo>
                        <a:cubicBezTo>
                          <a:pt x="3343" y="5454"/>
                          <a:pt x="3345" y="5453"/>
                          <a:pt x="3346" y="5453"/>
                        </a:cubicBezTo>
                        <a:close/>
                        <a:moveTo>
                          <a:pt x="2807" y="89"/>
                        </a:moveTo>
                        <a:cubicBezTo>
                          <a:pt x="3180" y="89"/>
                          <a:pt x="3553" y="166"/>
                          <a:pt x="3898" y="324"/>
                        </a:cubicBezTo>
                        <a:cubicBezTo>
                          <a:pt x="4727" y="702"/>
                          <a:pt x="5324" y="1499"/>
                          <a:pt x="5444" y="2404"/>
                        </a:cubicBezTo>
                        <a:cubicBezTo>
                          <a:pt x="5459" y="2520"/>
                          <a:pt x="5467" y="2637"/>
                          <a:pt x="5467" y="2757"/>
                        </a:cubicBezTo>
                        <a:cubicBezTo>
                          <a:pt x="5467" y="2758"/>
                          <a:pt x="5467" y="2758"/>
                          <a:pt x="5467" y="2758"/>
                        </a:cubicBezTo>
                        <a:lnTo>
                          <a:pt x="5467" y="2758"/>
                        </a:lnTo>
                        <a:cubicBezTo>
                          <a:pt x="5467" y="2759"/>
                          <a:pt x="5467" y="2759"/>
                          <a:pt x="5467" y="2759"/>
                        </a:cubicBezTo>
                        <a:cubicBezTo>
                          <a:pt x="5467" y="3925"/>
                          <a:pt x="4710" y="4955"/>
                          <a:pt x="3598" y="5305"/>
                        </a:cubicBezTo>
                        <a:cubicBezTo>
                          <a:pt x="3509" y="5334"/>
                          <a:pt x="3419" y="5356"/>
                          <a:pt x="3328" y="5375"/>
                        </a:cubicBezTo>
                        <a:cubicBezTo>
                          <a:pt x="3298" y="5377"/>
                          <a:pt x="3271" y="5394"/>
                          <a:pt x="3258" y="5421"/>
                        </a:cubicBezTo>
                        <a:cubicBezTo>
                          <a:pt x="3208" y="5499"/>
                          <a:pt x="3159" y="5581"/>
                          <a:pt x="3109" y="5659"/>
                        </a:cubicBezTo>
                        <a:lnTo>
                          <a:pt x="2798" y="6162"/>
                        </a:lnTo>
                        <a:lnTo>
                          <a:pt x="2440" y="5585"/>
                        </a:lnTo>
                        <a:cubicBezTo>
                          <a:pt x="2402" y="5522"/>
                          <a:pt x="2355" y="5394"/>
                          <a:pt x="2278" y="5375"/>
                        </a:cubicBezTo>
                        <a:cubicBezTo>
                          <a:pt x="2052" y="5318"/>
                          <a:pt x="1834" y="5257"/>
                          <a:pt x="1623" y="5153"/>
                        </a:cubicBezTo>
                        <a:cubicBezTo>
                          <a:pt x="780" y="4738"/>
                          <a:pt x="200" y="3889"/>
                          <a:pt x="136" y="2949"/>
                        </a:cubicBezTo>
                        <a:cubicBezTo>
                          <a:pt x="73" y="2016"/>
                          <a:pt x="499" y="1116"/>
                          <a:pt x="1261" y="575"/>
                        </a:cubicBezTo>
                        <a:cubicBezTo>
                          <a:pt x="1716" y="255"/>
                          <a:pt x="2261" y="89"/>
                          <a:pt x="2807" y="89"/>
                        </a:cubicBezTo>
                        <a:close/>
                        <a:moveTo>
                          <a:pt x="2796" y="1"/>
                        </a:moveTo>
                        <a:cubicBezTo>
                          <a:pt x="2372" y="1"/>
                          <a:pt x="1948" y="97"/>
                          <a:pt x="1562" y="289"/>
                        </a:cubicBezTo>
                        <a:cubicBezTo>
                          <a:pt x="594" y="776"/>
                          <a:pt x="1" y="1780"/>
                          <a:pt x="42" y="2862"/>
                        </a:cubicBezTo>
                        <a:cubicBezTo>
                          <a:pt x="82" y="3944"/>
                          <a:pt x="752" y="4900"/>
                          <a:pt x="1754" y="5311"/>
                        </a:cubicBezTo>
                        <a:cubicBezTo>
                          <a:pt x="1864" y="5356"/>
                          <a:pt x="1978" y="5394"/>
                          <a:pt x="2092" y="5425"/>
                        </a:cubicBezTo>
                        <a:cubicBezTo>
                          <a:pt x="2123" y="5432"/>
                          <a:pt x="2153" y="5440"/>
                          <a:pt x="2183" y="5446"/>
                        </a:cubicBezTo>
                        <a:cubicBezTo>
                          <a:pt x="2187" y="5447"/>
                          <a:pt x="2228" y="5456"/>
                          <a:pt x="2247" y="5456"/>
                        </a:cubicBezTo>
                        <a:cubicBezTo>
                          <a:pt x="2251" y="5456"/>
                          <a:pt x="2254" y="5456"/>
                          <a:pt x="2255" y="5455"/>
                        </a:cubicBezTo>
                        <a:lnTo>
                          <a:pt x="2255" y="5455"/>
                        </a:lnTo>
                        <a:cubicBezTo>
                          <a:pt x="2258" y="5460"/>
                          <a:pt x="2261" y="5467"/>
                          <a:pt x="2263" y="5470"/>
                        </a:cubicBezTo>
                        <a:cubicBezTo>
                          <a:pt x="2421" y="5708"/>
                          <a:pt x="2566" y="5957"/>
                          <a:pt x="2716" y="6201"/>
                        </a:cubicBezTo>
                        <a:lnTo>
                          <a:pt x="2760" y="6271"/>
                        </a:lnTo>
                        <a:cubicBezTo>
                          <a:pt x="2768" y="6285"/>
                          <a:pt x="2783" y="6292"/>
                          <a:pt x="2798" y="6292"/>
                        </a:cubicBezTo>
                        <a:cubicBezTo>
                          <a:pt x="2812" y="6292"/>
                          <a:pt x="2827" y="6285"/>
                          <a:pt x="2836" y="6271"/>
                        </a:cubicBezTo>
                        <a:lnTo>
                          <a:pt x="3145" y="5771"/>
                        </a:lnTo>
                        <a:cubicBezTo>
                          <a:pt x="3203" y="5680"/>
                          <a:pt x="3260" y="5588"/>
                          <a:pt x="3317" y="5495"/>
                        </a:cubicBezTo>
                        <a:cubicBezTo>
                          <a:pt x="3324" y="5484"/>
                          <a:pt x="3330" y="5472"/>
                          <a:pt x="3338" y="5461"/>
                        </a:cubicBezTo>
                        <a:cubicBezTo>
                          <a:pt x="3338" y="5460"/>
                          <a:pt x="3338" y="5460"/>
                          <a:pt x="3338" y="5460"/>
                        </a:cubicBezTo>
                        <a:lnTo>
                          <a:pt x="3338" y="5460"/>
                        </a:lnTo>
                        <a:cubicBezTo>
                          <a:pt x="3339" y="5460"/>
                          <a:pt x="3341" y="5461"/>
                          <a:pt x="3344" y="5461"/>
                        </a:cubicBezTo>
                        <a:cubicBezTo>
                          <a:pt x="3352" y="5461"/>
                          <a:pt x="3367" y="5458"/>
                          <a:pt x="3370" y="5457"/>
                        </a:cubicBezTo>
                        <a:lnTo>
                          <a:pt x="3400" y="5451"/>
                        </a:lnTo>
                        <a:cubicBezTo>
                          <a:pt x="3425" y="5446"/>
                          <a:pt x="3448" y="5440"/>
                          <a:pt x="3473" y="5434"/>
                        </a:cubicBezTo>
                        <a:cubicBezTo>
                          <a:pt x="3520" y="5423"/>
                          <a:pt x="3566" y="5410"/>
                          <a:pt x="3611" y="5394"/>
                        </a:cubicBezTo>
                        <a:cubicBezTo>
                          <a:pt x="4769" y="5039"/>
                          <a:pt x="5558" y="3968"/>
                          <a:pt x="5556" y="2759"/>
                        </a:cubicBezTo>
                        <a:cubicBezTo>
                          <a:pt x="5556" y="2759"/>
                          <a:pt x="5556" y="2759"/>
                          <a:pt x="5556" y="2758"/>
                        </a:cubicBezTo>
                        <a:lnTo>
                          <a:pt x="5556" y="2758"/>
                        </a:lnTo>
                        <a:cubicBezTo>
                          <a:pt x="5556" y="2758"/>
                          <a:pt x="5556" y="2758"/>
                          <a:pt x="5556" y="2757"/>
                        </a:cubicBezTo>
                        <a:cubicBezTo>
                          <a:pt x="5553" y="1808"/>
                          <a:pt x="5066" y="928"/>
                          <a:pt x="4265" y="421"/>
                        </a:cubicBezTo>
                        <a:cubicBezTo>
                          <a:pt x="3823" y="141"/>
                          <a:pt x="3310" y="1"/>
                          <a:pt x="2796" y="1"/>
                        </a:cubicBezTo>
                        <a:close/>
                      </a:path>
                    </a:pathLst>
                  </a:custGeom>
                  <a:noFill/>
                  <a:ln w="2857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1" name="Google Shape;1045;p32">
                    <a:extLst>
                      <a:ext uri="{FF2B5EF4-FFF2-40B4-BE49-F238E27FC236}">
                        <a16:creationId xmlns:a16="http://schemas.microsoft.com/office/drawing/2014/main" id="{B191006D-A36B-8988-B357-3C825036880B}"/>
                      </a:ext>
                    </a:extLst>
                  </p:cNvPr>
                  <p:cNvGrpSpPr/>
                  <p:nvPr/>
                </p:nvGrpSpPr>
                <p:grpSpPr>
                  <a:xfrm>
                    <a:off x="5599222" y="4524542"/>
                    <a:ext cx="309788" cy="308880"/>
                    <a:chOff x="3804994" y="2454571"/>
                    <a:chExt cx="245610" cy="244891"/>
                  </a:xfrm>
                </p:grpSpPr>
                <p:sp>
                  <p:nvSpPr>
                    <p:cNvPr id="19" name="Google Shape;1046;p32">
                      <a:extLst>
                        <a:ext uri="{FF2B5EF4-FFF2-40B4-BE49-F238E27FC236}">
                          <a16:creationId xmlns:a16="http://schemas.microsoft.com/office/drawing/2014/main" id="{E5923C1D-BE3A-C93D-8EB8-51CC731871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4994" y="2454571"/>
                      <a:ext cx="245610" cy="2448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37" h="4424" extrusionOk="0">
                          <a:moveTo>
                            <a:pt x="2219" y="1"/>
                          </a:moveTo>
                          <a:cubicBezTo>
                            <a:pt x="991" y="1"/>
                            <a:pt x="1" y="991"/>
                            <a:pt x="1" y="2205"/>
                          </a:cubicBezTo>
                          <a:cubicBezTo>
                            <a:pt x="1" y="3433"/>
                            <a:pt x="991" y="4423"/>
                            <a:pt x="2219" y="4423"/>
                          </a:cubicBezTo>
                          <a:cubicBezTo>
                            <a:pt x="3433" y="4423"/>
                            <a:pt x="4437" y="3433"/>
                            <a:pt x="4437" y="2205"/>
                          </a:cubicBezTo>
                          <a:cubicBezTo>
                            <a:pt x="4437" y="991"/>
                            <a:pt x="3433" y="1"/>
                            <a:pt x="2219" y="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" name="Google Shape;1047;p32">
                      <a:extLst>
                        <a:ext uri="{FF2B5EF4-FFF2-40B4-BE49-F238E27FC236}">
                          <a16:creationId xmlns:a16="http://schemas.microsoft.com/office/drawing/2014/main" id="{A2BDADB3-EB1D-CCFB-09FD-5E310C2AAE61}"/>
                        </a:ext>
                      </a:extLst>
                    </p:cNvPr>
                    <p:cNvSpPr/>
                    <p:nvPr/>
                  </p:nvSpPr>
                  <p:spPr>
                    <a:xfrm rot="-9381908">
                      <a:off x="3862007" y="2510866"/>
                      <a:ext cx="131581" cy="1315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77" h="2377" extrusionOk="0">
                          <a:moveTo>
                            <a:pt x="2377" y="1188"/>
                          </a:moveTo>
                          <a:cubicBezTo>
                            <a:pt x="2377" y="1848"/>
                            <a:pt x="1849" y="2376"/>
                            <a:pt x="1189" y="2376"/>
                          </a:cubicBezTo>
                          <a:cubicBezTo>
                            <a:pt x="529" y="2376"/>
                            <a:pt x="1" y="1848"/>
                            <a:pt x="1" y="1188"/>
                          </a:cubicBezTo>
                          <a:cubicBezTo>
                            <a:pt x="1" y="528"/>
                            <a:pt x="529" y="0"/>
                            <a:pt x="1189" y="0"/>
                          </a:cubicBezTo>
                          <a:cubicBezTo>
                            <a:pt x="1849" y="0"/>
                            <a:pt x="2377" y="528"/>
                            <a:pt x="2377" y="1188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438D02AE-CC26-A967-1CCC-A75F01097B16}"/>
                    </a:ext>
                  </a:extLst>
                </p:cNvPr>
                <p:cNvGrpSpPr/>
                <p:nvPr/>
              </p:nvGrpSpPr>
              <p:grpSpPr>
                <a:xfrm>
                  <a:off x="8831137" y="2768600"/>
                  <a:ext cx="1297544" cy="2436268"/>
                  <a:chOff x="6980368" y="3268986"/>
                  <a:chExt cx="833211" cy="1564436"/>
                </a:xfrm>
              </p:grpSpPr>
              <p:sp>
                <p:nvSpPr>
                  <p:cNvPr id="5" name="Google Shape;1035;p32">
                    <a:extLst>
                      <a:ext uri="{FF2B5EF4-FFF2-40B4-BE49-F238E27FC236}">
                        <a16:creationId xmlns:a16="http://schemas.microsoft.com/office/drawing/2014/main" id="{A89AC1EB-5826-772B-F248-9379E4731847}"/>
                      </a:ext>
                    </a:extLst>
                  </p:cNvPr>
                  <p:cNvSpPr/>
                  <p:nvPr/>
                </p:nvSpPr>
                <p:spPr>
                  <a:xfrm>
                    <a:off x="6980368" y="3268986"/>
                    <a:ext cx="833211" cy="9432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9" h="6293" extrusionOk="0">
                        <a:moveTo>
                          <a:pt x="3346" y="5453"/>
                        </a:moveTo>
                        <a:cubicBezTo>
                          <a:pt x="3346" y="5453"/>
                          <a:pt x="3346" y="5454"/>
                          <a:pt x="3343" y="5455"/>
                        </a:cubicBezTo>
                        <a:cubicBezTo>
                          <a:pt x="3342" y="5456"/>
                          <a:pt x="3342" y="5456"/>
                          <a:pt x="3341" y="5456"/>
                        </a:cubicBezTo>
                        <a:lnTo>
                          <a:pt x="3341" y="5456"/>
                        </a:lnTo>
                        <a:cubicBezTo>
                          <a:pt x="3343" y="5454"/>
                          <a:pt x="3345" y="5453"/>
                          <a:pt x="3346" y="5453"/>
                        </a:cubicBezTo>
                        <a:close/>
                        <a:moveTo>
                          <a:pt x="2807" y="89"/>
                        </a:moveTo>
                        <a:cubicBezTo>
                          <a:pt x="3180" y="89"/>
                          <a:pt x="3553" y="166"/>
                          <a:pt x="3898" y="324"/>
                        </a:cubicBezTo>
                        <a:cubicBezTo>
                          <a:pt x="4727" y="702"/>
                          <a:pt x="5324" y="1499"/>
                          <a:pt x="5444" y="2404"/>
                        </a:cubicBezTo>
                        <a:cubicBezTo>
                          <a:pt x="5459" y="2520"/>
                          <a:pt x="5467" y="2637"/>
                          <a:pt x="5467" y="2757"/>
                        </a:cubicBezTo>
                        <a:cubicBezTo>
                          <a:pt x="5467" y="2758"/>
                          <a:pt x="5467" y="2758"/>
                          <a:pt x="5467" y="2758"/>
                        </a:cubicBezTo>
                        <a:lnTo>
                          <a:pt x="5467" y="2758"/>
                        </a:lnTo>
                        <a:cubicBezTo>
                          <a:pt x="5467" y="2759"/>
                          <a:pt x="5467" y="2759"/>
                          <a:pt x="5467" y="2759"/>
                        </a:cubicBezTo>
                        <a:cubicBezTo>
                          <a:pt x="5467" y="3925"/>
                          <a:pt x="4710" y="4955"/>
                          <a:pt x="3598" y="5305"/>
                        </a:cubicBezTo>
                        <a:cubicBezTo>
                          <a:pt x="3509" y="5334"/>
                          <a:pt x="3419" y="5356"/>
                          <a:pt x="3328" y="5375"/>
                        </a:cubicBezTo>
                        <a:cubicBezTo>
                          <a:pt x="3298" y="5377"/>
                          <a:pt x="3271" y="5394"/>
                          <a:pt x="3258" y="5421"/>
                        </a:cubicBezTo>
                        <a:cubicBezTo>
                          <a:pt x="3208" y="5499"/>
                          <a:pt x="3159" y="5581"/>
                          <a:pt x="3109" y="5659"/>
                        </a:cubicBezTo>
                        <a:lnTo>
                          <a:pt x="2798" y="6162"/>
                        </a:lnTo>
                        <a:lnTo>
                          <a:pt x="2440" y="5585"/>
                        </a:lnTo>
                        <a:cubicBezTo>
                          <a:pt x="2402" y="5522"/>
                          <a:pt x="2355" y="5394"/>
                          <a:pt x="2278" y="5375"/>
                        </a:cubicBezTo>
                        <a:cubicBezTo>
                          <a:pt x="2052" y="5318"/>
                          <a:pt x="1834" y="5257"/>
                          <a:pt x="1623" y="5153"/>
                        </a:cubicBezTo>
                        <a:cubicBezTo>
                          <a:pt x="780" y="4738"/>
                          <a:pt x="200" y="3889"/>
                          <a:pt x="136" y="2949"/>
                        </a:cubicBezTo>
                        <a:cubicBezTo>
                          <a:pt x="73" y="2016"/>
                          <a:pt x="499" y="1116"/>
                          <a:pt x="1261" y="575"/>
                        </a:cubicBezTo>
                        <a:cubicBezTo>
                          <a:pt x="1716" y="255"/>
                          <a:pt x="2261" y="89"/>
                          <a:pt x="2807" y="89"/>
                        </a:cubicBezTo>
                        <a:close/>
                        <a:moveTo>
                          <a:pt x="2796" y="1"/>
                        </a:moveTo>
                        <a:cubicBezTo>
                          <a:pt x="2372" y="1"/>
                          <a:pt x="1948" y="97"/>
                          <a:pt x="1562" y="289"/>
                        </a:cubicBezTo>
                        <a:cubicBezTo>
                          <a:pt x="594" y="776"/>
                          <a:pt x="1" y="1780"/>
                          <a:pt x="42" y="2862"/>
                        </a:cubicBezTo>
                        <a:cubicBezTo>
                          <a:pt x="82" y="3944"/>
                          <a:pt x="752" y="4900"/>
                          <a:pt x="1754" y="5311"/>
                        </a:cubicBezTo>
                        <a:cubicBezTo>
                          <a:pt x="1864" y="5356"/>
                          <a:pt x="1978" y="5394"/>
                          <a:pt x="2092" y="5425"/>
                        </a:cubicBezTo>
                        <a:cubicBezTo>
                          <a:pt x="2123" y="5432"/>
                          <a:pt x="2153" y="5440"/>
                          <a:pt x="2183" y="5446"/>
                        </a:cubicBezTo>
                        <a:cubicBezTo>
                          <a:pt x="2187" y="5447"/>
                          <a:pt x="2228" y="5456"/>
                          <a:pt x="2247" y="5456"/>
                        </a:cubicBezTo>
                        <a:cubicBezTo>
                          <a:pt x="2251" y="5456"/>
                          <a:pt x="2254" y="5456"/>
                          <a:pt x="2255" y="5455"/>
                        </a:cubicBezTo>
                        <a:lnTo>
                          <a:pt x="2255" y="5455"/>
                        </a:lnTo>
                        <a:cubicBezTo>
                          <a:pt x="2258" y="5460"/>
                          <a:pt x="2261" y="5467"/>
                          <a:pt x="2263" y="5470"/>
                        </a:cubicBezTo>
                        <a:cubicBezTo>
                          <a:pt x="2421" y="5708"/>
                          <a:pt x="2566" y="5957"/>
                          <a:pt x="2716" y="6201"/>
                        </a:cubicBezTo>
                        <a:lnTo>
                          <a:pt x="2760" y="6271"/>
                        </a:lnTo>
                        <a:cubicBezTo>
                          <a:pt x="2768" y="6285"/>
                          <a:pt x="2783" y="6292"/>
                          <a:pt x="2798" y="6292"/>
                        </a:cubicBezTo>
                        <a:cubicBezTo>
                          <a:pt x="2812" y="6292"/>
                          <a:pt x="2827" y="6285"/>
                          <a:pt x="2836" y="6271"/>
                        </a:cubicBezTo>
                        <a:lnTo>
                          <a:pt x="3145" y="5771"/>
                        </a:lnTo>
                        <a:cubicBezTo>
                          <a:pt x="3203" y="5680"/>
                          <a:pt x="3260" y="5588"/>
                          <a:pt x="3317" y="5495"/>
                        </a:cubicBezTo>
                        <a:cubicBezTo>
                          <a:pt x="3324" y="5484"/>
                          <a:pt x="3330" y="5472"/>
                          <a:pt x="3338" y="5461"/>
                        </a:cubicBezTo>
                        <a:cubicBezTo>
                          <a:pt x="3338" y="5460"/>
                          <a:pt x="3338" y="5460"/>
                          <a:pt x="3338" y="5460"/>
                        </a:cubicBezTo>
                        <a:lnTo>
                          <a:pt x="3338" y="5460"/>
                        </a:lnTo>
                        <a:cubicBezTo>
                          <a:pt x="3339" y="5460"/>
                          <a:pt x="3341" y="5461"/>
                          <a:pt x="3344" y="5461"/>
                        </a:cubicBezTo>
                        <a:cubicBezTo>
                          <a:pt x="3352" y="5461"/>
                          <a:pt x="3367" y="5458"/>
                          <a:pt x="3370" y="5457"/>
                        </a:cubicBezTo>
                        <a:lnTo>
                          <a:pt x="3400" y="5451"/>
                        </a:lnTo>
                        <a:cubicBezTo>
                          <a:pt x="3425" y="5446"/>
                          <a:pt x="3448" y="5440"/>
                          <a:pt x="3473" y="5434"/>
                        </a:cubicBezTo>
                        <a:cubicBezTo>
                          <a:pt x="3520" y="5423"/>
                          <a:pt x="3566" y="5410"/>
                          <a:pt x="3611" y="5394"/>
                        </a:cubicBezTo>
                        <a:cubicBezTo>
                          <a:pt x="4769" y="5039"/>
                          <a:pt x="5558" y="3968"/>
                          <a:pt x="5556" y="2759"/>
                        </a:cubicBezTo>
                        <a:cubicBezTo>
                          <a:pt x="5556" y="2759"/>
                          <a:pt x="5556" y="2759"/>
                          <a:pt x="5556" y="2758"/>
                        </a:cubicBezTo>
                        <a:lnTo>
                          <a:pt x="5556" y="2758"/>
                        </a:lnTo>
                        <a:cubicBezTo>
                          <a:pt x="5556" y="2758"/>
                          <a:pt x="5556" y="2758"/>
                          <a:pt x="5556" y="2757"/>
                        </a:cubicBezTo>
                        <a:cubicBezTo>
                          <a:pt x="5553" y="1808"/>
                          <a:pt x="5066" y="928"/>
                          <a:pt x="4265" y="421"/>
                        </a:cubicBezTo>
                        <a:cubicBezTo>
                          <a:pt x="3823" y="141"/>
                          <a:pt x="3310" y="1"/>
                          <a:pt x="2796" y="1"/>
                        </a:cubicBezTo>
                        <a:close/>
                      </a:path>
                    </a:pathLst>
                  </a:custGeom>
                  <a:noFill/>
                  <a:ln w="28575" cap="flat" cmpd="sng">
                    <a:solidFill>
                      <a:schemeClr val="accent4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2" name="Google Shape;1048;p32">
                    <a:extLst>
                      <a:ext uri="{FF2B5EF4-FFF2-40B4-BE49-F238E27FC236}">
                        <a16:creationId xmlns:a16="http://schemas.microsoft.com/office/drawing/2014/main" id="{656CC744-83CF-8703-09B6-7E04F872A33F}"/>
                      </a:ext>
                    </a:extLst>
                  </p:cNvPr>
                  <p:cNvGrpSpPr/>
                  <p:nvPr/>
                </p:nvGrpSpPr>
                <p:grpSpPr>
                  <a:xfrm>
                    <a:off x="7241978" y="4524542"/>
                    <a:ext cx="309788" cy="308880"/>
                    <a:chOff x="3804994" y="2454571"/>
                    <a:chExt cx="245610" cy="244891"/>
                  </a:xfrm>
                </p:grpSpPr>
                <p:sp>
                  <p:nvSpPr>
                    <p:cNvPr id="17" name="Google Shape;1049;p32">
                      <a:extLst>
                        <a:ext uri="{FF2B5EF4-FFF2-40B4-BE49-F238E27FC236}">
                          <a16:creationId xmlns:a16="http://schemas.microsoft.com/office/drawing/2014/main" id="{7FF40648-19D7-1E4D-163B-4E156E1754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4994" y="2454571"/>
                      <a:ext cx="245610" cy="2448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37" h="4424" extrusionOk="0">
                          <a:moveTo>
                            <a:pt x="2219" y="1"/>
                          </a:moveTo>
                          <a:cubicBezTo>
                            <a:pt x="991" y="1"/>
                            <a:pt x="1" y="991"/>
                            <a:pt x="1" y="2205"/>
                          </a:cubicBezTo>
                          <a:cubicBezTo>
                            <a:pt x="1" y="3433"/>
                            <a:pt x="991" y="4423"/>
                            <a:pt x="2219" y="4423"/>
                          </a:cubicBezTo>
                          <a:cubicBezTo>
                            <a:pt x="3433" y="4423"/>
                            <a:pt x="4437" y="3433"/>
                            <a:pt x="4437" y="2205"/>
                          </a:cubicBezTo>
                          <a:cubicBezTo>
                            <a:pt x="4437" y="991"/>
                            <a:pt x="3433" y="1"/>
                            <a:pt x="2219" y="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8" name="Google Shape;1050;p32">
                      <a:extLst>
                        <a:ext uri="{FF2B5EF4-FFF2-40B4-BE49-F238E27FC236}">
                          <a16:creationId xmlns:a16="http://schemas.microsoft.com/office/drawing/2014/main" id="{955F9096-291A-6406-39D3-0919528019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2010" y="2510868"/>
                      <a:ext cx="131579" cy="1315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77" h="2377" extrusionOk="0">
                          <a:moveTo>
                            <a:pt x="2377" y="1188"/>
                          </a:moveTo>
                          <a:cubicBezTo>
                            <a:pt x="2377" y="1848"/>
                            <a:pt x="1849" y="2376"/>
                            <a:pt x="1189" y="2376"/>
                          </a:cubicBezTo>
                          <a:cubicBezTo>
                            <a:pt x="529" y="2376"/>
                            <a:pt x="1" y="1848"/>
                            <a:pt x="1" y="1188"/>
                          </a:cubicBezTo>
                          <a:cubicBezTo>
                            <a:pt x="1" y="528"/>
                            <a:pt x="529" y="0"/>
                            <a:pt x="1189" y="0"/>
                          </a:cubicBezTo>
                          <a:cubicBezTo>
                            <a:pt x="1849" y="0"/>
                            <a:pt x="2377" y="528"/>
                            <a:pt x="2377" y="118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C2498A18-708B-042C-5D25-A0E72C2CE822}"/>
                    </a:ext>
                  </a:extLst>
                </p:cNvPr>
                <p:cNvGrpSpPr/>
                <p:nvPr/>
              </p:nvGrpSpPr>
              <p:grpSpPr>
                <a:xfrm>
                  <a:off x="3915468" y="2768600"/>
                  <a:ext cx="1297544" cy="2436268"/>
                  <a:chOff x="3694866" y="3268986"/>
                  <a:chExt cx="833211" cy="1564436"/>
                </a:xfrm>
              </p:grpSpPr>
              <p:sp>
                <p:nvSpPr>
                  <p:cNvPr id="6" name="Google Shape;1036;p32">
                    <a:extLst>
                      <a:ext uri="{FF2B5EF4-FFF2-40B4-BE49-F238E27FC236}">
                        <a16:creationId xmlns:a16="http://schemas.microsoft.com/office/drawing/2014/main" id="{99317005-5325-DACD-36FF-9CB0401E6DE0}"/>
                      </a:ext>
                    </a:extLst>
                  </p:cNvPr>
                  <p:cNvSpPr/>
                  <p:nvPr/>
                </p:nvSpPr>
                <p:spPr>
                  <a:xfrm>
                    <a:off x="3694866" y="3268986"/>
                    <a:ext cx="833211" cy="9432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9" h="6293" extrusionOk="0">
                        <a:moveTo>
                          <a:pt x="3346" y="5453"/>
                        </a:moveTo>
                        <a:cubicBezTo>
                          <a:pt x="3346" y="5453"/>
                          <a:pt x="3346" y="5454"/>
                          <a:pt x="3343" y="5455"/>
                        </a:cubicBezTo>
                        <a:cubicBezTo>
                          <a:pt x="3342" y="5456"/>
                          <a:pt x="3342" y="5456"/>
                          <a:pt x="3341" y="5456"/>
                        </a:cubicBezTo>
                        <a:lnTo>
                          <a:pt x="3341" y="5456"/>
                        </a:lnTo>
                        <a:cubicBezTo>
                          <a:pt x="3343" y="5454"/>
                          <a:pt x="3345" y="5453"/>
                          <a:pt x="3346" y="5453"/>
                        </a:cubicBezTo>
                        <a:close/>
                        <a:moveTo>
                          <a:pt x="2807" y="89"/>
                        </a:moveTo>
                        <a:cubicBezTo>
                          <a:pt x="3180" y="89"/>
                          <a:pt x="3553" y="166"/>
                          <a:pt x="3898" y="324"/>
                        </a:cubicBezTo>
                        <a:cubicBezTo>
                          <a:pt x="4727" y="702"/>
                          <a:pt x="5324" y="1499"/>
                          <a:pt x="5444" y="2404"/>
                        </a:cubicBezTo>
                        <a:cubicBezTo>
                          <a:pt x="5459" y="2520"/>
                          <a:pt x="5467" y="2637"/>
                          <a:pt x="5467" y="2757"/>
                        </a:cubicBezTo>
                        <a:cubicBezTo>
                          <a:pt x="5467" y="2758"/>
                          <a:pt x="5467" y="2758"/>
                          <a:pt x="5467" y="2758"/>
                        </a:cubicBezTo>
                        <a:lnTo>
                          <a:pt x="5467" y="2758"/>
                        </a:lnTo>
                        <a:cubicBezTo>
                          <a:pt x="5467" y="2759"/>
                          <a:pt x="5467" y="2759"/>
                          <a:pt x="5467" y="2759"/>
                        </a:cubicBezTo>
                        <a:cubicBezTo>
                          <a:pt x="5467" y="3925"/>
                          <a:pt x="4710" y="4955"/>
                          <a:pt x="3598" y="5305"/>
                        </a:cubicBezTo>
                        <a:cubicBezTo>
                          <a:pt x="3509" y="5334"/>
                          <a:pt x="3419" y="5356"/>
                          <a:pt x="3328" y="5375"/>
                        </a:cubicBezTo>
                        <a:cubicBezTo>
                          <a:pt x="3298" y="5377"/>
                          <a:pt x="3271" y="5394"/>
                          <a:pt x="3258" y="5421"/>
                        </a:cubicBezTo>
                        <a:cubicBezTo>
                          <a:pt x="3208" y="5499"/>
                          <a:pt x="3159" y="5581"/>
                          <a:pt x="3109" y="5659"/>
                        </a:cubicBezTo>
                        <a:lnTo>
                          <a:pt x="2798" y="6162"/>
                        </a:lnTo>
                        <a:lnTo>
                          <a:pt x="2440" y="5585"/>
                        </a:lnTo>
                        <a:cubicBezTo>
                          <a:pt x="2402" y="5522"/>
                          <a:pt x="2355" y="5394"/>
                          <a:pt x="2278" y="5375"/>
                        </a:cubicBezTo>
                        <a:cubicBezTo>
                          <a:pt x="2052" y="5318"/>
                          <a:pt x="1834" y="5257"/>
                          <a:pt x="1623" y="5153"/>
                        </a:cubicBezTo>
                        <a:cubicBezTo>
                          <a:pt x="780" y="4738"/>
                          <a:pt x="200" y="3889"/>
                          <a:pt x="136" y="2949"/>
                        </a:cubicBezTo>
                        <a:cubicBezTo>
                          <a:pt x="73" y="2016"/>
                          <a:pt x="499" y="1116"/>
                          <a:pt x="1261" y="575"/>
                        </a:cubicBezTo>
                        <a:cubicBezTo>
                          <a:pt x="1716" y="255"/>
                          <a:pt x="2261" y="89"/>
                          <a:pt x="2807" y="89"/>
                        </a:cubicBezTo>
                        <a:close/>
                        <a:moveTo>
                          <a:pt x="2796" y="1"/>
                        </a:moveTo>
                        <a:cubicBezTo>
                          <a:pt x="2372" y="1"/>
                          <a:pt x="1948" y="97"/>
                          <a:pt x="1562" y="289"/>
                        </a:cubicBezTo>
                        <a:cubicBezTo>
                          <a:pt x="594" y="776"/>
                          <a:pt x="1" y="1780"/>
                          <a:pt x="42" y="2862"/>
                        </a:cubicBezTo>
                        <a:cubicBezTo>
                          <a:pt x="82" y="3944"/>
                          <a:pt x="752" y="4900"/>
                          <a:pt x="1754" y="5311"/>
                        </a:cubicBezTo>
                        <a:cubicBezTo>
                          <a:pt x="1864" y="5356"/>
                          <a:pt x="1978" y="5394"/>
                          <a:pt x="2092" y="5425"/>
                        </a:cubicBezTo>
                        <a:cubicBezTo>
                          <a:pt x="2123" y="5432"/>
                          <a:pt x="2153" y="5440"/>
                          <a:pt x="2183" y="5446"/>
                        </a:cubicBezTo>
                        <a:cubicBezTo>
                          <a:pt x="2187" y="5447"/>
                          <a:pt x="2228" y="5456"/>
                          <a:pt x="2247" y="5456"/>
                        </a:cubicBezTo>
                        <a:cubicBezTo>
                          <a:pt x="2251" y="5456"/>
                          <a:pt x="2254" y="5456"/>
                          <a:pt x="2255" y="5455"/>
                        </a:cubicBezTo>
                        <a:lnTo>
                          <a:pt x="2255" y="5455"/>
                        </a:lnTo>
                        <a:cubicBezTo>
                          <a:pt x="2258" y="5460"/>
                          <a:pt x="2261" y="5467"/>
                          <a:pt x="2263" y="5470"/>
                        </a:cubicBezTo>
                        <a:cubicBezTo>
                          <a:pt x="2421" y="5708"/>
                          <a:pt x="2566" y="5957"/>
                          <a:pt x="2716" y="6201"/>
                        </a:cubicBezTo>
                        <a:lnTo>
                          <a:pt x="2760" y="6271"/>
                        </a:lnTo>
                        <a:cubicBezTo>
                          <a:pt x="2768" y="6285"/>
                          <a:pt x="2783" y="6292"/>
                          <a:pt x="2798" y="6292"/>
                        </a:cubicBezTo>
                        <a:cubicBezTo>
                          <a:pt x="2812" y="6292"/>
                          <a:pt x="2827" y="6285"/>
                          <a:pt x="2836" y="6271"/>
                        </a:cubicBezTo>
                        <a:lnTo>
                          <a:pt x="3145" y="5771"/>
                        </a:lnTo>
                        <a:cubicBezTo>
                          <a:pt x="3203" y="5680"/>
                          <a:pt x="3260" y="5588"/>
                          <a:pt x="3317" y="5495"/>
                        </a:cubicBezTo>
                        <a:cubicBezTo>
                          <a:pt x="3324" y="5484"/>
                          <a:pt x="3330" y="5472"/>
                          <a:pt x="3338" y="5461"/>
                        </a:cubicBezTo>
                        <a:cubicBezTo>
                          <a:pt x="3338" y="5460"/>
                          <a:pt x="3338" y="5460"/>
                          <a:pt x="3338" y="5460"/>
                        </a:cubicBezTo>
                        <a:lnTo>
                          <a:pt x="3338" y="5460"/>
                        </a:lnTo>
                        <a:cubicBezTo>
                          <a:pt x="3339" y="5460"/>
                          <a:pt x="3341" y="5461"/>
                          <a:pt x="3344" y="5461"/>
                        </a:cubicBezTo>
                        <a:cubicBezTo>
                          <a:pt x="3352" y="5461"/>
                          <a:pt x="3367" y="5458"/>
                          <a:pt x="3370" y="5457"/>
                        </a:cubicBezTo>
                        <a:lnTo>
                          <a:pt x="3400" y="5451"/>
                        </a:lnTo>
                        <a:cubicBezTo>
                          <a:pt x="3425" y="5446"/>
                          <a:pt x="3448" y="5440"/>
                          <a:pt x="3473" y="5434"/>
                        </a:cubicBezTo>
                        <a:cubicBezTo>
                          <a:pt x="3520" y="5423"/>
                          <a:pt x="3566" y="5410"/>
                          <a:pt x="3611" y="5394"/>
                        </a:cubicBezTo>
                        <a:cubicBezTo>
                          <a:pt x="4769" y="5039"/>
                          <a:pt x="5558" y="3968"/>
                          <a:pt x="5556" y="2759"/>
                        </a:cubicBezTo>
                        <a:cubicBezTo>
                          <a:pt x="5556" y="2759"/>
                          <a:pt x="5556" y="2759"/>
                          <a:pt x="5556" y="2758"/>
                        </a:cubicBezTo>
                        <a:lnTo>
                          <a:pt x="5556" y="2758"/>
                        </a:lnTo>
                        <a:cubicBezTo>
                          <a:pt x="5556" y="2758"/>
                          <a:pt x="5556" y="2758"/>
                          <a:pt x="5556" y="2757"/>
                        </a:cubicBezTo>
                        <a:cubicBezTo>
                          <a:pt x="5553" y="1808"/>
                          <a:pt x="5066" y="928"/>
                          <a:pt x="4265" y="421"/>
                        </a:cubicBezTo>
                        <a:cubicBezTo>
                          <a:pt x="3823" y="141"/>
                          <a:pt x="3310" y="1"/>
                          <a:pt x="2796" y="1"/>
                        </a:cubicBezTo>
                        <a:close/>
                      </a:path>
                    </a:pathLst>
                  </a:custGeom>
                  <a:noFill/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3" name="Google Shape;1051;p32">
                    <a:extLst>
                      <a:ext uri="{FF2B5EF4-FFF2-40B4-BE49-F238E27FC236}">
                        <a16:creationId xmlns:a16="http://schemas.microsoft.com/office/drawing/2014/main" id="{BA8483A7-2B46-2584-20B1-03BFB5C05E92}"/>
                      </a:ext>
                    </a:extLst>
                  </p:cNvPr>
                  <p:cNvGrpSpPr/>
                  <p:nvPr/>
                </p:nvGrpSpPr>
                <p:grpSpPr>
                  <a:xfrm>
                    <a:off x="3958444" y="4524542"/>
                    <a:ext cx="309788" cy="308880"/>
                    <a:chOff x="3751105" y="2454571"/>
                    <a:chExt cx="245610" cy="244891"/>
                  </a:xfrm>
                </p:grpSpPr>
                <p:sp>
                  <p:nvSpPr>
                    <p:cNvPr id="15" name="Google Shape;1052;p32">
                      <a:extLst>
                        <a:ext uri="{FF2B5EF4-FFF2-40B4-BE49-F238E27FC236}">
                          <a16:creationId xmlns:a16="http://schemas.microsoft.com/office/drawing/2014/main" id="{F9098593-E02D-8FB1-5875-00DD11AD7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1105" y="2454571"/>
                      <a:ext cx="245610" cy="2448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37" h="4424" extrusionOk="0">
                          <a:moveTo>
                            <a:pt x="2219" y="1"/>
                          </a:moveTo>
                          <a:cubicBezTo>
                            <a:pt x="991" y="1"/>
                            <a:pt x="1" y="991"/>
                            <a:pt x="1" y="2205"/>
                          </a:cubicBezTo>
                          <a:cubicBezTo>
                            <a:pt x="1" y="3433"/>
                            <a:pt x="991" y="4423"/>
                            <a:pt x="2219" y="4423"/>
                          </a:cubicBezTo>
                          <a:cubicBezTo>
                            <a:pt x="3433" y="4423"/>
                            <a:pt x="4437" y="3433"/>
                            <a:pt x="4437" y="2205"/>
                          </a:cubicBezTo>
                          <a:cubicBezTo>
                            <a:pt x="4437" y="991"/>
                            <a:pt x="3433" y="1"/>
                            <a:pt x="2219" y="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" name="Google Shape;1053;p32">
                      <a:extLst>
                        <a:ext uri="{FF2B5EF4-FFF2-40B4-BE49-F238E27FC236}">
                          <a16:creationId xmlns:a16="http://schemas.microsoft.com/office/drawing/2014/main" id="{30F88F6A-DCE6-A1A7-1BC0-134A508784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8121" y="2510868"/>
                      <a:ext cx="131579" cy="1315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77" h="2377" extrusionOk="0">
                          <a:moveTo>
                            <a:pt x="2377" y="1188"/>
                          </a:moveTo>
                          <a:cubicBezTo>
                            <a:pt x="2377" y="1848"/>
                            <a:pt x="1849" y="2376"/>
                            <a:pt x="1189" y="2376"/>
                          </a:cubicBezTo>
                          <a:cubicBezTo>
                            <a:pt x="529" y="2376"/>
                            <a:pt x="1" y="1848"/>
                            <a:pt x="1" y="1188"/>
                          </a:cubicBezTo>
                          <a:cubicBezTo>
                            <a:pt x="1" y="528"/>
                            <a:pt x="529" y="0"/>
                            <a:pt x="1189" y="0"/>
                          </a:cubicBezTo>
                          <a:cubicBezTo>
                            <a:pt x="1849" y="0"/>
                            <a:pt x="2377" y="528"/>
                            <a:pt x="2377" y="1188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sp>
            <p:nvSpPr>
              <p:cNvPr id="14" name="Google Shape;1054;p32">
                <a:extLst>
                  <a:ext uri="{FF2B5EF4-FFF2-40B4-BE49-F238E27FC236}">
                    <a16:creationId xmlns:a16="http://schemas.microsoft.com/office/drawing/2014/main" id="{698C27C7-751C-7DA9-DD4F-4654579095F6}"/>
                  </a:ext>
                </a:extLst>
              </p:cNvPr>
              <p:cNvSpPr/>
              <p:nvPr/>
            </p:nvSpPr>
            <p:spPr>
              <a:xfrm rot="13500000">
                <a:off x="10267388" y="4363372"/>
                <a:ext cx="1201810" cy="1201810"/>
              </a:xfrm>
              <a:prstGeom prst="rtTriangle">
                <a:avLst/>
              </a:prstGeom>
              <a:solidFill>
                <a:srgbClr val="E9E9E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91" name="TextBox 3090">
              <a:extLst>
                <a:ext uri="{FF2B5EF4-FFF2-40B4-BE49-F238E27FC236}">
                  <a16:creationId xmlns:a16="http://schemas.microsoft.com/office/drawing/2014/main" id="{4BF73B7D-44F9-6FC0-029A-B73A9B7B0A45}"/>
                </a:ext>
              </a:extLst>
            </p:cNvPr>
            <p:cNvSpPr txBox="1"/>
            <p:nvPr/>
          </p:nvSpPr>
          <p:spPr>
            <a:xfrm>
              <a:off x="1793091" y="2181796"/>
              <a:ext cx="77296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3092" name="TextBox 3091">
              <a:extLst>
                <a:ext uri="{FF2B5EF4-FFF2-40B4-BE49-F238E27FC236}">
                  <a16:creationId xmlns:a16="http://schemas.microsoft.com/office/drawing/2014/main" id="{69DF6DF8-8F63-32F3-AABD-1B4DF1D90AFB}"/>
                </a:ext>
              </a:extLst>
            </p:cNvPr>
            <p:cNvSpPr txBox="1"/>
            <p:nvPr/>
          </p:nvSpPr>
          <p:spPr>
            <a:xfrm>
              <a:off x="9129403" y="2193214"/>
              <a:ext cx="84831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3093" name="TextBox 3092">
              <a:extLst>
                <a:ext uri="{FF2B5EF4-FFF2-40B4-BE49-F238E27FC236}">
                  <a16:creationId xmlns:a16="http://schemas.microsoft.com/office/drawing/2014/main" id="{0D11EBC0-0D95-F2B8-B0AF-304E591658E1}"/>
                </a:ext>
              </a:extLst>
            </p:cNvPr>
            <p:cNvSpPr txBox="1"/>
            <p:nvPr/>
          </p:nvSpPr>
          <p:spPr>
            <a:xfrm>
              <a:off x="6665949" y="2193214"/>
              <a:ext cx="8595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3094" name="TextBox 3093">
              <a:extLst>
                <a:ext uri="{FF2B5EF4-FFF2-40B4-BE49-F238E27FC236}">
                  <a16:creationId xmlns:a16="http://schemas.microsoft.com/office/drawing/2014/main" id="{0C4FA522-CDDB-BD04-D403-E724EC9AF6F0}"/>
                </a:ext>
              </a:extLst>
            </p:cNvPr>
            <p:cNvSpPr txBox="1"/>
            <p:nvPr/>
          </p:nvSpPr>
          <p:spPr>
            <a:xfrm>
              <a:off x="4213726" y="2193214"/>
              <a:ext cx="84831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02</a:t>
              </a:r>
            </a:p>
          </p:txBody>
        </p:sp>
        <p:grpSp>
          <p:nvGrpSpPr>
            <p:cNvPr id="3100" name="Group 3099">
              <a:extLst>
                <a:ext uri="{FF2B5EF4-FFF2-40B4-BE49-F238E27FC236}">
                  <a16:creationId xmlns:a16="http://schemas.microsoft.com/office/drawing/2014/main" id="{EC788EA9-53B7-5F99-162B-94245D8F2363}"/>
                </a:ext>
              </a:extLst>
            </p:cNvPr>
            <p:cNvGrpSpPr/>
            <p:nvPr/>
          </p:nvGrpSpPr>
          <p:grpSpPr>
            <a:xfrm>
              <a:off x="3488542" y="4521821"/>
              <a:ext cx="2298678" cy="1873709"/>
              <a:chOff x="3488542" y="4331321"/>
              <a:chExt cx="2298678" cy="1873709"/>
            </a:xfrm>
          </p:grpSpPr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1E6CB3B6-527E-7F40-27BA-34832E2179A8}"/>
                  </a:ext>
                </a:extLst>
              </p:cNvPr>
              <p:cNvSpPr/>
              <p:nvPr/>
            </p:nvSpPr>
            <p:spPr>
              <a:xfrm>
                <a:off x="3488542" y="4331321"/>
                <a:ext cx="2298678" cy="1873709"/>
              </a:xfrm>
              <a:custGeom>
                <a:avLst/>
                <a:gdLst>
                  <a:gd name="connsiteX0" fmla="*/ 785014 w 1570028"/>
                  <a:gd name="connsiteY0" fmla="*/ 0 h 1407745"/>
                  <a:gd name="connsiteX1" fmla="*/ 945138 w 1570028"/>
                  <a:gd name="connsiteY1" fmla="*/ 276075 h 1407745"/>
                  <a:gd name="connsiteX2" fmla="*/ 1381416 w 1570028"/>
                  <a:gd name="connsiteY2" fmla="*/ 276075 h 1407745"/>
                  <a:gd name="connsiteX3" fmla="*/ 1570028 w 1570028"/>
                  <a:gd name="connsiteY3" fmla="*/ 464687 h 1407745"/>
                  <a:gd name="connsiteX4" fmla="*/ 1570028 w 1570028"/>
                  <a:gd name="connsiteY4" fmla="*/ 1219133 h 1407745"/>
                  <a:gd name="connsiteX5" fmla="*/ 1381416 w 1570028"/>
                  <a:gd name="connsiteY5" fmla="*/ 1407745 h 1407745"/>
                  <a:gd name="connsiteX6" fmla="*/ 188612 w 1570028"/>
                  <a:gd name="connsiteY6" fmla="*/ 1407745 h 1407745"/>
                  <a:gd name="connsiteX7" fmla="*/ 0 w 1570028"/>
                  <a:gd name="connsiteY7" fmla="*/ 1219133 h 1407745"/>
                  <a:gd name="connsiteX8" fmla="*/ 0 w 1570028"/>
                  <a:gd name="connsiteY8" fmla="*/ 464687 h 1407745"/>
                  <a:gd name="connsiteX9" fmla="*/ 188612 w 1570028"/>
                  <a:gd name="connsiteY9" fmla="*/ 276075 h 1407745"/>
                  <a:gd name="connsiteX10" fmla="*/ 624891 w 1570028"/>
                  <a:gd name="connsiteY10" fmla="*/ 276075 h 1407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70028" h="1407745">
                    <a:moveTo>
                      <a:pt x="785014" y="0"/>
                    </a:moveTo>
                    <a:lnTo>
                      <a:pt x="945138" y="276075"/>
                    </a:lnTo>
                    <a:lnTo>
                      <a:pt x="1381416" y="276075"/>
                    </a:lnTo>
                    <a:cubicBezTo>
                      <a:pt x="1485584" y="276075"/>
                      <a:pt x="1570028" y="360519"/>
                      <a:pt x="1570028" y="464687"/>
                    </a:cubicBezTo>
                    <a:lnTo>
                      <a:pt x="1570028" y="1219133"/>
                    </a:lnTo>
                    <a:cubicBezTo>
                      <a:pt x="1570028" y="1323301"/>
                      <a:pt x="1485584" y="1407745"/>
                      <a:pt x="1381416" y="1407745"/>
                    </a:cubicBezTo>
                    <a:lnTo>
                      <a:pt x="188612" y="1407745"/>
                    </a:lnTo>
                    <a:cubicBezTo>
                      <a:pt x="84444" y="1407745"/>
                      <a:pt x="0" y="1323301"/>
                      <a:pt x="0" y="1219133"/>
                    </a:cubicBezTo>
                    <a:lnTo>
                      <a:pt x="0" y="464687"/>
                    </a:lnTo>
                    <a:cubicBezTo>
                      <a:pt x="0" y="360519"/>
                      <a:pt x="84444" y="276075"/>
                      <a:pt x="188612" y="276075"/>
                    </a:cubicBezTo>
                    <a:lnTo>
                      <a:pt x="624891" y="27607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95" name="TextBox 3094">
                <a:extLst>
                  <a:ext uri="{FF2B5EF4-FFF2-40B4-BE49-F238E27FC236}">
                    <a16:creationId xmlns:a16="http://schemas.microsoft.com/office/drawing/2014/main" id="{D552EEBB-D310-1399-57FC-2819C4E0147F}"/>
                  </a:ext>
                </a:extLst>
              </p:cNvPr>
              <p:cNvSpPr txBox="1"/>
              <p:nvPr/>
            </p:nvSpPr>
            <p:spPr>
              <a:xfrm>
                <a:off x="3548526" y="4814466"/>
                <a:ext cx="2178711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b="1" dirty="0">
                    <a:solidFill>
                      <a:schemeClr val="bg1"/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Incubation</a:t>
                </a:r>
                <a:endParaRPr lang="en-US" b="1" dirty="0">
                  <a:solidFill>
                    <a:schemeClr val="bg1"/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Blue is a color of serenity, trustworthiness, and welcome.</a:t>
                </a:r>
              </a:p>
            </p:txBody>
          </p:sp>
        </p:grpSp>
        <p:grpSp>
          <p:nvGrpSpPr>
            <p:cNvPr id="3102" name="Group 3101">
              <a:extLst>
                <a:ext uri="{FF2B5EF4-FFF2-40B4-BE49-F238E27FC236}">
                  <a16:creationId xmlns:a16="http://schemas.microsoft.com/office/drawing/2014/main" id="{E4E28E19-566A-13CA-8495-A3CDB79EBE62}"/>
                </a:ext>
              </a:extLst>
            </p:cNvPr>
            <p:cNvGrpSpPr/>
            <p:nvPr/>
          </p:nvGrpSpPr>
          <p:grpSpPr>
            <a:xfrm>
              <a:off x="8404219" y="4521821"/>
              <a:ext cx="2298678" cy="1873709"/>
              <a:chOff x="8404219" y="4331321"/>
              <a:chExt cx="2298678" cy="1873709"/>
            </a:xfrm>
          </p:grpSpPr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8133CEB7-F977-A888-F5F2-5A831890716D}"/>
                  </a:ext>
                </a:extLst>
              </p:cNvPr>
              <p:cNvSpPr/>
              <p:nvPr/>
            </p:nvSpPr>
            <p:spPr>
              <a:xfrm>
                <a:off x="8404219" y="4331321"/>
                <a:ext cx="2298678" cy="1873709"/>
              </a:xfrm>
              <a:custGeom>
                <a:avLst/>
                <a:gdLst>
                  <a:gd name="connsiteX0" fmla="*/ 785014 w 1570028"/>
                  <a:gd name="connsiteY0" fmla="*/ 0 h 1407745"/>
                  <a:gd name="connsiteX1" fmla="*/ 945138 w 1570028"/>
                  <a:gd name="connsiteY1" fmla="*/ 276075 h 1407745"/>
                  <a:gd name="connsiteX2" fmla="*/ 1381416 w 1570028"/>
                  <a:gd name="connsiteY2" fmla="*/ 276075 h 1407745"/>
                  <a:gd name="connsiteX3" fmla="*/ 1570028 w 1570028"/>
                  <a:gd name="connsiteY3" fmla="*/ 464687 h 1407745"/>
                  <a:gd name="connsiteX4" fmla="*/ 1570028 w 1570028"/>
                  <a:gd name="connsiteY4" fmla="*/ 1219133 h 1407745"/>
                  <a:gd name="connsiteX5" fmla="*/ 1381416 w 1570028"/>
                  <a:gd name="connsiteY5" fmla="*/ 1407745 h 1407745"/>
                  <a:gd name="connsiteX6" fmla="*/ 188612 w 1570028"/>
                  <a:gd name="connsiteY6" fmla="*/ 1407745 h 1407745"/>
                  <a:gd name="connsiteX7" fmla="*/ 0 w 1570028"/>
                  <a:gd name="connsiteY7" fmla="*/ 1219133 h 1407745"/>
                  <a:gd name="connsiteX8" fmla="*/ 0 w 1570028"/>
                  <a:gd name="connsiteY8" fmla="*/ 464687 h 1407745"/>
                  <a:gd name="connsiteX9" fmla="*/ 188612 w 1570028"/>
                  <a:gd name="connsiteY9" fmla="*/ 276075 h 1407745"/>
                  <a:gd name="connsiteX10" fmla="*/ 624891 w 1570028"/>
                  <a:gd name="connsiteY10" fmla="*/ 276075 h 1407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70028" h="1407745">
                    <a:moveTo>
                      <a:pt x="785014" y="0"/>
                    </a:moveTo>
                    <a:lnTo>
                      <a:pt x="945138" y="276075"/>
                    </a:lnTo>
                    <a:lnTo>
                      <a:pt x="1381416" y="276075"/>
                    </a:lnTo>
                    <a:cubicBezTo>
                      <a:pt x="1485584" y="276075"/>
                      <a:pt x="1570028" y="360519"/>
                      <a:pt x="1570028" y="464687"/>
                    </a:cubicBezTo>
                    <a:lnTo>
                      <a:pt x="1570028" y="1219133"/>
                    </a:lnTo>
                    <a:cubicBezTo>
                      <a:pt x="1570028" y="1323301"/>
                      <a:pt x="1485584" y="1407745"/>
                      <a:pt x="1381416" y="1407745"/>
                    </a:cubicBezTo>
                    <a:lnTo>
                      <a:pt x="188612" y="1407745"/>
                    </a:lnTo>
                    <a:cubicBezTo>
                      <a:pt x="84444" y="1407745"/>
                      <a:pt x="0" y="1323301"/>
                      <a:pt x="0" y="1219133"/>
                    </a:cubicBezTo>
                    <a:lnTo>
                      <a:pt x="0" y="464687"/>
                    </a:lnTo>
                    <a:cubicBezTo>
                      <a:pt x="0" y="360519"/>
                      <a:pt x="84444" y="276075"/>
                      <a:pt x="188612" y="276075"/>
                    </a:cubicBezTo>
                    <a:lnTo>
                      <a:pt x="624891" y="27607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96" name="TextBox 3095">
                <a:extLst>
                  <a:ext uri="{FF2B5EF4-FFF2-40B4-BE49-F238E27FC236}">
                    <a16:creationId xmlns:a16="http://schemas.microsoft.com/office/drawing/2014/main" id="{55C87C61-EC35-FD22-5F73-DCCF77529BD9}"/>
                  </a:ext>
                </a:extLst>
              </p:cNvPr>
              <p:cNvSpPr txBox="1"/>
              <p:nvPr/>
            </p:nvSpPr>
            <p:spPr>
              <a:xfrm flipH="1">
                <a:off x="8526763" y="4814466"/>
                <a:ext cx="2039562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bg1"/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Verification</a:t>
                </a:r>
                <a:endParaRPr lang="en-US" b="1" dirty="0">
                  <a:solidFill>
                    <a:schemeClr val="bg1"/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Orange is a color of playfulness and energy.</a:t>
                </a:r>
              </a:p>
            </p:txBody>
          </p:sp>
        </p:grpSp>
        <p:grpSp>
          <p:nvGrpSpPr>
            <p:cNvPr id="3099" name="Group 3098">
              <a:extLst>
                <a:ext uri="{FF2B5EF4-FFF2-40B4-BE49-F238E27FC236}">
                  <a16:creationId xmlns:a16="http://schemas.microsoft.com/office/drawing/2014/main" id="{5EDB7E5E-1D1F-30D0-FD7C-1BF8AD4CDAA0}"/>
                </a:ext>
              </a:extLst>
            </p:cNvPr>
            <p:cNvGrpSpPr/>
            <p:nvPr/>
          </p:nvGrpSpPr>
          <p:grpSpPr>
            <a:xfrm>
              <a:off x="1030703" y="4521821"/>
              <a:ext cx="2298678" cy="1873709"/>
              <a:chOff x="1030703" y="4331321"/>
              <a:chExt cx="2298678" cy="1873709"/>
            </a:xfrm>
          </p:grpSpPr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B11757C4-F30F-9095-146B-A07C2BB26A3D}"/>
                  </a:ext>
                </a:extLst>
              </p:cNvPr>
              <p:cNvSpPr/>
              <p:nvPr/>
            </p:nvSpPr>
            <p:spPr>
              <a:xfrm>
                <a:off x="1030703" y="4331321"/>
                <a:ext cx="2298678" cy="1873709"/>
              </a:xfrm>
              <a:custGeom>
                <a:avLst/>
                <a:gdLst>
                  <a:gd name="connsiteX0" fmla="*/ 785014 w 1570028"/>
                  <a:gd name="connsiteY0" fmla="*/ 0 h 1407745"/>
                  <a:gd name="connsiteX1" fmla="*/ 945138 w 1570028"/>
                  <a:gd name="connsiteY1" fmla="*/ 276075 h 1407745"/>
                  <a:gd name="connsiteX2" fmla="*/ 1381416 w 1570028"/>
                  <a:gd name="connsiteY2" fmla="*/ 276075 h 1407745"/>
                  <a:gd name="connsiteX3" fmla="*/ 1570028 w 1570028"/>
                  <a:gd name="connsiteY3" fmla="*/ 464687 h 1407745"/>
                  <a:gd name="connsiteX4" fmla="*/ 1570028 w 1570028"/>
                  <a:gd name="connsiteY4" fmla="*/ 1219133 h 1407745"/>
                  <a:gd name="connsiteX5" fmla="*/ 1381416 w 1570028"/>
                  <a:gd name="connsiteY5" fmla="*/ 1407745 h 1407745"/>
                  <a:gd name="connsiteX6" fmla="*/ 188612 w 1570028"/>
                  <a:gd name="connsiteY6" fmla="*/ 1407745 h 1407745"/>
                  <a:gd name="connsiteX7" fmla="*/ 0 w 1570028"/>
                  <a:gd name="connsiteY7" fmla="*/ 1219133 h 1407745"/>
                  <a:gd name="connsiteX8" fmla="*/ 0 w 1570028"/>
                  <a:gd name="connsiteY8" fmla="*/ 464687 h 1407745"/>
                  <a:gd name="connsiteX9" fmla="*/ 188612 w 1570028"/>
                  <a:gd name="connsiteY9" fmla="*/ 276075 h 1407745"/>
                  <a:gd name="connsiteX10" fmla="*/ 624891 w 1570028"/>
                  <a:gd name="connsiteY10" fmla="*/ 276075 h 1407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70028" h="1407745">
                    <a:moveTo>
                      <a:pt x="785014" y="0"/>
                    </a:moveTo>
                    <a:lnTo>
                      <a:pt x="945138" y="276075"/>
                    </a:lnTo>
                    <a:lnTo>
                      <a:pt x="1381416" y="276075"/>
                    </a:lnTo>
                    <a:cubicBezTo>
                      <a:pt x="1485584" y="276075"/>
                      <a:pt x="1570028" y="360519"/>
                      <a:pt x="1570028" y="464687"/>
                    </a:cubicBezTo>
                    <a:lnTo>
                      <a:pt x="1570028" y="1219133"/>
                    </a:lnTo>
                    <a:cubicBezTo>
                      <a:pt x="1570028" y="1323301"/>
                      <a:pt x="1485584" y="1407745"/>
                      <a:pt x="1381416" y="1407745"/>
                    </a:cubicBezTo>
                    <a:lnTo>
                      <a:pt x="188612" y="1407745"/>
                    </a:lnTo>
                    <a:cubicBezTo>
                      <a:pt x="84444" y="1407745"/>
                      <a:pt x="0" y="1323301"/>
                      <a:pt x="0" y="1219133"/>
                    </a:cubicBezTo>
                    <a:lnTo>
                      <a:pt x="0" y="464687"/>
                    </a:lnTo>
                    <a:cubicBezTo>
                      <a:pt x="0" y="360519"/>
                      <a:pt x="84444" y="276075"/>
                      <a:pt x="188612" y="276075"/>
                    </a:cubicBezTo>
                    <a:lnTo>
                      <a:pt x="624891" y="276075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97" name="TextBox 3096">
                <a:extLst>
                  <a:ext uri="{FF2B5EF4-FFF2-40B4-BE49-F238E27FC236}">
                    <a16:creationId xmlns:a16="http://schemas.microsoft.com/office/drawing/2014/main" id="{E2F458DD-1DBF-BA1F-776A-72925C91C24D}"/>
                  </a:ext>
                </a:extLst>
              </p:cNvPr>
              <p:cNvSpPr txBox="1"/>
              <p:nvPr/>
            </p:nvSpPr>
            <p:spPr>
              <a:xfrm>
                <a:off x="1090687" y="4814466"/>
                <a:ext cx="2178711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b="1" dirty="0">
                    <a:solidFill>
                      <a:schemeClr val="bg1"/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Preparation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Yellow is a color of happiness, friendliness, and warning.</a:t>
                </a:r>
              </a:p>
            </p:txBody>
          </p:sp>
        </p:grpSp>
        <p:grpSp>
          <p:nvGrpSpPr>
            <p:cNvPr id="3101" name="Group 3100">
              <a:extLst>
                <a:ext uri="{FF2B5EF4-FFF2-40B4-BE49-F238E27FC236}">
                  <a16:creationId xmlns:a16="http://schemas.microsoft.com/office/drawing/2014/main" id="{BA34B2CC-A371-B8B1-DC66-1E196DEAFA7F}"/>
                </a:ext>
              </a:extLst>
            </p:cNvPr>
            <p:cNvGrpSpPr/>
            <p:nvPr/>
          </p:nvGrpSpPr>
          <p:grpSpPr>
            <a:xfrm>
              <a:off x="5946381" y="4521821"/>
              <a:ext cx="2298678" cy="1873709"/>
              <a:chOff x="5946381" y="4331321"/>
              <a:chExt cx="2298678" cy="1873709"/>
            </a:xfrm>
          </p:grpSpPr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7B381EEF-BE5C-7B98-9317-EB487F0559D0}"/>
                  </a:ext>
                </a:extLst>
              </p:cNvPr>
              <p:cNvSpPr/>
              <p:nvPr/>
            </p:nvSpPr>
            <p:spPr>
              <a:xfrm>
                <a:off x="5946381" y="4331321"/>
                <a:ext cx="2298678" cy="1873709"/>
              </a:xfrm>
              <a:custGeom>
                <a:avLst/>
                <a:gdLst>
                  <a:gd name="connsiteX0" fmla="*/ 785014 w 1570028"/>
                  <a:gd name="connsiteY0" fmla="*/ 0 h 1407745"/>
                  <a:gd name="connsiteX1" fmla="*/ 945138 w 1570028"/>
                  <a:gd name="connsiteY1" fmla="*/ 276075 h 1407745"/>
                  <a:gd name="connsiteX2" fmla="*/ 1381416 w 1570028"/>
                  <a:gd name="connsiteY2" fmla="*/ 276075 h 1407745"/>
                  <a:gd name="connsiteX3" fmla="*/ 1570028 w 1570028"/>
                  <a:gd name="connsiteY3" fmla="*/ 464687 h 1407745"/>
                  <a:gd name="connsiteX4" fmla="*/ 1570028 w 1570028"/>
                  <a:gd name="connsiteY4" fmla="*/ 1219133 h 1407745"/>
                  <a:gd name="connsiteX5" fmla="*/ 1381416 w 1570028"/>
                  <a:gd name="connsiteY5" fmla="*/ 1407745 h 1407745"/>
                  <a:gd name="connsiteX6" fmla="*/ 188612 w 1570028"/>
                  <a:gd name="connsiteY6" fmla="*/ 1407745 h 1407745"/>
                  <a:gd name="connsiteX7" fmla="*/ 0 w 1570028"/>
                  <a:gd name="connsiteY7" fmla="*/ 1219133 h 1407745"/>
                  <a:gd name="connsiteX8" fmla="*/ 0 w 1570028"/>
                  <a:gd name="connsiteY8" fmla="*/ 464687 h 1407745"/>
                  <a:gd name="connsiteX9" fmla="*/ 188612 w 1570028"/>
                  <a:gd name="connsiteY9" fmla="*/ 276075 h 1407745"/>
                  <a:gd name="connsiteX10" fmla="*/ 624891 w 1570028"/>
                  <a:gd name="connsiteY10" fmla="*/ 276075 h 1407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70028" h="1407745">
                    <a:moveTo>
                      <a:pt x="785014" y="0"/>
                    </a:moveTo>
                    <a:lnTo>
                      <a:pt x="945138" y="276075"/>
                    </a:lnTo>
                    <a:lnTo>
                      <a:pt x="1381416" y="276075"/>
                    </a:lnTo>
                    <a:cubicBezTo>
                      <a:pt x="1485584" y="276075"/>
                      <a:pt x="1570028" y="360519"/>
                      <a:pt x="1570028" y="464687"/>
                    </a:cubicBezTo>
                    <a:lnTo>
                      <a:pt x="1570028" y="1219133"/>
                    </a:lnTo>
                    <a:cubicBezTo>
                      <a:pt x="1570028" y="1323301"/>
                      <a:pt x="1485584" y="1407745"/>
                      <a:pt x="1381416" y="1407745"/>
                    </a:cubicBezTo>
                    <a:lnTo>
                      <a:pt x="188612" y="1407745"/>
                    </a:lnTo>
                    <a:cubicBezTo>
                      <a:pt x="84444" y="1407745"/>
                      <a:pt x="0" y="1323301"/>
                      <a:pt x="0" y="1219133"/>
                    </a:cubicBezTo>
                    <a:lnTo>
                      <a:pt x="0" y="464687"/>
                    </a:lnTo>
                    <a:cubicBezTo>
                      <a:pt x="0" y="360519"/>
                      <a:pt x="84444" y="276075"/>
                      <a:pt x="188612" y="276075"/>
                    </a:cubicBezTo>
                    <a:lnTo>
                      <a:pt x="624891" y="27607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98" name="TextBox 3097">
                <a:extLst>
                  <a:ext uri="{FF2B5EF4-FFF2-40B4-BE49-F238E27FC236}">
                    <a16:creationId xmlns:a16="http://schemas.microsoft.com/office/drawing/2014/main" id="{F0DC232A-DB66-155F-7A62-DBEF8C0C21F6}"/>
                  </a:ext>
                </a:extLst>
              </p:cNvPr>
              <p:cNvSpPr txBox="1"/>
              <p:nvPr/>
            </p:nvSpPr>
            <p:spPr>
              <a:xfrm>
                <a:off x="6006365" y="4814466"/>
                <a:ext cx="2178711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b="1" dirty="0">
                    <a:solidFill>
                      <a:schemeClr val="bg1"/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Illumination</a:t>
                </a:r>
                <a:endParaRPr lang="en-US" b="1" dirty="0">
                  <a:solidFill>
                    <a:schemeClr val="bg1"/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</a:rPr>
                  <a:t>Purple is a color of luxury, mystery, and romance.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7814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ED9192C-632B-1D87-20B2-527A3FC6E6CC}"/>
              </a:ext>
            </a:extLst>
          </p:cNvPr>
          <p:cNvGrpSpPr/>
          <p:nvPr/>
        </p:nvGrpSpPr>
        <p:grpSpPr>
          <a:xfrm>
            <a:off x="373903" y="2806727"/>
            <a:ext cx="11444194" cy="3046663"/>
            <a:chOff x="373903" y="3238527"/>
            <a:chExt cx="11444194" cy="3046663"/>
          </a:xfrm>
        </p:grpSpPr>
        <p:cxnSp>
          <p:nvCxnSpPr>
            <p:cNvPr id="14" name="Google Shape;1292;p37">
              <a:extLst>
                <a:ext uri="{FF2B5EF4-FFF2-40B4-BE49-F238E27FC236}">
                  <a16:creationId xmlns:a16="http://schemas.microsoft.com/office/drawing/2014/main" id="{A2FC0E27-8D4C-5771-4B93-42DAF9469402}"/>
                </a:ext>
              </a:extLst>
            </p:cNvPr>
            <p:cNvCxnSpPr>
              <a:stCxn id="3" idx="6"/>
              <a:endCxn id="6" idx="0"/>
            </p:cNvCxnSpPr>
            <p:nvPr/>
          </p:nvCxnSpPr>
          <p:spPr>
            <a:xfrm flipV="1">
              <a:off x="2496124" y="3238527"/>
              <a:ext cx="2135024" cy="796296"/>
            </a:xfrm>
            <a:prstGeom prst="bentConnector4">
              <a:avLst>
                <a:gd name="adj1" fmla="val 31361"/>
                <a:gd name="adj2" fmla="val 128708"/>
              </a:avLst>
            </a:pr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oval" w="med" len="med"/>
            </a:ln>
          </p:spPr>
        </p:cxnSp>
        <p:cxnSp>
          <p:nvCxnSpPr>
            <p:cNvPr id="16" name="Google Shape;1294;p37">
              <a:extLst>
                <a:ext uri="{FF2B5EF4-FFF2-40B4-BE49-F238E27FC236}">
                  <a16:creationId xmlns:a16="http://schemas.microsoft.com/office/drawing/2014/main" id="{F9A0914D-2503-2FB4-E2EC-B2085171F845}"/>
                </a:ext>
              </a:extLst>
            </p:cNvPr>
            <p:cNvCxnSpPr>
              <a:stCxn id="9" idx="6"/>
              <a:endCxn id="12" idx="0"/>
            </p:cNvCxnSpPr>
            <p:nvPr/>
          </p:nvCxnSpPr>
          <p:spPr>
            <a:xfrm flipV="1">
              <a:off x="8356764" y="3239116"/>
              <a:ext cx="2134409" cy="795707"/>
            </a:xfrm>
            <a:prstGeom prst="bentConnector4">
              <a:avLst>
                <a:gd name="adj1" fmla="val 31370"/>
                <a:gd name="adj2" fmla="val 128729"/>
              </a:avLst>
            </a:pr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oval" w="med" len="med"/>
            </a:ln>
          </p:spPr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F7B26E2-D365-9185-74CD-DA20BA00EBD8}"/>
                </a:ext>
              </a:extLst>
            </p:cNvPr>
            <p:cNvGrpSpPr/>
            <p:nvPr/>
          </p:nvGrpSpPr>
          <p:grpSpPr>
            <a:xfrm>
              <a:off x="905531" y="3239116"/>
              <a:ext cx="1590593" cy="1591414"/>
              <a:chOff x="905531" y="3239116"/>
              <a:chExt cx="1590593" cy="1591414"/>
            </a:xfrm>
          </p:grpSpPr>
          <p:grpSp>
            <p:nvGrpSpPr>
              <p:cNvPr id="2" name="Google Shape;1280;p37">
                <a:extLst>
                  <a:ext uri="{FF2B5EF4-FFF2-40B4-BE49-F238E27FC236}">
                    <a16:creationId xmlns:a16="http://schemas.microsoft.com/office/drawing/2014/main" id="{F9956670-E5B7-3F6C-514F-1E7EAFF4AA93}"/>
                  </a:ext>
                </a:extLst>
              </p:cNvPr>
              <p:cNvGrpSpPr/>
              <p:nvPr/>
            </p:nvGrpSpPr>
            <p:grpSpPr>
              <a:xfrm>
                <a:off x="905531" y="3239116"/>
                <a:ext cx="1590593" cy="1591414"/>
                <a:chOff x="778396" y="2360990"/>
                <a:chExt cx="1162500" cy="1163100"/>
              </a:xfrm>
            </p:grpSpPr>
            <p:sp>
              <p:nvSpPr>
                <p:cNvPr id="3" name="Google Shape;1281;p37">
                  <a:extLst>
                    <a:ext uri="{FF2B5EF4-FFF2-40B4-BE49-F238E27FC236}">
                      <a16:creationId xmlns:a16="http://schemas.microsoft.com/office/drawing/2014/main" id="{F61CB280-F1C2-95BD-52C4-979D85081EB5}"/>
                    </a:ext>
                  </a:extLst>
                </p:cNvPr>
                <p:cNvSpPr/>
                <p:nvPr/>
              </p:nvSpPr>
              <p:spPr>
                <a:xfrm>
                  <a:off x="778396" y="2360990"/>
                  <a:ext cx="1162500" cy="1163100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" name="Google Shape;1282;p37">
                  <a:extLst>
                    <a:ext uri="{FF2B5EF4-FFF2-40B4-BE49-F238E27FC236}">
                      <a16:creationId xmlns:a16="http://schemas.microsoft.com/office/drawing/2014/main" id="{1AF35E43-359C-1190-6337-1D07F6BD1327}"/>
                    </a:ext>
                  </a:extLst>
                </p:cNvPr>
                <p:cNvSpPr/>
                <p:nvPr/>
              </p:nvSpPr>
              <p:spPr>
                <a:xfrm>
                  <a:off x="926746" y="2509844"/>
                  <a:ext cx="865800" cy="865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E372AE-8B15-B4FD-761F-AD9AD7FC1A7C}"/>
                  </a:ext>
                </a:extLst>
              </p:cNvPr>
              <p:cNvSpPr txBox="1"/>
              <p:nvPr/>
            </p:nvSpPr>
            <p:spPr>
              <a:xfrm>
                <a:off x="1340793" y="3680880"/>
                <a:ext cx="72006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Lora" pitchFamily="2" charset="0"/>
                  </a:rPr>
                  <a:t>01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CBD42BE-FF77-1853-3185-B077EFAE165E}"/>
                </a:ext>
              </a:extLst>
            </p:cNvPr>
            <p:cNvGrpSpPr/>
            <p:nvPr/>
          </p:nvGrpSpPr>
          <p:grpSpPr>
            <a:xfrm>
              <a:off x="9695876" y="3239116"/>
              <a:ext cx="1590593" cy="1591414"/>
              <a:chOff x="9695876" y="3239116"/>
              <a:chExt cx="1590593" cy="1591414"/>
            </a:xfrm>
          </p:grpSpPr>
          <p:grpSp>
            <p:nvGrpSpPr>
              <p:cNvPr id="11" name="Google Shape;1289;p37">
                <a:extLst>
                  <a:ext uri="{FF2B5EF4-FFF2-40B4-BE49-F238E27FC236}">
                    <a16:creationId xmlns:a16="http://schemas.microsoft.com/office/drawing/2014/main" id="{CF9350B7-754B-1FC9-77F7-FCC05F7C8BF4}"/>
                  </a:ext>
                </a:extLst>
              </p:cNvPr>
              <p:cNvGrpSpPr/>
              <p:nvPr/>
            </p:nvGrpSpPr>
            <p:grpSpPr>
              <a:xfrm>
                <a:off x="9695876" y="3239116"/>
                <a:ext cx="1590593" cy="1591414"/>
                <a:chOff x="7202901" y="2360990"/>
                <a:chExt cx="1162500" cy="1163100"/>
              </a:xfrm>
            </p:grpSpPr>
            <p:sp>
              <p:nvSpPr>
                <p:cNvPr id="12" name="Google Shape;1290;p37">
                  <a:extLst>
                    <a:ext uri="{FF2B5EF4-FFF2-40B4-BE49-F238E27FC236}">
                      <a16:creationId xmlns:a16="http://schemas.microsoft.com/office/drawing/2014/main" id="{69ED67BC-1BD2-98C1-149A-777DF36718D7}"/>
                    </a:ext>
                  </a:extLst>
                </p:cNvPr>
                <p:cNvSpPr/>
                <p:nvPr/>
              </p:nvSpPr>
              <p:spPr>
                <a:xfrm>
                  <a:off x="7202901" y="2360990"/>
                  <a:ext cx="1162500" cy="1163100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1291;p37">
                  <a:extLst>
                    <a:ext uri="{FF2B5EF4-FFF2-40B4-BE49-F238E27FC236}">
                      <a16:creationId xmlns:a16="http://schemas.microsoft.com/office/drawing/2014/main" id="{9D0A7097-73A0-43BB-4BF7-0B78523B7635}"/>
                    </a:ext>
                  </a:extLst>
                </p:cNvPr>
                <p:cNvSpPr/>
                <p:nvPr/>
              </p:nvSpPr>
              <p:spPr>
                <a:xfrm>
                  <a:off x="7351251" y="2509844"/>
                  <a:ext cx="865800" cy="865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A98F73-50B0-06B9-96E3-583DAA30197C}"/>
                  </a:ext>
                </a:extLst>
              </p:cNvPr>
              <p:cNvSpPr txBox="1"/>
              <p:nvPr/>
            </p:nvSpPr>
            <p:spPr>
              <a:xfrm>
                <a:off x="10095070" y="3680880"/>
                <a:ext cx="79220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Lora" pitchFamily="2" charset="0"/>
                  </a:rPr>
                  <a:t>04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B4A9341-3B32-EC97-473B-00E43665D756}"/>
                </a:ext>
              </a:extLst>
            </p:cNvPr>
            <p:cNvGrpSpPr/>
            <p:nvPr/>
          </p:nvGrpSpPr>
          <p:grpSpPr>
            <a:xfrm>
              <a:off x="3835235" y="3238527"/>
              <a:ext cx="1591825" cy="1591825"/>
              <a:chOff x="3835235" y="3238527"/>
              <a:chExt cx="1591825" cy="1591825"/>
            </a:xfrm>
          </p:grpSpPr>
          <p:grpSp>
            <p:nvGrpSpPr>
              <p:cNvPr id="5" name="Google Shape;1283;p37">
                <a:extLst>
                  <a:ext uri="{FF2B5EF4-FFF2-40B4-BE49-F238E27FC236}">
                    <a16:creationId xmlns:a16="http://schemas.microsoft.com/office/drawing/2014/main" id="{C9DA559F-887A-4056-1AEB-8CABCAE76BF8}"/>
                  </a:ext>
                </a:extLst>
              </p:cNvPr>
              <p:cNvGrpSpPr/>
              <p:nvPr/>
            </p:nvGrpSpPr>
            <p:grpSpPr>
              <a:xfrm>
                <a:off x="3835235" y="3238527"/>
                <a:ext cx="1591825" cy="1591825"/>
                <a:chOff x="2932979" y="2360560"/>
                <a:chExt cx="1163400" cy="1163400"/>
              </a:xfrm>
            </p:grpSpPr>
            <p:sp>
              <p:nvSpPr>
                <p:cNvPr id="6" name="Google Shape;1284;p37">
                  <a:extLst>
                    <a:ext uri="{FF2B5EF4-FFF2-40B4-BE49-F238E27FC236}">
                      <a16:creationId xmlns:a16="http://schemas.microsoft.com/office/drawing/2014/main" id="{49B5048D-F3DD-699D-C3AC-E0C7F45D222A}"/>
                    </a:ext>
                  </a:extLst>
                </p:cNvPr>
                <p:cNvSpPr/>
                <p:nvPr/>
              </p:nvSpPr>
              <p:spPr>
                <a:xfrm>
                  <a:off x="2932979" y="2360560"/>
                  <a:ext cx="1163400" cy="116340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" name="Google Shape;1285;p37">
                  <a:extLst>
                    <a:ext uri="{FF2B5EF4-FFF2-40B4-BE49-F238E27FC236}">
                      <a16:creationId xmlns:a16="http://schemas.microsoft.com/office/drawing/2014/main" id="{70CB9DB3-7FAB-C98F-34A2-2F77AC287004}"/>
                    </a:ext>
                  </a:extLst>
                </p:cNvPr>
                <p:cNvSpPr/>
                <p:nvPr/>
              </p:nvSpPr>
              <p:spPr>
                <a:xfrm>
                  <a:off x="3081496" y="2509094"/>
                  <a:ext cx="867300" cy="867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705C09-6096-05F1-A53F-F0F382DB16F1}"/>
                  </a:ext>
                </a:extLst>
              </p:cNvPr>
              <p:cNvSpPr txBox="1"/>
              <p:nvPr/>
            </p:nvSpPr>
            <p:spPr>
              <a:xfrm>
                <a:off x="4210795" y="3680880"/>
                <a:ext cx="79220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Lora" pitchFamily="2" charset="0"/>
                  </a:rPr>
                  <a:t>02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C91FB9B-A76D-B19E-BE3A-656FE564ED9F}"/>
                </a:ext>
              </a:extLst>
            </p:cNvPr>
            <p:cNvGrpSpPr/>
            <p:nvPr/>
          </p:nvGrpSpPr>
          <p:grpSpPr>
            <a:xfrm>
              <a:off x="6766171" y="3239116"/>
              <a:ext cx="1590593" cy="1591414"/>
              <a:chOff x="6766171" y="3239116"/>
              <a:chExt cx="1590593" cy="1591414"/>
            </a:xfrm>
          </p:grpSpPr>
          <p:grpSp>
            <p:nvGrpSpPr>
              <p:cNvPr id="8" name="Google Shape;1286;p37">
                <a:extLst>
                  <a:ext uri="{FF2B5EF4-FFF2-40B4-BE49-F238E27FC236}">
                    <a16:creationId xmlns:a16="http://schemas.microsoft.com/office/drawing/2014/main" id="{4015A672-2EFB-3CA0-B6C4-A05A93FC098C}"/>
                  </a:ext>
                </a:extLst>
              </p:cNvPr>
              <p:cNvGrpSpPr/>
              <p:nvPr/>
            </p:nvGrpSpPr>
            <p:grpSpPr>
              <a:xfrm>
                <a:off x="6766171" y="3239116"/>
                <a:ext cx="1590593" cy="1591414"/>
                <a:chOff x="5088483" y="2360990"/>
                <a:chExt cx="1162500" cy="1163100"/>
              </a:xfrm>
            </p:grpSpPr>
            <p:sp>
              <p:nvSpPr>
                <p:cNvPr id="9" name="Google Shape;1287;p37">
                  <a:extLst>
                    <a:ext uri="{FF2B5EF4-FFF2-40B4-BE49-F238E27FC236}">
                      <a16:creationId xmlns:a16="http://schemas.microsoft.com/office/drawing/2014/main" id="{790B248C-C904-1C98-E631-D26F7A7D0506}"/>
                    </a:ext>
                  </a:extLst>
                </p:cNvPr>
                <p:cNvSpPr/>
                <p:nvPr/>
              </p:nvSpPr>
              <p:spPr>
                <a:xfrm>
                  <a:off x="5088483" y="2360990"/>
                  <a:ext cx="1162500" cy="1163100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" name="Google Shape;1288;p37">
                  <a:extLst>
                    <a:ext uri="{FF2B5EF4-FFF2-40B4-BE49-F238E27FC236}">
                      <a16:creationId xmlns:a16="http://schemas.microsoft.com/office/drawing/2014/main" id="{D8546BC2-0575-3DA5-F3BE-03A508FBFE78}"/>
                    </a:ext>
                  </a:extLst>
                </p:cNvPr>
                <p:cNvSpPr/>
                <p:nvPr/>
              </p:nvSpPr>
              <p:spPr>
                <a:xfrm>
                  <a:off x="5237019" y="2509844"/>
                  <a:ext cx="865800" cy="8658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7FC58B-2C01-774C-F72C-0B1F62620DF9}"/>
                  </a:ext>
                </a:extLst>
              </p:cNvPr>
              <p:cNvSpPr txBox="1"/>
              <p:nvPr/>
            </p:nvSpPr>
            <p:spPr>
              <a:xfrm>
                <a:off x="7152933" y="3680880"/>
                <a:ext cx="79220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  <a:latin typeface="Lora" pitchFamily="2" charset="0"/>
                  </a:rPr>
                  <a:t>03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5F880C-55C9-08DC-A93D-A1076BEC30B9}"/>
                </a:ext>
              </a:extLst>
            </p:cNvPr>
            <p:cNvSpPr txBox="1"/>
            <p:nvPr/>
          </p:nvSpPr>
          <p:spPr>
            <a:xfrm>
              <a:off x="6234135" y="5069473"/>
              <a:ext cx="2653846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Creation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4C35AD-CBDE-E48B-1E05-DF5AD294FA90}"/>
                </a:ext>
              </a:extLst>
            </p:cNvPr>
            <p:cNvSpPr txBox="1"/>
            <p:nvPr/>
          </p:nvSpPr>
          <p:spPr>
            <a:xfrm flipH="1">
              <a:off x="9164251" y="5069473"/>
              <a:ext cx="2653846" cy="1215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Reflection&amp;</a:t>
              </a:r>
            </a:p>
            <a:p>
              <a:pPr algn="ctr"/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Presentation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B14BE3-F1BB-C0B0-D624-388F9786F856}"/>
                </a:ext>
              </a:extLst>
            </p:cNvPr>
            <p:cNvSpPr txBox="1"/>
            <p:nvPr/>
          </p:nvSpPr>
          <p:spPr>
            <a:xfrm>
              <a:off x="373903" y="5069473"/>
              <a:ext cx="2653847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Inspiration</a:t>
              </a:r>
              <a:endParaRPr lang="en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F9E8CE-2235-1891-B764-9A84868BA27D}"/>
                </a:ext>
              </a:extLst>
            </p:cNvPr>
            <p:cNvSpPr txBox="1"/>
            <p:nvPr/>
          </p:nvSpPr>
          <p:spPr>
            <a:xfrm>
              <a:off x="3304019" y="5069473"/>
              <a:ext cx="2653847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Design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cxnSp>
          <p:nvCxnSpPr>
            <p:cNvPr id="32" name="Google Shape;1292;p37">
              <a:extLst>
                <a:ext uri="{FF2B5EF4-FFF2-40B4-BE49-F238E27FC236}">
                  <a16:creationId xmlns:a16="http://schemas.microsoft.com/office/drawing/2014/main" id="{1725B006-C66C-44C1-F46B-C89B7735BDFA}"/>
                </a:ext>
              </a:extLst>
            </p:cNvPr>
            <p:cNvCxnSpPr>
              <a:cxnSpLocks/>
              <a:stCxn id="6" idx="6"/>
              <a:endCxn id="9" idx="0"/>
            </p:cNvCxnSpPr>
            <p:nvPr/>
          </p:nvCxnSpPr>
          <p:spPr>
            <a:xfrm flipV="1">
              <a:off x="5427060" y="3239116"/>
              <a:ext cx="2134408" cy="795324"/>
            </a:xfrm>
            <a:prstGeom prst="bentConnector4">
              <a:avLst>
                <a:gd name="adj1" fmla="val 31370"/>
                <a:gd name="adj2" fmla="val 128817"/>
              </a:avLst>
            </a:pr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oval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76495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5" name="Freeform: Shape 11754">
            <a:extLst>
              <a:ext uri="{FF2B5EF4-FFF2-40B4-BE49-F238E27FC236}">
                <a16:creationId xmlns:a16="http://schemas.microsoft.com/office/drawing/2014/main" id="{73F1ADE1-1757-1DEB-29B5-2EEB280DCF9C}"/>
              </a:ext>
            </a:extLst>
          </p:cNvPr>
          <p:cNvSpPr/>
          <p:nvPr/>
        </p:nvSpPr>
        <p:spPr>
          <a:xfrm rot="5400000">
            <a:off x="5422892" y="-2269196"/>
            <a:ext cx="1651016" cy="11404490"/>
          </a:xfrm>
          <a:custGeom>
            <a:avLst/>
            <a:gdLst>
              <a:gd name="connsiteX0" fmla="*/ 0 w 1651016"/>
              <a:gd name="connsiteY0" fmla="*/ 1519476 h 11759977"/>
              <a:gd name="connsiteX1" fmla="*/ 822055 w 1651016"/>
              <a:gd name="connsiteY1" fmla="*/ 0 h 11759977"/>
              <a:gd name="connsiteX2" fmla="*/ 1644110 w 1651016"/>
              <a:gd name="connsiteY2" fmla="*/ 1519476 h 11759977"/>
              <a:gd name="connsiteX3" fmla="*/ 1651016 w 1651016"/>
              <a:gd name="connsiteY3" fmla="*/ 1519476 h 11759977"/>
              <a:gd name="connsiteX4" fmla="*/ 1651016 w 1651016"/>
              <a:gd name="connsiteY4" fmla="*/ 11759977 h 11759977"/>
              <a:gd name="connsiteX5" fmla="*/ 6716 w 1651016"/>
              <a:gd name="connsiteY5" fmla="*/ 11759977 h 11759977"/>
              <a:gd name="connsiteX6" fmla="*/ 6716 w 1651016"/>
              <a:gd name="connsiteY6" fmla="*/ 1519476 h 11759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1016" h="11759977">
                <a:moveTo>
                  <a:pt x="0" y="1519476"/>
                </a:moveTo>
                <a:lnTo>
                  <a:pt x="822055" y="0"/>
                </a:lnTo>
                <a:lnTo>
                  <a:pt x="1644110" y="1519476"/>
                </a:lnTo>
                <a:lnTo>
                  <a:pt x="1651016" y="1519476"/>
                </a:lnTo>
                <a:lnTo>
                  <a:pt x="1651016" y="11759977"/>
                </a:lnTo>
                <a:lnTo>
                  <a:pt x="6716" y="11759977"/>
                </a:lnTo>
                <a:lnTo>
                  <a:pt x="6716" y="15194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777" name="Group 11776">
            <a:extLst>
              <a:ext uri="{FF2B5EF4-FFF2-40B4-BE49-F238E27FC236}">
                <a16:creationId xmlns:a16="http://schemas.microsoft.com/office/drawing/2014/main" id="{9571912C-2397-FC72-4A3A-5D88AC8EE2C0}"/>
              </a:ext>
            </a:extLst>
          </p:cNvPr>
          <p:cNvGrpSpPr/>
          <p:nvPr/>
        </p:nvGrpSpPr>
        <p:grpSpPr>
          <a:xfrm>
            <a:off x="858445" y="2415445"/>
            <a:ext cx="9330901" cy="3527256"/>
            <a:chOff x="858445" y="2415445"/>
            <a:chExt cx="9330901" cy="3527256"/>
          </a:xfrm>
        </p:grpSpPr>
        <p:grpSp>
          <p:nvGrpSpPr>
            <p:cNvPr id="11772" name="Group 11771">
              <a:extLst>
                <a:ext uri="{FF2B5EF4-FFF2-40B4-BE49-F238E27FC236}">
                  <a16:creationId xmlns:a16="http://schemas.microsoft.com/office/drawing/2014/main" id="{F8F7C459-7291-EC15-FE2D-601F6D5961C0}"/>
                </a:ext>
              </a:extLst>
            </p:cNvPr>
            <p:cNvGrpSpPr/>
            <p:nvPr/>
          </p:nvGrpSpPr>
          <p:grpSpPr>
            <a:xfrm>
              <a:off x="858445" y="2415445"/>
              <a:ext cx="1811156" cy="3527256"/>
              <a:chOff x="858445" y="2415445"/>
              <a:chExt cx="1811156" cy="3527256"/>
            </a:xfrm>
          </p:grpSpPr>
          <p:grpSp>
            <p:nvGrpSpPr>
              <p:cNvPr id="11742" name="Group 11741">
                <a:extLst>
                  <a:ext uri="{FF2B5EF4-FFF2-40B4-BE49-F238E27FC236}">
                    <a16:creationId xmlns:a16="http://schemas.microsoft.com/office/drawing/2014/main" id="{8DCEAC12-0B33-AD91-7492-99460A188ED7}"/>
                  </a:ext>
                </a:extLst>
              </p:cNvPr>
              <p:cNvGrpSpPr/>
              <p:nvPr/>
            </p:nvGrpSpPr>
            <p:grpSpPr>
              <a:xfrm>
                <a:off x="987688" y="2415445"/>
                <a:ext cx="1552670" cy="2027110"/>
                <a:chOff x="2459403" y="2898806"/>
                <a:chExt cx="1552670" cy="2027110"/>
              </a:xfrm>
            </p:grpSpPr>
            <p:sp>
              <p:nvSpPr>
                <p:cNvPr id="11368" name="Freeform: Shape 11367">
                  <a:extLst>
                    <a:ext uri="{FF2B5EF4-FFF2-40B4-BE49-F238E27FC236}">
                      <a16:creationId xmlns:a16="http://schemas.microsoft.com/office/drawing/2014/main" id="{3876AE01-A1F4-793A-7A9A-885BC1E71063}"/>
                    </a:ext>
                  </a:extLst>
                </p:cNvPr>
                <p:cNvSpPr/>
                <p:nvPr/>
              </p:nvSpPr>
              <p:spPr>
                <a:xfrm>
                  <a:off x="2460927" y="2898806"/>
                  <a:ext cx="294513" cy="195548"/>
                </a:xfrm>
                <a:custGeom>
                  <a:avLst/>
                  <a:gdLst>
                    <a:gd name="connsiteX0" fmla="*/ 163449 w 294513"/>
                    <a:gd name="connsiteY0" fmla="*/ 0 h 195548"/>
                    <a:gd name="connsiteX1" fmla="*/ 0 w 294513"/>
                    <a:gd name="connsiteY1" fmla="*/ 195548 h 195548"/>
                    <a:gd name="connsiteX2" fmla="*/ 294513 w 294513"/>
                    <a:gd name="connsiteY2" fmla="*/ 195548 h 195548"/>
                    <a:gd name="connsiteX3" fmla="*/ 163449 w 294513"/>
                    <a:gd name="connsiteY3" fmla="*/ 0 h 195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4513" h="195548">
                      <a:moveTo>
                        <a:pt x="163449" y="0"/>
                      </a:moveTo>
                      <a:lnTo>
                        <a:pt x="0" y="195548"/>
                      </a:lnTo>
                      <a:lnTo>
                        <a:pt x="294513" y="195548"/>
                      </a:lnTo>
                      <a:lnTo>
                        <a:pt x="163449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69" name="Freeform: Shape 11368">
                  <a:extLst>
                    <a:ext uri="{FF2B5EF4-FFF2-40B4-BE49-F238E27FC236}">
                      <a16:creationId xmlns:a16="http://schemas.microsoft.com/office/drawing/2014/main" id="{48465D3C-D519-3F88-203B-800A00D1BB0B}"/>
                    </a:ext>
                  </a:extLst>
                </p:cNvPr>
                <p:cNvSpPr/>
                <p:nvPr/>
              </p:nvSpPr>
              <p:spPr>
                <a:xfrm>
                  <a:off x="2459403" y="4738464"/>
                  <a:ext cx="272224" cy="187452"/>
                </a:xfrm>
                <a:custGeom>
                  <a:avLst/>
                  <a:gdLst>
                    <a:gd name="connsiteX0" fmla="*/ 272225 w 272224"/>
                    <a:gd name="connsiteY0" fmla="*/ 95 h 187452"/>
                    <a:gd name="connsiteX1" fmla="*/ 0 w 272224"/>
                    <a:gd name="connsiteY1" fmla="*/ 0 h 187452"/>
                    <a:gd name="connsiteX2" fmla="*/ 166116 w 272224"/>
                    <a:gd name="connsiteY2" fmla="*/ 187452 h 187452"/>
                    <a:gd name="connsiteX3" fmla="*/ 272225 w 272224"/>
                    <a:gd name="connsiteY3" fmla="*/ 95 h 187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2224" h="187452">
                      <a:moveTo>
                        <a:pt x="272225" y="95"/>
                      </a:moveTo>
                      <a:lnTo>
                        <a:pt x="0" y="0"/>
                      </a:lnTo>
                      <a:lnTo>
                        <a:pt x="166116" y="187452"/>
                      </a:lnTo>
                      <a:lnTo>
                        <a:pt x="272225" y="95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70" name="Freeform: Shape 11369">
                  <a:extLst>
                    <a:ext uri="{FF2B5EF4-FFF2-40B4-BE49-F238E27FC236}">
                      <a16:creationId xmlns:a16="http://schemas.microsoft.com/office/drawing/2014/main" id="{C53A17D8-505A-EF13-E336-2762BC18ED73}"/>
                    </a:ext>
                  </a:extLst>
                </p:cNvPr>
                <p:cNvSpPr/>
                <p:nvPr/>
              </p:nvSpPr>
              <p:spPr>
                <a:xfrm>
                  <a:off x="2624376" y="2898806"/>
                  <a:ext cx="1387697" cy="2027110"/>
                </a:xfrm>
                <a:custGeom>
                  <a:avLst/>
                  <a:gdLst>
                    <a:gd name="connsiteX0" fmla="*/ 0 w 1387697"/>
                    <a:gd name="connsiteY0" fmla="*/ 0 h 2027110"/>
                    <a:gd name="connsiteX1" fmla="*/ 1387697 w 1387697"/>
                    <a:gd name="connsiteY1" fmla="*/ 0 h 2027110"/>
                    <a:gd name="connsiteX2" fmla="*/ 1387697 w 1387697"/>
                    <a:gd name="connsiteY2" fmla="*/ 2027111 h 2027110"/>
                    <a:gd name="connsiteX3" fmla="*/ 0 w 1387697"/>
                    <a:gd name="connsiteY3" fmla="*/ 2027111 h 2027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7697" h="2027110">
                      <a:moveTo>
                        <a:pt x="0" y="0"/>
                      </a:moveTo>
                      <a:lnTo>
                        <a:pt x="1387697" y="0"/>
                      </a:lnTo>
                      <a:lnTo>
                        <a:pt x="1387697" y="2027111"/>
                      </a:lnTo>
                      <a:lnTo>
                        <a:pt x="0" y="20271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767" name="TextBox 11766">
                <a:extLst>
                  <a:ext uri="{FF2B5EF4-FFF2-40B4-BE49-F238E27FC236}">
                    <a16:creationId xmlns:a16="http://schemas.microsoft.com/office/drawing/2014/main" id="{5C1EFA8A-0F01-49DF-33AD-46FF2B32AD80}"/>
                  </a:ext>
                </a:extLst>
              </p:cNvPr>
              <p:cNvSpPr txBox="1"/>
              <p:nvPr/>
            </p:nvSpPr>
            <p:spPr>
              <a:xfrm>
                <a:off x="858445" y="4634651"/>
                <a:ext cx="1811156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Inspire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Yellow is a color of happiness, friendliness, and warning.</a:t>
                </a:r>
              </a:p>
            </p:txBody>
          </p:sp>
        </p:grpSp>
        <p:grpSp>
          <p:nvGrpSpPr>
            <p:cNvPr id="11773" name="Group 11772">
              <a:extLst>
                <a:ext uri="{FF2B5EF4-FFF2-40B4-BE49-F238E27FC236}">
                  <a16:creationId xmlns:a16="http://schemas.microsoft.com/office/drawing/2014/main" id="{3D81A485-E5FB-736B-05A8-8A57F7472399}"/>
                </a:ext>
              </a:extLst>
            </p:cNvPr>
            <p:cNvGrpSpPr/>
            <p:nvPr/>
          </p:nvGrpSpPr>
          <p:grpSpPr>
            <a:xfrm>
              <a:off x="2677678" y="2415445"/>
              <a:ext cx="1909235" cy="3527256"/>
              <a:chOff x="2385516" y="2415445"/>
              <a:chExt cx="1909235" cy="3527256"/>
            </a:xfrm>
          </p:grpSpPr>
          <p:grpSp>
            <p:nvGrpSpPr>
              <p:cNvPr id="11743" name="Group 11742">
                <a:extLst>
                  <a:ext uri="{FF2B5EF4-FFF2-40B4-BE49-F238E27FC236}">
                    <a16:creationId xmlns:a16="http://schemas.microsoft.com/office/drawing/2014/main" id="{F3397B74-9DC2-3E96-0DE6-1010A7C975C9}"/>
                  </a:ext>
                </a:extLst>
              </p:cNvPr>
              <p:cNvGrpSpPr/>
              <p:nvPr/>
            </p:nvGrpSpPr>
            <p:grpSpPr>
              <a:xfrm>
                <a:off x="2563751" y="2415445"/>
                <a:ext cx="1552765" cy="2027110"/>
                <a:chOff x="4330875" y="2898806"/>
                <a:chExt cx="1552765" cy="2027110"/>
              </a:xfrm>
            </p:grpSpPr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5E534293-5288-FDC9-43E8-BBF1D3E33159}"/>
                    </a:ext>
                  </a:extLst>
                </p:cNvPr>
                <p:cNvSpPr/>
                <p:nvPr/>
              </p:nvSpPr>
              <p:spPr>
                <a:xfrm>
                  <a:off x="4332399" y="2898806"/>
                  <a:ext cx="294608" cy="195548"/>
                </a:xfrm>
                <a:custGeom>
                  <a:avLst/>
                  <a:gdLst>
                    <a:gd name="connsiteX0" fmla="*/ 163544 w 294608"/>
                    <a:gd name="connsiteY0" fmla="*/ 0 h 195548"/>
                    <a:gd name="connsiteX1" fmla="*/ 0 w 294608"/>
                    <a:gd name="connsiteY1" fmla="*/ 195548 h 195548"/>
                    <a:gd name="connsiteX2" fmla="*/ 294608 w 294608"/>
                    <a:gd name="connsiteY2" fmla="*/ 195548 h 195548"/>
                    <a:gd name="connsiteX3" fmla="*/ 163544 w 294608"/>
                    <a:gd name="connsiteY3" fmla="*/ 0 h 195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4608" h="195548">
                      <a:moveTo>
                        <a:pt x="163544" y="0"/>
                      </a:moveTo>
                      <a:lnTo>
                        <a:pt x="0" y="195548"/>
                      </a:lnTo>
                      <a:lnTo>
                        <a:pt x="294608" y="195548"/>
                      </a:lnTo>
                      <a:lnTo>
                        <a:pt x="163544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2BBB276D-9931-40DD-56C9-E575AB8705BD}"/>
                    </a:ext>
                  </a:extLst>
                </p:cNvPr>
                <p:cNvSpPr/>
                <p:nvPr/>
              </p:nvSpPr>
              <p:spPr>
                <a:xfrm>
                  <a:off x="4330875" y="4738464"/>
                  <a:ext cx="272319" cy="187452"/>
                </a:xfrm>
                <a:custGeom>
                  <a:avLst/>
                  <a:gdLst>
                    <a:gd name="connsiteX0" fmla="*/ 272320 w 272319"/>
                    <a:gd name="connsiteY0" fmla="*/ 95 h 187452"/>
                    <a:gd name="connsiteX1" fmla="*/ 0 w 272319"/>
                    <a:gd name="connsiteY1" fmla="*/ 0 h 187452"/>
                    <a:gd name="connsiteX2" fmla="*/ 166211 w 272319"/>
                    <a:gd name="connsiteY2" fmla="*/ 187452 h 187452"/>
                    <a:gd name="connsiteX3" fmla="*/ 272320 w 272319"/>
                    <a:gd name="connsiteY3" fmla="*/ 95 h 187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2319" h="187452">
                      <a:moveTo>
                        <a:pt x="272320" y="95"/>
                      </a:moveTo>
                      <a:lnTo>
                        <a:pt x="0" y="0"/>
                      </a:lnTo>
                      <a:lnTo>
                        <a:pt x="166211" y="187452"/>
                      </a:lnTo>
                      <a:lnTo>
                        <a:pt x="272320" y="95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645C75D-4489-CFF5-BA7D-F67C17EB82F0}"/>
                    </a:ext>
                  </a:extLst>
                </p:cNvPr>
                <p:cNvSpPr/>
                <p:nvPr/>
              </p:nvSpPr>
              <p:spPr>
                <a:xfrm>
                  <a:off x="4495943" y="2898806"/>
                  <a:ext cx="1387697" cy="2027110"/>
                </a:xfrm>
                <a:custGeom>
                  <a:avLst/>
                  <a:gdLst>
                    <a:gd name="connsiteX0" fmla="*/ 0 w 1387697"/>
                    <a:gd name="connsiteY0" fmla="*/ 0 h 2027110"/>
                    <a:gd name="connsiteX1" fmla="*/ 1387697 w 1387697"/>
                    <a:gd name="connsiteY1" fmla="*/ 0 h 2027110"/>
                    <a:gd name="connsiteX2" fmla="*/ 1387697 w 1387697"/>
                    <a:gd name="connsiteY2" fmla="*/ 2027111 h 2027110"/>
                    <a:gd name="connsiteX3" fmla="*/ 0 w 1387697"/>
                    <a:gd name="connsiteY3" fmla="*/ 2027111 h 2027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7697" h="2027110">
                      <a:moveTo>
                        <a:pt x="0" y="0"/>
                      </a:moveTo>
                      <a:lnTo>
                        <a:pt x="1387697" y="0"/>
                      </a:lnTo>
                      <a:lnTo>
                        <a:pt x="1387697" y="2027111"/>
                      </a:lnTo>
                      <a:lnTo>
                        <a:pt x="0" y="202711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768" name="TextBox 11767">
                <a:extLst>
                  <a:ext uri="{FF2B5EF4-FFF2-40B4-BE49-F238E27FC236}">
                    <a16:creationId xmlns:a16="http://schemas.microsoft.com/office/drawing/2014/main" id="{195A3D00-3E1D-6060-D7DB-B9823EE71905}"/>
                  </a:ext>
                </a:extLst>
              </p:cNvPr>
              <p:cNvSpPr txBox="1"/>
              <p:nvPr/>
            </p:nvSpPr>
            <p:spPr>
              <a:xfrm>
                <a:off x="2385516" y="4634651"/>
                <a:ext cx="1909235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Imagine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Blue is a color of serenity, trustworthiness, and welcome.</a:t>
                </a:r>
              </a:p>
            </p:txBody>
          </p:sp>
        </p:grpSp>
        <p:grpSp>
          <p:nvGrpSpPr>
            <p:cNvPr id="11775" name="Group 11774">
              <a:extLst>
                <a:ext uri="{FF2B5EF4-FFF2-40B4-BE49-F238E27FC236}">
                  <a16:creationId xmlns:a16="http://schemas.microsoft.com/office/drawing/2014/main" id="{09DD2B71-1CB3-94F6-ACBB-26DBEDECD324}"/>
                </a:ext>
              </a:extLst>
            </p:cNvPr>
            <p:cNvGrpSpPr/>
            <p:nvPr/>
          </p:nvGrpSpPr>
          <p:grpSpPr>
            <a:xfrm>
              <a:off x="6460876" y="2415445"/>
              <a:ext cx="1909238" cy="3334535"/>
              <a:chOff x="6230088" y="2415445"/>
              <a:chExt cx="1909238" cy="3334535"/>
            </a:xfrm>
          </p:grpSpPr>
          <p:grpSp>
            <p:nvGrpSpPr>
              <p:cNvPr id="11745" name="Group 11744">
                <a:extLst>
                  <a:ext uri="{FF2B5EF4-FFF2-40B4-BE49-F238E27FC236}">
                    <a16:creationId xmlns:a16="http://schemas.microsoft.com/office/drawing/2014/main" id="{4695B5FF-9E28-59AC-7892-18AD4F80056C}"/>
                  </a:ext>
                </a:extLst>
              </p:cNvPr>
              <p:cNvGrpSpPr/>
              <p:nvPr/>
            </p:nvGrpSpPr>
            <p:grpSpPr>
              <a:xfrm>
                <a:off x="6408372" y="2415445"/>
                <a:ext cx="1552670" cy="2027110"/>
                <a:chOff x="8179927" y="2898806"/>
                <a:chExt cx="1552670" cy="2027110"/>
              </a:xfrm>
            </p:grpSpPr>
            <p:sp>
              <p:nvSpPr>
                <p:cNvPr id="11487" name="Freeform: Shape 11486">
                  <a:extLst>
                    <a:ext uri="{FF2B5EF4-FFF2-40B4-BE49-F238E27FC236}">
                      <a16:creationId xmlns:a16="http://schemas.microsoft.com/office/drawing/2014/main" id="{9CE0E0AE-0835-44F4-184A-25D599C0B300}"/>
                    </a:ext>
                  </a:extLst>
                </p:cNvPr>
                <p:cNvSpPr/>
                <p:nvPr/>
              </p:nvSpPr>
              <p:spPr>
                <a:xfrm>
                  <a:off x="8181451" y="2898806"/>
                  <a:ext cx="294512" cy="195548"/>
                </a:xfrm>
                <a:custGeom>
                  <a:avLst/>
                  <a:gdLst>
                    <a:gd name="connsiteX0" fmla="*/ 163449 w 294512"/>
                    <a:gd name="connsiteY0" fmla="*/ 0 h 195548"/>
                    <a:gd name="connsiteX1" fmla="*/ 0 w 294512"/>
                    <a:gd name="connsiteY1" fmla="*/ 195548 h 195548"/>
                    <a:gd name="connsiteX2" fmla="*/ 294513 w 294512"/>
                    <a:gd name="connsiteY2" fmla="*/ 195548 h 195548"/>
                    <a:gd name="connsiteX3" fmla="*/ 163449 w 294512"/>
                    <a:gd name="connsiteY3" fmla="*/ 0 h 195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4512" h="195548">
                      <a:moveTo>
                        <a:pt x="163449" y="0"/>
                      </a:moveTo>
                      <a:lnTo>
                        <a:pt x="0" y="195548"/>
                      </a:lnTo>
                      <a:lnTo>
                        <a:pt x="294513" y="195548"/>
                      </a:lnTo>
                      <a:lnTo>
                        <a:pt x="163449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88" name="Freeform: Shape 11487">
                  <a:extLst>
                    <a:ext uri="{FF2B5EF4-FFF2-40B4-BE49-F238E27FC236}">
                      <a16:creationId xmlns:a16="http://schemas.microsoft.com/office/drawing/2014/main" id="{24ED18B4-3742-E31C-F366-6329D0872F21}"/>
                    </a:ext>
                  </a:extLst>
                </p:cNvPr>
                <p:cNvSpPr/>
                <p:nvPr/>
              </p:nvSpPr>
              <p:spPr>
                <a:xfrm>
                  <a:off x="8179927" y="4738464"/>
                  <a:ext cx="272224" cy="187452"/>
                </a:xfrm>
                <a:custGeom>
                  <a:avLst/>
                  <a:gdLst>
                    <a:gd name="connsiteX0" fmla="*/ 272225 w 272224"/>
                    <a:gd name="connsiteY0" fmla="*/ 95 h 187452"/>
                    <a:gd name="connsiteX1" fmla="*/ 0 w 272224"/>
                    <a:gd name="connsiteY1" fmla="*/ 0 h 187452"/>
                    <a:gd name="connsiteX2" fmla="*/ 166116 w 272224"/>
                    <a:gd name="connsiteY2" fmla="*/ 187452 h 187452"/>
                    <a:gd name="connsiteX3" fmla="*/ 272225 w 272224"/>
                    <a:gd name="connsiteY3" fmla="*/ 95 h 187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2224" h="187452">
                      <a:moveTo>
                        <a:pt x="272225" y="95"/>
                      </a:moveTo>
                      <a:lnTo>
                        <a:pt x="0" y="0"/>
                      </a:lnTo>
                      <a:lnTo>
                        <a:pt x="166116" y="187452"/>
                      </a:lnTo>
                      <a:lnTo>
                        <a:pt x="272225" y="95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89" name="Freeform: Shape 11488">
                  <a:extLst>
                    <a:ext uri="{FF2B5EF4-FFF2-40B4-BE49-F238E27FC236}">
                      <a16:creationId xmlns:a16="http://schemas.microsoft.com/office/drawing/2014/main" id="{2FD1C227-B219-982D-683B-0EFDAB0FEC23}"/>
                    </a:ext>
                  </a:extLst>
                </p:cNvPr>
                <p:cNvSpPr/>
                <p:nvPr/>
              </p:nvSpPr>
              <p:spPr>
                <a:xfrm>
                  <a:off x="8344900" y="2898806"/>
                  <a:ext cx="1387697" cy="2027110"/>
                </a:xfrm>
                <a:custGeom>
                  <a:avLst/>
                  <a:gdLst>
                    <a:gd name="connsiteX0" fmla="*/ 0 w 1387697"/>
                    <a:gd name="connsiteY0" fmla="*/ 0 h 2027110"/>
                    <a:gd name="connsiteX1" fmla="*/ 1387697 w 1387697"/>
                    <a:gd name="connsiteY1" fmla="*/ 0 h 2027110"/>
                    <a:gd name="connsiteX2" fmla="*/ 1387697 w 1387697"/>
                    <a:gd name="connsiteY2" fmla="*/ 2027111 h 2027110"/>
                    <a:gd name="connsiteX3" fmla="*/ 0 w 1387697"/>
                    <a:gd name="connsiteY3" fmla="*/ 2027111 h 2027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7697" h="2027110">
                      <a:moveTo>
                        <a:pt x="0" y="0"/>
                      </a:moveTo>
                      <a:lnTo>
                        <a:pt x="1387697" y="0"/>
                      </a:lnTo>
                      <a:lnTo>
                        <a:pt x="1387697" y="2027111"/>
                      </a:lnTo>
                      <a:lnTo>
                        <a:pt x="0" y="202711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769" name="TextBox 11768">
                <a:extLst>
                  <a:ext uri="{FF2B5EF4-FFF2-40B4-BE49-F238E27FC236}">
                    <a16:creationId xmlns:a16="http://schemas.microsoft.com/office/drawing/2014/main" id="{B4520342-7DA7-F6AE-5207-6AD18F13782C}"/>
                  </a:ext>
                </a:extLst>
              </p:cNvPr>
              <p:cNvSpPr txBox="1"/>
              <p:nvPr/>
            </p:nvSpPr>
            <p:spPr>
              <a:xfrm flipH="1">
                <a:off x="6230088" y="4626596"/>
                <a:ext cx="1909238" cy="1123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Play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Orange is a color of playfulness and energy.</a:t>
                </a:r>
              </a:p>
            </p:txBody>
          </p:sp>
        </p:grpSp>
        <p:grpSp>
          <p:nvGrpSpPr>
            <p:cNvPr id="11774" name="Group 11773">
              <a:extLst>
                <a:ext uri="{FF2B5EF4-FFF2-40B4-BE49-F238E27FC236}">
                  <a16:creationId xmlns:a16="http://schemas.microsoft.com/office/drawing/2014/main" id="{E281644C-7682-CF27-ADE0-BAACF5378012}"/>
                </a:ext>
              </a:extLst>
            </p:cNvPr>
            <p:cNvGrpSpPr/>
            <p:nvPr/>
          </p:nvGrpSpPr>
          <p:grpSpPr>
            <a:xfrm>
              <a:off x="4594990" y="2415445"/>
              <a:ext cx="1857809" cy="3303758"/>
              <a:chOff x="4148653" y="2415445"/>
              <a:chExt cx="1857809" cy="3303758"/>
            </a:xfrm>
          </p:grpSpPr>
          <p:grpSp>
            <p:nvGrpSpPr>
              <p:cNvPr id="11744" name="Group 11743">
                <a:extLst>
                  <a:ext uri="{FF2B5EF4-FFF2-40B4-BE49-F238E27FC236}">
                    <a16:creationId xmlns:a16="http://schemas.microsoft.com/office/drawing/2014/main" id="{D58D465D-4D7B-044A-FF66-BD5E5A732211}"/>
                  </a:ext>
                </a:extLst>
              </p:cNvPr>
              <p:cNvGrpSpPr/>
              <p:nvPr/>
            </p:nvGrpSpPr>
            <p:grpSpPr>
              <a:xfrm>
                <a:off x="4301222" y="2415445"/>
                <a:ext cx="1552670" cy="2027110"/>
                <a:chOff x="6246543" y="2898806"/>
                <a:chExt cx="1552670" cy="2027110"/>
              </a:xfrm>
            </p:grpSpPr>
            <p:sp>
              <p:nvSpPr>
                <p:cNvPr id="11609" name="Freeform: Shape 11608">
                  <a:extLst>
                    <a:ext uri="{FF2B5EF4-FFF2-40B4-BE49-F238E27FC236}">
                      <a16:creationId xmlns:a16="http://schemas.microsoft.com/office/drawing/2014/main" id="{3FE9B12D-266B-CFD9-3EA3-4EEE4EA975B4}"/>
                    </a:ext>
                  </a:extLst>
                </p:cNvPr>
                <p:cNvSpPr/>
                <p:nvPr/>
              </p:nvSpPr>
              <p:spPr>
                <a:xfrm>
                  <a:off x="6247971" y="2898806"/>
                  <a:ext cx="294608" cy="195548"/>
                </a:xfrm>
                <a:custGeom>
                  <a:avLst/>
                  <a:gdLst>
                    <a:gd name="connsiteX0" fmla="*/ 163544 w 294608"/>
                    <a:gd name="connsiteY0" fmla="*/ 0 h 195548"/>
                    <a:gd name="connsiteX1" fmla="*/ 0 w 294608"/>
                    <a:gd name="connsiteY1" fmla="*/ 195548 h 195548"/>
                    <a:gd name="connsiteX2" fmla="*/ 294608 w 294608"/>
                    <a:gd name="connsiteY2" fmla="*/ 195548 h 195548"/>
                    <a:gd name="connsiteX3" fmla="*/ 163544 w 294608"/>
                    <a:gd name="connsiteY3" fmla="*/ 0 h 195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4608" h="195548">
                      <a:moveTo>
                        <a:pt x="163544" y="0"/>
                      </a:moveTo>
                      <a:lnTo>
                        <a:pt x="0" y="195548"/>
                      </a:lnTo>
                      <a:lnTo>
                        <a:pt x="294608" y="195548"/>
                      </a:lnTo>
                      <a:lnTo>
                        <a:pt x="163544" y="0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10" name="Freeform: Shape 11609">
                  <a:extLst>
                    <a:ext uri="{FF2B5EF4-FFF2-40B4-BE49-F238E27FC236}">
                      <a16:creationId xmlns:a16="http://schemas.microsoft.com/office/drawing/2014/main" id="{65A6BE2C-E745-3120-B39E-1EA25896D16D}"/>
                    </a:ext>
                  </a:extLst>
                </p:cNvPr>
                <p:cNvSpPr/>
                <p:nvPr/>
              </p:nvSpPr>
              <p:spPr>
                <a:xfrm>
                  <a:off x="6246543" y="4738464"/>
                  <a:ext cx="272224" cy="187452"/>
                </a:xfrm>
                <a:custGeom>
                  <a:avLst/>
                  <a:gdLst>
                    <a:gd name="connsiteX0" fmla="*/ 272224 w 272224"/>
                    <a:gd name="connsiteY0" fmla="*/ 95 h 187452"/>
                    <a:gd name="connsiteX1" fmla="*/ 0 w 272224"/>
                    <a:gd name="connsiteY1" fmla="*/ 0 h 187452"/>
                    <a:gd name="connsiteX2" fmla="*/ 166116 w 272224"/>
                    <a:gd name="connsiteY2" fmla="*/ 187452 h 187452"/>
                    <a:gd name="connsiteX3" fmla="*/ 272224 w 272224"/>
                    <a:gd name="connsiteY3" fmla="*/ 95 h 187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2224" h="187452">
                      <a:moveTo>
                        <a:pt x="272224" y="95"/>
                      </a:moveTo>
                      <a:lnTo>
                        <a:pt x="0" y="0"/>
                      </a:lnTo>
                      <a:lnTo>
                        <a:pt x="166116" y="187452"/>
                      </a:lnTo>
                      <a:lnTo>
                        <a:pt x="272224" y="95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11" name="Freeform: Shape 11610">
                  <a:extLst>
                    <a:ext uri="{FF2B5EF4-FFF2-40B4-BE49-F238E27FC236}">
                      <a16:creationId xmlns:a16="http://schemas.microsoft.com/office/drawing/2014/main" id="{3E9BB1C8-0FEE-1AA7-0397-887FC1C11BC2}"/>
                    </a:ext>
                  </a:extLst>
                </p:cNvPr>
                <p:cNvSpPr/>
                <p:nvPr/>
              </p:nvSpPr>
              <p:spPr>
                <a:xfrm>
                  <a:off x="6411516" y="2898806"/>
                  <a:ext cx="1387697" cy="2027110"/>
                </a:xfrm>
                <a:custGeom>
                  <a:avLst/>
                  <a:gdLst>
                    <a:gd name="connsiteX0" fmla="*/ 0 w 1387697"/>
                    <a:gd name="connsiteY0" fmla="*/ 0 h 2027110"/>
                    <a:gd name="connsiteX1" fmla="*/ 1387697 w 1387697"/>
                    <a:gd name="connsiteY1" fmla="*/ 0 h 2027110"/>
                    <a:gd name="connsiteX2" fmla="*/ 1387697 w 1387697"/>
                    <a:gd name="connsiteY2" fmla="*/ 2027111 h 2027110"/>
                    <a:gd name="connsiteX3" fmla="*/ 0 w 1387697"/>
                    <a:gd name="connsiteY3" fmla="*/ 2027111 h 2027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7697" h="2027110">
                      <a:moveTo>
                        <a:pt x="0" y="0"/>
                      </a:moveTo>
                      <a:lnTo>
                        <a:pt x="1387697" y="0"/>
                      </a:lnTo>
                      <a:lnTo>
                        <a:pt x="1387697" y="2027111"/>
                      </a:lnTo>
                      <a:lnTo>
                        <a:pt x="0" y="202711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770" name="TextBox 11769">
                <a:extLst>
                  <a:ext uri="{FF2B5EF4-FFF2-40B4-BE49-F238E27FC236}">
                    <a16:creationId xmlns:a16="http://schemas.microsoft.com/office/drawing/2014/main" id="{B1C8DAE8-8965-AE4A-A78E-F53D5A5ED837}"/>
                  </a:ext>
                </a:extLst>
              </p:cNvPr>
              <p:cNvSpPr txBox="1"/>
              <p:nvPr/>
            </p:nvSpPr>
            <p:spPr>
              <a:xfrm>
                <a:off x="4148653" y="4626596"/>
                <a:ext cx="1857809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Build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Purple is a color of luxury, mystery, and romance.</a:t>
                </a:r>
              </a:p>
            </p:txBody>
          </p:sp>
        </p:grpSp>
        <p:grpSp>
          <p:nvGrpSpPr>
            <p:cNvPr id="11776" name="Group 11775">
              <a:extLst>
                <a:ext uri="{FF2B5EF4-FFF2-40B4-BE49-F238E27FC236}">
                  <a16:creationId xmlns:a16="http://schemas.microsoft.com/office/drawing/2014/main" id="{B553F453-37AF-8101-5123-776A8E707347}"/>
                </a:ext>
              </a:extLst>
            </p:cNvPr>
            <p:cNvGrpSpPr/>
            <p:nvPr/>
          </p:nvGrpSpPr>
          <p:grpSpPr>
            <a:xfrm>
              <a:off x="8378192" y="2415445"/>
              <a:ext cx="1811154" cy="3334535"/>
              <a:chOff x="8378192" y="2415445"/>
              <a:chExt cx="1811154" cy="3334535"/>
            </a:xfrm>
          </p:grpSpPr>
          <p:grpSp>
            <p:nvGrpSpPr>
              <p:cNvPr id="11756" name="Group 11755">
                <a:extLst>
                  <a:ext uri="{FF2B5EF4-FFF2-40B4-BE49-F238E27FC236}">
                    <a16:creationId xmlns:a16="http://schemas.microsoft.com/office/drawing/2014/main" id="{9490E73F-819B-BE12-B656-EA99AB6C8784}"/>
                  </a:ext>
                </a:extLst>
              </p:cNvPr>
              <p:cNvGrpSpPr/>
              <p:nvPr/>
            </p:nvGrpSpPr>
            <p:grpSpPr>
              <a:xfrm>
                <a:off x="8507434" y="2415445"/>
                <a:ext cx="1552670" cy="2027110"/>
                <a:chOff x="8179927" y="2898806"/>
                <a:chExt cx="1552670" cy="2027110"/>
              </a:xfrm>
            </p:grpSpPr>
            <p:sp>
              <p:nvSpPr>
                <p:cNvPr id="11757" name="Freeform: Shape 11756">
                  <a:extLst>
                    <a:ext uri="{FF2B5EF4-FFF2-40B4-BE49-F238E27FC236}">
                      <a16:creationId xmlns:a16="http://schemas.microsoft.com/office/drawing/2014/main" id="{F8B9BA48-2867-0CBC-E706-C155582AC6BA}"/>
                    </a:ext>
                  </a:extLst>
                </p:cNvPr>
                <p:cNvSpPr/>
                <p:nvPr/>
              </p:nvSpPr>
              <p:spPr>
                <a:xfrm>
                  <a:off x="8181451" y="2898806"/>
                  <a:ext cx="294512" cy="195548"/>
                </a:xfrm>
                <a:custGeom>
                  <a:avLst/>
                  <a:gdLst>
                    <a:gd name="connsiteX0" fmla="*/ 163449 w 294512"/>
                    <a:gd name="connsiteY0" fmla="*/ 0 h 195548"/>
                    <a:gd name="connsiteX1" fmla="*/ 0 w 294512"/>
                    <a:gd name="connsiteY1" fmla="*/ 195548 h 195548"/>
                    <a:gd name="connsiteX2" fmla="*/ 294513 w 294512"/>
                    <a:gd name="connsiteY2" fmla="*/ 195548 h 195548"/>
                    <a:gd name="connsiteX3" fmla="*/ 163449 w 294512"/>
                    <a:gd name="connsiteY3" fmla="*/ 0 h 195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4512" h="195548">
                      <a:moveTo>
                        <a:pt x="163449" y="0"/>
                      </a:moveTo>
                      <a:lnTo>
                        <a:pt x="0" y="195548"/>
                      </a:lnTo>
                      <a:lnTo>
                        <a:pt x="294513" y="195548"/>
                      </a:lnTo>
                      <a:lnTo>
                        <a:pt x="163449" y="0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58" name="Freeform: Shape 11757">
                  <a:extLst>
                    <a:ext uri="{FF2B5EF4-FFF2-40B4-BE49-F238E27FC236}">
                      <a16:creationId xmlns:a16="http://schemas.microsoft.com/office/drawing/2014/main" id="{2E1BBE32-C59C-3086-1B9B-A38E67DDDDC5}"/>
                    </a:ext>
                  </a:extLst>
                </p:cNvPr>
                <p:cNvSpPr/>
                <p:nvPr/>
              </p:nvSpPr>
              <p:spPr>
                <a:xfrm>
                  <a:off x="8179927" y="4738464"/>
                  <a:ext cx="272224" cy="187452"/>
                </a:xfrm>
                <a:custGeom>
                  <a:avLst/>
                  <a:gdLst>
                    <a:gd name="connsiteX0" fmla="*/ 272225 w 272224"/>
                    <a:gd name="connsiteY0" fmla="*/ 95 h 187452"/>
                    <a:gd name="connsiteX1" fmla="*/ 0 w 272224"/>
                    <a:gd name="connsiteY1" fmla="*/ 0 h 187452"/>
                    <a:gd name="connsiteX2" fmla="*/ 166116 w 272224"/>
                    <a:gd name="connsiteY2" fmla="*/ 187452 h 187452"/>
                    <a:gd name="connsiteX3" fmla="*/ 272225 w 272224"/>
                    <a:gd name="connsiteY3" fmla="*/ 95 h 187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2224" h="187452">
                      <a:moveTo>
                        <a:pt x="272225" y="95"/>
                      </a:moveTo>
                      <a:lnTo>
                        <a:pt x="0" y="0"/>
                      </a:lnTo>
                      <a:lnTo>
                        <a:pt x="166116" y="187452"/>
                      </a:lnTo>
                      <a:lnTo>
                        <a:pt x="272225" y="95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59" name="Freeform: Shape 11758">
                  <a:extLst>
                    <a:ext uri="{FF2B5EF4-FFF2-40B4-BE49-F238E27FC236}">
                      <a16:creationId xmlns:a16="http://schemas.microsoft.com/office/drawing/2014/main" id="{699321BB-EFC5-A00B-8282-A1685F573C4B}"/>
                    </a:ext>
                  </a:extLst>
                </p:cNvPr>
                <p:cNvSpPr/>
                <p:nvPr/>
              </p:nvSpPr>
              <p:spPr>
                <a:xfrm>
                  <a:off x="8344900" y="2898806"/>
                  <a:ext cx="1387697" cy="2027110"/>
                </a:xfrm>
                <a:custGeom>
                  <a:avLst/>
                  <a:gdLst>
                    <a:gd name="connsiteX0" fmla="*/ 0 w 1387697"/>
                    <a:gd name="connsiteY0" fmla="*/ 0 h 2027110"/>
                    <a:gd name="connsiteX1" fmla="*/ 1387697 w 1387697"/>
                    <a:gd name="connsiteY1" fmla="*/ 0 h 2027110"/>
                    <a:gd name="connsiteX2" fmla="*/ 1387697 w 1387697"/>
                    <a:gd name="connsiteY2" fmla="*/ 2027111 h 2027110"/>
                    <a:gd name="connsiteX3" fmla="*/ 0 w 1387697"/>
                    <a:gd name="connsiteY3" fmla="*/ 2027111 h 2027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7697" h="2027110">
                      <a:moveTo>
                        <a:pt x="0" y="0"/>
                      </a:moveTo>
                      <a:lnTo>
                        <a:pt x="1387697" y="0"/>
                      </a:lnTo>
                      <a:lnTo>
                        <a:pt x="1387697" y="2027111"/>
                      </a:lnTo>
                      <a:lnTo>
                        <a:pt x="0" y="20271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771" name="TextBox 11770">
                <a:extLst>
                  <a:ext uri="{FF2B5EF4-FFF2-40B4-BE49-F238E27FC236}">
                    <a16:creationId xmlns:a16="http://schemas.microsoft.com/office/drawing/2014/main" id="{47FD86A8-C448-DEE8-8064-CF19E29F7DE0}"/>
                  </a:ext>
                </a:extLst>
              </p:cNvPr>
              <p:cNvSpPr txBox="1"/>
              <p:nvPr/>
            </p:nvSpPr>
            <p:spPr>
              <a:xfrm flipH="1">
                <a:off x="8378192" y="4626596"/>
                <a:ext cx="1811154" cy="1123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Share</a:t>
                </a: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Lora" pitchFamily="2" charset="0"/>
                    <a:ea typeface="Times New Roman" panose="02020603050405020304" pitchFamily="18" charset="0"/>
                  </a:rPr>
                  <a:t> 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Pink is a color of feminism, youth, and innocence.</a:t>
                </a:r>
              </a:p>
            </p:txBody>
          </p:sp>
        </p:grpSp>
      </p:grpSp>
      <p:pic>
        <p:nvPicPr>
          <p:cNvPr id="4098" name="Picture 2" descr="Inspiration - Free art and design icons">
            <a:extLst>
              <a:ext uri="{FF2B5EF4-FFF2-40B4-BE49-F238E27FC236}">
                <a16:creationId xmlns:a16="http://schemas.microsoft.com/office/drawing/2014/main" id="{E3B7FEA1-C6E8-4753-5933-7D8696CC5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284" y="2968475"/>
            <a:ext cx="888416" cy="88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aydream Icons - Free SVG &amp; PNG Daydream Images - Noun Project">
            <a:extLst>
              <a:ext uri="{FF2B5EF4-FFF2-40B4-BE49-F238E27FC236}">
                <a16:creationId xmlns:a16="http://schemas.microsoft.com/office/drawing/2014/main" id="{2BF704F0-DB2D-68F3-E9FF-7400C79AF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324" y="2977486"/>
            <a:ext cx="870394" cy="87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uild - Free buildings icons">
            <a:extLst>
              <a:ext uri="{FF2B5EF4-FFF2-40B4-BE49-F238E27FC236}">
                <a16:creationId xmlns:a16="http://schemas.microsoft.com/office/drawing/2014/main" id="{A4C868FC-7C07-6131-7876-64502146E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342" y="2999263"/>
            <a:ext cx="826840" cy="82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lay arrow - Free arrows icons">
            <a:extLst>
              <a:ext uri="{FF2B5EF4-FFF2-40B4-BE49-F238E27FC236}">
                <a16:creationId xmlns:a16="http://schemas.microsoft.com/office/drawing/2014/main" id="{DAAFBD28-2DBB-72A6-E1A8-0431960E6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805" y="3021678"/>
            <a:ext cx="782010" cy="78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os share&quot; Icon - Download for free – Iconduck">
            <a:extLst>
              <a:ext uri="{FF2B5EF4-FFF2-40B4-BE49-F238E27FC236}">
                <a16:creationId xmlns:a16="http://schemas.microsoft.com/office/drawing/2014/main" id="{90C687C7-55F1-FADB-6080-EBB7D707A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438" y="3028227"/>
            <a:ext cx="558662" cy="76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254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05" name="Group 29604">
            <a:extLst>
              <a:ext uri="{FF2B5EF4-FFF2-40B4-BE49-F238E27FC236}">
                <a16:creationId xmlns:a16="http://schemas.microsoft.com/office/drawing/2014/main" id="{A3FF0414-7522-8D43-68A2-DBEFC4607C9E}"/>
              </a:ext>
            </a:extLst>
          </p:cNvPr>
          <p:cNvGrpSpPr/>
          <p:nvPr/>
        </p:nvGrpSpPr>
        <p:grpSpPr>
          <a:xfrm>
            <a:off x="494304" y="2524905"/>
            <a:ext cx="10934700" cy="3000645"/>
            <a:chOff x="494304" y="2601105"/>
            <a:chExt cx="10934700" cy="3000645"/>
          </a:xfrm>
        </p:grpSpPr>
        <p:grpSp>
          <p:nvGrpSpPr>
            <p:cNvPr id="29599" name="Group 29598">
              <a:extLst>
                <a:ext uri="{FF2B5EF4-FFF2-40B4-BE49-F238E27FC236}">
                  <a16:creationId xmlns:a16="http://schemas.microsoft.com/office/drawing/2014/main" id="{277C5BCE-B5D3-9AFE-EB15-4F852AF66CA3}"/>
                </a:ext>
              </a:extLst>
            </p:cNvPr>
            <p:cNvGrpSpPr/>
            <p:nvPr/>
          </p:nvGrpSpPr>
          <p:grpSpPr>
            <a:xfrm>
              <a:off x="494304" y="2601105"/>
              <a:ext cx="10934700" cy="3000645"/>
              <a:chOff x="494304" y="2601105"/>
              <a:chExt cx="10934700" cy="3000645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063F7D5-931C-009D-80BC-61D704B5BB9C}"/>
                  </a:ext>
                </a:extLst>
              </p:cNvPr>
              <p:cNvSpPr/>
              <p:nvPr/>
            </p:nvSpPr>
            <p:spPr>
              <a:xfrm>
                <a:off x="1446363" y="2607116"/>
                <a:ext cx="265103" cy="365136"/>
              </a:xfrm>
              <a:custGeom>
                <a:avLst/>
                <a:gdLst>
                  <a:gd name="connsiteX0" fmla="*/ 162545 w 265103"/>
                  <a:gd name="connsiteY0" fmla="*/ 1568 h 365136"/>
                  <a:gd name="connsiteX1" fmla="*/ 131874 w 265103"/>
                  <a:gd name="connsiteY1" fmla="*/ 806 h 365136"/>
                  <a:gd name="connsiteX2" fmla="*/ 81678 w 265103"/>
                  <a:gd name="connsiteY2" fmla="*/ 38906 h 365136"/>
                  <a:gd name="connsiteX3" fmla="*/ 1858 w 265103"/>
                  <a:gd name="connsiteY3" fmla="*/ 232073 h 365136"/>
                  <a:gd name="connsiteX4" fmla="*/ 14907 w 265103"/>
                  <a:gd name="connsiteY4" fmla="*/ 322275 h 365136"/>
                  <a:gd name="connsiteX5" fmla="*/ 122159 w 265103"/>
                  <a:gd name="connsiteY5" fmla="*/ 362280 h 365136"/>
                  <a:gd name="connsiteX6" fmla="*/ 216171 w 265103"/>
                  <a:gd name="connsiteY6" fmla="*/ 289414 h 365136"/>
                  <a:gd name="connsiteX7" fmla="*/ 256938 w 265103"/>
                  <a:gd name="connsiteY7" fmla="*/ 175114 h 365136"/>
                  <a:gd name="connsiteX8" fmla="*/ 264462 w 265103"/>
                  <a:gd name="connsiteY8" fmla="*/ 90722 h 365136"/>
                  <a:gd name="connsiteX9" fmla="*/ 162545 w 265103"/>
                  <a:gd name="connsiteY9" fmla="*/ 1568 h 36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03" h="365136">
                    <a:moveTo>
                      <a:pt x="162545" y="1568"/>
                    </a:moveTo>
                    <a:cubicBezTo>
                      <a:pt x="152448" y="-527"/>
                      <a:pt x="142057" y="-784"/>
                      <a:pt x="131874" y="806"/>
                    </a:cubicBezTo>
                    <a:cubicBezTo>
                      <a:pt x="110919" y="4997"/>
                      <a:pt x="94917" y="21666"/>
                      <a:pt x="81678" y="38906"/>
                    </a:cubicBezTo>
                    <a:cubicBezTo>
                      <a:pt x="38078" y="94885"/>
                      <a:pt x="10490" y="161645"/>
                      <a:pt x="1858" y="232073"/>
                    </a:cubicBezTo>
                    <a:cubicBezTo>
                      <a:pt x="-1857" y="262839"/>
                      <a:pt x="-1380" y="295986"/>
                      <a:pt x="14907" y="322275"/>
                    </a:cubicBezTo>
                    <a:cubicBezTo>
                      <a:pt x="36434" y="356851"/>
                      <a:pt x="82535" y="371329"/>
                      <a:pt x="122159" y="362280"/>
                    </a:cubicBezTo>
                    <a:cubicBezTo>
                      <a:pt x="161783" y="353231"/>
                      <a:pt x="194835" y="324180"/>
                      <a:pt x="216171" y="289414"/>
                    </a:cubicBezTo>
                    <a:cubicBezTo>
                      <a:pt x="236202" y="253924"/>
                      <a:pt x="249994" y="215262"/>
                      <a:pt x="256938" y="175114"/>
                    </a:cubicBezTo>
                    <a:cubicBezTo>
                      <a:pt x="263796" y="147539"/>
                      <a:pt x="266339" y="119069"/>
                      <a:pt x="264462" y="90722"/>
                    </a:cubicBezTo>
                    <a:cubicBezTo>
                      <a:pt x="257890" y="26048"/>
                      <a:pt x="219790" y="11284"/>
                      <a:pt x="162545" y="156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7F7E8E3-5355-316C-0AF4-E22C48028C42}"/>
                  </a:ext>
                </a:extLst>
              </p:cNvPr>
              <p:cNvSpPr/>
              <p:nvPr/>
            </p:nvSpPr>
            <p:spPr>
              <a:xfrm>
                <a:off x="1979636" y="2607109"/>
                <a:ext cx="265103" cy="365143"/>
              </a:xfrm>
              <a:custGeom>
                <a:avLst/>
                <a:gdLst>
                  <a:gd name="connsiteX0" fmla="*/ 102474 w 265103"/>
                  <a:gd name="connsiteY0" fmla="*/ 1575 h 365143"/>
                  <a:gd name="connsiteX1" fmla="*/ 133049 w 265103"/>
                  <a:gd name="connsiteY1" fmla="*/ 813 h 365143"/>
                  <a:gd name="connsiteX2" fmla="*/ 183341 w 265103"/>
                  <a:gd name="connsiteY2" fmla="*/ 38913 h 365143"/>
                  <a:gd name="connsiteX3" fmla="*/ 263161 w 265103"/>
                  <a:gd name="connsiteY3" fmla="*/ 232080 h 365143"/>
                  <a:gd name="connsiteX4" fmla="*/ 250111 w 265103"/>
                  <a:gd name="connsiteY4" fmla="*/ 322282 h 365143"/>
                  <a:gd name="connsiteX5" fmla="*/ 142860 w 265103"/>
                  <a:gd name="connsiteY5" fmla="*/ 362287 h 365143"/>
                  <a:gd name="connsiteX6" fmla="*/ 48848 w 265103"/>
                  <a:gd name="connsiteY6" fmla="*/ 289421 h 365143"/>
                  <a:gd name="connsiteX7" fmla="*/ 8081 w 265103"/>
                  <a:gd name="connsiteY7" fmla="*/ 175121 h 365143"/>
                  <a:gd name="connsiteX8" fmla="*/ 556 w 265103"/>
                  <a:gd name="connsiteY8" fmla="*/ 90729 h 365143"/>
                  <a:gd name="connsiteX9" fmla="*/ 102474 w 265103"/>
                  <a:gd name="connsiteY9" fmla="*/ 1575 h 365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03" h="365143">
                    <a:moveTo>
                      <a:pt x="102474" y="1575"/>
                    </a:moveTo>
                    <a:cubicBezTo>
                      <a:pt x="112532" y="-530"/>
                      <a:pt x="122895" y="-787"/>
                      <a:pt x="133049" y="813"/>
                    </a:cubicBezTo>
                    <a:cubicBezTo>
                      <a:pt x="154099" y="5004"/>
                      <a:pt x="170101" y="21673"/>
                      <a:pt x="183341" y="38913"/>
                    </a:cubicBezTo>
                    <a:cubicBezTo>
                      <a:pt x="226937" y="94892"/>
                      <a:pt x="254531" y="161652"/>
                      <a:pt x="263161" y="232080"/>
                    </a:cubicBezTo>
                    <a:cubicBezTo>
                      <a:pt x="266875" y="262846"/>
                      <a:pt x="266399" y="295993"/>
                      <a:pt x="250111" y="322282"/>
                    </a:cubicBezTo>
                    <a:cubicBezTo>
                      <a:pt x="228585" y="356858"/>
                      <a:pt x="182484" y="371336"/>
                      <a:pt x="142860" y="362287"/>
                    </a:cubicBezTo>
                    <a:cubicBezTo>
                      <a:pt x="103236" y="353238"/>
                      <a:pt x="70184" y="324187"/>
                      <a:pt x="48848" y="289421"/>
                    </a:cubicBezTo>
                    <a:cubicBezTo>
                      <a:pt x="28741" y="253969"/>
                      <a:pt x="14939" y="215297"/>
                      <a:pt x="8081" y="175121"/>
                    </a:cubicBezTo>
                    <a:cubicBezTo>
                      <a:pt x="1223" y="147546"/>
                      <a:pt x="-1320" y="119076"/>
                      <a:pt x="556" y="90729"/>
                    </a:cubicBezTo>
                    <a:cubicBezTo>
                      <a:pt x="7224" y="26055"/>
                      <a:pt x="45324" y="11291"/>
                      <a:pt x="102474" y="1575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60" name="Freeform: Shape 28859">
                <a:extLst>
                  <a:ext uri="{FF2B5EF4-FFF2-40B4-BE49-F238E27FC236}">
                    <a16:creationId xmlns:a16="http://schemas.microsoft.com/office/drawing/2014/main" id="{4D5C8F22-D628-C4B3-3EAE-A2836882EFD7}"/>
                  </a:ext>
                </a:extLst>
              </p:cNvPr>
              <p:cNvSpPr/>
              <p:nvPr/>
            </p:nvSpPr>
            <p:spPr>
              <a:xfrm>
                <a:off x="3571853" y="2607013"/>
                <a:ext cx="265149" cy="364808"/>
              </a:xfrm>
              <a:custGeom>
                <a:avLst/>
                <a:gdLst>
                  <a:gd name="connsiteX0" fmla="*/ 162161 w 265149"/>
                  <a:gd name="connsiteY0" fmla="*/ 1575 h 364808"/>
                  <a:gd name="connsiteX1" fmla="*/ 131586 w 265149"/>
                  <a:gd name="connsiteY1" fmla="*/ 813 h 364808"/>
                  <a:gd name="connsiteX2" fmla="*/ 81294 w 265149"/>
                  <a:gd name="connsiteY2" fmla="*/ 38913 h 364808"/>
                  <a:gd name="connsiteX3" fmla="*/ 1855 w 265149"/>
                  <a:gd name="connsiteY3" fmla="*/ 231795 h 364808"/>
                  <a:gd name="connsiteX4" fmla="*/ 15000 w 265149"/>
                  <a:gd name="connsiteY4" fmla="*/ 321996 h 364808"/>
                  <a:gd name="connsiteX5" fmla="*/ 122156 w 265149"/>
                  <a:gd name="connsiteY5" fmla="*/ 361906 h 364808"/>
                  <a:gd name="connsiteX6" fmla="*/ 216168 w 265149"/>
                  <a:gd name="connsiteY6" fmla="*/ 289040 h 364808"/>
                  <a:gd name="connsiteX7" fmla="*/ 256935 w 265149"/>
                  <a:gd name="connsiteY7" fmla="*/ 174740 h 364808"/>
                  <a:gd name="connsiteX8" fmla="*/ 264555 w 265149"/>
                  <a:gd name="connsiteY8" fmla="*/ 90348 h 364808"/>
                  <a:gd name="connsiteX9" fmla="*/ 162161 w 265149"/>
                  <a:gd name="connsiteY9" fmla="*/ 1575 h 364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49" h="364808">
                    <a:moveTo>
                      <a:pt x="162161" y="1575"/>
                    </a:moveTo>
                    <a:cubicBezTo>
                      <a:pt x="152103" y="-530"/>
                      <a:pt x="141740" y="-787"/>
                      <a:pt x="131586" y="813"/>
                    </a:cubicBezTo>
                    <a:cubicBezTo>
                      <a:pt x="110536" y="5100"/>
                      <a:pt x="94534" y="21673"/>
                      <a:pt x="81294" y="38913"/>
                    </a:cubicBezTo>
                    <a:cubicBezTo>
                      <a:pt x="37888" y="94854"/>
                      <a:pt x="10437" y="161510"/>
                      <a:pt x="1855" y="231795"/>
                    </a:cubicBezTo>
                    <a:cubicBezTo>
                      <a:pt x="-1860" y="262560"/>
                      <a:pt x="-1383" y="295707"/>
                      <a:pt x="15000" y="321996"/>
                    </a:cubicBezTo>
                    <a:cubicBezTo>
                      <a:pt x="36431" y="356572"/>
                      <a:pt x="82532" y="371050"/>
                      <a:pt x="122156" y="361906"/>
                    </a:cubicBezTo>
                    <a:cubicBezTo>
                      <a:pt x="161780" y="352762"/>
                      <a:pt x="194832" y="323806"/>
                      <a:pt x="216168" y="289040"/>
                    </a:cubicBezTo>
                    <a:cubicBezTo>
                      <a:pt x="236285" y="253597"/>
                      <a:pt x="250086" y="214916"/>
                      <a:pt x="256935" y="174740"/>
                    </a:cubicBezTo>
                    <a:cubicBezTo>
                      <a:pt x="263774" y="147165"/>
                      <a:pt x="266346" y="118704"/>
                      <a:pt x="264555" y="90348"/>
                    </a:cubicBezTo>
                    <a:cubicBezTo>
                      <a:pt x="257506" y="26531"/>
                      <a:pt x="219406" y="11291"/>
                      <a:pt x="162161" y="1575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61" name="Freeform: Shape 28860">
                <a:extLst>
                  <a:ext uri="{FF2B5EF4-FFF2-40B4-BE49-F238E27FC236}">
                    <a16:creationId xmlns:a16="http://schemas.microsoft.com/office/drawing/2014/main" id="{03FA5C06-6F71-BA0E-CE6C-2054299DA46F}"/>
                  </a:ext>
                </a:extLst>
              </p:cNvPr>
              <p:cNvSpPr/>
              <p:nvPr/>
            </p:nvSpPr>
            <p:spPr>
              <a:xfrm>
                <a:off x="4104461" y="2607013"/>
                <a:ext cx="265118" cy="365189"/>
              </a:xfrm>
              <a:custGeom>
                <a:avLst/>
                <a:gdLst>
                  <a:gd name="connsiteX0" fmla="*/ 102565 w 265118"/>
                  <a:gd name="connsiteY0" fmla="*/ 1575 h 365189"/>
                  <a:gd name="connsiteX1" fmla="*/ 133141 w 265118"/>
                  <a:gd name="connsiteY1" fmla="*/ 813 h 365189"/>
                  <a:gd name="connsiteX2" fmla="*/ 183337 w 265118"/>
                  <a:gd name="connsiteY2" fmla="*/ 38913 h 365189"/>
                  <a:gd name="connsiteX3" fmla="*/ 263157 w 265118"/>
                  <a:gd name="connsiteY3" fmla="*/ 232176 h 365189"/>
                  <a:gd name="connsiteX4" fmla="*/ 250108 w 265118"/>
                  <a:gd name="connsiteY4" fmla="*/ 322377 h 365189"/>
                  <a:gd name="connsiteX5" fmla="*/ 142856 w 265118"/>
                  <a:gd name="connsiteY5" fmla="*/ 362287 h 365189"/>
                  <a:gd name="connsiteX6" fmla="*/ 48844 w 265118"/>
                  <a:gd name="connsiteY6" fmla="*/ 289421 h 365189"/>
                  <a:gd name="connsiteX7" fmla="*/ 8077 w 265118"/>
                  <a:gd name="connsiteY7" fmla="*/ 175121 h 365189"/>
                  <a:gd name="connsiteX8" fmla="*/ 553 w 265118"/>
                  <a:gd name="connsiteY8" fmla="*/ 90729 h 365189"/>
                  <a:gd name="connsiteX9" fmla="*/ 102565 w 265118"/>
                  <a:gd name="connsiteY9" fmla="*/ 1575 h 3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18" h="365189">
                    <a:moveTo>
                      <a:pt x="102565" y="1575"/>
                    </a:moveTo>
                    <a:cubicBezTo>
                      <a:pt x="112624" y="-530"/>
                      <a:pt x="122987" y="-787"/>
                      <a:pt x="133141" y="813"/>
                    </a:cubicBezTo>
                    <a:cubicBezTo>
                      <a:pt x="154096" y="5100"/>
                      <a:pt x="170193" y="21673"/>
                      <a:pt x="183337" y="38913"/>
                    </a:cubicBezTo>
                    <a:cubicBezTo>
                      <a:pt x="226943" y="94920"/>
                      <a:pt x="254527" y="161719"/>
                      <a:pt x="263157" y="232176"/>
                    </a:cubicBezTo>
                    <a:cubicBezTo>
                      <a:pt x="266871" y="262941"/>
                      <a:pt x="266491" y="296088"/>
                      <a:pt x="250108" y="322377"/>
                    </a:cubicBezTo>
                    <a:cubicBezTo>
                      <a:pt x="228581" y="356953"/>
                      <a:pt x="182480" y="371431"/>
                      <a:pt x="142856" y="362287"/>
                    </a:cubicBezTo>
                    <a:cubicBezTo>
                      <a:pt x="103232" y="353143"/>
                      <a:pt x="70180" y="324187"/>
                      <a:pt x="48844" y="289421"/>
                    </a:cubicBezTo>
                    <a:cubicBezTo>
                      <a:pt x="28804" y="253940"/>
                      <a:pt x="15012" y="215278"/>
                      <a:pt x="8077" y="175121"/>
                    </a:cubicBezTo>
                    <a:cubicBezTo>
                      <a:pt x="1219" y="147546"/>
                      <a:pt x="-1314" y="119076"/>
                      <a:pt x="553" y="90729"/>
                    </a:cubicBezTo>
                    <a:cubicBezTo>
                      <a:pt x="7125" y="26531"/>
                      <a:pt x="45225" y="11291"/>
                      <a:pt x="102565" y="1575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71" name="Freeform: Shape 29070">
                <a:extLst>
                  <a:ext uri="{FF2B5EF4-FFF2-40B4-BE49-F238E27FC236}">
                    <a16:creationId xmlns:a16="http://schemas.microsoft.com/office/drawing/2014/main" id="{62AF79D3-35E9-A10D-458B-963399BE45C8}"/>
                  </a:ext>
                </a:extLst>
              </p:cNvPr>
              <p:cNvSpPr/>
              <p:nvPr/>
            </p:nvSpPr>
            <p:spPr>
              <a:xfrm>
                <a:off x="5696483" y="2606632"/>
                <a:ext cx="265171" cy="365189"/>
              </a:xfrm>
              <a:custGeom>
                <a:avLst/>
                <a:gdLst>
                  <a:gd name="connsiteX0" fmla="*/ 162542 w 265171"/>
                  <a:gd name="connsiteY0" fmla="*/ 1575 h 365189"/>
                  <a:gd name="connsiteX1" fmla="*/ 131967 w 265171"/>
                  <a:gd name="connsiteY1" fmla="*/ 813 h 365189"/>
                  <a:gd name="connsiteX2" fmla="*/ 81770 w 265171"/>
                  <a:gd name="connsiteY2" fmla="*/ 38913 h 365189"/>
                  <a:gd name="connsiteX3" fmla="*/ 1855 w 265171"/>
                  <a:gd name="connsiteY3" fmla="*/ 232176 h 365189"/>
                  <a:gd name="connsiteX4" fmla="*/ 15000 w 265171"/>
                  <a:gd name="connsiteY4" fmla="*/ 322377 h 365189"/>
                  <a:gd name="connsiteX5" fmla="*/ 122251 w 265171"/>
                  <a:gd name="connsiteY5" fmla="*/ 362287 h 365189"/>
                  <a:gd name="connsiteX6" fmla="*/ 216263 w 265171"/>
                  <a:gd name="connsiteY6" fmla="*/ 289421 h 365189"/>
                  <a:gd name="connsiteX7" fmla="*/ 257030 w 265171"/>
                  <a:gd name="connsiteY7" fmla="*/ 175121 h 365189"/>
                  <a:gd name="connsiteX8" fmla="*/ 264555 w 265171"/>
                  <a:gd name="connsiteY8" fmla="*/ 90729 h 365189"/>
                  <a:gd name="connsiteX9" fmla="*/ 162542 w 265171"/>
                  <a:gd name="connsiteY9" fmla="*/ 1575 h 3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71" h="365189">
                    <a:moveTo>
                      <a:pt x="162542" y="1575"/>
                    </a:moveTo>
                    <a:cubicBezTo>
                      <a:pt x="152484" y="-530"/>
                      <a:pt x="142120" y="-787"/>
                      <a:pt x="131967" y="813"/>
                    </a:cubicBezTo>
                    <a:cubicBezTo>
                      <a:pt x="111012" y="5100"/>
                      <a:pt x="94915" y="21673"/>
                      <a:pt x="81770" y="38913"/>
                    </a:cubicBezTo>
                    <a:cubicBezTo>
                      <a:pt x="38136" y="94920"/>
                      <a:pt x="10523" y="161710"/>
                      <a:pt x="1855" y="232176"/>
                    </a:cubicBezTo>
                    <a:cubicBezTo>
                      <a:pt x="-1859" y="262941"/>
                      <a:pt x="-1383" y="296088"/>
                      <a:pt x="15000" y="322377"/>
                    </a:cubicBezTo>
                    <a:cubicBezTo>
                      <a:pt x="36431" y="356953"/>
                      <a:pt x="82532" y="371431"/>
                      <a:pt x="122251" y="362287"/>
                    </a:cubicBezTo>
                    <a:cubicBezTo>
                      <a:pt x="161971" y="353143"/>
                      <a:pt x="194832" y="324187"/>
                      <a:pt x="216263" y="289421"/>
                    </a:cubicBezTo>
                    <a:cubicBezTo>
                      <a:pt x="236304" y="253940"/>
                      <a:pt x="250086" y="215278"/>
                      <a:pt x="257030" y="175121"/>
                    </a:cubicBezTo>
                    <a:cubicBezTo>
                      <a:pt x="263840" y="147536"/>
                      <a:pt x="266384" y="119076"/>
                      <a:pt x="264555" y="90729"/>
                    </a:cubicBezTo>
                    <a:cubicBezTo>
                      <a:pt x="257982" y="26531"/>
                      <a:pt x="219787" y="11291"/>
                      <a:pt x="162542" y="157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72" name="Freeform: Shape 29071">
                <a:extLst>
                  <a:ext uri="{FF2B5EF4-FFF2-40B4-BE49-F238E27FC236}">
                    <a16:creationId xmlns:a16="http://schemas.microsoft.com/office/drawing/2014/main" id="{1FC2308A-2C98-F192-CBAE-AA0F1FE1E089}"/>
                  </a:ext>
                </a:extLst>
              </p:cNvPr>
              <p:cNvSpPr/>
              <p:nvPr/>
            </p:nvSpPr>
            <p:spPr>
              <a:xfrm>
                <a:off x="6229471" y="2606632"/>
                <a:ext cx="265160" cy="365189"/>
              </a:xfrm>
              <a:custGeom>
                <a:avLst/>
                <a:gdLst>
                  <a:gd name="connsiteX0" fmla="*/ 102566 w 265160"/>
                  <a:gd name="connsiteY0" fmla="*/ 1575 h 365189"/>
                  <a:gd name="connsiteX1" fmla="*/ 133141 w 265160"/>
                  <a:gd name="connsiteY1" fmla="*/ 813 h 365189"/>
                  <a:gd name="connsiteX2" fmla="*/ 183337 w 265160"/>
                  <a:gd name="connsiteY2" fmla="*/ 38913 h 365189"/>
                  <a:gd name="connsiteX3" fmla="*/ 263157 w 265160"/>
                  <a:gd name="connsiteY3" fmla="*/ 232176 h 365189"/>
                  <a:gd name="connsiteX4" fmla="*/ 250108 w 265160"/>
                  <a:gd name="connsiteY4" fmla="*/ 322377 h 365189"/>
                  <a:gd name="connsiteX5" fmla="*/ 142856 w 265160"/>
                  <a:gd name="connsiteY5" fmla="*/ 362287 h 365189"/>
                  <a:gd name="connsiteX6" fmla="*/ 48844 w 265160"/>
                  <a:gd name="connsiteY6" fmla="*/ 289421 h 365189"/>
                  <a:gd name="connsiteX7" fmla="*/ 8078 w 265160"/>
                  <a:gd name="connsiteY7" fmla="*/ 175121 h 365189"/>
                  <a:gd name="connsiteX8" fmla="*/ 553 w 265160"/>
                  <a:gd name="connsiteY8" fmla="*/ 90729 h 365189"/>
                  <a:gd name="connsiteX9" fmla="*/ 102566 w 265160"/>
                  <a:gd name="connsiteY9" fmla="*/ 1575 h 3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60" h="365189">
                    <a:moveTo>
                      <a:pt x="102566" y="1575"/>
                    </a:moveTo>
                    <a:cubicBezTo>
                      <a:pt x="112624" y="-530"/>
                      <a:pt x="122987" y="-787"/>
                      <a:pt x="133141" y="813"/>
                    </a:cubicBezTo>
                    <a:cubicBezTo>
                      <a:pt x="154096" y="5100"/>
                      <a:pt x="170193" y="21673"/>
                      <a:pt x="183337" y="38913"/>
                    </a:cubicBezTo>
                    <a:cubicBezTo>
                      <a:pt x="226943" y="94920"/>
                      <a:pt x="254527" y="161719"/>
                      <a:pt x="263157" y="232176"/>
                    </a:cubicBezTo>
                    <a:cubicBezTo>
                      <a:pt x="266967" y="262941"/>
                      <a:pt x="266491" y="296088"/>
                      <a:pt x="250108" y="322377"/>
                    </a:cubicBezTo>
                    <a:cubicBezTo>
                      <a:pt x="228581" y="356953"/>
                      <a:pt x="182576" y="371431"/>
                      <a:pt x="142856" y="362287"/>
                    </a:cubicBezTo>
                    <a:cubicBezTo>
                      <a:pt x="103137" y="353143"/>
                      <a:pt x="70276" y="324187"/>
                      <a:pt x="48844" y="289421"/>
                    </a:cubicBezTo>
                    <a:cubicBezTo>
                      <a:pt x="28804" y="253940"/>
                      <a:pt x="15012" y="215278"/>
                      <a:pt x="8078" y="175121"/>
                    </a:cubicBezTo>
                    <a:cubicBezTo>
                      <a:pt x="1219" y="147546"/>
                      <a:pt x="-1314" y="119076"/>
                      <a:pt x="553" y="90729"/>
                    </a:cubicBezTo>
                    <a:cubicBezTo>
                      <a:pt x="7125" y="26531"/>
                      <a:pt x="45320" y="11291"/>
                      <a:pt x="102566" y="157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72" name="Freeform: Shape 29171">
                <a:extLst>
                  <a:ext uri="{FF2B5EF4-FFF2-40B4-BE49-F238E27FC236}">
                    <a16:creationId xmlns:a16="http://schemas.microsoft.com/office/drawing/2014/main" id="{CD42D870-80A0-F50F-8E83-CFAE3487177D}"/>
                  </a:ext>
                </a:extLst>
              </p:cNvPr>
              <p:cNvSpPr/>
              <p:nvPr/>
            </p:nvSpPr>
            <p:spPr>
              <a:xfrm>
                <a:off x="7821662" y="2607014"/>
                <a:ext cx="265121" cy="365189"/>
              </a:xfrm>
              <a:custGeom>
                <a:avLst/>
                <a:gdLst>
                  <a:gd name="connsiteX0" fmla="*/ 162469 w 265121"/>
                  <a:gd name="connsiteY0" fmla="*/ 1575 h 365189"/>
                  <a:gd name="connsiteX1" fmla="*/ 131893 w 265121"/>
                  <a:gd name="connsiteY1" fmla="*/ 813 h 365189"/>
                  <a:gd name="connsiteX2" fmla="*/ 81697 w 265121"/>
                  <a:gd name="connsiteY2" fmla="*/ 38913 h 365189"/>
                  <a:gd name="connsiteX3" fmla="*/ 1877 w 265121"/>
                  <a:gd name="connsiteY3" fmla="*/ 232176 h 365189"/>
                  <a:gd name="connsiteX4" fmla="*/ 14926 w 265121"/>
                  <a:gd name="connsiteY4" fmla="*/ 322378 h 365189"/>
                  <a:gd name="connsiteX5" fmla="*/ 122178 w 265121"/>
                  <a:gd name="connsiteY5" fmla="*/ 362287 h 365189"/>
                  <a:gd name="connsiteX6" fmla="*/ 216189 w 265121"/>
                  <a:gd name="connsiteY6" fmla="*/ 289421 h 365189"/>
                  <a:gd name="connsiteX7" fmla="*/ 256957 w 265121"/>
                  <a:gd name="connsiteY7" fmla="*/ 175121 h 365189"/>
                  <a:gd name="connsiteX8" fmla="*/ 264481 w 265121"/>
                  <a:gd name="connsiteY8" fmla="*/ 90825 h 365189"/>
                  <a:gd name="connsiteX9" fmla="*/ 162469 w 265121"/>
                  <a:gd name="connsiteY9" fmla="*/ 1575 h 3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21" h="365189">
                    <a:moveTo>
                      <a:pt x="162469" y="1575"/>
                    </a:moveTo>
                    <a:cubicBezTo>
                      <a:pt x="152410" y="-530"/>
                      <a:pt x="142047" y="-787"/>
                      <a:pt x="131893" y="813"/>
                    </a:cubicBezTo>
                    <a:cubicBezTo>
                      <a:pt x="110938" y="5004"/>
                      <a:pt x="94841" y="21673"/>
                      <a:pt x="81697" y="38913"/>
                    </a:cubicBezTo>
                    <a:cubicBezTo>
                      <a:pt x="38091" y="94920"/>
                      <a:pt x="10507" y="161719"/>
                      <a:pt x="1877" y="232176"/>
                    </a:cubicBezTo>
                    <a:cubicBezTo>
                      <a:pt x="-1837" y="262941"/>
                      <a:pt x="-1457" y="295993"/>
                      <a:pt x="14926" y="322378"/>
                    </a:cubicBezTo>
                    <a:cubicBezTo>
                      <a:pt x="36453" y="356953"/>
                      <a:pt x="82554" y="371431"/>
                      <a:pt x="122178" y="362287"/>
                    </a:cubicBezTo>
                    <a:cubicBezTo>
                      <a:pt x="161802" y="353143"/>
                      <a:pt x="194854" y="324187"/>
                      <a:pt x="216189" y="289421"/>
                    </a:cubicBezTo>
                    <a:cubicBezTo>
                      <a:pt x="236230" y="253940"/>
                      <a:pt x="250022" y="215278"/>
                      <a:pt x="256957" y="175121"/>
                    </a:cubicBezTo>
                    <a:cubicBezTo>
                      <a:pt x="263814" y="147584"/>
                      <a:pt x="266358" y="119142"/>
                      <a:pt x="264481" y="90825"/>
                    </a:cubicBezTo>
                    <a:cubicBezTo>
                      <a:pt x="257909" y="26531"/>
                      <a:pt x="219809" y="11291"/>
                      <a:pt x="162469" y="1575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73" name="Freeform: Shape 29172">
                <a:extLst>
                  <a:ext uri="{FF2B5EF4-FFF2-40B4-BE49-F238E27FC236}">
                    <a16:creationId xmlns:a16="http://schemas.microsoft.com/office/drawing/2014/main" id="{F4E5F68A-353A-B8D2-B727-CDF6925D7D31}"/>
                  </a:ext>
                </a:extLst>
              </p:cNvPr>
              <p:cNvSpPr/>
              <p:nvPr/>
            </p:nvSpPr>
            <p:spPr>
              <a:xfrm>
                <a:off x="8354614" y="2607014"/>
                <a:ext cx="265153" cy="365189"/>
              </a:xfrm>
              <a:custGeom>
                <a:avLst/>
                <a:gdLst>
                  <a:gd name="connsiteX0" fmla="*/ 102527 w 265153"/>
                  <a:gd name="connsiteY0" fmla="*/ 1575 h 365189"/>
                  <a:gd name="connsiteX1" fmla="*/ 133103 w 265153"/>
                  <a:gd name="connsiteY1" fmla="*/ 813 h 365189"/>
                  <a:gd name="connsiteX2" fmla="*/ 183395 w 265153"/>
                  <a:gd name="connsiteY2" fmla="*/ 38913 h 365189"/>
                  <a:gd name="connsiteX3" fmla="*/ 263214 w 265153"/>
                  <a:gd name="connsiteY3" fmla="*/ 232176 h 365189"/>
                  <a:gd name="connsiteX4" fmla="*/ 250070 w 265153"/>
                  <a:gd name="connsiteY4" fmla="*/ 322378 h 365189"/>
                  <a:gd name="connsiteX5" fmla="*/ 142913 w 265153"/>
                  <a:gd name="connsiteY5" fmla="*/ 362287 h 365189"/>
                  <a:gd name="connsiteX6" fmla="*/ 48902 w 265153"/>
                  <a:gd name="connsiteY6" fmla="*/ 289421 h 365189"/>
                  <a:gd name="connsiteX7" fmla="*/ 8135 w 265153"/>
                  <a:gd name="connsiteY7" fmla="*/ 175121 h 365189"/>
                  <a:gd name="connsiteX8" fmla="*/ 514 w 265153"/>
                  <a:gd name="connsiteY8" fmla="*/ 90825 h 365189"/>
                  <a:gd name="connsiteX9" fmla="*/ 102527 w 265153"/>
                  <a:gd name="connsiteY9" fmla="*/ 1575 h 3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53" h="365189">
                    <a:moveTo>
                      <a:pt x="102527" y="1575"/>
                    </a:moveTo>
                    <a:cubicBezTo>
                      <a:pt x="112586" y="-530"/>
                      <a:pt x="122949" y="-787"/>
                      <a:pt x="133103" y="813"/>
                    </a:cubicBezTo>
                    <a:cubicBezTo>
                      <a:pt x="154153" y="5004"/>
                      <a:pt x="170155" y="21673"/>
                      <a:pt x="183395" y="38913"/>
                    </a:cubicBezTo>
                    <a:cubicBezTo>
                      <a:pt x="227000" y="94920"/>
                      <a:pt x="254584" y="161719"/>
                      <a:pt x="263214" y="232176"/>
                    </a:cubicBezTo>
                    <a:cubicBezTo>
                      <a:pt x="266929" y="262941"/>
                      <a:pt x="266453" y="295993"/>
                      <a:pt x="250070" y="322378"/>
                    </a:cubicBezTo>
                    <a:cubicBezTo>
                      <a:pt x="228638" y="356953"/>
                      <a:pt x="182538" y="371431"/>
                      <a:pt x="142913" y="362287"/>
                    </a:cubicBezTo>
                    <a:cubicBezTo>
                      <a:pt x="103290" y="353143"/>
                      <a:pt x="70238" y="324187"/>
                      <a:pt x="48902" y="289421"/>
                    </a:cubicBezTo>
                    <a:cubicBezTo>
                      <a:pt x="28776" y="253978"/>
                      <a:pt x="14983" y="215297"/>
                      <a:pt x="8135" y="175121"/>
                    </a:cubicBezTo>
                    <a:cubicBezTo>
                      <a:pt x="1287" y="147575"/>
                      <a:pt x="-1285" y="119152"/>
                      <a:pt x="514" y="90825"/>
                    </a:cubicBezTo>
                    <a:cubicBezTo>
                      <a:pt x="7182" y="26531"/>
                      <a:pt x="45282" y="11291"/>
                      <a:pt x="102527" y="1575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78" name="Freeform: Shape 29377">
                <a:extLst>
                  <a:ext uri="{FF2B5EF4-FFF2-40B4-BE49-F238E27FC236}">
                    <a16:creationId xmlns:a16="http://schemas.microsoft.com/office/drawing/2014/main" id="{FC453F21-EDD8-D38A-8BF0-DCDBBFF1D6B8}"/>
                  </a:ext>
                </a:extLst>
              </p:cNvPr>
              <p:cNvSpPr/>
              <p:nvPr/>
            </p:nvSpPr>
            <p:spPr>
              <a:xfrm>
                <a:off x="9946767" y="2607014"/>
                <a:ext cx="265133" cy="365189"/>
              </a:xfrm>
              <a:custGeom>
                <a:avLst/>
                <a:gdLst>
                  <a:gd name="connsiteX0" fmla="*/ 162469 w 265133"/>
                  <a:gd name="connsiteY0" fmla="*/ 1575 h 365189"/>
                  <a:gd name="connsiteX1" fmla="*/ 131894 w 265133"/>
                  <a:gd name="connsiteY1" fmla="*/ 813 h 365189"/>
                  <a:gd name="connsiteX2" fmla="*/ 81697 w 265133"/>
                  <a:gd name="connsiteY2" fmla="*/ 38913 h 365189"/>
                  <a:gd name="connsiteX3" fmla="*/ 1877 w 265133"/>
                  <a:gd name="connsiteY3" fmla="*/ 232176 h 365189"/>
                  <a:gd name="connsiteX4" fmla="*/ 14926 w 265133"/>
                  <a:gd name="connsiteY4" fmla="*/ 322377 h 365189"/>
                  <a:gd name="connsiteX5" fmla="*/ 122178 w 265133"/>
                  <a:gd name="connsiteY5" fmla="*/ 362287 h 365189"/>
                  <a:gd name="connsiteX6" fmla="*/ 216190 w 265133"/>
                  <a:gd name="connsiteY6" fmla="*/ 289421 h 365189"/>
                  <a:gd name="connsiteX7" fmla="*/ 256957 w 265133"/>
                  <a:gd name="connsiteY7" fmla="*/ 175121 h 365189"/>
                  <a:gd name="connsiteX8" fmla="*/ 264482 w 265133"/>
                  <a:gd name="connsiteY8" fmla="*/ 90825 h 365189"/>
                  <a:gd name="connsiteX9" fmla="*/ 162469 w 265133"/>
                  <a:gd name="connsiteY9" fmla="*/ 1575 h 3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33" h="365189">
                    <a:moveTo>
                      <a:pt x="162469" y="1575"/>
                    </a:moveTo>
                    <a:cubicBezTo>
                      <a:pt x="152373" y="-530"/>
                      <a:pt x="142085" y="-787"/>
                      <a:pt x="131894" y="813"/>
                    </a:cubicBezTo>
                    <a:cubicBezTo>
                      <a:pt x="110938" y="5004"/>
                      <a:pt x="94841" y="21673"/>
                      <a:pt x="81697" y="38913"/>
                    </a:cubicBezTo>
                    <a:cubicBezTo>
                      <a:pt x="38073" y="94920"/>
                      <a:pt x="10545" y="161719"/>
                      <a:pt x="1877" y="232176"/>
                    </a:cubicBezTo>
                    <a:cubicBezTo>
                      <a:pt x="-1838" y="262941"/>
                      <a:pt x="-1456" y="295993"/>
                      <a:pt x="14926" y="322377"/>
                    </a:cubicBezTo>
                    <a:cubicBezTo>
                      <a:pt x="36453" y="356953"/>
                      <a:pt x="82458" y="371431"/>
                      <a:pt x="122178" y="362287"/>
                    </a:cubicBezTo>
                    <a:cubicBezTo>
                      <a:pt x="161898" y="353143"/>
                      <a:pt x="194854" y="324187"/>
                      <a:pt x="216190" y="289421"/>
                    </a:cubicBezTo>
                    <a:cubicBezTo>
                      <a:pt x="236192" y="253940"/>
                      <a:pt x="250004" y="215278"/>
                      <a:pt x="256957" y="175121"/>
                    </a:cubicBezTo>
                    <a:cubicBezTo>
                      <a:pt x="263815" y="147584"/>
                      <a:pt x="266387" y="119142"/>
                      <a:pt x="264482" y="90825"/>
                    </a:cubicBezTo>
                    <a:cubicBezTo>
                      <a:pt x="257909" y="26531"/>
                      <a:pt x="219809" y="11291"/>
                      <a:pt x="162469" y="1575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79" name="Freeform: Shape 29378">
                <a:extLst>
                  <a:ext uri="{FF2B5EF4-FFF2-40B4-BE49-F238E27FC236}">
                    <a16:creationId xmlns:a16="http://schemas.microsoft.com/office/drawing/2014/main" id="{4F4BC628-0663-E642-EC28-D3B3269AC91E}"/>
                  </a:ext>
                </a:extLst>
              </p:cNvPr>
              <p:cNvSpPr/>
              <p:nvPr/>
            </p:nvSpPr>
            <p:spPr>
              <a:xfrm>
                <a:off x="10479715" y="2607014"/>
                <a:ext cx="265158" cy="365189"/>
              </a:xfrm>
              <a:custGeom>
                <a:avLst/>
                <a:gdLst>
                  <a:gd name="connsiteX0" fmla="*/ 102532 w 265158"/>
                  <a:gd name="connsiteY0" fmla="*/ 1575 h 365189"/>
                  <a:gd name="connsiteX1" fmla="*/ 133107 w 265158"/>
                  <a:gd name="connsiteY1" fmla="*/ 813 h 365189"/>
                  <a:gd name="connsiteX2" fmla="*/ 183399 w 265158"/>
                  <a:gd name="connsiteY2" fmla="*/ 38913 h 365189"/>
                  <a:gd name="connsiteX3" fmla="*/ 263219 w 265158"/>
                  <a:gd name="connsiteY3" fmla="*/ 232176 h 365189"/>
                  <a:gd name="connsiteX4" fmla="*/ 250074 w 265158"/>
                  <a:gd name="connsiteY4" fmla="*/ 322377 h 365189"/>
                  <a:gd name="connsiteX5" fmla="*/ 142918 w 265158"/>
                  <a:gd name="connsiteY5" fmla="*/ 362287 h 365189"/>
                  <a:gd name="connsiteX6" fmla="*/ 48906 w 265158"/>
                  <a:gd name="connsiteY6" fmla="*/ 289421 h 365189"/>
                  <a:gd name="connsiteX7" fmla="*/ 8139 w 265158"/>
                  <a:gd name="connsiteY7" fmla="*/ 175121 h 365189"/>
                  <a:gd name="connsiteX8" fmla="*/ 520 w 265158"/>
                  <a:gd name="connsiteY8" fmla="*/ 90825 h 365189"/>
                  <a:gd name="connsiteX9" fmla="*/ 102532 w 265158"/>
                  <a:gd name="connsiteY9" fmla="*/ 1575 h 3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5158" h="365189">
                    <a:moveTo>
                      <a:pt x="102532" y="1575"/>
                    </a:moveTo>
                    <a:cubicBezTo>
                      <a:pt x="112628" y="-530"/>
                      <a:pt x="122916" y="-787"/>
                      <a:pt x="133107" y="813"/>
                    </a:cubicBezTo>
                    <a:cubicBezTo>
                      <a:pt x="154158" y="5004"/>
                      <a:pt x="170159" y="21673"/>
                      <a:pt x="183399" y="38913"/>
                    </a:cubicBezTo>
                    <a:cubicBezTo>
                      <a:pt x="227023" y="94920"/>
                      <a:pt x="254551" y="161719"/>
                      <a:pt x="263219" y="232176"/>
                    </a:cubicBezTo>
                    <a:cubicBezTo>
                      <a:pt x="266934" y="262941"/>
                      <a:pt x="266457" y="295993"/>
                      <a:pt x="250074" y="322377"/>
                    </a:cubicBezTo>
                    <a:cubicBezTo>
                      <a:pt x="228643" y="356953"/>
                      <a:pt x="182542" y="371431"/>
                      <a:pt x="142918" y="362287"/>
                    </a:cubicBezTo>
                    <a:cubicBezTo>
                      <a:pt x="103294" y="353143"/>
                      <a:pt x="70242" y="324187"/>
                      <a:pt x="48906" y="289421"/>
                    </a:cubicBezTo>
                    <a:cubicBezTo>
                      <a:pt x="28809" y="253978"/>
                      <a:pt x="14997" y="215297"/>
                      <a:pt x="8139" y="175121"/>
                    </a:cubicBezTo>
                    <a:cubicBezTo>
                      <a:pt x="1281" y="147575"/>
                      <a:pt x="-1291" y="119152"/>
                      <a:pt x="520" y="90825"/>
                    </a:cubicBezTo>
                    <a:cubicBezTo>
                      <a:pt x="7187" y="26531"/>
                      <a:pt x="45287" y="11291"/>
                      <a:pt x="102532" y="1575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94" name="Rectangle: Rounded Corners 29593">
                <a:extLst>
                  <a:ext uri="{FF2B5EF4-FFF2-40B4-BE49-F238E27FC236}">
                    <a16:creationId xmlns:a16="http://schemas.microsoft.com/office/drawing/2014/main" id="{45F71948-B9F3-E5DC-16C6-73EB93C6DC00}"/>
                  </a:ext>
                </a:extLst>
              </p:cNvPr>
              <p:cNvSpPr/>
              <p:nvPr/>
            </p:nvSpPr>
            <p:spPr>
              <a:xfrm>
                <a:off x="494304" y="2646417"/>
                <a:ext cx="10934700" cy="11710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8F90EF7-AF45-8E90-42C7-4BD40EE7ECC2}"/>
                  </a:ext>
                </a:extLst>
              </p:cNvPr>
              <p:cNvSpPr/>
              <p:nvPr/>
            </p:nvSpPr>
            <p:spPr>
              <a:xfrm>
                <a:off x="940200" y="2755686"/>
                <a:ext cx="1811178" cy="2459831"/>
              </a:xfrm>
              <a:custGeom>
                <a:avLst/>
                <a:gdLst>
                  <a:gd name="connsiteX0" fmla="*/ 1455706 w 1811178"/>
                  <a:gd name="connsiteY0" fmla="*/ 0 h 2459831"/>
                  <a:gd name="connsiteX1" fmla="*/ 1811179 w 1811178"/>
                  <a:gd name="connsiteY1" fmla="*/ 0 h 2459831"/>
                  <a:gd name="connsiteX2" fmla="*/ 1811179 w 1811178"/>
                  <a:gd name="connsiteY2" fmla="*/ 2459831 h 2459831"/>
                  <a:gd name="connsiteX3" fmla="*/ 1455706 w 1811178"/>
                  <a:gd name="connsiteY3" fmla="*/ 2459831 h 2459831"/>
                  <a:gd name="connsiteX4" fmla="*/ 355473 w 1811178"/>
                  <a:gd name="connsiteY4" fmla="*/ 2459831 h 2459831"/>
                  <a:gd name="connsiteX5" fmla="*/ 0 w 1811178"/>
                  <a:gd name="connsiteY5" fmla="*/ 2459831 h 2459831"/>
                  <a:gd name="connsiteX6" fmla="*/ 0 w 1811178"/>
                  <a:gd name="connsiteY6" fmla="*/ 0 h 2459831"/>
                  <a:gd name="connsiteX7" fmla="*/ 355473 w 1811178"/>
                  <a:gd name="connsiteY7" fmla="*/ 0 h 245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1178" h="2459831">
                    <a:moveTo>
                      <a:pt x="1455706" y="0"/>
                    </a:moveTo>
                    <a:cubicBezTo>
                      <a:pt x="1652028" y="0"/>
                      <a:pt x="1811179" y="0"/>
                      <a:pt x="1811179" y="0"/>
                    </a:cubicBezTo>
                    <a:lnTo>
                      <a:pt x="1811179" y="2459831"/>
                    </a:lnTo>
                    <a:cubicBezTo>
                      <a:pt x="1811179" y="2459831"/>
                      <a:pt x="1652028" y="2459831"/>
                      <a:pt x="1455706" y="2459831"/>
                    </a:cubicBezTo>
                    <a:lnTo>
                      <a:pt x="355473" y="2459831"/>
                    </a:lnTo>
                    <a:cubicBezTo>
                      <a:pt x="159151" y="2459831"/>
                      <a:pt x="0" y="2459831"/>
                      <a:pt x="0" y="2459831"/>
                    </a:cubicBezTo>
                    <a:lnTo>
                      <a:pt x="0" y="0"/>
                    </a:lnTo>
                    <a:cubicBezTo>
                      <a:pt x="0" y="0"/>
                      <a:pt x="159151" y="0"/>
                      <a:pt x="3554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C7889C8-0623-5CF7-D7C1-AC480BE8F7FC}"/>
                  </a:ext>
                </a:extLst>
              </p:cNvPr>
              <p:cNvSpPr/>
              <p:nvPr/>
            </p:nvSpPr>
            <p:spPr>
              <a:xfrm>
                <a:off x="908205" y="2863737"/>
                <a:ext cx="1875262" cy="2737999"/>
              </a:xfrm>
              <a:custGeom>
                <a:avLst/>
                <a:gdLst>
                  <a:gd name="connsiteX0" fmla="*/ 1410229 w 1704784"/>
                  <a:gd name="connsiteY0" fmla="*/ 2299399 h 2299620"/>
                  <a:gd name="connsiteX1" fmla="*/ 294376 w 1704784"/>
                  <a:gd name="connsiteY1" fmla="*/ 2299399 h 2299620"/>
                  <a:gd name="connsiteX2" fmla="*/ -42 w 1704784"/>
                  <a:gd name="connsiteY2" fmla="*/ 2004887 h 2299620"/>
                  <a:gd name="connsiteX3" fmla="*/ -42 w 1704784"/>
                  <a:gd name="connsiteY3" fmla="*/ 294196 h 2299620"/>
                  <a:gd name="connsiteX4" fmla="*/ 294376 w 1704784"/>
                  <a:gd name="connsiteY4" fmla="*/ -221 h 2299620"/>
                  <a:gd name="connsiteX5" fmla="*/ 1410229 w 1704784"/>
                  <a:gd name="connsiteY5" fmla="*/ -221 h 2299620"/>
                  <a:gd name="connsiteX6" fmla="*/ 1704742 w 1704784"/>
                  <a:gd name="connsiteY6" fmla="*/ 294196 h 2299620"/>
                  <a:gd name="connsiteX7" fmla="*/ 1704742 w 1704784"/>
                  <a:gd name="connsiteY7" fmla="*/ 2004887 h 2299620"/>
                  <a:gd name="connsiteX8" fmla="*/ 1410229 w 1704784"/>
                  <a:gd name="connsiteY8" fmla="*/ 2299399 h 2299620"/>
                  <a:gd name="connsiteX9" fmla="*/ 294376 w 1704784"/>
                  <a:gd name="connsiteY9" fmla="*/ 43594 h 2299620"/>
                  <a:gd name="connsiteX10" fmla="*/ 43773 w 1704784"/>
                  <a:gd name="connsiteY10" fmla="*/ 294196 h 2299620"/>
                  <a:gd name="connsiteX11" fmla="*/ 43773 w 1704784"/>
                  <a:gd name="connsiteY11" fmla="*/ 2004887 h 2299620"/>
                  <a:gd name="connsiteX12" fmla="*/ 294376 w 1704784"/>
                  <a:gd name="connsiteY12" fmla="*/ 2255584 h 2299620"/>
                  <a:gd name="connsiteX13" fmla="*/ 1410229 w 1704784"/>
                  <a:gd name="connsiteY13" fmla="*/ 2255584 h 2299620"/>
                  <a:gd name="connsiteX14" fmla="*/ 1660927 w 1704784"/>
                  <a:gd name="connsiteY14" fmla="*/ 2004887 h 2299620"/>
                  <a:gd name="connsiteX15" fmla="*/ 1660927 w 1704784"/>
                  <a:gd name="connsiteY15" fmla="*/ 294196 h 2299620"/>
                  <a:gd name="connsiteX16" fmla="*/ 1410229 w 1704784"/>
                  <a:gd name="connsiteY16" fmla="*/ 43594 h 2299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04784" h="2299620">
                    <a:moveTo>
                      <a:pt x="1410229" y="2299399"/>
                    </a:moveTo>
                    <a:lnTo>
                      <a:pt x="294376" y="2299399"/>
                    </a:lnTo>
                    <a:cubicBezTo>
                      <a:pt x="131932" y="2298933"/>
                      <a:pt x="376" y="2167335"/>
                      <a:pt x="-42" y="2004887"/>
                    </a:cubicBezTo>
                    <a:lnTo>
                      <a:pt x="-42" y="294196"/>
                    </a:lnTo>
                    <a:cubicBezTo>
                      <a:pt x="115" y="131662"/>
                      <a:pt x="131838" y="-59"/>
                      <a:pt x="294376" y="-221"/>
                    </a:cubicBezTo>
                    <a:lnTo>
                      <a:pt x="1410229" y="-221"/>
                    </a:lnTo>
                    <a:cubicBezTo>
                      <a:pt x="1572669" y="198"/>
                      <a:pt x="1704276" y="131748"/>
                      <a:pt x="1704742" y="294196"/>
                    </a:cubicBezTo>
                    <a:lnTo>
                      <a:pt x="1704742" y="2004887"/>
                    </a:lnTo>
                    <a:cubicBezTo>
                      <a:pt x="1704323" y="2167364"/>
                      <a:pt x="1572707" y="2298980"/>
                      <a:pt x="1410229" y="2299399"/>
                    </a:cubicBezTo>
                    <a:close/>
                    <a:moveTo>
                      <a:pt x="294376" y="43594"/>
                    </a:moveTo>
                    <a:cubicBezTo>
                      <a:pt x="156036" y="43756"/>
                      <a:pt x="43930" y="155855"/>
                      <a:pt x="43773" y="294196"/>
                    </a:cubicBezTo>
                    <a:lnTo>
                      <a:pt x="43773" y="2004887"/>
                    </a:lnTo>
                    <a:cubicBezTo>
                      <a:pt x="43878" y="2143266"/>
                      <a:pt x="155999" y="2255423"/>
                      <a:pt x="294376" y="2255584"/>
                    </a:cubicBezTo>
                    <a:lnTo>
                      <a:pt x="1410229" y="2255584"/>
                    </a:lnTo>
                    <a:cubicBezTo>
                      <a:pt x="1548618" y="2255423"/>
                      <a:pt x="1660766" y="2143275"/>
                      <a:pt x="1660927" y="2004887"/>
                    </a:cubicBezTo>
                    <a:lnTo>
                      <a:pt x="1660927" y="294196"/>
                    </a:lnTo>
                    <a:cubicBezTo>
                      <a:pt x="1660766" y="155817"/>
                      <a:pt x="1548609" y="43698"/>
                      <a:pt x="1410229" y="435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A462E68-5CC1-00EC-91C4-D8179D8DA896}"/>
                  </a:ext>
                </a:extLst>
              </p:cNvPr>
              <p:cNvSpPr/>
              <p:nvPr/>
            </p:nvSpPr>
            <p:spPr>
              <a:xfrm>
                <a:off x="1290747" y="2601105"/>
                <a:ext cx="1109582" cy="1228443"/>
              </a:xfrm>
              <a:custGeom>
                <a:avLst/>
                <a:gdLst>
                  <a:gd name="connsiteX0" fmla="*/ 759930 w 1109582"/>
                  <a:gd name="connsiteY0" fmla="*/ 158042 h 1228443"/>
                  <a:gd name="connsiteX1" fmla="*/ 767169 w 1109582"/>
                  <a:gd name="connsiteY1" fmla="*/ 56505 h 1228443"/>
                  <a:gd name="connsiteX2" fmla="*/ 792601 w 1109582"/>
                  <a:gd name="connsiteY2" fmla="*/ 22120 h 1228443"/>
                  <a:gd name="connsiteX3" fmla="*/ 816985 w 1109582"/>
                  <a:gd name="connsiteY3" fmla="*/ 7642 h 1228443"/>
                  <a:gd name="connsiteX4" fmla="*/ 813365 w 1109582"/>
                  <a:gd name="connsiteY4" fmla="*/ 7642 h 1228443"/>
                  <a:gd name="connsiteX5" fmla="*/ 300063 w 1109582"/>
                  <a:gd name="connsiteY5" fmla="*/ 7642 h 1228443"/>
                  <a:gd name="connsiteX6" fmla="*/ 293015 w 1109582"/>
                  <a:gd name="connsiteY6" fmla="*/ 7642 h 1228443"/>
                  <a:gd name="connsiteX7" fmla="*/ 339211 w 1109582"/>
                  <a:gd name="connsiteY7" fmla="*/ 39932 h 1228443"/>
                  <a:gd name="connsiteX8" fmla="*/ 360737 w 1109582"/>
                  <a:gd name="connsiteY8" fmla="*/ 79746 h 1228443"/>
                  <a:gd name="connsiteX9" fmla="*/ 365595 w 1109582"/>
                  <a:gd name="connsiteY9" fmla="*/ 152041 h 1228443"/>
                  <a:gd name="connsiteX10" fmla="*/ 33360 w 1109582"/>
                  <a:gd name="connsiteY10" fmla="*/ 862587 h 1228443"/>
                  <a:gd name="connsiteX11" fmla="*/ 743900 w 1109582"/>
                  <a:gd name="connsiteY11" fmla="*/ 1194819 h 1228443"/>
                  <a:gd name="connsiteX12" fmla="*/ 1076141 w 1109582"/>
                  <a:gd name="connsiteY12" fmla="*/ 484273 h 1228443"/>
                  <a:gd name="connsiteX13" fmla="*/ 759930 w 1109582"/>
                  <a:gd name="connsiteY13" fmla="*/ 158137 h 1228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09582" h="1228443">
                    <a:moveTo>
                      <a:pt x="759930" y="158042"/>
                    </a:moveTo>
                    <a:cubicBezTo>
                      <a:pt x="752634" y="124199"/>
                      <a:pt x="755149" y="88976"/>
                      <a:pt x="767169" y="56505"/>
                    </a:cubicBezTo>
                    <a:cubicBezTo>
                      <a:pt x="772836" y="43208"/>
                      <a:pt x="781552" y="31436"/>
                      <a:pt x="792601" y="22120"/>
                    </a:cubicBezTo>
                    <a:cubicBezTo>
                      <a:pt x="799916" y="16043"/>
                      <a:pt x="808146" y="11157"/>
                      <a:pt x="816985" y="7642"/>
                    </a:cubicBezTo>
                    <a:lnTo>
                      <a:pt x="813365" y="7642"/>
                    </a:lnTo>
                    <a:cubicBezTo>
                      <a:pt x="727640" y="-169"/>
                      <a:pt x="615341" y="-5217"/>
                      <a:pt x="300063" y="7642"/>
                    </a:cubicBezTo>
                    <a:lnTo>
                      <a:pt x="293015" y="7642"/>
                    </a:lnTo>
                    <a:cubicBezTo>
                      <a:pt x="310912" y="14300"/>
                      <a:pt x="326809" y="25416"/>
                      <a:pt x="339211" y="39932"/>
                    </a:cubicBezTo>
                    <a:cubicBezTo>
                      <a:pt x="349069" y="51562"/>
                      <a:pt x="356403" y="65125"/>
                      <a:pt x="360737" y="79746"/>
                    </a:cubicBezTo>
                    <a:cubicBezTo>
                      <a:pt x="367462" y="103225"/>
                      <a:pt x="369119" y="127867"/>
                      <a:pt x="365595" y="152041"/>
                    </a:cubicBezTo>
                    <a:cubicBezTo>
                      <a:pt x="77640" y="256511"/>
                      <a:pt x="-71107" y="574627"/>
                      <a:pt x="33360" y="862587"/>
                    </a:cubicBezTo>
                    <a:cubicBezTo>
                      <a:pt x="137828" y="1150537"/>
                      <a:pt x="455949" y="1299289"/>
                      <a:pt x="743900" y="1194819"/>
                    </a:cubicBezTo>
                    <a:cubicBezTo>
                      <a:pt x="1031859" y="1090349"/>
                      <a:pt x="1180602" y="772233"/>
                      <a:pt x="1076141" y="484273"/>
                    </a:cubicBezTo>
                    <a:cubicBezTo>
                      <a:pt x="1022134" y="335407"/>
                      <a:pt x="907063" y="216725"/>
                      <a:pt x="759930" y="158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82C5F62-CB66-6949-CE8D-A179E920399A}"/>
                  </a:ext>
                </a:extLst>
              </p:cNvPr>
              <p:cNvSpPr/>
              <p:nvPr/>
            </p:nvSpPr>
            <p:spPr>
              <a:xfrm>
                <a:off x="1437690" y="2865890"/>
                <a:ext cx="816292" cy="816292"/>
              </a:xfrm>
              <a:custGeom>
                <a:avLst/>
                <a:gdLst>
                  <a:gd name="connsiteX0" fmla="*/ 816292 w 816292"/>
                  <a:gd name="connsiteY0" fmla="*/ 408146 h 816292"/>
                  <a:gd name="connsiteX1" fmla="*/ 408146 w 816292"/>
                  <a:gd name="connsiteY1" fmla="*/ 816292 h 816292"/>
                  <a:gd name="connsiteX2" fmla="*/ 0 w 816292"/>
                  <a:gd name="connsiteY2" fmla="*/ 408146 h 816292"/>
                  <a:gd name="connsiteX3" fmla="*/ 408146 w 816292"/>
                  <a:gd name="connsiteY3" fmla="*/ 0 h 816292"/>
                  <a:gd name="connsiteX4" fmla="*/ 816292 w 816292"/>
                  <a:gd name="connsiteY4" fmla="*/ 408146 h 81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6292" h="816292">
                    <a:moveTo>
                      <a:pt x="816292" y="408146"/>
                    </a:moveTo>
                    <a:cubicBezTo>
                      <a:pt x="816292" y="633559"/>
                      <a:pt x="633559" y="816292"/>
                      <a:pt x="408146" y="816292"/>
                    </a:cubicBezTo>
                    <a:cubicBezTo>
                      <a:pt x="182733" y="816292"/>
                      <a:pt x="0" y="633559"/>
                      <a:pt x="0" y="408146"/>
                    </a:cubicBezTo>
                    <a:cubicBezTo>
                      <a:pt x="0" y="182733"/>
                      <a:pt x="182733" y="0"/>
                      <a:pt x="408146" y="0"/>
                    </a:cubicBezTo>
                    <a:cubicBezTo>
                      <a:pt x="633559" y="0"/>
                      <a:pt x="816292" y="182733"/>
                      <a:pt x="816292" y="408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9598" name="Group 29597">
                <a:extLst>
                  <a:ext uri="{FF2B5EF4-FFF2-40B4-BE49-F238E27FC236}">
                    <a16:creationId xmlns:a16="http://schemas.microsoft.com/office/drawing/2014/main" id="{FB42199D-EA51-A8D2-2114-EFF984952319}"/>
                  </a:ext>
                </a:extLst>
              </p:cNvPr>
              <p:cNvGrpSpPr/>
              <p:nvPr/>
            </p:nvGrpSpPr>
            <p:grpSpPr>
              <a:xfrm>
                <a:off x="1645621" y="3007431"/>
                <a:ext cx="400431" cy="533209"/>
                <a:chOff x="1645621" y="3007431"/>
                <a:chExt cx="400431" cy="533209"/>
              </a:xfrm>
              <a:solidFill>
                <a:schemeClr val="accent1"/>
              </a:solidFill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563F2B80-2994-3EFD-B2A5-F4085AF809FD}"/>
                    </a:ext>
                  </a:extLst>
                </p:cNvPr>
                <p:cNvSpPr/>
                <p:nvPr/>
              </p:nvSpPr>
              <p:spPr>
                <a:xfrm>
                  <a:off x="1645621" y="3100681"/>
                  <a:ext cx="329660" cy="439959"/>
                </a:xfrm>
                <a:custGeom>
                  <a:avLst/>
                  <a:gdLst>
                    <a:gd name="connsiteX0" fmla="*/ 327904 w 329660"/>
                    <a:gd name="connsiteY0" fmla="*/ 80837 h 439959"/>
                    <a:gd name="connsiteX1" fmla="*/ 327904 w 329660"/>
                    <a:gd name="connsiteY1" fmla="*/ 80837 h 439959"/>
                    <a:gd name="connsiteX2" fmla="*/ 262467 w 329660"/>
                    <a:gd name="connsiteY2" fmla="*/ 2350 h 439959"/>
                    <a:gd name="connsiteX3" fmla="*/ 262467 w 329660"/>
                    <a:gd name="connsiteY3" fmla="*/ 2350 h 439959"/>
                    <a:gd name="connsiteX4" fmla="*/ 260371 w 329660"/>
                    <a:gd name="connsiteY4" fmla="*/ -221 h 439959"/>
                    <a:gd name="connsiteX5" fmla="*/ 33295 w 329660"/>
                    <a:gd name="connsiteY5" fmla="*/ -221 h 439959"/>
                    <a:gd name="connsiteX6" fmla="*/ -42 w 329660"/>
                    <a:gd name="connsiteY6" fmla="*/ 33021 h 439959"/>
                    <a:gd name="connsiteX7" fmla="*/ -42 w 329660"/>
                    <a:gd name="connsiteY7" fmla="*/ 406401 h 439959"/>
                    <a:gd name="connsiteX8" fmla="*/ 33295 w 329660"/>
                    <a:gd name="connsiteY8" fmla="*/ 439738 h 439959"/>
                    <a:gd name="connsiteX9" fmla="*/ 296281 w 329660"/>
                    <a:gd name="connsiteY9" fmla="*/ 439738 h 439959"/>
                    <a:gd name="connsiteX10" fmla="*/ 329618 w 329660"/>
                    <a:gd name="connsiteY10" fmla="*/ 406401 h 439959"/>
                    <a:gd name="connsiteX11" fmla="*/ 329618 w 329660"/>
                    <a:gd name="connsiteY11" fmla="*/ 82551 h 439959"/>
                    <a:gd name="connsiteX12" fmla="*/ 262657 w 329660"/>
                    <a:gd name="connsiteY12" fmla="*/ 24829 h 439959"/>
                    <a:gd name="connsiteX13" fmla="*/ 286660 w 329660"/>
                    <a:gd name="connsiteY13" fmla="*/ 53404 h 439959"/>
                    <a:gd name="connsiteX14" fmla="*/ 307615 w 329660"/>
                    <a:gd name="connsiteY14" fmla="*/ 78550 h 439959"/>
                    <a:gd name="connsiteX15" fmla="*/ 258085 w 329660"/>
                    <a:gd name="connsiteY15" fmla="*/ 80074 h 439959"/>
                    <a:gd name="connsiteX16" fmla="*/ 296281 w 329660"/>
                    <a:gd name="connsiteY16" fmla="*/ 425451 h 439959"/>
                    <a:gd name="connsiteX17" fmla="*/ 33295 w 329660"/>
                    <a:gd name="connsiteY17" fmla="*/ 425451 h 439959"/>
                    <a:gd name="connsiteX18" fmla="*/ 14245 w 329660"/>
                    <a:gd name="connsiteY18" fmla="*/ 406401 h 439959"/>
                    <a:gd name="connsiteX19" fmla="*/ 14245 w 329660"/>
                    <a:gd name="connsiteY19" fmla="*/ 33021 h 439959"/>
                    <a:gd name="connsiteX20" fmla="*/ 33295 w 329660"/>
                    <a:gd name="connsiteY20" fmla="*/ 13971 h 439959"/>
                    <a:gd name="connsiteX21" fmla="*/ 249227 w 329660"/>
                    <a:gd name="connsiteY21" fmla="*/ 13971 h 439959"/>
                    <a:gd name="connsiteX22" fmla="*/ 243226 w 329660"/>
                    <a:gd name="connsiteY22" fmla="*/ 86932 h 439959"/>
                    <a:gd name="connsiteX23" fmla="*/ 250561 w 329660"/>
                    <a:gd name="connsiteY23" fmla="*/ 94648 h 439959"/>
                    <a:gd name="connsiteX24" fmla="*/ 315331 w 329660"/>
                    <a:gd name="connsiteY24" fmla="*/ 92743 h 439959"/>
                    <a:gd name="connsiteX25" fmla="*/ 315331 w 329660"/>
                    <a:gd name="connsiteY25" fmla="*/ 406401 h 439959"/>
                    <a:gd name="connsiteX26" fmla="*/ 296281 w 329660"/>
                    <a:gd name="connsiteY26" fmla="*/ 425451 h 439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660" h="439959">
                      <a:moveTo>
                        <a:pt x="327904" y="80837"/>
                      </a:moveTo>
                      <a:lnTo>
                        <a:pt x="327904" y="80837"/>
                      </a:lnTo>
                      <a:lnTo>
                        <a:pt x="262467" y="2350"/>
                      </a:lnTo>
                      <a:lnTo>
                        <a:pt x="262467" y="2350"/>
                      </a:lnTo>
                      <a:lnTo>
                        <a:pt x="260371" y="-221"/>
                      </a:lnTo>
                      <a:lnTo>
                        <a:pt x="33295" y="-221"/>
                      </a:lnTo>
                      <a:cubicBezTo>
                        <a:pt x="14922" y="-221"/>
                        <a:pt x="15" y="14647"/>
                        <a:pt x="-42" y="33021"/>
                      </a:cubicBezTo>
                      <a:lnTo>
                        <a:pt x="-42" y="406401"/>
                      </a:lnTo>
                      <a:cubicBezTo>
                        <a:pt x="-42" y="424813"/>
                        <a:pt x="14884" y="439738"/>
                        <a:pt x="33295" y="439738"/>
                      </a:cubicBezTo>
                      <a:lnTo>
                        <a:pt x="296281" y="439738"/>
                      </a:lnTo>
                      <a:cubicBezTo>
                        <a:pt x="314692" y="439738"/>
                        <a:pt x="329618" y="424813"/>
                        <a:pt x="329618" y="406401"/>
                      </a:cubicBezTo>
                      <a:lnTo>
                        <a:pt x="329618" y="82551"/>
                      </a:lnTo>
                      <a:close/>
                      <a:moveTo>
                        <a:pt x="262657" y="24829"/>
                      </a:moveTo>
                      <a:lnTo>
                        <a:pt x="286660" y="53404"/>
                      </a:lnTo>
                      <a:lnTo>
                        <a:pt x="307615" y="78550"/>
                      </a:lnTo>
                      <a:lnTo>
                        <a:pt x="258085" y="80074"/>
                      </a:lnTo>
                      <a:close/>
                      <a:moveTo>
                        <a:pt x="296281" y="425451"/>
                      </a:moveTo>
                      <a:lnTo>
                        <a:pt x="33295" y="425451"/>
                      </a:lnTo>
                      <a:cubicBezTo>
                        <a:pt x="22770" y="425451"/>
                        <a:pt x="14245" y="416926"/>
                        <a:pt x="14245" y="406401"/>
                      </a:cubicBezTo>
                      <a:lnTo>
                        <a:pt x="14245" y="33021"/>
                      </a:lnTo>
                      <a:cubicBezTo>
                        <a:pt x="14245" y="22496"/>
                        <a:pt x="22770" y="13971"/>
                        <a:pt x="33295" y="13971"/>
                      </a:cubicBezTo>
                      <a:lnTo>
                        <a:pt x="249227" y="13971"/>
                      </a:lnTo>
                      <a:lnTo>
                        <a:pt x="243226" y="86932"/>
                      </a:lnTo>
                      <a:lnTo>
                        <a:pt x="250561" y="94648"/>
                      </a:lnTo>
                      <a:lnTo>
                        <a:pt x="315331" y="92743"/>
                      </a:lnTo>
                      <a:lnTo>
                        <a:pt x="315331" y="406401"/>
                      </a:lnTo>
                      <a:cubicBezTo>
                        <a:pt x="315331" y="416926"/>
                        <a:pt x="306806" y="425451"/>
                        <a:pt x="296281" y="42545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2D7CDE0A-9A6E-67BF-4CFF-73BC8E1D34A0}"/>
                    </a:ext>
                  </a:extLst>
                </p:cNvPr>
                <p:cNvSpPr/>
                <p:nvPr/>
              </p:nvSpPr>
              <p:spPr>
                <a:xfrm>
                  <a:off x="1673815" y="3007431"/>
                  <a:ext cx="372237" cy="497490"/>
                </a:xfrm>
                <a:custGeom>
                  <a:avLst/>
                  <a:gdLst>
                    <a:gd name="connsiteX0" fmla="*/ 370195 w 372237"/>
                    <a:gd name="connsiteY0" fmla="*/ 91409 h 497490"/>
                    <a:gd name="connsiteX1" fmla="*/ 370195 w 372237"/>
                    <a:gd name="connsiteY1" fmla="*/ 91409 h 497490"/>
                    <a:gd name="connsiteX2" fmla="*/ 295900 w 372237"/>
                    <a:gd name="connsiteY2" fmla="*/ 2255 h 497490"/>
                    <a:gd name="connsiteX3" fmla="*/ 295900 w 372237"/>
                    <a:gd name="connsiteY3" fmla="*/ 2255 h 497490"/>
                    <a:gd name="connsiteX4" fmla="*/ 293709 w 372237"/>
                    <a:gd name="connsiteY4" fmla="*/ -221 h 497490"/>
                    <a:gd name="connsiteX5" fmla="*/ 36820 w 372237"/>
                    <a:gd name="connsiteY5" fmla="*/ -221 h 497490"/>
                    <a:gd name="connsiteX6" fmla="*/ -42 w 372237"/>
                    <a:gd name="connsiteY6" fmla="*/ 36641 h 497490"/>
                    <a:gd name="connsiteX7" fmla="*/ -42 w 372237"/>
                    <a:gd name="connsiteY7" fmla="*/ 460408 h 497490"/>
                    <a:gd name="connsiteX8" fmla="*/ 36820 w 372237"/>
                    <a:gd name="connsiteY8" fmla="*/ 497270 h 497490"/>
                    <a:gd name="connsiteX9" fmla="*/ 335428 w 372237"/>
                    <a:gd name="connsiteY9" fmla="*/ 497270 h 497490"/>
                    <a:gd name="connsiteX10" fmla="*/ 372195 w 372237"/>
                    <a:gd name="connsiteY10" fmla="*/ 460408 h 497490"/>
                    <a:gd name="connsiteX11" fmla="*/ 372195 w 372237"/>
                    <a:gd name="connsiteY11" fmla="*/ 93410 h 497490"/>
                    <a:gd name="connsiteX12" fmla="*/ 296090 w 372237"/>
                    <a:gd name="connsiteY12" fmla="*/ 24734 h 497490"/>
                    <a:gd name="connsiteX13" fmla="*/ 323808 w 372237"/>
                    <a:gd name="connsiteY13" fmla="*/ 57977 h 497490"/>
                    <a:gd name="connsiteX14" fmla="*/ 349811 w 372237"/>
                    <a:gd name="connsiteY14" fmla="*/ 89219 h 497490"/>
                    <a:gd name="connsiteX15" fmla="*/ 290566 w 372237"/>
                    <a:gd name="connsiteY15" fmla="*/ 90933 h 497490"/>
                    <a:gd name="connsiteX16" fmla="*/ 335047 w 372237"/>
                    <a:gd name="connsiteY16" fmla="*/ 482887 h 497490"/>
                    <a:gd name="connsiteX17" fmla="*/ 36820 w 372237"/>
                    <a:gd name="connsiteY17" fmla="*/ 482887 h 497490"/>
                    <a:gd name="connsiteX18" fmla="*/ 14245 w 372237"/>
                    <a:gd name="connsiteY18" fmla="*/ 460313 h 497490"/>
                    <a:gd name="connsiteX19" fmla="*/ 14245 w 372237"/>
                    <a:gd name="connsiteY19" fmla="*/ 36641 h 497490"/>
                    <a:gd name="connsiteX20" fmla="*/ 36820 w 372237"/>
                    <a:gd name="connsiteY20" fmla="*/ 13971 h 497490"/>
                    <a:gd name="connsiteX21" fmla="*/ 283041 w 372237"/>
                    <a:gd name="connsiteY21" fmla="*/ 13971 h 497490"/>
                    <a:gd name="connsiteX22" fmla="*/ 276088 w 372237"/>
                    <a:gd name="connsiteY22" fmla="*/ 97791 h 497490"/>
                    <a:gd name="connsiteX23" fmla="*/ 283422 w 372237"/>
                    <a:gd name="connsiteY23" fmla="*/ 105506 h 497490"/>
                    <a:gd name="connsiteX24" fmla="*/ 357907 w 372237"/>
                    <a:gd name="connsiteY24" fmla="*/ 103316 h 497490"/>
                    <a:gd name="connsiteX25" fmla="*/ 357907 w 372237"/>
                    <a:gd name="connsiteY25" fmla="*/ 460408 h 497490"/>
                    <a:gd name="connsiteX26" fmla="*/ 335333 w 372237"/>
                    <a:gd name="connsiteY26" fmla="*/ 482982 h 497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72237" h="497490">
                      <a:moveTo>
                        <a:pt x="370195" y="91409"/>
                      </a:moveTo>
                      <a:lnTo>
                        <a:pt x="370195" y="91409"/>
                      </a:lnTo>
                      <a:lnTo>
                        <a:pt x="295900" y="2255"/>
                      </a:lnTo>
                      <a:lnTo>
                        <a:pt x="295900" y="2255"/>
                      </a:lnTo>
                      <a:lnTo>
                        <a:pt x="293709" y="-221"/>
                      </a:lnTo>
                      <a:lnTo>
                        <a:pt x="36820" y="-221"/>
                      </a:lnTo>
                      <a:cubicBezTo>
                        <a:pt x="16465" y="-221"/>
                        <a:pt x="-42" y="16286"/>
                        <a:pt x="-42" y="36641"/>
                      </a:cubicBezTo>
                      <a:lnTo>
                        <a:pt x="-42" y="460408"/>
                      </a:lnTo>
                      <a:cubicBezTo>
                        <a:pt x="-42" y="480763"/>
                        <a:pt x="16465" y="497270"/>
                        <a:pt x="36820" y="497270"/>
                      </a:cubicBezTo>
                      <a:lnTo>
                        <a:pt x="335428" y="497270"/>
                      </a:lnTo>
                      <a:cubicBezTo>
                        <a:pt x="355745" y="497212"/>
                        <a:pt x="372195" y="480725"/>
                        <a:pt x="372195" y="460408"/>
                      </a:cubicBezTo>
                      <a:lnTo>
                        <a:pt x="372195" y="93410"/>
                      </a:lnTo>
                      <a:close/>
                      <a:moveTo>
                        <a:pt x="296090" y="24734"/>
                      </a:moveTo>
                      <a:lnTo>
                        <a:pt x="323808" y="57977"/>
                      </a:lnTo>
                      <a:lnTo>
                        <a:pt x="349811" y="89219"/>
                      </a:lnTo>
                      <a:lnTo>
                        <a:pt x="290566" y="90933"/>
                      </a:lnTo>
                      <a:close/>
                      <a:moveTo>
                        <a:pt x="335047" y="482887"/>
                      </a:moveTo>
                      <a:lnTo>
                        <a:pt x="36820" y="482887"/>
                      </a:lnTo>
                      <a:cubicBezTo>
                        <a:pt x="24351" y="482887"/>
                        <a:pt x="14245" y="472781"/>
                        <a:pt x="14245" y="460313"/>
                      </a:cubicBezTo>
                      <a:lnTo>
                        <a:pt x="14245" y="36641"/>
                      </a:lnTo>
                      <a:cubicBezTo>
                        <a:pt x="14245" y="24153"/>
                        <a:pt x="24332" y="14028"/>
                        <a:pt x="36820" y="13971"/>
                      </a:cubicBezTo>
                      <a:lnTo>
                        <a:pt x="283041" y="13971"/>
                      </a:lnTo>
                      <a:lnTo>
                        <a:pt x="276088" y="97791"/>
                      </a:lnTo>
                      <a:lnTo>
                        <a:pt x="283422" y="105506"/>
                      </a:lnTo>
                      <a:lnTo>
                        <a:pt x="357907" y="103316"/>
                      </a:lnTo>
                      <a:lnTo>
                        <a:pt x="357907" y="460408"/>
                      </a:lnTo>
                      <a:cubicBezTo>
                        <a:pt x="357907" y="472876"/>
                        <a:pt x="347801" y="482982"/>
                        <a:pt x="335333" y="48298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21F64B34-0D96-B29A-B107-4027DF049F33}"/>
                    </a:ext>
                  </a:extLst>
                </p:cNvPr>
                <p:cNvSpPr/>
                <p:nvPr/>
              </p:nvSpPr>
              <p:spPr>
                <a:xfrm>
                  <a:off x="1749253" y="3232698"/>
                  <a:ext cx="161353" cy="14287"/>
                </a:xfrm>
                <a:custGeom>
                  <a:avLst/>
                  <a:gdLst>
                    <a:gd name="connsiteX0" fmla="*/ 0 w 161353"/>
                    <a:gd name="connsiteY0" fmla="*/ 0 h 14287"/>
                    <a:gd name="connsiteX1" fmla="*/ 161354 w 161353"/>
                    <a:gd name="connsiteY1" fmla="*/ 0 h 14287"/>
                    <a:gd name="connsiteX2" fmla="*/ 161354 w 161353"/>
                    <a:gd name="connsiteY2" fmla="*/ 14288 h 14287"/>
                    <a:gd name="connsiteX3" fmla="*/ 0 w 161353"/>
                    <a:gd name="connsiteY3" fmla="*/ 14288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1353" h="14287">
                      <a:moveTo>
                        <a:pt x="0" y="0"/>
                      </a:moveTo>
                      <a:lnTo>
                        <a:pt x="161354" y="0"/>
                      </a:lnTo>
                      <a:lnTo>
                        <a:pt x="161354" y="14288"/>
                      </a:lnTo>
                      <a:lnTo>
                        <a:pt x="0" y="142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CAF575E9-7E15-AB55-C1B4-2D08DFEED57B}"/>
                    </a:ext>
                  </a:extLst>
                </p:cNvPr>
                <p:cNvSpPr/>
                <p:nvPr/>
              </p:nvSpPr>
              <p:spPr>
                <a:xfrm>
                  <a:off x="1703247" y="3280894"/>
                  <a:ext cx="207359" cy="14287"/>
                </a:xfrm>
                <a:custGeom>
                  <a:avLst/>
                  <a:gdLst>
                    <a:gd name="connsiteX0" fmla="*/ 0 w 207359"/>
                    <a:gd name="connsiteY0" fmla="*/ 0 h 14287"/>
                    <a:gd name="connsiteX1" fmla="*/ 207359 w 207359"/>
                    <a:gd name="connsiteY1" fmla="*/ 0 h 14287"/>
                    <a:gd name="connsiteX2" fmla="*/ 207359 w 207359"/>
                    <a:gd name="connsiteY2" fmla="*/ 14287 h 14287"/>
                    <a:gd name="connsiteX3" fmla="*/ 0 w 207359"/>
                    <a:gd name="connsiteY3" fmla="*/ 14287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359" h="14287">
                      <a:moveTo>
                        <a:pt x="0" y="0"/>
                      </a:moveTo>
                      <a:lnTo>
                        <a:pt x="207359" y="0"/>
                      </a:lnTo>
                      <a:lnTo>
                        <a:pt x="207359" y="14287"/>
                      </a:lnTo>
                      <a:lnTo>
                        <a:pt x="0" y="1428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527597FE-01B0-B7E3-4A5A-3101F2758DAA}"/>
                    </a:ext>
                  </a:extLst>
                </p:cNvPr>
                <p:cNvSpPr/>
                <p:nvPr/>
              </p:nvSpPr>
              <p:spPr>
                <a:xfrm>
                  <a:off x="1703247" y="3319947"/>
                  <a:ext cx="207359" cy="14287"/>
                </a:xfrm>
                <a:custGeom>
                  <a:avLst/>
                  <a:gdLst>
                    <a:gd name="connsiteX0" fmla="*/ 0 w 207359"/>
                    <a:gd name="connsiteY0" fmla="*/ 0 h 14287"/>
                    <a:gd name="connsiteX1" fmla="*/ 207359 w 207359"/>
                    <a:gd name="connsiteY1" fmla="*/ 0 h 14287"/>
                    <a:gd name="connsiteX2" fmla="*/ 207359 w 207359"/>
                    <a:gd name="connsiteY2" fmla="*/ 14287 h 14287"/>
                    <a:gd name="connsiteX3" fmla="*/ 0 w 207359"/>
                    <a:gd name="connsiteY3" fmla="*/ 14287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359" h="14287">
                      <a:moveTo>
                        <a:pt x="0" y="0"/>
                      </a:moveTo>
                      <a:lnTo>
                        <a:pt x="207359" y="0"/>
                      </a:lnTo>
                      <a:lnTo>
                        <a:pt x="207359" y="14287"/>
                      </a:lnTo>
                      <a:lnTo>
                        <a:pt x="0" y="1428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4315CE1E-060C-CD87-91B6-DE33F283B816}"/>
                    </a:ext>
                  </a:extLst>
                </p:cNvPr>
                <p:cNvSpPr/>
                <p:nvPr/>
              </p:nvSpPr>
              <p:spPr>
                <a:xfrm>
                  <a:off x="1703247" y="3360904"/>
                  <a:ext cx="207359" cy="14287"/>
                </a:xfrm>
                <a:custGeom>
                  <a:avLst/>
                  <a:gdLst>
                    <a:gd name="connsiteX0" fmla="*/ 0 w 207359"/>
                    <a:gd name="connsiteY0" fmla="*/ 0 h 14287"/>
                    <a:gd name="connsiteX1" fmla="*/ 207359 w 207359"/>
                    <a:gd name="connsiteY1" fmla="*/ 0 h 14287"/>
                    <a:gd name="connsiteX2" fmla="*/ 207359 w 207359"/>
                    <a:gd name="connsiteY2" fmla="*/ 14287 h 14287"/>
                    <a:gd name="connsiteX3" fmla="*/ 0 w 207359"/>
                    <a:gd name="connsiteY3" fmla="*/ 14287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359" h="14287">
                      <a:moveTo>
                        <a:pt x="0" y="0"/>
                      </a:moveTo>
                      <a:lnTo>
                        <a:pt x="207359" y="0"/>
                      </a:lnTo>
                      <a:lnTo>
                        <a:pt x="207359" y="14287"/>
                      </a:lnTo>
                      <a:lnTo>
                        <a:pt x="0" y="1428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44B1AFF-8267-8AA7-D1BF-944B95AE77FB}"/>
                    </a:ext>
                  </a:extLst>
                </p:cNvPr>
                <p:cNvSpPr/>
                <p:nvPr/>
              </p:nvSpPr>
              <p:spPr>
                <a:xfrm>
                  <a:off x="1703247" y="3406910"/>
                  <a:ext cx="207359" cy="14287"/>
                </a:xfrm>
                <a:custGeom>
                  <a:avLst/>
                  <a:gdLst>
                    <a:gd name="connsiteX0" fmla="*/ 0 w 207359"/>
                    <a:gd name="connsiteY0" fmla="*/ 0 h 14287"/>
                    <a:gd name="connsiteX1" fmla="*/ 207359 w 207359"/>
                    <a:gd name="connsiteY1" fmla="*/ 0 h 14287"/>
                    <a:gd name="connsiteX2" fmla="*/ 207359 w 207359"/>
                    <a:gd name="connsiteY2" fmla="*/ 14288 h 14287"/>
                    <a:gd name="connsiteX3" fmla="*/ 0 w 207359"/>
                    <a:gd name="connsiteY3" fmla="*/ 14288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359" h="14287">
                      <a:moveTo>
                        <a:pt x="0" y="0"/>
                      </a:moveTo>
                      <a:lnTo>
                        <a:pt x="207359" y="0"/>
                      </a:lnTo>
                      <a:lnTo>
                        <a:pt x="207359" y="14288"/>
                      </a:lnTo>
                      <a:lnTo>
                        <a:pt x="0" y="142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5A4D6D7-93D8-1671-F910-A9677531C1F2}"/>
                    </a:ext>
                  </a:extLst>
                </p:cNvPr>
                <p:cNvSpPr/>
                <p:nvPr/>
              </p:nvSpPr>
              <p:spPr>
                <a:xfrm>
                  <a:off x="1703247" y="3452821"/>
                  <a:ext cx="207359" cy="14287"/>
                </a:xfrm>
                <a:custGeom>
                  <a:avLst/>
                  <a:gdLst>
                    <a:gd name="connsiteX0" fmla="*/ 0 w 207359"/>
                    <a:gd name="connsiteY0" fmla="*/ 0 h 14287"/>
                    <a:gd name="connsiteX1" fmla="*/ 207359 w 207359"/>
                    <a:gd name="connsiteY1" fmla="*/ 0 h 14287"/>
                    <a:gd name="connsiteX2" fmla="*/ 207359 w 207359"/>
                    <a:gd name="connsiteY2" fmla="*/ 14288 h 14287"/>
                    <a:gd name="connsiteX3" fmla="*/ 0 w 207359"/>
                    <a:gd name="connsiteY3" fmla="*/ 14288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359" h="14287">
                      <a:moveTo>
                        <a:pt x="0" y="0"/>
                      </a:moveTo>
                      <a:lnTo>
                        <a:pt x="207359" y="0"/>
                      </a:lnTo>
                      <a:lnTo>
                        <a:pt x="207359" y="14288"/>
                      </a:lnTo>
                      <a:lnTo>
                        <a:pt x="0" y="142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8862" name="Freeform: Shape 28861">
                <a:extLst>
                  <a:ext uri="{FF2B5EF4-FFF2-40B4-BE49-F238E27FC236}">
                    <a16:creationId xmlns:a16="http://schemas.microsoft.com/office/drawing/2014/main" id="{A45EF424-09E5-622F-A874-DE537D879033}"/>
                  </a:ext>
                </a:extLst>
              </p:cNvPr>
              <p:cNvSpPr/>
              <p:nvPr/>
            </p:nvSpPr>
            <p:spPr>
              <a:xfrm>
                <a:off x="3065306" y="2755685"/>
                <a:ext cx="1811178" cy="2459831"/>
              </a:xfrm>
              <a:custGeom>
                <a:avLst/>
                <a:gdLst>
                  <a:gd name="connsiteX0" fmla="*/ 1455706 w 1811178"/>
                  <a:gd name="connsiteY0" fmla="*/ 0 h 2459831"/>
                  <a:gd name="connsiteX1" fmla="*/ 1811179 w 1811178"/>
                  <a:gd name="connsiteY1" fmla="*/ 0 h 2459831"/>
                  <a:gd name="connsiteX2" fmla="*/ 1811179 w 1811178"/>
                  <a:gd name="connsiteY2" fmla="*/ 2459831 h 2459831"/>
                  <a:gd name="connsiteX3" fmla="*/ 1455706 w 1811178"/>
                  <a:gd name="connsiteY3" fmla="*/ 2459831 h 2459831"/>
                  <a:gd name="connsiteX4" fmla="*/ 355473 w 1811178"/>
                  <a:gd name="connsiteY4" fmla="*/ 2459831 h 2459831"/>
                  <a:gd name="connsiteX5" fmla="*/ 0 w 1811178"/>
                  <a:gd name="connsiteY5" fmla="*/ 2459831 h 2459831"/>
                  <a:gd name="connsiteX6" fmla="*/ 0 w 1811178"/>
                  <a:gd name="connsiteY6" fmla="*/ 0 h 2459831"/>
                  <a:gd name="connsiteX7" fmla="*/ 355473 w 1811178"/>
                  <a:gd name="connsiteY7" fmla="*/ 0 h 245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1178" h="2459831">
                    <a:moveTo>
                      <a:pt x="1455706" y="0"/>
                    </a:moveTo>
                    <a:cubicBezTo>
                      <a:pt x="1652028" y="0"/>
                      <a:pt x="1811179" y="0"/>
                      <a:pt x="1811179" y="0"/>
                    </a:cubicBezTo>
                    <a:lnTo>
                      <a:pt x="1811179" y="2459831"/>
                    </a:lnTo>
                    <a:cubicBezTo>
                      <a:pt x="1811179" y="2459831"/>
                      <a:pt x="1652028" y="2459831"/>
                      <a:pt x="1455706" y="2459831"/>
                    </a:cubicBezTo>
                    <a:lnTo>
                      <a:pt x="355473" y="2459831"/>
                    </a:lnTo>
                    <a:cubicBezTo>
                      <a:pt x="159151" y="2459831"/>
                      <a:pt x="0" y="2459831"/>
                      <a:pt x="0" y="2459831"/>
                    </a:cubicBezTo>
                    <a:lnTo>
                      <a:pt x="0" y="0"/>
                    </a:lnTo>
                    <a:cubicBezTo>
                      <a:pt x="0" y="0"/>
                      <a:pt x="159151" y="0"/>
                      <a:pt x="3554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63" name="Freeform: Shape 28862">
                <a:extLst>
                  <a:ext uri="{FF2B5EF4-FFF2-40B4-BE49-F238E27FC236}">
                    <a16:creationId xmlns:a16="http://schemas.microsoft.com/office/drawing/2014/main" id="{78A1B55F-2F75-FAEB-9D03-5FA1408CA9AF}"/>
                  </a:ext>
                </a:extLst>
              </p:cNvPr>
              <p:cNvSpPr/>
              <p:nvPr/>
            </p:nvSpPr>
            <p:spPr>
              <a:xfrm>
                <a:off x="3033312" y="2863740"/>
                <a:ext cx="1875262" cy="2737886"/>
              </a:xfrm>
              <a:custGeom>
                <a:avLst/>
                <a:gdLst>
                  <a:gd name="connsiteX0" fmla="*/ 1410229 w 1704784"/>
                  <a:gd name="connsiteY0" fmla="*/ 2299304 h 2299525"/>
                  <a:gd name="connsiteX1" fmla="*/ 294376 w 1704784"/>
                  <a:gd name="connsiteY1" fmla="*/ 2299304 h 2299525"/>
                  <a:gd name="connsiteX2" fmla="*/ -42 w 1704784"/>
                  <a:gd name="connsiteY2" fmla="*/ 2004887 h 2299525"/>
                  <a:gd name="connsiteX3" fmla="*/ -42 w 1704784"/>
                  <a:gd name="connsiteY3" fmla="*/ 294196 h 2299525"/>
                  <a:gd name="connsiteX4" fmla="*/ 294376 w 1704784"/>
                  <a:gd name="connsiteY4" fmla="*/ -221 h 2299525"/>
                  <a:gd name="connsiteX5" fmla="*/ 1410229 w 1704784"/>
                  <a:gd name="connsiteY5" fmla="*/ -221 h 2299525"/>
                  <a:gd name="connsiteX6" fmla="*/ 1704743 w 1704784"/>
                  <a:gd name="connsiteY6" fmla="*/ 294196 h 2299525"/>
                  <a:gd name="connsiteX7" fmla="*/ 1704743 w 1704784"/>
                  <a:gd name="connsiteY7" fmla="*/ 2004887 h 2299525"/>
                  <a:gd name="connsiteX8" fmla="*/ 1410229 w 1704784"/>
                  <a:gd name="connsiteY8" fmla="*/ 2299304 h 2299525"/>
                  <a:gd name="connsiteX9" fmla="*/ 294376 w 1704784"/>
                  <a:gd name="connsiteY9" fmla="*/ 43594 h 2299525"/>
                  <a:gd name="connsiteX10" fmla="*/ 43773 w 1704784"/>
                  <a:gd name="connsiteY10" fmla="*/ 294196 h 2299525"/>
                  <a:gd name="connsiteX11" fmla="*/ 43773 w 1704784"/>
                  <a:gd name="connsiteY11" fmla="*/ 2004887 h 2299525"/>
                  <a:gd name="connsiteX12" fmla="*/ 294376 w 1704784"/>
                  <a:gd name="connsiteY12" fmla="*/ 2255775 h 2299525"/>
                  <a:gd name="connsiteX13" fmla="*/ 1410229 w 1704784"/>
                  <a:gd name="connsiteY13" fmla="*/ 2255775 h 2299525"/>
                  <a:gd name="connsiteX14" fmla="*/ 1660927 w 1704784"/>
                  <a:gd name="connsiteY14" fmla="*/ 2005172 h 2299525"/>
                  <a:gd name="connsiteX15" fmla="*/ 1660927 w 1704784"/>
                  <a:gd name="connsiteY15" fmla="*/ 294196 h 2299525"/>
                  <a:gd name="connsiteX16" fmla="*/ 1410229 w 1704784"/>
                  <a:gd name="connsiteY16" fmla="*/ 43594 h 229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04784" h="2299525">
                    <a:moveTo>
                      <a:pt x="1410229" y="2299304"/>
                    </a:moveTo>
                    <a:lnTo>
                      <a:pt x="294376" y="2299304"/>
                    </a:lnTo>
                    <a:cubicBezTo>
                      <a:pt x="131841" y="2299143"/>
                      <a:pt x="120" y="2167421"/>
                      <a:pt x="-42" y="2004887"/>
                    </a:cubicBezTo>
                    <a:lnTo>
                      <a:pt x="-42" y="294196"/>
                    </a:lnTo>
                    <a:cubicBezTo>
                      <a:pt x="120" y="131662"/>
                      <a:pt x="131841" y="-59"/>
                      <a:pt x="294376" y="-221"/>
                    </a:cubicBezTo>
                    <a:lnTo>
                      <a:pt x="1410229" y="-221"/>
                    </a:lnTo>
                    <a:cubicBezTo>
                      <a:pt x="1572669" y="198"/>
                      <a:pt x="1704276" y="131748"/>
                      <a:pt x="1704743" y="294196"/>
                    </a:cubicBezTo>
                    <a:lnTo>
                      <a:pt x="1704743" y="2004887"/>
                    </a:lnTo>
                    <a:cubicBezTo>
                      <a:pt x="1704276" y="2167335"/>
                      <a:pt x="1572679" y="2298885"/>
                      <a:pt x="1410229" y="2299304"/>
                    </a:cubicBezTo>
                    <a:close/>
                    <a:moveTo>
                      <a:pt x="294376" y="43594"/>
                    </a:moveTo>
                    <a:cubicBezTo>
                      <a:pt x="156035" y="43756"/>
                      <a:pt x="43935" y="155856"/>
                      <a:pt x="43773" y="294196"/>
                    </a:cubicBezTo>
                    <a:lnTo>
                      <a:pt x="43773" y="2004887"/>
                    </a:lnTo>
                    <a:cubicBezTo>
                      <a:pt x="43773" y="2143333"/>
                      <a:pt x="155930" y="2255613"/>
                      <a:pt x="294376" y="2255775"/>
                    </a:cubicBezTo>
                    <a:lnTo>
                      <a:pt x="1410229" y="2255775"/>
                    </a:lnTo>
                    <a:cubicBezTo>
                      <a:pt x="1548609" y="2255670"/>
                      <a:pt x="1660766" y="2143551"/>
                      <a:pt x="1660927" y="2005172"/>
                    </a:cubicBezTo>
                    <a:lnTo>
                      <a:pt x="1660927" y="294196"/>
                    </a:lnTo>
                    <a:cubicBezTo>
                      <a:pt x="1660766" y="155817"/>
                      <a:pt x="1548609" y="43699"/>
                      <a:pt x="1410229" y="435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64" name="Freeform: Shape 28863">
                <a:extLst>
                  <a:ext uri="{FF2B5EF4-FFF2-40B4-BE49-F238E27FC236}">
                    <a16:creationId xmlns:a16="http://schemas.microsoft.com/office/drawing/2014/main" id="{BC240E87-4FE4-3327-42B9-DC349A96C364}"/>
                  </a:ext>
                </a:extLst>
              </p:cNvPr>
              <p:cNvSpPr/>
              <p:nvPr/>
            </p:nvSpPr>
            <p:spPr>
              <a:xfrm>
                <a:off x="3416190" y="2601105"/>
                <a:ext cx="1109583" cy="1228424"/>
              </a:xfrm>
              <a:custGeom>
                <a:avLst/>
                <a:gdLst>
                  <a:gd name="connsiteX0" fmla="*/ 759689 w 1109583"/>
                  <a:gd name="connsiteY0" fmla="*/ 158423 h 1228424"/>
                  <a:gd name="connsiteX1" fmla="*/ 767119 w 1109583"/>
                  <a:gd name="connsiteY1" fmla="*/ 56505 h 1228424"/>
                  <a:gd name="connsiteX2" fmla="*/ 792551 w 1109583"/>
                  <a:gd name="connsiteY2" fmla="*/ 22120 h 1228424"/>
                  <a:gd name="connsiteX3" fmla="*/ 817030 w 1109583"/>
                  <a:gd name="connsiteY3" fmla="*/ 7642 h 1228424"/>
                  <a:gd name="connsiteX4" fmla="*/ 813315 w 1109583"/>
                  <a:gd name="connsiteY4" fmla="*/ 7642 h 1228424"/>
                  <a:gd name="connsiteX5" fmla="*/ 300013 w 1109583"/>
                  <a:gd name="connsiteY5" fmla="*/ 7642 h 1228424"/>
                  <a:gd name="connsiteX6" fmla="*/ 293060 w 1109583"/>
                  <a:gd name="connsiteY6" fmla="*/ 7642 h 1228424"/>
                  <a:gd name="connsiteX7" fmla="*/ 360687 w 1109583"/>
                  <a:gd name="connsiteY7" fmla="*/ 79746 h 1228424"/>
                  <a:gd name="connsiteX8" fmla="*/ 365545 w 1109583"/>
                  <a:gd name="connsiteY8" fmla="*/ 152041 h 1228424"/>
                  <a:gd name="connsiteX9" fmla="*/ 33380 w 1109583"/>
                  <a:gd name="connsiteY9" fmla="*/ 862616 h 1228424"/>
                  <a:gd name="connsiteX10" fmla="*/ 743954 w 1109583"/>
                  <a:gd name="connsiteY10" fmla="*/ 1194781 h 1228424"/>
                  <a:gd name="connsiteX11" fmla="*/ 1076120 w 1109583"/>
                  <a:gd name="connsiteY11" fmla="*/ 484206 h 1228424"/>
                  <a:gd name="connsiteX12" fmla="*/ 759975 w 1109583"/>
                  <a:gd name="connsiteY12" fmla="*/ 158137 h 122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9583" h="1228424">
                    <a:moveTo>
                      <a:pt x="759689" y="158423"/>
                    </a:moveTo>
                    <a:cubicBezTo>
                      <a:pt x="752384" y="124438"/>
                      <a:pt x="754965" y="89071"/>
                      <a:pt x="767119" y="56505"/>
                    </a:cubicBezTo>
                    <a:cubicBezTo>
                      <a:pt x="772767" y="43199"/>
                      <a:pt x="781483" y="31416"/>
                      <a:pt x="792551" y="22120"/>
                    </a:cubicBezTo>
                    <a:cubicBezTo>
                      <a:pt x="799875" y="16005"/>
                      <a:pt x="808143" y="11119"/>
                      <a:pt x="817030" y="7642"/>
                    </a:cubicBezTo>
                    <a:lnTo>
                      <a:pt x="813315" y="7642"/>
                    </a:lnTo>
                    <a:cubicBezTo>
                      <a:pt x="727590" y="-168"/>
                      <a:pt x="615386" y="-5217"/>
                      <a:pt x="300013" y="7642"/>
                    </a:cubicBezTo>
                    <a:lnTo>
                      <a:pt x="293060" y="7642"/>
                    </a:lnTo>
                    <a:cubicBezTo>
                      <a:pt x="325807" y="19520"/>
                      <a:pt x="350934" y="46304"/>
                      <a:pt x="360687" y="79746"/>
                    </a:cubicBezTo>
                    <a:cubicBezTo>
                      <a:pt x="367459" y="103216"/>
                      <a:pt x="369117" y="127876"/>
                      <a:pt x="365545" y="152041"/>
                    </a:cubicBezTo>
                    <a:cubicBezTo>
                      <a:pt x="77604" y="256540"/>
                      <a:pt x="-71119" y="574675"/>
                      <a:pt x="33380" y="862616"/>
                    </a:cubicBezTo>
                    <a:cubicBezTo>
                      <a:pt x="137869" y="1150566"/>
                      <a:pt x="456004" y="1299280"/>
                      <a:pt x="743954" y="1194781"/>
                    </a:cubicBezTo>
                    <a:cubicBezTo>
                      <a:pt x="1031895" y="1090292"/>
                      <a:pt x="1180618" y="772157"/>
                      <a:pt x="1076120" y="484206"/>
                    </a:cubicBezTo>
                    <a:cubicBezTo>
                      <a:pt x="1022113" y="335378"/>
                      <a:pt x="907070" y="216725"/>
                      <a:pt x="759975" y="1581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65" name="Freeform: Shape 28864">
                <a:extLst>
                  <a:ext uri="{FF2B5EF4-FFF2-40B4-BE49-F238E27FC236}">
                    <a16:creationId xmlns:a16="http://schemas.microsoft.com/office/drawing/2014/main" id="{3A8D3344-4D1B-0246-286B-B3CC23CD9311}"/>
                  </a:ext>
                </a:extLst>
              </p:cNvPr>
              <p:cNvSpPr/>
              <p:nvPr/>
            </p:nvSpPr>
            <p:spPr>
              <a:xfrm>
                <a:off x="3562797" y="2865794"/>
                <a:ext cx="816292" cy="816292"/>
              </a:xfrm>
              <a:custGeom>
                <a:avLst/>
                <a:gdLst>
                  <a:gd name="connsiteX0" fmla="*/ 816293 w 816292"/>
                  <a:gd name="connsiteY0" fmla="*/ 408146 h 816292"/>
                  <a:gd name="connsiteX1" fmla="*/ 408146 w 816292"/>
                  <a:gd name="connsiteY1" fmla="*/ 816292 h 816292"/>
                  <a:gd name="connsiteX2" fmla="*/ 0 w 816292"/>
                  <a:gd name="connsiteY2" fmla="*/ 408146 h 816292"/>
                  <a:gd name="connsiteX3" fmla="*/ 408146 w 816292"/>
                  <a:gd name="connsiteY3" fmla="*/ 0 h 816292"/>
                  <a:gd name="connsiteX4" fmla="*/ 816293 w 816292"/>
                  <a:gd name="connsiteY4" fmla="*/ 408146 h 81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6292" h="816292">
                    <a:moveTo>
                      <a:pt x="816293" y="408146"/>
                    </a:moveTo>
                    <a:cubicBezTo>
                      <a:pt x="816293" y="633559"/>
                      <a:pt x="633559" y="816292"/>
                      <a:pt x="408146" y="816292"/>
                    </a:cubicBezTo>
                    <a:cubicBezTo>
                      <a:pt x="182733" y="816292"/>
                      <a:pt x="0" y="633559"/>
                      <a:pt x="0" y="408146"/>
                    </a:cubicBezTo>
                    <a:cubicBezTo>
                      <a:pt x="0" y="182733"/>
                      <a:pt x="182733" y="0"/>
                      <a:pt x="408146" y="0"/>
                    </a:cubicBezTo>
                    <a:cubicBezTo>
                      <a:pt x="633559" y="0"/>
                      <a:pt x="816293" y="182733"/>
                      <a:pt x="816293" y="408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9597" name="Group 29596">
                <a:extLst>
                  <a:ext uri="{FF2B5EF4-FFF2-40B4-BE49-F238E27FC236}">
                    <a16:creationId xmlns:a16="http://schemas.microsoft.com/office/drawing/2014/main" id="{C89AB20E-6365-C476-66D7-4A8BB26FA958}"/>
                  </a:ext>
                </a:extLst>
              </p:cNvPr>
              <p:cNvGrpSpPr/>
              <p:nvPr/>
            </p:nvGrpSpPr>
            <p:grpSpPr>
              <a:xfrm>
                <a:off x="3694623" y="2985333"/>
                <a:ext cx="575786" cy="577215"/>
                <a:chOff x="3694623" y="2985333"/>
                <a:chExt cx="575786" cy="577215"/>
              </a:xfrm>
              <a:solidFill>
                <a:schemeClr val="accent2"/>
              </a:solidFill>
            </p:grpSpPr>
            <p:sp>
              <p:nvSpPr>
                <p:cNvPr id="28866" name="Freeform: Shape 28865">
                  <a:extLst>
                    <a:ext uri="{FF2B5EF4-FFF2-40B4-BE49-F238E27FC236}">
                      <a16:creationId xmlns:a16="http://schemas.microsoft.com/office/drawing/2014/main" id="{8679E021-8D56-DDCC-F7FA-820423B5F031}"/>
                    </a:ext>
                  </a:extLst>
                </p:cNvPr>
                <p:cNvSpPr/>
                <p:nvPr/>
              </p:nvSpPr>
              <p:spPr>
                <a:xfrm>
                  <a:off x="3910061" y="3150115"/>
                  <a:ext cx="144130" cy="270795"/>
                </a:xfrm>
                <a:custGeom>
                  <a:avLst/>
                  <a:gdLst>
                    <a:gd name="connsiteX0" fmla="*/ 135611 w 144130"/>
                    <a:gd name="connsiteY0" fmla="*/ 154274 h 270795"/>
                    <a:gd name="connsiteX1" fmla="*/ 117418 w 144130"/>
                    <a:gd name="connsiteY1" fmla="*/ 137701 h 270795"/>
                    <a:gd name="connsiteX2" fmla="*/ 88843 w 144130"/>
                    <a:gd name="connsiteY2" fmla="*/ 122556 h 270795"/>
                    <a:gd name="connsiteX3" fmla="*/ 81985 w 144130"/>
                    <a:gd name="connsiteY3" fmla="*/ 119318 h 270795"/>
                    <a:gd name="connsiteX4" fmla="*/ 80938 w 144130"/>
                    <a:gd name="connsiteY4" fmla="*/ 118841 h 270795"/>
                    <a:gd name="connsiteX5" fmla="*/ 86843 w 144130"/>
                    <a:gd name="connsiteY5" fmla="*/ 53786 h 270795"/>
                    <a:gd name="connsiteX6" fmla="*/ 97321 w 144130"/>
                    <a:gd name="connsiteY6" fmla="*/ 57977 h 270795"/>
                    <a:gd name="connsiteX7" fmla="*/ 108655 w 144130"/>
                    <a:gd name="connsiteY7" fmla="*/ 75026 h 270795"/>
                    <a:gd name="connsiteX8" fmla="*/ 110084 w 144130"/>
                    <a:gd name="connsiteY8" fmla="*/ 84551 h 270795"/>
                    <a:gd name="connsiteX9" fmla="*/ 110084 w 144130"/>
                    <a:gd name="connsiteY9" fmla="*/ 91028 h 270795"/>
                    <a:gd name="connsiteX10" fmla="*/ 115799 w 144130"/>
                    <a:gd name="connsiteY10" fmla="*/ 91790 h 270795"/>
                    <a:gd name="connsiteX11" fmla="*/ 120847 w 144130"/>
                    <a:gd name="connsiteY11" fmla="*/ 91790 h 270795"/>
                    <a:gd name="connsiteX12" fmla="*/ 132563 w 144130"/>
                    <a:gd name="connsiteY12" fmla="*/ 86266 h 270795"/>
                    <a:gd name="connsiteX13" fmla="*/ 136373 w 144130"/>
                    <a:gd name="connsiteY13" fmla="*/ 74169 h 270795"/>
                    <a:gd name="connsiteX14" fmla="*/ 119419 w 144130"/>
                    <a:gd name="connsiteY14" fmla="*/ 47499 h 270795"/>
                    <a:gd name="connsiteX15" fmla="*/ 88653 w 144130"/>
                    <a:gd name="connsiteY15" fmla="*/ 38927 h 270795"/>
                    <a:gd name="connsiteX16" fmla="*/ 92082 w 144130"/>
                    <a:gd name="connsiteY16" fmla="*/ 1303 h 270795"/>
                    <a:gd name="connsiteX17" fmla="*/ 75699 w 144130"/>
                    <a:gd name="connsiteY17" fmla="*/ -221 h 270795"/>
                    <a:gd name="connsiteX18" fmla="*/ 72175 w 144130"/>
                    <a:gd name="connsiteY18" fmla="*/ 37879 h 270795"/>
                    <a:gd name="connsiteX19" fmla="*/ 25312 w 144130"/>
                    <a:gd name="connsiteY19" fmla="*/ 49785 h 270795"/>
                    <a:gd name="connsiteX20" fmla="*/ 6738 w 144130"/>
                    <a:gd name="connsiteY20" fmla="*/ 85789 h 270795"/>
                    <a:gd name="connsiteX21" fmla="*/ 14644 w 144130"/>
                    <a:gd name="connsiteY21" fmla="*/ 114364 h 270795"/>
                    <a:gd name="connsiteX22" fmla="*/ 33694 w 144130"/>
                    <a:gd name="connsiteY22" fmla="*/ 132557 h 270795"/>
                    <a:gd name="connsiteX23" fmla="*/ 62269 w 144130"/>
                    <a:gd name="connsiteY23" fmla="*/ 147702 h 270795"/>
                    <a:gd name="connsiteX24" fmla="*/ 55982 w 144130"/>
                    <a:gd name="connsiteY24" fmla="*/ 215615 h 270795"/>
                    <a:gd name="connsiteX25" fmla="*/ 38170 w 144130"/>
                    <a:gd name="connsiteY25" fmla="*/ 207805 h 270795"/>
                    <a:gd name="connsiteX26" fmla="*/ 25216 w 144130"/>
                    <a:gd name="connsiteY26" fmla="*/ 183230 h 270795"/>
                    <a:gd name="connsiteX27" fmla="*/ 25216 w 144130"/>
                    <a:gd name="connsiteY27" fmla="*/ 176372 h 270795"/>
                    <a:gd name="connsiteX28" fmla="*/ 26264 w 144130"/>
                    <a:gd name="connsiteY28" fmla="*/ 167323 h 270795"/>
                    <a:gd name="connsiteX29" fmla="*/ 20168 w 144130"/>
                    <a:gd name="connsiteY29" fmla="*/ 166657 h 270795"/>
                    <a:gd name="connsiteX30" fmla="*/ 4833 w 144130"/>
                    <a:gd name="connsiteY30" fmla="*/ 172753 h 270795"/>
                    <a:gd name="connsiteX31" fmla="*/ -25 w 144130"/>
                    <a:gd name="connsiteY31" fmla="*/ 188183 h 270795"/>
                    <a:gd name="connsiteX32" fmla="*/ 16930 w 144130"/>
                    <a:gd name="connsiteY32" fmla="*/ 219521 h 270795"/>
                    <a:gd name="connsiteX33" fmla="*/ 55030 w 144130"/>
                    <a:gd name="connsiteY33" fmla="*/ 230951 h 270795"/>
                    <a:gd name="connsiteX34" fmla="*/ 51505 w 144130"/>
                    <a:gd name="connsiteY34" fmla="*/ 269051 h 270795"/>
                    <a:gd name="connsiteX35" fmla="*/ 67888 w 144130"/>
                    <a:gd name="connsiteY35" fmla="*/ 270574 h 270795"/>
                    <a:gd name="connsiteX36" fmla="*/ 71508 w 144130"/>
                    <a:gd name="connsiteY36" fmla="*/ 231141 h 270795"/>
                    <a:gd name="connsiteX37" fmla="*/ 125896 w 144130"/>
                    <a:gd name="connsiteY37" fmla="*/ 215711 h 270795"/>
                    <a:gd name="connsiteX38" fmla="*/ 144088 w 144130"/>
                    <a:gd name="connsiteY38" fmla="*/ 178563 h 270795"/>
                    <a:gd name="connsiteX39" fmla="*/ 135611 w 144130"/>
                    <a:gd name="connsiteY39" fmla="*/ 154274 h 270795"/>
                    <a:gd name="connsiteX40" fmla="*/ 56363 w 144130"/>
                    <a:gd name="connsiteY40" fmla="*/ 106173 h 270795"/>
                    <a:gd name="connsiteX41" fmla="*/ 42171 w 144130"/>
                    <a:gd name="connsiteY41" fmla="*/ 93790 h 270795"/>
                    <a:gd name="connsiteX42" fmla="*/ 36265 w 144130"/>
                    <a:gd name="connsiteY42" fmla="*/ 75788 h 270795"/>
                    <a:gd name="connsiteX43" fmla="*/ 45790 w 144130"/>
                    <a:gd name="connsiteY43" fmla="*/ 57786 h 270795"/>
                    <a:gd name="connsiteX44" fmla="*/ 70079 w 144130"/>
                    <a:gd name="connsiteY44" fmla="*/ 52071 h 270795"/>
                    <a:gd name="connsiteX45" fmla="*/ 64745 w 144130"/>
                    <a:gd name="connsiteY45" fmla="*/ 110936 h 270795"/>
                    <a:gd name="connsiteX46" fmla="*/ 56363 w 144130"/>
                    <a:gd name="connsiteY46" fmla="*/ 106173 h 270795"/>
                    <a:gd name="connsiteX47" fmla="*/ 100845 w 144130"/>
                    <a:gd name="connsiteY47" fmla="*/ 209900 h 270795"/>
                    <a:gd name="connsiteX48" fmla="*/ 72270 w 144130"/>
                    <a:gd name="connsiteY48" fmla="*/ 216854 h 270795"/>
                    <a:gd name="connsiteX49" fmla="*/ 77889 w 144130"/>
                    <a:gd name="connsiteY49" fmla="*/ 154846 h 270795"/>
                    <a:gd name="connsiteX50" fmla="*/ 95797 w 144130"/>
                    <a:gd name="connsiteY50" fmla="*/ 164371 h 270795"/>
                    <a:gd name="connsiteX51" fmla="*/ 107989 w 144130"/>
                    <a:gd name="connsiteY51" fmla="*/ 175039 h 270795"/>
                    <a:gd name="connsiteX52" fmla="*/ 112846 w 144130"/>
                    <a:gd name="connsiteY52" fmla="*/ 190279 h 270795"/>
                    <a:gd name="connsiteX53" fmla="*/ 100845 w 144130"/>
                    <a:gd name="connsiteY53" fmla="*/ 209900 h 27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144130" h="270795">
                      <a:moveTo>
                        <a:pt x="135611" y="154274"/>
                      </a:moveTo>
                      <a:cubicBezTo>
                        <a:pt x="130648" y="147654"/>
                        <a:pt x="124476" y="142035"/>
                        <a:pt x="117418" y="137701"/>
                      </a:cubicBezTo>
                      <a:cubicBezTo>
                        <a:pt x="110370" y="133443"/>
                        <a:pt x="100845" y="128395"/>
                        <a:pt x="88843" y="122556"/>
                      </a:cubicBezTo>
                      <a:lnTo>
                        <a:pt x="81985" y="119318"/>
                      </a:lnTo>
                      <a:lnTo>
                        <a:pt x="80938" y="118841"/>
                      </a:lnTo>
                      <a:lnTo>
                        <a:pt x="86843" y="53786"/>
                      </a:lnTo>
                      <a:cubicBezTo>
                        <a:pt x="90520" y="54652"/>
                        <a:pt x="94054" y="56071"/>
                        <a:pt x="97321" y="57977"/>
                      </a:cubicBezTo>
                      <a:cubicBezTo>
                        <a:pt x="103636" y="61482"/>
                        <a:pt x="107865" y="67844"/>
                        <a:pt x="108655" y="75026"/>
                      </a:cubicBezTo>
                      <a:cubicBezTo>
                        <a:pt x="109665" y="78093"/>
                        <a:pt x="110151" y="81322"/>
                        <a:pt x="110084" y="84551"/>
                      </a:cubicBezTo>
                      <a:cubicBezTo>
                        <a:pt x="110246" y="86704"/>
                        <a:pt x="110246" y="88876"/>
                        <a:pt x="110084" y="91028"/>
                      </a:cubicBezTo>
                      <a:cubicBezTo>
                        <a:pt x="111922" y="91628"/>
                        <a:pt x="113865" y="91886"/>
                        <a:pt x="115799" y="91790"/>
                      </a:cubicBezTo>
                      <a:cubicBezTo>
                        <a:pt x="117475" y="91971"/>
                        <a:pt x="119171" y="91971"/>
                        <a:pt x="120847" y="91790"/>
                      </a:cubicBezTo>
                      <a:cubicBezTo>
                        <a:pt x="125372" y="91733"/>
                        <a:pt x="129639" y="89714"/>
                        <a:pt x="132563" y="86266"/>
                      </a:cubicBezTo>
                      <a:cubicBezTo>
                        <a:pt x="135173" y="82789"/>
                        <a:pt x="136525" y="78522"/>
                        <a:pt x="136373" y="74169"/>
                      </a:cubicBezTo>
                      <a:cubicBezTo>
                        <a:pt x="136449" y="62720"/>
                        <a:pt x="129820" y="52290"/>
                        <a:pt x="119419" y="47499"/>
                      </a:cubicBezTo>
                      <a:cubicBezTo>
                        <a:pt x="109836" y="42622"/>
                        <a:pt x="99378" y="39708"/>
                        <a:pt x="88653" y="38927"/>
                      </a:cubicBezTo>
                      <a:lnTo>
                        <a:pt x="92082" y="1303"/>
                      </a:lnTo>
                      <a:lnTo>
                        <a:pt x="75699" y="-221"/>
                      </a:lnTo>
                      <a:lnTo>
                        <a:pt x="72175" y="37879"/>
                      </a:lnTo>
                      <a:cubicBezTo>
                        <a:pt x="55734" y="37269"/>
                        <a:pt x="39466" y="41403"/>
                        <a:pt x="25312" y="49785"/>
                      </a:cubicBezTo>
                      <a:cubicBezTo>
                        <a:pt x="13024" y="57500"/>
                        <a:pt x="5900" y="71302"/>
                        <a:pt x="6738" y="85789"/>
                      </a:cubicBezTo>
                      <a:cubicBezTo>
                        <a:pt x="6366" y="95905"/>
                        <a:pt x="9129" y="105887"/>
                        <a:pt x="14644" y="114364"/>
                      </a:cubicBezTo>
                      <a:cubicBezTo>
                        <a:pt x="19616" y="121727"/>
                        <a:pt x="26112" y="127928"/>
                        <a:pt x="33694" y="132557"/>
                      </a:cubicBezTo>
                      <a:cubicBezTo>
                        <a:pt x="42933" y="138129"/>
                        <a:pt x="52477" y="143178"/>
                        <a:pt x="62269" y="147702"/>
                      </a:cubicBezTo>
                      <a:lnTo>
                        <a:pt x="55982" y="215615"/>
                      </a:lnTo>
                      <a:cubicBezTo>
                        <a:pt x="49514" y="214434"/>
                        <a:pt x="43419" y="211758"/>
                        <a:pt x="38170" y="207805"/>
                      </a:cubicBezTo>
                      <a:cubicBezTo>
                        <a:pt x="30379" y="201975"/>
                        <a:pt x="25626" y="192955"/>
                        <a:pt x="25216" y="183230"/>
                      </a:cubicBezTo>
                      <a:cubicBezTo>
                        <a:pt x="25035" y="180944"/>
                        <a:pt x="25035" y="178658"/>
                        <a:pt x="25216" y="176372"/>
                      </a:cubicBezTo>
                      <a:cubicBezTo>
                        <a:pt x="25245" y="173324"/>
                        <a:pt x="25597" y="170295"/>
                        <a:pt x="26264" y="167323"/>
                      </a:cubicBezTo>
                      <a:cubicBezTo>
                        <a:pt x="24254" y="166952"/>
                        <a:pt x="22216" y="166723"/>
                        <a:pt x="20168" y="166657"/>
                      </a:cubicBezTo>
                      <a:cubicBezTo>
                        <a:pt x="14377" y="166152"/>
                        <a:pt x="8691" y="168409"/>
                        <a:pt x="4833" y="172753"/>
                      </a:cubicBezTo>
                      <a:cubicBezTo>
                        <a:pt x="1480" y="177182"/>
                        <a:pt x="-235" y="182630"/>
                        <a:pt x="-25" y="188183"/>
                      </a:cubicBezTo>
                      <a:cubicBezTo>
                        <a:pt x="-187" y="200861"/>
                        <a:pt x="6233" y="212720"/>
                        <a:pt x="16930" y="219521"/>
                      </a:cubicBezTo>
                      <a:cubicBezTo>
                        <a:pt x="28407" y="226607"/>
                        <a:pt x="41542" y="230550"/>
                        <a:pt x="55030" y="230951"/>
                      </a:cubicBezTo>
                      <a:lnTo>
                        <a:pt x="51505" y="269051"/>
                      </a:lnTo>
                      <a:lnTo>
                        <a:pt x="67888" y="270574"/>
                      </a:lnTo>
                      <a:lnTo>
                        <a:pt x="71508" y="231141"/>
                      </a:lnTo>
                      <a:cubicBezTo>
                        <a:pt x="96149" y="230693"/>
                        <a:pt x="114275" y="225550"/>
                        <a:pt x="125896" y="215711"/>
                      </a:cubicBezTo>
                      <a:cubicBezTo>
                        <a:pt x="137297" y="206747"/>
                        <a:pt x="144003" y="193070"/>
                        <a:pt x="144088" y="178563"/>
                      </a:cubicBezTo>
                      <a:cubicBezTo>
                        <a:pt x="144041" y="169752"/>
                        <a:pt x="141059" y="161199"/>
                        <a:pt x="135611" y="154274"/>
                      </a:cubicBezTo>
                      <a:close/>
                      <a:moveTo>
                        <a:pt x="56363" y="106173"/>
                      </a:moveTo>
                      <a:cubicBezTo>
                        <a:pt x="50896" y="102973"/>
                        <a:pt x="46086" y="98772"/>
                        <a:pt x="42171" y="93790"/>
                      </a:cubicBezTo>
                      <a:cubicBezTo>
                        <a:pt x="38208" y="88638"/>
                        <a:pt x="36132" y="82284"/>
                        <a:pt x="36265" y="75788"/>
                      </a:cubicBezTo>
                      <a:cubicBezTo>
                        <a:pt x="35694" y="68454"/>
                        <a:pt x="39409" y="61444"/>
                        <a:pt x="45790" y="57786"/>
                      </a:cubicBezTo>
                      <a:cubicBezTo>
                        <a:pt x="53239" y="53757"/>
                        <a:pt x="61621" y="51785"/>
                        <a:pt x="70079" y="52071"/>
                      </a:cubicBezTo>
                      <a:lnTo>
                        <a:pt x="64745" y="110936"/>
                      </a:lnTo>
                      <a:cubicBezTo>
                        <a:pt x="61697" y="109221"/>
                        <a:pt x="58744" y="107602"/>
                        <a:pt x="56363" y="106173"/>
                      </a:cubicBezTo>
                      <a:close/>
                      <a:moveTo>
                        <a:pt x="100845" y="209900"/>
                      </a:moveTo>
                      <a:cubicBezTo>
                        <a:pt x="92091" y="214672"/>
                        <a:pt x="82242" y="217073"/>
                        <a:pt x="72270" y="216854"/>
                      </a:cubicBezTo>
                      <a:lnTo>
                        <a:pt x="77889" y="154846"/>
                      </a:lnTo>
                      <a:cubicBezTo>
                        <a:pt x="85414" y="158370"/>
                        <a:pt x="91415" y="161418"/>
                        <a:pt x="95797" y="164371"/>
                      </a:cubicBezTo>
                      <a:cubicBezTo>
                        <a:pt x="100502" y="167114"/>
                        <a:pt x="104645" y="170733"/>
                        <a:pt x="107989" y="175039"/>
                      </a:cubicBezTo>
                      <a:cubicBezTo>
                        <a:pt x="111294" y="179420"/>
                        <a:pt x="113008" y="184792"/>
                        <a:pt x="112846" y="190279"/>
                      </a:cubicBezTo>
                      <a:cubicBezTo>
                        <a:pt x="112837" y="198547"/>
                        <a:pt x="108198" y="206119"/>
                        <a:pt x="100845" y="20990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867" name="Freeform: Shape 28866">
                  <a:extLst>
                    <a:ext uri="{FF2B5EF4-FFF2-40B4-BE49-F238E27FC236}">
                      <a16:creationId xmlns:a16="http://schemas.microsoft.com/office/drawing/2014/main" id="{3FBD7701-DD0F-1375-64D1-69FAB79A1CF4}"/>
                    </a:ext>
                  </a:extLst>
                </p:cNvPr>
                <p:cNvSpPr/>
                <p:nvPr/>
              </p:nvSpPr>
              <p:spPr>
                <a:xfrm>
                  <a:off x="3694623" y="2985333"/>
                  <a:ext cx="575786" cy="577215"/>
                </a:xfrm>
                <a:custGeom>
                  <a:avLst/>
                  <a:gdLst>
                    <a:gd name="connsiteX0" fmla="*/ 554599 w 575786"/>
                    <a:gd name="connsiteY0" fmla="*/ 401257 h 577215"/>
                    <a:gd name="connsiteX1" fmla="*/ 575744 w 575786"/>
                    <a:gd name="connsiteY1" fmla="*/ 336011 h 577215"/>
                    <a:gd name="connsiteX2" fmla="*/ 513260 w 575786"/>
                    <a:gd name="connsiteY2" fmla="*/ 315532 h 577215"/>
                    <a:gd name="connsiteX3" fmla="*/ 510022 w 575786"/>
                    <a:gd name="connsiteY3" fmla="*/ 241999 h 577215"/>
                    <a:gd name="connsiteX4" fmla="*/ 569648 w 575786"/>
                    <a:gd name="connsiteY4" fmla="*/ 222949 h 577215"/>
                    <a:gd name="connsiteX5" fmla="*/ 548503 w 575786"/>
                    <a:gd name="connsiteY5" fmla="*/ 157703 h 577215"/>
                    <a:gd name="connsiteX6" fmla="*/ 485923 w 575786"/>
                    <a:gd name="connsiteY6" fmla="*/ 178087 h 577215"/>
                    <a:gd name="connsiteX7" fmla="*/ 440108 w 575786"/>
                    <a:gd name="connsiteY7" fmla="*/ 120937 h 577215"/>
                    <a:gd name="connsiteX8" fmla="*/ 476970 w 575786"/>
                    <a:gd name="connsiteY8" fmla="*/ 70168 h 577215"/>
                    <a:gd name="connsiteX9" fmla="*/ 422011 w 575786"/>
                    <a:gd name="connsiteY9" fmla="*/ 28925 h 577215"/>
                    <a:gd name="connsiteX10" fmla="*/ 383339 w 575786"/>
                    <a:gd name="connsiteY10" fmla="*/ 82075 h 577215"/>
                    <a:gd name="connsiteX11" fmla="*/ 312473 w 575786"/>
                    <a:gd name="connsiteY11" fmla="*/ 62453 h 577215"/>
                    <a:gd name="connsiteX12" fmla="*/ 312473 w 575786"/>
                    <a:gd name="connsiteY12" fmla="*/ -221 h 577215"/>
                    <a:gd name="connsiteX13" fmla="*/ 243893 w 575786"/>
                    <a:gd name="connsiteY13" fmla="*/ -221 h 577215"/>
                    <a:gd name="connsiteX14" fmla="*/ 243893 w 575786"/>
                    <a:gd name="connsiteY14" fmla="*/ 65501 h 577215"/>
                    <a:gd name="connsiteX15" fmla="*/ 175027 w 575786"/>
                    <a:gd name="connsiteY15" fmla="*/ 91314 h 577215"/>
                    <a:gd name="connsiteX16" fmla="*/ 138166 w 575786"/>
                    <a:gd name="connsiteY16" fmla="*/ 40546 h 577215"/>
                    <a:gd name="connsiteX17" fmla="*/ 82635 w 575786"/>
                    <a:gd name="connsiteY17" fmla="*/ 80932 h 577215"/>
                    <a:gd name="connsiteX18" fmla="*/ 121402 w 575786"/>
                    <a:gd name="connsiteY18" fmla="*/ 134176 h 577215"/>
                    <a:gd name="connsiteX19" fmla="*/ 80730 w 575786"/>
                    <a:gd name="connsiteY19" fmla="*/ 195422 h 577215"/>
                    <a:gd name="connsiteX20" fmla="*/ 21103 w 575786"/>
                    <a:gd name="connsiteY20" fmla="*/ 176372 h 577215"/>
                    <a:gd name="connsiteX21" fmla="*/ -42 w 575786"/>
                    <a:gd name="connsiteY21" fmla="*/ 241523 h 577215"/>
                    <a:gd name="connsiteX22" fmla="*/ 62442 w 575786"/>
                    <a:gd name="connsiteY22" fmla="*/ 261907 h 577215"/>
                    <a:gd name="connsiteX23" fmla="*/ 60822 w 575786"/>
                    <a:gd name="connsiteY23" fmla="*/ 288672 h 577215"/>
                    <a:gd name="connsiteX24" fmla="*/ 65680 w 575786"/>
                    <a:gd name="connsiteY24" fmla="*/ 335344 h 577215"/>
                    <a:gd name="connsiteX25" fmla="*/ 6054 w 575786"/>
                    <a:gd name="connsiteY25" fmla="*/ 354394 h 577215"/>
                    <a:gd name="connsiteX26" fmla="*/ 27295 w 575786"/>
                    <a:gd name="connsiteY26" fmla="*/ 419641 h 577215"/>
                    <a:gd name="connsiteX27" fmla="*/ 89779 w 575786"/>
                    <a:gd name="connsiteY27" fmla="*/ 399352 h 577215"/>
                    <a:gd name="connsiteX28" fmla="*/ 135594 w 575786"/>
                    <a:gd name="connsiteY28" fmla="*/ 456502 h 577215"/>
                    <a:gd name="connsiteX29" fmla="*/ 98161 w 575786"/>
                    <a:gd name="connsiteY29" fmla="*/ 507556 h 577215"/>
                    <a:gd name="connsiteX30" fmla="*/ 153691 w 575786"/>
                    <a:gd name="connsiteY30" fmla="*/ 547942 h 577215"/>
                    <a:gd name="connsiteX31" fmla="*/ 192268 w 575786"/>
                    <a:gd name="connsiteY31" fmla="*/ 494698 h 577215"/>
                    <a:gd name="connsiteX32" fmla="*/ 263134 w 575786"/>
                    <a:gd name="connsiteY32" fmla="*/ 514319 h 577215"/>
                    <a:gd name="connsiteX33" fmla="*/ 263134 w 575786"/>
                    <a:gd name="connsiteY33" fmla="*/ 576994 h 577215"/>
                    <a:gd name="connsiteX34" fmla="*/ 331714 w 575786"/>
                    <a:gd name="connsiteY34" fmla="*/ 576994 h 577215"/>
                    <a:gd name="connsiteX35" fmla="*/ 331714 w 575786"/>
                    <a:gd name="connsiteY35" fmla="*/ 511366 h 577215"/>
                    <a:gd name="connsiteX36" fmla="*/ 400579 w 575786"/>
                    <a:gd name="connsiteY36" fmla="*/ 485458 h 577215"/>
                    <a:gd name="connsiteX37" fmla="*/ 437441 w 575786"/>
                    <a:gd name="connsiteY37" fmla="*/ 536227 h 577215"/>
                    <a:gd name="connsiteX38" fmla="*/ 492972 w 575786"/>
                    <a:gd name="connsiteY38" fmla="*/ 495936 h 577215"/>
                    <a:gd name="connsiteX39" fmla="*/ 454301 w 575786"/>
                    <a:gd name="connsiteY39" fmla="*/ 442691 h 577215"/>
                    <a:gd name="connsiteX40" fmla="*/ 494877 w 575786"/>
                    <a:gd name="connsiteY40" fmla="*/ 381446 h 577215"/>
                    <a:gd name="connsiteX41" fmla="*/ 97399 w 575786"/>
                    <a:gd name="connsiteY41" fmla="*/ 288863 h 577215"/>
                    <a:gd name="connsiteX42" fmla="*/ 287899 w 575786"/>
                    <a:gd name="connsiteY42" fmla="*/ 98363 h 577215"/>
                    <a:gd name="connsiteX43" fmla="*/ 478399 w 575786"/>
                    <a:gd name="connsiteY43" fmla="*/ 288863 h 577215"/>
                    <a:gd name="connsiteX44" fmla="*/ 287899 w 575786"/>
                    <a:gd name="connsiteY44" fmla="*/ 479363 h 577215"/>
                    <a:gd name="connsiteX45" fmla="*/ 97303 w 575786"/>
                    <a:gd name="connsiteY45" fmla="*/ 288958 h 577215"/>
                    <a:gd name="connsiteX46" fmla="*/ 97303 w 575786"/>
                    <a:gd name="connsiteY46" fmla="*/ 288386 h 577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</a:cxnLst>
                  <a:rect l="l" t="t" r="r" b="b"/>
                  <a:pathLst>
                    <a:path w="575786" h="577215">
                      <a:moveTo>
                        <a:pt x="554599" y="401257"/>
                      </a:moveTo>
                      <a:lnTo>
                        <a:pt x="575744" y="336011"/>
                      </a:lnTo>
                      <a:lnTo>
                        <a:pt x="513260" y="315532"/>
                      </a:lnTo>
                      <a:cubicBezTo>
                        <a:pt x="516213" y="291005"/>
                        <a:pt x="515117" y="266164"/>
                        <a:pt x="510022" y="241999"/>
                      </a:cubicBezTo>
                      <a:lnTo>
                        <a:pt x="569648" y="222949"/>
                      </a:lnTo>
                      <a:lnTo>
                        <a:pt x="548503" y="157703"/>
                      </a:lnTo>
                      <a:lnTo>
                        <a:pt x="485923" y="178087"/>
                      </a:lnTo>
                      <a:cubicBezTo>
                        <a:pt x="473807" y="156703"/>
                        <a:pt x="458339" y="137405"/>
                        <a:pt x="440108" y="120937"/>
                      </a:cubicBezTo>
                      <a:lnTo>
                        <a:pt x="476970" y="70168"/>
                      </a:lnTo>
                      <a:lnTo>
                        <a:pt x="422011" y="28925"/>
                      </a:lnTo>
                      <a:lnTo>
                        <a:pt x="383339" y="82075"/>
                      </a:lnTo>
                      <a:cubicBezTo>
                        <a:pt x="360955" y="71692"/>
                        <a:pt x="337009" y="65063"/>
                        <a:pt x="312473" y="62453"/>
                      </a:cubicBezTo>
                      <a:lnTo>
                        <a:pt x="312473" y="-221"/>
                      </a:lnTo>
                      <a:lnTo>
                        <a:pt x="243893" y="-221"/>
                      </a:lnTo>
                      <a:lnTo>
                        <a:pt x="243893" y="65501"/>
                      </a:lnTo>
                      <a:cubicBezTo>
                        <a:pt x="219681" y="70292"/>
                        <a:pt x="196421" y="79017"/>
                        <a:pt x="175027" y="91314"/>
                      </a:cubicBezTo>
                      <a:lnTo>
                        <a:pt x="138166" y="40546"/>
                      </a:lnTo>
                      <a:lnTo>
                        <a:pt x="82635" y="80932"/>
                      </a:lnTo>
                      <a:lnTo>
                        <a:pt x="121402" y="134176"/>
                      </a:lnTo>
                      <a:cubicBezTo>
                        <a:pt x="104609" y="152245"/>
                        <a:pt x="90874" y="172934"/>
                        <a:pt x="80730" y="195422"/>
                      </a:cubicBezTo>
                      <a:lnTo>
                        <a:pt x="21103" y="176372"/>
                      </a:lnTo>
                      <a:lnTo>
                        <a:pt x="-42" y="241523"/>
                      </a:lnTo>
                      <a:lnTo>
                        <a:pt x="62442" y="261907"/>
                      </a:lnTo>
                      <a:cubicBezTo>
                        <a:pt x="61375" y="270784"/>
                        <a:pt x="60832" y="279728"/>
                        <a:pt x="60822" y="288672"/>
                      </a:cubicBezTo>
                      <a:cubicBezTo>
                        <a:pt x="60832" y="304360"/>
                        <a:pt x="62461" y="319990"/>
                        <a:pt x="65680" y="335344"/>
                      </a:cubicBezTo>
                      <a:lnTo>
                        <a:pt x="6054" y="354394"/>
                      </a:lnTo>
                      <a:lnTo>
                        <a:pt x="27295" y="419641"/>
                      </a:lnTo>
                      <a:lnTo>
                        <a:pt x="89779" y="399352"/>
                      </a:lnTo>
                      <a:cubicBezTo>
                        <a:pt x="101876" y="420745"/>
                        <a:pt x="117354" y="440043"/>
                        <a:pt x="135594" y="456502"/>
                      </a:cubicBezTo>
                      <a:lnTo>
                        <a:pt x="98161" y="507556"/>
                      </a:lnTo>
                      <a:lnTo>
                        <a:pt x="153691" y="547942"/>
                      </a:lnTo>
                      <a:lnTo>
                        <a:pt x="192268" y="494698"/>
                      </a:lnTo>
                      <a:cubicBezTo>
                        <a:pt x="214651" y="505080"/>
                        <a:pt x="238597" y="511709"/>
                        <a:pt x="263134" y="514319"/>
                      </a:cubicBezTo>
                      <a:lnTo>
                        <a:pt x="263134" y="576994"/>
                      </a:lnTo>
                      <a:lnTo>
                        <a:pt x="331714" y="576994"/>
                      </a:lnTo>
                      <a:lnTo>
                        <a:pt x="331714" y="511366"/>
                      </a:lnTo>
                      <a:cubicBezTo>
                        <a:pt x="355945" y="506594"/>
                        <a:pt x="379215" y="497841"/>
                        <a:pt x="400579" y="485458"/>
                      </a:cubicBezTo>
                      <a:lnTo>
                        <a:pt x="437441" y="536227"/>
                      </a:lnTo>
                      <a:lnTo>
                        <a:pt x="492972" y="495936"/>
                      </a:lnTo>
                      <a:lnTo>
                        <a:pt x="454301" y="442691"/>
                      </a:lnTo>
                      <a:cubicBezTo>
                        <a:pt x="471007" y="424575"/>
                        <a:pt x="484704" y="403896"/>
                        <a:pt x="494877" y="381446"/>
                      </a:cubicBezTo>
                      <a:close/>
                      <a:moveTo>
                        <a:pt x="97399" y="288863"/>
                      </a:moveTo>
                      <a:cubicBezTo>
                        <a:pt x="97399" y="183649"/>
                        <a:pt x="182685" y="98363"/>
                        <a:pt x="287899" y="98363"/>
                      </a:cubicBezTo>
                      <a:cubicBezTo>
                        <a:pt x="393112" y="98363"/>
                        <a:pt x="478399" y="183649"/>
                        <a:pt x="478399" y="288863"/>
                      </a:cubicBezTo>
                      <a:cubicBezTo>
                        <a:pt x="478399" y="394076"/>
                        <a:pt x="393112" y="479363"/>
                        <a:pt x="287899" y="479363"/>
                      </a:cubicBezTo>
                      <a:cubicBezTo>
                        <a:pt x="182685" y="479419"/>
                        <a:pt x="97351" y="394171"/>
                        <a:pt x="97303" y="288958"/>
                      </a:cubicBezTo>
                      <a:cubicBezTo>
                        <a:pt x="97303" y="288767"/>
                        <a:pt x="97303" y="288577"/>
                        <a:pt x="97303" y="2883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868" name="Freeform: Shape 28867">
                  <a:extLst>
                    <a:ext uri="{FF2B5EF4-FFF2-40B4-BE49-F238E27FC236}">
                      <a16:creationId xmlns:a16="http://schemas.microsoft.com/office/drawing/2014/main" id="{19043144-F851-D0BC-BC38-6B8DC4E932B7}"/>
                    </a:ext>
                  </a:extLst>
                </p:cNvPr>
                <p:cNvSpPr/>
                <p:nvPr/>
              </p:nvSpPr>
              <p:spPr>
                <a:xfrm>
                  <a:off x="3848928" y="3248795"/>
                  <a:ext cx="111537" cy="111442"/>
                </a:xfrm>
                <a:custGeom>
                  <a:avLst/>
                  <a:gdLst>
                    <a:gd name="connsiteX0" fmla="*/ 107400 w 111537"/>
                    <a:gd name="connsiteY0" fmla="*/ 76931 h 111442"/>
                    <a:gd name="connsiteX1" fmla="*/ 111496 w 111537"/>
                    <a:gd name="connsiteY1" fmla="*/ 64358 h 111442"/>
                    <a:gd name="connsiteX2" fmla="*/ 99399 w 111537"/>
                    <a:gd name="connsiteY2" fmla="*/ 60358 h 111442"/>
                    <a:gd name="connsiteX3" fmla="*/ 99399 w 111537"/>
                    <a:gd name="connsiteY3" fmla="*/ 55214 h 111442"/>
                    <a:gd name="connsiteX4" fmla="*/ 98541 w 111537"/>
                    <a:gd name="connsiteY4" fmla="*/ 46261 h 111442"/>
                    <a:gd name="connsiteX5" fmla="*/ 109972 w 111537"/>
                    <a:gd name="connsiteY5" fmla="*/ 42451 h 111442"/>
                    <a:gd name="connsiteX6" fmla="*/ 105876 w 111537"/>
                    <a:gd name="connsiteY6" fmla="*/ 29878 h 111442"/>
                    <a:gd name="connsiteX7" fmla="*/ 93874 w 111537"/>
                    <a:gd name="connsiteY7" fmla="*/ 33783 h 111442"/>
                    <a:gd name="connsiteX8" fmla="*/ 85016 w 111537"/>
                    <a:gd name="connsiteY8" fmla="*/ 22734 h 111442"/>
                    <a:gd name="connsiteX9" fmla="*/ 92160 w 111537"/>
                    <a:gd name="connsiteY9" fmla="*/ 13209 h 111442"/>
                    <a:gd name="connsiteX10" fmla="*/ 81397 w 111537"/>
                    <a:gd name="connsiteY10" fmla="*/ 5398 h 111442"/>
                    <a:gd name="connsiteX11" fmla="*/ 73967 w 111537"/>
                    <a:gd name="connsiteY11" fmla="*/ 15685 h 111442"/>
                    <a:gd name="connsiteX12" fmla="*/ 60251 w 111537"/>
                    <a:gd name="connsiteY12" fmla="*/ 11875 h 111442"/>
                    <a:gd name="connsiteX13" fmla="*/ 60251 w 111537"/>
                    <a:gd name="connsiteY13" fmla="*/ -221 h 111442"/>
                    <a:gd name="connsiteX14" fmla="*/ 47011 w 111537"/>
                    <a:gd name="connsiteY14" fmla="*/ -221 h 111442"/>
                    <a:gd name="connsiteX15" fmla="*/ 47011 w 111537"/>
                    <a:gd name="connsiteY15" fmla="*/ 12447 h 111442"/>
                    <a:gd name="connsiteX16" fmla="*/ 33772 w 111537"/>
                    <a:gd name="connsiteY16" fmla="*/ 17495 h 111442"/>
                    <a:gd name="connsiteX17" fmla="*/ 26628 w 111537"/>
                    <a:gd name="connsiteY17" fmla="*/ 7970 h 111442"/>
                    <a:gd name="connsiteX18" fmla="*/ 15960 w 111537"/>
                    <a:gd name="connsiteY18" fmla="*/ 15781 h 111442"/>
                    <a:gd name="connsiteX19" fmla="*/ 23389 w 111537"/>
                    <a:gd name="connsiteY19" fmla="*/ 26067 h 111442"/>
                    <a:gd name="connsiteX20" fmla="*/ 15579 w 111537"/>
                    <a:gd name="connsiteY20" fmla="*/ 37879 h 111442"/>
                    <a:gd name="connsiteX21" fmla="*/ 4054 w 111537"/>
                    <a:gd name="connsiteY21" fmla="*/ 34068 h 111442"/>
                    <a:gd name="connsiteX22" fmla="*/ -42 w 111537"/>
                    <a:gd name="connsiteY22" fmla="*/ 46737 h 111442"/>
                    <a:gd name="connsiteX23" fmla="*/ 12055 w 111537"/>
                    <a:gd name="connsiteY23" fmla="*/ 50642 h 111442"/>
                    <a:gd name="connsiteX24" fmla="*/ 12055 w 111537"/>
                    <a:gd name="connsiteY24" fmla="*/ 55786 h 111442"/>
                    <a:gd name="connsiteX25" fmla="*/ 12912 w 111537"/>
                    <a:gd name="connsiteY25" fmla="*/ 64834 h 111442"/>
                    <a:gd name="connsiteX26" fmla="*/ 1482 w 111537"/>
                    <a:gd name="connsiteY26" fmla="*/ 68549 h 111442"/>
                    <a:gd name="connsiteX27" fmla="*/ 5578 w 111537"/>
                    <a:gd name="connsiteY27" fmla="*/ 81122 h 111442"/>
                    <a:gd name="connsiteX28" fmla="*/ 17579 w 111537"/>
                    <a:gd name="connsiteY28" fmla="*/ 77217 h 111442"/>
                    <a:gd name="connsiteX29" fmla="*/ 26437 w 111537"/>
                    <a:gd name="connsiteY29" fmla="*/ 88266 h 111442"/>
                    <a:gd name="connsiteX30" fmla="*/ 19294 w 111537"/>
                    <a:gd name="connsiteY30" fmla="*/ 97791 h 111442"/>
                    <a:gd name="connsiteX31" fmla="*/ 30057 w 111537"/>
                    <a:gd name="connsiteY31" fmla="*/ 105601 h 111442"/>
                    <a:gd name="connsiteX32" fmla="*/ 37486 w 111537"/>
                    <a:gd name="connsiteY32" fmla="*/ 95314 h 111442"/>
                    <a:gd name="connsiteX33" fmla="*/ 51202 w 111537"/>
                    <a:gd name="connsiteY33" fmla="*/ 99124 h 111442"/>
                    <a:gd name="connsiteX34" fmla="*/ 51202 w 111537"/>
                    <a:gd name="connsiteY34" fmla="*/ 111221 h 111442"/>
                    <a:gd name="connsiteX35" fmla="*/ 64442 w 111537"/>
                    <a:gd name="connsiteY35" fmla="*/ 111221 h 111442"/>
                    <a:gd name="connsiteX36" fmla="*/ 64442 w 111537"/>
                    <a:gd name="connsiteY36" fmla="*/ 98553 h 111442"/>
                    <a:gd name="connsiteX37" fmla="*/ 77682 w 111537"/>
                    <a:gd name="connsiteY37" fmla="*/ 93505 h 111442"/>
                    <a:gd name="connsiteX38" fmla="*/ 84825 w 111537"/>
                    <a:gd name="connsiteY38" fmla="*/ 103030 h 111442"/>
                    <a:gd name="connsiteX39" fmla="*/ 95494 w 111537"/>
                    <a:gd name="connsiteY39" fmla="*/ 95219 h 111442"/>
                    <a:gd name="connsiteX40" fmla="*/ 88064 w 111537"/>
                    <a:gd name="connsiteY40" fmla="*/ 85027 h 111442"/>
                    <a:gd name="connsiteX41" fmla="*/ 95874 w 111537"/>
                    <a:gd name="connsiteY41" fmla="*/ 73121 h 111442"/>
                    <a:gd name="connsiteX42" fmla="*/ 19103 w 111537"/>
                    <a:gd name="connsiteY42" fmla="*/ 55214 h 111442"/>
                    <a:gd name="connsiteX43" fmla="*/ 55870 w 111537"/>
                    <a:gd name="connsiteY43" fmla="*/ 18448 h 111442"/>
                    <a:gd name="connsiteX44" fmla="*/ 92636 w 111537"/>
                    <a:gd name="connsiteY44" fmla="*/ 55214 h 111442"/>
                    <a:gd name="connsiteX45" fmla="*/ 55870 w 111537"/>
                    <a:gd name="connsiteY45" fmla="*/ 91981 h 111442"/>
                    <a:gd name="connsiteX46" fmla="*/ 19103 w 111537"/>
                    <a:gd name="connsiteY46" fmla="*/ 55214 h 111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</a:cxnLst>
                  <a:rect l="l" t="t" r="r" b="b"/>
                  <a:pathLst>
                    <a:path w="111537" h="111442">
                      <a:moveTo>
                        <a:pt x="107400" y="76931"/>
                      </a:moveTo>
                      <a:lnTo>
                        <a:pt x="111496" y="64358"/>
                      </a:lnTo>
                      <a:lnTo>
                        <a:pt x="99399" y="60358"/>
                      </a:lnTo>
                      <a:cubicBezTo>
                        <a:pt x="99494" y="58643"/>
                        <a:pt x="99494" y="56929"/>
                        <a:pt x="99399" y="55214"/>
                      </a:cubicBezTo>
                      <a:cubicBezTo>
                        <a:pt x="99408" y="52204"/>
                        <a:pt x="99122" y="49213"/>
                        <a:pt x="98541" y="46261"/>
                      </a:cubicBezTo>
                      <a:lnTo>
                        <a:pt x="109972" y="42451"/>
                      </a:lnTo>
                      <a:lnTo>
                        <a:pt x="105876" y="29878"/>
                      </a:lnTo>
                      <a:lnTo>
                        <a:pt x="93874" y="33783"/>
                      </a:lnTo>
                      <a:cubicBezTo>
                        <a:pt x="91521" y="29659"/>
                        <a:pt x="88531" y="25925"/>
                        <a:pt x="85016" y="22734"/>
                      </a:cubicBezTo>
                      <a:lnTo>
                        <a:pt x="92160" y="13209"/>
                      </a:lnTo>
                      <a:lnTo>
                        <a:pt x="81397" y="5398"/>
                      </a:lnTo>
                      <a:lnTo>
                        <a:pt x="73967" y="15685"/>
                      </a:lnTo>
                      <a:cubicBezTo>
                        <a:pt x="69633" y="13685"/>
                        <a:pt x="64994" y="12399"/>
                        <a:pt x="60251" y="11875"/>
                      </a:cubicBezTo>
                      <a:lnTo>
                        <a:pt x="60251" y="-221"/>
                      </a:lnTo>
                      <a:lnTo>
                        <a:pt x="47011" y="-221"/>
                      </a:lnTo>
                      <a:lnTo>
                        <a:pt x="47011" y="12447"/>
                      </a:lnTo>
                      <a:cubicBezTo>
                        <a:pt x="42354" y="13399"/>
                        <a:pt x="37877" y="15104"/>
                        <a:pt x="33772" y="17495"/>
                      </a:cubicBezTo>
                      <a:lnTo>
                        <a:pt x="26628" y="7970"/>
                      </a:lnTo>
                      <a:lnTo>
                        <a:pt x="15960" y="15781"/>
                      </a:lnTo>
                      <a:lnTo>
                        <a:pt x="23389" y="26067"/>
                      </a:lnTo>
                      <a:cubicBezTo>
                        <a:pt x="20151" y="29544"/>
                        <a:pt x="17512" y="33535"/>
                        <a:pt x="15579" y="37879"/>
                      </a:cubicBezTo>
                      <a:lnTo>
                        <a:pt x="4054" y="34068"/>
                      </a:lnTo>
                      <a:lnTo>
                        <a:pt x="-42" y="46737"/>
                      </a:lnTo>
                      <a:lnTo>
                        <a:pt x="12055" y="50642"/>
                      </a:lnTo>
                      <a:cubicBezTo>
                        <a:pt x="11959" y="52357"/>
                        <a:pt x="11959" y="54071"/>
                        <a:pt x="12055" y="55786"/>
                      </a:cubicBezTo>
                      <a:cubicBezTo>
                        <a:pt x="12055" y="58824"/>
                        <a:pt x="12340" y="61853"/>
                        <a:pt x="12912" y="64834"/>
                      </a:cubicBezTo>
                      <a:lnTo>
                        <a:pt x="1482" y="68549"/>
                      </a:lnTo>
                      <a:lnTo>
                        <a:pt x="5578" y="81122"/>
                      </a:lnTo>
                      <a:lnTo>
                        <a:pt x="17579" y="77217"/>
                      </a:lnTo>
                      <a:cubicBezTo>
                        <a:pt x="19932" y="81341"/>
                        <a:pt x="22922" y="85075"/>
                        <a:pt x="26437" y="88266"/>
                      </a:cubicBezTo>
                      <a:lnTo>
                        <a:pt x="19294" y="97791"/>
                      </a:lnTo>
                      <a:lnTo>
                        <a:pt x="30057" y="105601"/>
                      </a:lnTo>
                      <a:lnTo>
                        <a:pt x="37486" y="95314"/>
                      </a:lnTo>
                      <a:cubicBezTo>
                        <a:pt x="41820" y="97315"/>
                        <a:pt x="46459" y="98601"/>
                        <a:pt x="51202" y="99124"/>
                      </a:cubicBezTo>
                      <a:lnTo>
                        <a:pt x="51202" y="111221"/>
                      </a:lnTo>
                      <a:lnTo>
                        <a:pt x="64442" y="111221"/>
                      </a:lnTo>
                      <a:lnTo>
                        <a:pt x="64442" y="98553"/>
                      </a:lnTo>
                      <a:cubicBezTo>
                        <a:pt x="69100" y="97600"/>
                        <a:pt x="73567" y="95896"/>
                        <a:pt x="77682" y="93505"/>
                      </a:cubicBezTo>
                      <a:lnTo>
                        <a:pt x="84825" y="103030"/>
                      </a:lnTo>
                      <a:lnTo>
                        <a:pt x="95494" y="95219"/>
                      </a:lnTo>
                      <a:lnTo>
                        <a:pt x="88064" y="85027"/>
                      </a:lnTo>
                      <a:cubicBezTo>
                        <a:pt x="91283" y="81493"/>
                        <a:pt x="93922" y="77474"/>
                        <a:pt x="95874" y="73121"/>
                      </a:cubicBezTo>
                      <a:close/>
                      <a:moveTo>
                        <a:pt x="19103" y="55214"/>
                      </a:moveTo>
                      <a:cubicBezTo>
                        <a:pt x="19103" y="34907"/>
                        <a:pt x="35562" y="18448"/>
                        <a:pt x="55870" y="18448"/>
                      </a:cubicBezTo>
                      <a:cubicBezTo>
                        <a:pt x="76177" y="18448"/>
                        <a:pt x="92636" y="34907"/>
                        <a:pt x="92636" y="55214"/>
                      </a:cubicBezTo>
                      <a:cubicBezTo>
                        <a:pt x="92636" y="75521"/>
                        <a:pt x="76177" y="91981"/>
                        <a:pt x="55870" y="91981"/>
                      </a:cubicBezTo>
                      <a:cubicBezTo>
                        <a:pt x="35562" y="91981"/>
                        <a:pt x="19103" y="75521"/>
                        <a:pt x="19103" y="5521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869" name="Freeform: Shape 28868">
                  <a:extLst>
                    <a:ext uri="{FF2B5EF4-FFF2-40B4-BE49-F238E27FC236}">
                      <a16:creationId xmlns:a16="http://schemas.microsoft.com/office/drawing/2014/main" id="{66D3101B-4EBF-A974-8D35-8774D1C5C2BC}"/>
                    </a:ext>
                  </a:extLst>
                </p:cNvPr>
                <p:cNvSpPr/>
                <p:nvPr/>
              </p:nvSpPr>
              <p:spPr>
                <a:xfrm>
                  <a:off x="4035713" y="3211838"/>
                  <a:ext cx="74104" cy="73533"/>
                </a:xfrm>
                <a:custGeom>
                  <a:avLst/>
                  <a:gdLst>
                    <a:gd name="connsiteX0" fmla="*/ 71395 w 74104"/>
                    <a:gd name="connsiteY0" fmla="*/ 50928 h 73533"/>
                    <a:gd name="connsiteX1" fmla="*/ 74062 w 74104"/>
                    <a:gd name="connsiteY1" fmla="*/ 42546 h 73533"/>
                    <a:gd name="connsiteX2" fmla="*/ 66061 w 74104"/>
                    <a:gd name="connsiteY2" fmla="*/ 39974 h 73533"/>
                    <a:gd name="connsiteX3" fmla="*/ 66061 w 74104"/>
                    <a:gd name="connsiteY3" fmla="*/ 36545 h 73533"/>
                    <a:gd name="connsiteX4" fmla="*/ 65490 w 74104"/>
                    <a:gd name="connsiteY4" fmla="*/ 30640 h 73533"/>
                    <a:gd name="connsiteX5" fmla="*/ 73110 w 74104"/>
                    <a:gd name="connsiteY5" fmla="*/ 28163 h 73533"/>
                    <a:gd name="connsiteX6" fmla="*/ 70348 w 74104"/>
                    <a:gd name="connsiteY6" fmla="*/ 19876 h 73533"/>
                    <a:gd name="connsiteX7" fmla="*/ 62442 w 74104"/>
                    <a:gd name="connsiteY7" fmla="*/ 22448 h 73533"/>
                    <a:gd name="connsiteX8" fmla="*/ 56536 w 74104"/>
                    <a:gd name="connsiteY8" fmla="*/ 15114 h 73533"/>
                    <a:gd name="connsiteX9" fmla="*/ 61299 w 74104"/>
                    <a:gd name="connsiteY9" fmla="*/ 8637 h 73533"/>
                    <a:gd name="connsiteX10" fmla="*/ 54155 w 74104"/>
                    <a:gd name="connsiteY10" fmla="*/ 3493 h 73533"/>
                    <a:gd name="connsiteX11" fmla="*/ 49297 w 74104"/>
                    <a:gd name="connsiteY11" fmla="*/ 10256 h 73533"/>
                    <a:gd name="connsiteX12" fmla="*/ 39772 w 74104"/>
                    <a:gd name="connsiteY12" fmla="*/ 7780 h 73533"/>
                    <a:gd name="connsiteX13" fmla="*/ 39772 w 74104"/>
                    <a:gd name="connsiteY13" fmla="*/ -221 h 73533"/>
                    <a:gd name="connsiteX14" fmla="*/ 31009 w 74104"/>
                    <a:gd name="connsiteY14" fmla="*/ -221 h 73533"/>
                    <a:gd name="connsiteX15" fmla="*/ 31009 w 74104"/>
                    <a:gd name="connsiteY15" fmla="*/ 8161 h 73533"/>
                    <a:gd name="connsiteX16" fmla="*/ 22246 w 74104"/>
                    <a:gd name="connsiteY16" fmla="*/ 11494 h 73533"/>
                    <a:gd name="connsiteX17" fmla="*/ 17579 w 74104"/>
                    <a:gd name="connsiteY17" fmla="*/ 5017 h 73533"/>
                    <a:gd name="connsiteX18" fmla="*/ 10531 w 74104"/>
                    <a:gd name="connsiteY18" fmla="*/ 10161 h 73533"/>
                    <a:gd name="connsiteX19" fmla="*/ 15388 w 74104"/>
                    <a:gd name="connsiteY19" fmla="*/ 16924 h 73533"/>
                    <a:gd name="connsiteX20" fmla="*/ 10245 w 74104"/>
                    <a:gd name="connsiteY20" fmla="*/ 24734 h 73533"/>
                    <a:gd name="connsiteX21" fmla="*/ 2625 w 74104"/>
                    <a:gd name="connsiteY21" fmla="*/ 22258 h 73533"/>
                    <a:gd name="connsiteX22" fmla="*/ -42 w 74104"/>
                    <a:gd name="connsiteY22" fmla="*/ 30544 h 73533"/>
                    <a:gd name="connsiteX23" fmla="*/ 7864 w 74104"/>
                    <a:gd name="connsiteY23" fmla="*/ 33116 h 73533"/>
                    <a:gd name="connsiteX24" fmla="*/ 7864 w 74104"/>
                    <a:gd name="connsiteY24" fmla="*/ 36545 h 73533"/>
                    <a:gd name="connsiteX25" fmla="*/ 8530 w 74104"/>
                    <a:gd name="connsiteY25" fmla="*/ 42546 h 73533"/>
                    <a:gd name="connsiteX26" fmla="*/ 910 w 74104"/>
                    <a:gd name="connsiteY26" fmla="*/ 45022 h 73533"/>
                    <a:gd name="connsiteX27" fmla="*/ 3577 w 74104"/>
                    <a:gd name="connsiteY27" fmla="*/ 53309 h 73533"/>
                    <a:gd name="connsiteX28" fmla="*/ 11578 w 74104"/>
                    <a:gd name="connsiteY28" fmla="*/ 50738 h 73533"/>
                    <a:gd name="connsiteX29" fmla="*/ 17389 w 74104"/>
                    <a:gd name="connsiteY29" fmla="*/ 58072 h 73533"/>
                    <a:gd name="connsiteX30" fmla="*/ 12721 w 74104"/>
                    <a:gd name="connsiteY30" fmla="*/ 64549 h 73533"/>
                    <a:gd name="connsiteX31" fmla="*/ 19770 w 74104"/>
                    <a:gd name="connsiteY31" fmla="*/ 69597 h 73533"/>
                    <a:gd name="connsiteX32" fmla="*/ 24723 w 74104"/>
                    <a:gd name="connsiteY32" fmla="*/ 62834 h 73533"/>
                    <a:gd name="connsiteX33" fmla="*/ 33772 w 74104"/>
                    <a:gd name="connsiteY33" fmla="*/ 65406 h 73533"/>
                    <a:gd name="connsiteX34" fmla="*/ 33772 w 74104"/>
                    <a:gd name="connsiteY34" fmla="*/ 73312 h 73533"/>
                    <a:gd name="connsiteX35" fmla="*/ 42820 w 74104"/>
                    <a:gd name="connsiteY35" fmla="*/ 73312 h 73533"/>
                    <a:gd name="connsiteX36" fmla="*/ 42820 w 74104"/>
                    <a:gd name="connsiteY36" fmla="*/ 65025 h 73533"/>
                    <a:gd name="connsiteX37" fmla="*/ 51584 w 74104"/>
                    <a:gd name="connsiteY37" fmla="*/ 61691 h 73533"/>
                    <a:gd name="connsiteX38" fmla="*/ 56251 w 74104"/>
                    <a:gd name="connsiteY38" fmla="*/ 68168 h 73533"/>
                    <a:gd name="connsiteX39" fmla="*/ 63299 w 74104"/>
                    <a:gd name="connsiteY39" fmla="*/ 63025 h 73533"/>
                    <a:gd name="connsiteX40" fmla="*/ 58346 w 74104"/>
                    <a:gd name="connsiteY40" fmla="*/ 56262 h 73533"/>
                    <a:gd name="connsiteX41" fmla="*/ 63585 w 74104"/>
                    <a:gd name="connsiteY41" fmla="*/ 48451 h 73533"/>
                    <a:gd name="connsiteX42" fmla="*/ 13102 w 74104"/>
                    <a:gd name="connsiteY42" fmla="*/ 36545 h 73533"/>
                    <a:gd name="connsiteX43" fmla="*/ 37391 w 74104"/>
                    <a:gd name="connsiteY43" fmla="*/ 12256 h 73533"/>
                    <a:gd name="connsiteX44" fmla="*/ 61680 w 74104"/>
                    <a:gd name="connsiteY44" fmla="*/ 36545 h 73533"/>
                    <a:gd name="connsiteX45" fmla="*/ 37391 w 74104"/>
                    <a:gd name="connsiteY45" fmla="*/ 60834 h 73533"/>
                    <a:gd name="connsiteX46" fmla="*/ 37296 w 74104"/>
                    <a:gd name="connsiteY46" fmla="*/ 60834 h 73533"/>
                    <a:gd name="connsiteX47" fmla="*/ 13293 w 74104"/>
                    <a:gd name="connsiteY47" fmla="*/ 36450 h 73533"/>
                    <a:gd name="connsiteX48" fmla="*/ 13293 w 74104"/>
                    <a:gd name="connsiteY48" fmla="*/ 36450 h 7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74104" h="73533">
                      <a:moveTo>
                        <a:pt x="71395" y="50928"/>
                      </a:moveTo>
                      <a:lnTo>
                        <a:pt x="74062" y="42546"/>
                      </a:lnTo>
                      <a:lnTo>
                        <a:pt x="66061" y="39974"/>
                      </a:lnTo>
                      <a:cubicBezTo>
                        <a:pt x="66157" y="38831"/>
                        <a:pt x="66157" y="37688"/>
                        <a:pt x="66061" y="36545"/>
                      </a:cubicBezTo>
                      <a:cubicBezTo>
                        <a:pt x="66061" y="34564"/>
                        <a:pt x="65871" y="32583"/>
                        <a:pt x="65490" y="30640"/>
                      </a:cubicBezTo>
                      <a:lnTo>
                        <a:pt x="73110" y="28163"/>
                      </a:lnTo>
                      <a:lnTo>
                        <a:pt x="70348" y="19876"/>
                      </a:lnTo>
                      <a:lnTo>
                        <a:pt x="62442" y="22448"/>
                      </a:lnTo>
                      <a:cubicBezTo>
                        <a:pt x="60880" y="19705"/>
                        <a:pt x="58889" y="17228"/>
                        <a:pt x="56536" y="15114"/>
                      </a:cubicBezTo>
                      <a:lnTo>
                        <a:pt x="61299" y="8637"/>
                      </a:lnTo>
                      <a:lnTo>
                        <a:pt x="54155" y="3493"/>
                      </a:lnTo>
                      <a:lnTo>
                        <a:pt x="49297" y="10256"/>
                      </a:lnTo>
                      <a:cubicBezTo>
                        <a:pt x="46268" y="8951"/>
                        <a:pt x="43058" y="8123"/>
                        <a:pt x="39772" y="7780"/>
                      </a:cubicBezTo>
                      <a:lnTo>
                        <a:pt x="39772" y="-221"/>
                      </a:lnTo>
                      <a:lnTo>
                        <a:pt x="31009" y="-221"/>
                      </a:lnTo>
                      <a:lnTo>
                        <a:pt x="31009" y="8161"/>
                      </a:lnTo>
                      <a:cubicBezTo>
                        <a:pt x="27923" y="8770"/>
                        <a:pt x="24961" y="9894"/>
                        <a:pt x="22246" y="11494"/>
                      </a:cubicBezTo>
                      <a:lnTo>
                        <a:pt x="17579" y="5017"/>
                      </a:lnTo>
                      <a:lnTo>
                        <a:pt x="10531" y="10161"/>
                      </a:lnTo>
                      <a:lnTo>
                        <a:pt x="15388" y="16924"/>
                      </a:lnTo>
                      <a:cubicBezTo>
                        <a:pt x="13283" y="19248"/>
                        <a:pt x="11550" y="21886"/>
                        <a:pt x="10245" y="24734"/>
                      </a:cubicBezTo>
                      <a:lnTo>
                        <a:pt x="2625" y="22258"/>
                      </a:lnTo>
                      <a:lnTo>
                        <a:pt x="-42" y="30544"/>
                      </a:lnTo>
                      <a:lnTo>
                        <a:pt x="7864" y="33116"/>
                      </a:lnTo>
                      <a:cubicBezTo>
                        <a:pt x="7864" y="34259"/>
                        <a:pt x="7864" y="35402"/>
                        <a:pt x="7864" y="36545"/>
                      </a:cubicBezTo>
                      <a:cubicBezTo>
                        <a:pt x="7883" y="38564"/>
                        <a:pt x="8111" y="40574"/>
                        <a:pt x="8530" y="42546"/>
                      </a:cubicBezTo>
                      <a:lnTo>
                        <a:pt x="910" y="45022"/>
                      </a:lnTo>
                      <a:lnTo>
                        <a:pt x="3577" y="53309"/>
                      </a:lnTo>
                      <a:lnTo>
                        <a:pt x="11578" y="50738"/>
                      </a:lnTo>
                      <a:cubicBezTo>
                        <a:pt x="13131" y="53461"/>
                        <a:pt x="15093" y="55938"/>
                        <a:pt x="17389" y="58072"/>
                      </a:cubicBezTo>
                      <a:lnTo>
                        <a:pt x="12721" y="64549"/>
                      </a:lnTo>
                      <a:lnTo>
                        <a:pt x="19770" y="69597"/>
                      </a:lnTo>
                      <a:lnTo>
                        <a:pt x="24723" y="62834"/>
                      </a:lnTo>
                      <a:cubicBezTo>
                        <a:pt x="27580" y="64187"/>
                        <a:pt x="30638" y="65053"/>
                        <a:pt x="33772" y="65406"/>
                      </a:cubicBezTo>
                      <a:lnTo>
                        <a:pt x="33772" y="73312"/>
                      </a:lnTo>
                      <a:lnTo>
                        <a:pt x="42820" y="73312"/>
                      </a:lnTo>
                      <a:lnTo>
                        <a:pt x="42820" y="65025"/>
                      </a:lnTo>
                      <a:cubicBezTo>
                        <a:pt x="45887" y="64339"/>
                        <a:pt x="48840" y="63215"/>
                        <a:pt x="51584" y="61691"/>
                      </a:cubicBezTo>
                      <a:lnTo>
                        <a:pt x="56251" y="68168"/>
                      </a:lnTo>
                      <a:lnTo>
                        <a:pt x="63299" y="63025"/>
                      </a:lnTo>
                      <a:lnTo>
                        <a:pt x="58346" y="56262"/>
                      </a:lnTo>
                      <a:cubicBezTo>
                        <a:pt x="60508" y="53966"/>
                        <a:pt x="62280" y="51328"/>
                        <a:pt x="63585" y="48451"/>
                      </a:cubicBezTo>
                      <a:close/>
                      <a:moveTo>
                        <a:pt x="13102" y="36545"/>
                      </a:moveTo>
                      <a:cubicBezTo>
                        <a:pt x="13102" y="23134"/>
                        <a:pt x="23980" y="12256"/>
                        <a:pt x="37391" y="12256"/>
                      </a:cubicBezTo>
                      <a:cubicBezTo>
                        <a:pt x="50802" y="12256"/>
                        <a:pt x="61680" y="23134"/>
                        <a:pt x="61680" y="36545"/>
                      </a:cubicBezTo>
                      <a:cubicBezTo>
                        <a:pt x="61680" y="49956"/>
                        <a:pt x="50802" y="60834"/>
                        <a:pt x="37391" y="60834"/>
                      </a:cubicBezTo>
                      <a:cubicBezTo>
                        <a:pt x="37363" y="60834"/>
                        <a:pt x="37325" y="60834"/>
                        <a:pt x="37296" y="60834"/>
                      </a:cubicBezTo>
                      <a:cubicBezTo>
                        <a:pt x="23932" y="60729"/>
                        <a:pt x="13188" y="49813"/>
                        <a:pt x="13293" y="36450"/>
                      </a:cubicBezTo>
                      <a:cubicBezTo>
                        <a:pt x="13293" y="36450"/>
                        <a:pt x="13293" y="36450"/>
                        <a:pt x="13293" y="3645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870" name="Freeform: Shape 28869">
                  <a:extLst>
                    <a:ext uri="{FF2B5EF4-FFF2-40B4-BE49-F238E27FC236}">
                      <a16:creationId xmlns:a16="http://schemas.microsoft.com/office/drawing/2014/main" id="{943E13A5-3716-204C-71A6-F3C65B5668F3}"/>
                    </a:ext>
                  </a:extLst>
                </p:cNvPr>
                <p:cNvSpPr/>
                <p:nvPr/>
              </p:nvSpPr>
              <p:spPr>
                <a:xfrm>
                  <a:off x="4026093" y="3282989"/>
                  <a:ext cx="73628" cy="73723"/>
                </a:xfrm>
                <a:custGeom>
                  <a:avLst/>
                  <a:gdLst>
                    <a:gd name="connsiteX0" fmla="*/ 70919 w 73628"/>
                    <a:gd name="connsiteY0" fmla="*/ 50833 h 73723"/>
                    <a:gd name="connsiteX1" fmla="*/ 73586 w 73628"/>
                    <a:gd name="connsiteY1" fmla="*/ 42546 h 73723"/>
                    <a:gd name="connsiteX2" fmla="*/ 65681 w 73628"/>
                    <a:gd name="connsiteY2" fmla="*/ 39974 h 73723"/>
                    <a:gd name="connsiteX3" fmla="*/ 65681 w 73628"/>
                    <a:gd name="connsiteY3" fmla="*/ 36545 h 73723"/>
                    <a:gd name="connsiteX4" fmla="*/ 65014 w 73628"/>
                    <a:gd name="connsiteY4" fmla="*/ 30640 h 73723"/>
                    <a:gd name="connsiteX5" fmla="*/ 72634 w 73628"/>
                    <a:gd name="connsiteY5" fmla="*/ 28163 h 73723"/>
                    <a:gd name="connsiteX6" fmla="*/ 69967 w 73628"/>
                    <a:gd name="connsiteY6" fmla="*/ 19781 h 73723"/>
                    <a:gd name="connsiteX7" fmla="*/ 61966 w 73628"/>
                    <a:gd name="connsiteY7" fmla="*/ 22448 h 73723"/>
                    <a:gd name="connsiteX8" fmla="*/ 56156 w 73628"/>
                    <a:gd name="connsiteY8" fmla="*/ 15114 h 73723"/>
                    <a:gd name="connsiteX9" fmla="*/ 60823 w 73628"/>
                    <a:gd name="connsiteY9" fmla="*/ 8637 h 73723"/>
                    <a:gd name="connsiteX10" fmla="*/ 53774 w 73628"/>
                    <a:gd name="connsiteY10" fmla="*/ 3493 h 73723"/>
                    <a:gd name="connsiteX11" fmla="*/ 48821 w 73628"/>
                    <a:gd name="connsiteY11" fmla="*/ 10256 h 73723"/>
                    <a:gd name="connsiteX12" fmla="*/ 39773 w 73628"/>
                    <a:gd name="connsiteY12" fmla="*/ 7780 h 73723"/>
                    <a:gd name="connsiteX13" fmla="*/ 39773 w 73628"/>
                    <a:gd name="connsiteY13" fmla="*/ -221 h 73723"/>
                    <a:gd name="connsiteX14" fmla="*/ 31105 w 73628"/>
                    <a:gd name="connsiteY14" fmla="*/ -221 h 73723"/>
                    <a:gd name="connsiteX15" fmla="*/ 31105 w 73628"/>
                    <a:gd name="connsiteY15" fmla="*/ 8351 h 73723"/>
                    <a:gd name="connsiteX16" fmla="*/ 22342 w 73628"/>
                    <a:gd name="connsiteY16" fmla="*/ 11590 h 73723"/>
                    <a:gd name="connsiteX17" fmla="*/ 17579 w 73628"/>
                    <a:gd name="connsiteY17" fmla="*/ 5113 h 73723"/>
                    <a:gd name="connsiteX18" fmla="*/ 10531 w 73628"/>
                    <a:gd name="connsiteY18" fmla="*/ 10256 h 73723"/>
                    <a:gd name="connsiteX19" fmla="*/ 15484 w 73628"/>
                    <a:gd name="connsiteY19" fmla="*/ 17114 h 73723"/>
                    <a:gd name="connsiteX20" fmla="*/ 10245 w 73628"/>
                    <a:gd name="connsiteY20" fmla="*/ 24925 h 73723"/>
                    <a:gd name="connsiteX21" fmla="*/ 2720 w 73628"/>
                    <a:gd name="connsiteY21" fmla="*/ 22448 h 73723"/>
                    <a:gd name="connsiteX22" fmla="*/ -42 w 73628"/>
                    <a:gd name="connsiteY22" fmla="*/ 30735 h 73723"/>
                    <a:gd name="connsiteX23" fmla="*/ 7959 w 73628"/>
                    <a:gd name="connsiteY23" fmla="*/ 33307 h 73723"/>
                    <a:gd name="connsiteX24" fmla="*/ 7959 w 73628"/>
                    <a:gd name="connsiteY24" fmla="*/ 36736 h 73723"/>
                    <a:gd name="connsiteX25" fmla="*/ 8531 w 73628"/>
                    <a:gd name="connsiteY25" fmla="*/ 42641 h 73723"/>
                    <a:gd name="connsiteX26" fmla="*/ 1006 w 73628"/>
                    <a:gd name="connsiteY26" fmla="*/ 45117 h 73723"/>
                    <a:gd name="connsiteX27" fmla="*/ 3673 w 73628"/>
                    <a:gd name="connsiteY27" fmla="*/ 53500 h 73723"/>
                    <a:gd name="connsiteX28" fmla="*/ 11674 w 73628"/>
                    <a:gd name="connsiteY28" fmla="*/ 50833 h 73723"/>
                    <a:gd name="connsiteX29" fmla="*/ 17484 w 73628"/>
                    <a:gd name="connsiteY29" fmla="*/ 58167 h 73723"/>
                    <a:gd name="connsiteX30" fmla="*/ 12721 w 73628"/>
                    <a:gd name="connsiteY30" fmla="*/ 64644 h 73723"/>
                    <a:gd name="connsiteX31" fmla="*/ 19865 w 73628"/>
                    <a:gd name="connsiteY31" fmla="*/ 69788 h 73723"/>
                    <a:gd name="connsiteX32" fmla="*/ 24723 w 73628"/>
                    <a:gd name="connsiteY32" fmla="*/ 63025 h 73723"/>
                    <a:gd name="connsiteX33" fmla="*/ 34248 w 73628"/>
                    <a:gd name="connsiteY33" fmla="*/ 65501 h 73723"/>
                    <a:gd name="connsiteX34" fmla="*/ 34248 w 73628"/>
                    <a:gd name="connsiteY34" fmla="*/ 73502 h 73723"/>
                    <a:gd name="connsiteX35" fmla="*/ 42916 w 73628"/>
                    <a:gd name="connsiteY35" fmla="*/ 73502 h 73723"/>
                    <a:gd name="connsiteX36" fmla="*/ 42916 w 73628"/>
                    <a:gd name="connsiteY36" fmla="*/ 65120 h 73723"/>
                    <a:gd name="connsiteX37" fmla="*/ 51679 w 73628"/>
                    <a:gd name="connsiteY37" fmla="*/ 61882 h 73723"/>
                    <a:gd name="connsiteX38" fmla="*/ 56346 w 73628"/>
                    <a:gd name="connsiteY38" fmla="*/ 68359 h 73723"/>
                    <a:gd name="connsiteX39" fmla="*/ 63490 w 73628"/>
                    <a:gd name="connsiteY39" fmla="*/ 63215 h 73723"/>
                    <a:gd name="connsiteX40" fmla="*/ 58537 w 73628"/>
                    <a:gd name="connsiteY40" fmla="*/ 56357 h 73723"/>
                    <a:gd name="connsiteX41" fmla="*/ 63680 w 73628"/>
                    <a:gd name="connsiteY41" fmla="*/ 48547 h 73723"/>
                    <a:gd name="connsiteX42" fmla="*/ 12626 w 73628"/>
                    <a:gd name="connsiteY42" fmla="*/ 36545 h 73723"/>
                    <a:gd name="connsiteX43" fmla="*/ 36915 w 73628"/>
                    <a:gd name="connsiteY43" fmla="*/ 12256 h 73723"/>
                    <a:gd name="connsiteX44" fmla="*/ 61204 w 73628"/>
                    <a:gd name="connsiteY44" fmla="*/ 36545 h 73723"/>
                    <a:gd name="connsiteX45" fmla="*/ 36915 w 73628"/>
                    <a:gd name="connsiteY45" fmla="*/ 60834 h 73723"/>
                    <a:gd name="connsiteX46" fmla="*/ 12626 w 73628"/>
                    <a:gd name="connsiteY46" fmla="*/ 36926 h 73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</a:cxnLst>
                  <a:rect l="l" t="t" r="r" b="b"/>
                  <a:pathLst>
                    <a:path w="73628" h="73723">
                      <a:moveTo>
                        <a:pt x="70919" y="50833"/>
                      </a:moveTo>
                      <a:lnTo>
                        <a:pt x="73586" y="42546"/>
                      </a:lnTo>
                      <a:lnTo>
                        <a:pt x="65681" y="39974"/>
                      </a:lnTo>
                      <a:cubicBezTo>
                        <a:pt x="65681" y="38831"/>
                        <a:pt x="65681" y="37688"/>
                        <a:pt x="65681" y="36545"/>
                      </a:cubicBezTo>
                      <a:cubicBezTo>
                        <a:pt x="65700" y="34554"/>
                        <a:pt x="65480" y="32573"/>
                        <a:pt x="65014" y="30640"/>
                      </a:cubicBezTo>
                      <a:lnTo>
                        <a:pt x="72634" y="28163"/>
                      </a:lnTo>
                      <a:lnTo>
                        <a:pt x="69967" y="19781"/>
                      </a:lnTo>
                      <a:lnTo>
                        <a:pt x="61966" y="22448"/>
                      </a:lnTo>
                      <a:cubicBezTo>
                        <a:pt x="60442" y="19705"/>
                        <a:pt x="58480" y="17219"/>
                        <a:pt x="56156" y="15114"/>
                      </a:cubicBezTo>
                      <a:lnTo>
                        <a:pt x="60823" y="8637"/>
                      </a:lnTo>
                      <a:lnTo>
                        <a:pt x="53774" y="3493"/>
                      </a:lnTo>
                      <a:lnTo>
                        <a:pt x="48821" y="10256"/>
                      </a:lnTo>
                      <a:cubicBezTo>
                        <a:pt x="45983" y="8885"/>
                        <a:pt x="42916" y="8046"/>
                        <a:pt x="39773" y="7780"/>
                      </a:cubicBezTo>
                      <a:lnTo>
                        <a:pt x="39773" y="-221"/>
                      </a:lnTo>
                      <a:lnTo>
                        <a:pt x="31105" y="-221"/>
                      </a:lnTo>
                      <a:lnTo>
                        <a:pt x="31105" y="8351"/>
                      </a:lnTo>
                      <a:cubicBezTo>
                        <a:pt x="28019" y="8923"/>
                        <a:pt x="25056" y="10018"/>
                        <a:pt x="22342" y="11590"/>
                      </a:cubicBezTo>
                      <a:lnTo>
                        <a:pt x="17579" y="5113"/>
                      </a:lnTo>
                      <a:lnTo>
                        <a:pt x="10531" y="10256"/>
                      </a:lnTo>
                      <a:lnTo>
                        <a:pt x="15484" y="17114"/>
                      </a:lnTo>
                      <a:cubicBezTo>
                        <a:pt x="13302" y="19400"/>
                        <a:pt x="11531" y="22039"/>
                        <a:pt x="10245" y="24925"/>
                      </a:cubicBezTo>
                      <a:lnTo>
                        <a:pt x="2720" y="22448"/>
                      </a:lnTo>
                      <a:lnTo>
                        <a:pt x="-42" y="30735"/>
                      </a:lnTo>
                      <a:lnTo>
                        <a:pt x="7959" y="33307"/>
                      </a:lnTo>
                      <a:cubicBezTo>
                        <a:pt x="7959" y="34450"/>
                        <a:pt x="7959" y="35592"/>
                        <a:pt x="7959" y="36736"/>
                      </a:cubicBezTo>
                      <a:cubicBezTo>
                        <a:pt x="7959" y="38717"/>
                        <a:pt x="8150" y="40698"/>
                        <a:pt x="8531" y="42641"/>
                      </a:cubicBezTo>
                      <a:lnTo>
                        <a:pt x="1006" y="45117"/>
                      </a:lnTo>
                      <a:lnTo>
                        <a:pt x="3673" y="53500"/>
                      </a:lnTo>
                      <a:lnTo>
                        <a:pt x="11674" y="50833"/>
                      </a:lnTo>
                      <a:cubicBezTo>
                        <a:pt x="13169" y="53595"/>
                        <a:pt x="15131" y="56081"/>
                        <a:pt x="17484" y="58167"/>
                      </a:cubicBezTo>
                      <a:lnTo>
                        <a:pt x="12721" y="64644"/>
                      </a:lnTo>
                      <a:lnTo>
                        <a:pt x="19865" y="69788"/>
                      </a:lnTo>
                      <a:lnTo>
                        <a:pt x="24723" y="63025"/>
                      </a:lnTo>
                      <a:cubicBezTo>
                        <a:pt x="27723" y="64425"/>
                        <a:pt x="30952" y="65263"/>
                        <a:pt x="34248" y="65501"/>
                      </a:cubicBezTo>
                      <a:lnTo>
                        <a:pt x="34248" y="73502"/>
                      </a:lnTo>
                      <a:lnTo>
                        <a:pt x="42916" y="73502"/>
                      </a:lnTo>
                      <a:lnTo>
                        <a:pt x="42916" y="65120"/>
                      </a:lnTo>
                      <a:cubicBezTo>
                        <a:pt x="46002" y="64549"/>
                        <a:pt x="48964" y="63453"/>
                        <a:pt x="51679" y="61882"/>
                      </a:cubicBezTo>
                      <a:lnTo>
                        <a:pt x="56346" y="68359"/>
                      </a:lnTo>
                      <a:lnTo>
                        <a:pt x="63490" y="63215"/>
                      </a:lnTo>
                      <a:lnTo>
                        <a:pt x="58537" y="56357"/>
                      </a:lnTo>
                      <a:cubicBezTo>
                        <a:pt x="60689" y="54071"/>
                        <a:pt x="62433" y="51433"/>
                        <a:pt x="63680" y="48547"/>
                      </a:cubicBezTo>
                      <a:close/>
                      <a:moveTo>
                        <a:pt x="12626" y="36545"/>
                      </a:moveTo>
                      <a:cubicBezTo>
                        <a:pt x="12626" y="23134"/>
                        <a:pt x="23504" y="12256"/>
                        <a:pt x="36915" y="12256"/>
                      </a:cubicBezTo>
                      <a:cubicBezTo>
                        <a:pt x="50326" y="12256"/>
                        <a:pt x="61204" y="23134"/>
                        <a:pt x="61204" y="36545"/>
                      </a:cubicBezTo>
                      <a:cubicBezTo>
                        <a:pt x="61204" y="49956"/>
                        <a:pt x="50326" y="60834"/>
                        <a:pt x="36915" y="60834"/>
                      </a:cubicBezTo>
                      <a:cubicBezTo>
                        <a:pt x="23647" y="60834"/>
                        <a:pt x="12836" y="50195"/>
                        <a:pt x="12626" y="3692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871" name="Freeform: Shape 28870">
                  <a:extLst>
                    <a:ext uri="{FF2B5EF4-FFF2-40B4-BE49-F238E27FC236}">
                      <a16:creationId xmlns:a16="http://schemas.microsoft.com/office/drawing/2014/main" id="{C443A1BE-8CFB-7F94-13F8-DEDCA62A39B8}"/>
                    </a:ext>
                  </a:extLst>
                </p:cNvPr>
                <p:cNvSpPr/>
                <p:nvPr/>
              </p:nvSpPr>
              <p:spPr>
                <a:xfrm>
                  <a:off x="3808733" y="3100395"/>
                  <a:ext cx="347090" cy="347091"/>
                </a:xfrm>
                <a:custGeom>
                  <a:avLst/>
                  <a:gdLst>
                    <a:gd name="connsiteX0" fmla="*/ 173503 w 347090"/>
                    <a:gd name="connsiteY0" fmla="*/ 346870 h 347091"/>
                    <a:gd name="connsiteX1" fmla="*/ -42 w 347090"/>
                    <a:gd name="connsiteY1" fmla="*/ 173324 h 347091"/>
                    <a:gd name="connsiteX2" fmla="*/ 173503 w 347090"/>
                    <a:gd name="connsiteY2" fmla="*/ -221 h 347091"/>
                    <a:gd name="connsiteX3" fmla="*/ 347049 w 347090"/>
                    <a:gd name="connsiteY3" fmla="*/ 173324 h 347091"/>
                    <a:gd name="connsiteX4" fmla="*/ 173503 w 347090"/>
                    <a:gd name="connsiteY4" fmla="*/ 346870 h 347091"/>
                    <a:gd name="connsiteX5" fmla="*/ 173503 w 347090"/>
                    <a:gd name="connsiteY5" fmla="*/ 9018 h 347091"/>
                    <a:gd name="connsiteX6" fmla="*/ 9197 w 347090"/>
                    <a:gd name="connsiteY6" fmla="*/ 173324 h 347091"/>
                    <a:gd name="connsiteX7" fmla="*/ 173503 w 347090"/>
                    <a:gd name="connsiteY7" fmla="*/ 337630 h 347091"/>
                    <a:gd name="connsiteX8" fmla="*/ 337810 w 347090"/>
                    <a:gd name="connsiteY8" fmla="*/ 173324 h 347091"/>
                    <a:gd name="connsiteX9" fmla="*/ 173503 w 347090"/>
                    <a:gd name="connsiteY9" fmla="*/ 9018 h 347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7090" h="347091">
                      <a:moveTo>
                        <a:pt x="173503" y="346870"/>
                      </a:moveTo>
                      <a:cubicBezTo>
                        <a:pt x="77653" y="346870"/>
                        <a:pt x="-42" y="269174"/>
                        <a:pt x="-42" y="173324"/>
                      </a:cubicBezTo>
                      <a:cubicBezTo>
                        <a:pt x="-42" y="77474"/>
                        <a:pt x="77653" y="-221"/>
                        <a:pt x="173503" y="-221"/>
                      </a:cubicBezTo>
                      <a:cubicBezTo>
                        <a:pt x="269353" y="-221"/>
                        <a:pt x="347049" y="77474"/>
                        <a:pt x="347049" y="173324"/>
                      </a:cubicBezTo>
                      <a:cubicBezTo>
                        <a:pt x="346944" y="269127"/>
                        <a:pt x="269306" y="346765"/>
                        <a:pt x="173503" y="346870"/>
                      </a:cubicBezTo>
                      <a:close/>
                      <a:moveTo>
                        <a:pt x="173503" y="9018"/>
                      </a:moveTo>
                      <a:cubicBezTo>
                        <a:pt x="82759" y="9018"/>
                        <a:pt x="9197" y="82579"/>
                        <a:pt x="9197" y="173324"/>
                      </a:cubicBezTo>
                      <a:cubicBezTo>
                        <a:pt x="9197" y="264069"/>
                        <a:pt x="82759" y="337630"/>
                        <a:pt x="173503" y="337630"/>
                      </a:cubicBezTo>
                      <a:cubicBezTo>
                        <a:pt x="264248" y="337630"/>
                        <a:pt x="337810" y="264069"/>
                        <a:pt x="337810" y="173324"/>
                      </a:cubicBezTo>
                      <a:cubicBezTo>
                        <a:pt x="337705" y="82627"/>
                        <a:pt x="264200" y="9123"/>
                        <a:pt x="173503" y="901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9073" name="Freeform: Shape 29072">
                <a:extLst>
                  <a:ext uri="{FF2B5EF4-FFF2-40B4-BE49-F238E27FC236}">
                    <a16:creationId xmlns:a16="http://schemas.microsoft.com/office/drawing/2014/main" id="{B2E0E6C6-3E3C-51EE-FEAF-803C0AD33F30}"/>
                  </a:ext>
                </a:extLst>
              </p:cNvPr>
              <p:cNvSpPr/>
              <p:nvPr/>
            </p:nvSpPr>
            <p:spPr>
              <a:xfrm>
                <a:off x="5190412" y="2755304"/>
                <a:ext cx="1811178" cy="2459831"/>
              </a:xfrm>
              <a:custGeom>
                <a:avLst/>
                <a:gdLst>
                  <a:gd name="connsiteX0" fmla="*/ 1455706 w 1811178"/>
                  <a:gd name="connsiteY0" fmla="*/ 0 h 2459831"/>
                  <a:gd name="connsiteX1" fmla="*/ 1811179 w 1811178"/>
                  <a:gd name="connsiteY1" fmla="*/ 0 h 2459831"/>
                  <a:gd name="connsiteX2" fmla="*/ 1811179 w 1811178"/>
                  <a:gd name="connsiteY2" fmla="*/ 2459831 h 2459831"/>
                  <a:gd name="connsiteX3" fmla="*/ 1455706 w 1811178"/>
                  <a:gd name="connsiteY3" fmla="*/ 2459831 h 2459831"/>
                  <a:gd name="connsiteX4" fmla="*/ 355473 w 1811178"/>
                  <a:gd name="connsiteY4" fmla="*/ 2459831 h 2459831"/>
                  <a:gd name="connsiteX5" fmla="*/ 0 w 1811178"/>
                  <a:gd name="connsiteY5" fmla="*/ 2459831 h 2459831"/>
                  <a:gd name="connsiteX6" fmla="*/ 0 w 1811178"/>
                  <a:gd name="connsiteY6" fmla="*/ 0 h 2459831"/>
                  <a:gd name="connsiteX7" fmla="*/ 355473 w 1811178"/>
                  <a:gd name="connsiteY7" fmla="*/ 0 h 245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1178" h="2459831">
                    <a:moveTo>
                      <a:pt x="1455706" y="0"/>
                    </a:moveTo>
                    <a:cubicBezTo>
                      <a:pt x="1652028" y="0"/>
                      <a:pt x="1811179" y="0"/>
                      <a:pt x="1811179" y="0"/>
                    </a:cubicBezTo>
                    <a:lnTo>
                      <a:pt x="1811179" y="2459831"/>
                    </a:lnTo>
                    <a:cubicBezTo>
                      <a:pt x="1811179" y="2459831"/>
                      <a:pt x="1652028" y="2459831"/>
                      <a:pt x="1455706" y="2459831"/>
                    </a:cubicBezTo>
                    <a:lnTo>
                      <a:pt x="355473" y="2459831"/>
                    </a:lnTo>
                    <a:cubicBezTo>
                      <a:pt x="159150" y="2459831"/>
                      <a:pt x="0" y="2459831"/>
                      <a:pt x="0" y="2459831"/>
                    </a:cubicBezTo>
                    <a:lnTo>
                      <a:pt x="0" y="0"/>
                    </a:lnTo>
                    <a:cubicBezTo>
                      <a:pt x="0" y="0"/>
                      <a:pt x="159150" y="0"/>
                      <a:pt x="3554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74" name="Freeform: Shape 29073">
                <a:extLst>
                  <a:ext uri="{FF2B5EF4-FFF2-40B4-BE49-F238E27FC236}">
                    <a16:creationId xmlns:a16="http://schemas.microsoft.com/office/drawing/2014/main" id="{9A886400-02F6-A04B-8083-FB04D68993C7}"/>
                  </a:ext>
                </a:extLst>
              </p:cNvPr>
              <p:cNvSpPr/>
              <p:nvPr/>
            </p:nvSpPr>
            <p:spPr>
              <a:xfrm>
                <a:off x="5158322" y="2863359"/>
                <a:ext cx="1875262" cy="2737886"/>
              </a:xfrm>
              <a:custGeom>
                <a:avLst/>
                <a:gdLst>
                  <a:gd name="connsiteX0" fmla="*/ 1410325 w 1704784"/>
                  <a:gd name="connsiteY0" fmla="*/ 2299304 h 2299525"/>
                  <a:gd name="connsiteX1" fmla="*/ 294471 w 1704784"/>
                  <a:gd name="connsiteY1" fmla="*/ 2299304 h 2299525"/>
                  <a:gd name="connsiteX2" fmla="*/ -42 w 1704784"/>
                  <a:gd name="connsiteY2" fmla="*/ 2004887 h 2299525"/>
                  <a:gd name="connsiteX3" fmla="*/ -42 w 1704784"/>
                  <a:gd name="connsiteY3" fmla="*/ 294196 h 2299525"/>
                  <a:gd name="connsiteX4" fmla="*/ 294471 w 1704784"/>
                  <a:gd name="connsiteY4" fmla="*/ -221 h 2299525"/>
                  <a:gd name="connsiteX5" fmla="*/ 1410325 w 1704784"/>
                  <a:gd name="connsiteY5" fmla="*/ -221 h 2299525"/>
                  <a:gd name="connsiteX6" fmla="*/ 1704743 w 1704784"/>
                  <a:gd name="connsiteY6" fmla="*/ 294196 h 2299525"/>
                  <a:gd name="connsiteX7" fmla="*/ 1704743 w 1704784"/>
                  <a:gd name="connsiteY7" fmla="*/ 2004887 h 2299525"/>
                  <a:gd name="connsiteX8" fmla="*/ 1410325 w 1704784"/>
                  <a:gd name="connsiteY8" fmla="*/ 2299304 h 2299525"/>
                  <a:gd name="connsiteX9" fmla="*/ 294471 w 1704784"/>
                  <a:gd name="connsiteY9" fmla="*/ 43594 h 2299525"/>
                  <a:gd name="connsiteX10" fmla="*/ 43773 w 1704784"/>
                  <a:gd name="connsiteY10" fmla="*/ 294196 h 2299525"/>
                  <a:gd name="connsiteX11" fmla="*/ 43773 w 1704784"/>
                  <a:gd name="connsiteY11" fmla="*/ 2004887 h 2299525"/>
                  <a:gd name="connsiteX12" fmla="*/ 294471 w 1704784"/>
                  <a:gd name="connsiteY12" fmla="*/ 2255775 h 2299525"/>
                  <a:gd name="connsiteX13" fmla="*/ 1410325 w 1704784"/>
                  <a:gd name="connsiteY13" fmla="*/ 2255775 h 2299525"/>
                  <a:gd name="connsiteX14" fmla="*/ 1660927 w 1704784"/>
                  <a:gd name="connsiteY14" fmla="*/ 2005172 h 2299525"/>
                  <a:gd name="connsiteX15" fmla="*/ 1660927 w 1704784"/>
                  <a:gd name="connsiteY15" fmla="*/ 294196 h 2299525"/>
                  <a:gd name="connsiteX16" fmla="*/ 1410325 w 1704784"/>
                  <a:gd name="connsiteY16" fmla="*/ 43594 h 229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04784" h="2299525">
                    <a:moveTo>
                      <a:pt x="1410325" y="2299304"/>
                    </a:moveTo>
                    <a:lnTo>
                      <a:pt x="294471" y="2299304"/>
                    </a:lnTo>
                    <a:cubicBezTo>
                      <a:pt x="132032" y="2298885"/>
                      <a:pt x="425" y="2167335"/>
                      <a:pt x="-42" y="2004887"/>
                    </a:cubicBezTo>
                    <a:lnTo>
                      <a:pt x="-42" y="294196"/>
                    </a:lnTo>
                    <a:cubicBezTo>
                      <a:pt x="425" y="131748"/>
                      <a:pt x="132023" y="198"/>
                      <a:pt x="294471" y="-221"/>
                    </a:cubicBezTo>
                    <a:lnTo>
                      <a:pt x="1410325" y="-221"/>
                    </a:lnTo>
                    <a:cubicBezTo>
                      <a:pt x="1572860" y="-59"/>
                      <a:pt x="1704581" y="131662"/>
                      <a:pt x="1704743" y="294196"/>
                    </a:cubicBezTo>
                    <a:lnTo>
                      <a:pt x="1704743" y="2004887"/>
                    </a:lnTo>
                    <a:cubicBezTo>
                      <a:pt x="1704581" y="2167421"/>
                      <a:pt x="1572860" y="2299143"/>
                      <a:pt x="1410325" y="2299304"/>
                    </a:cubicBezTo>
                    <a:close/>
                    <a:moveTo>
                      <a:pt x="294471" y="43594"/>
                    </a:moveTo>
                    <a:cubicBezTo>
                      <a:pt x="156092" y="43699"/>
                      <a:pt x="43935" y="155817"/>
                      <a:pt x="43773" y="294196"/>
                    </a:cubicBezTo>
                    <a:lnTo>
                      <a:pt x="43773" y="2004887"/>
                    </a:lnTo>
                    <a:cubicBezTo>
                      <a:pt x="43773" y="2143371"/>
                      <a:pt x="155987" y="2255670"/>
                      <a:pt x="294471" y="2255775"/>
                    </a:cubicBezTo>
                    <a:lnTo>
                      <a:pt x="1410325" y="2255775"/>
                    </a:lnTo>
                    <a:cubicBezTo>
                      <a:pt x="1548666" y="2255613"/>
                      <a:pt x="1660766" y="2143513"/>
                      <a:pt x="1660927" y="2005172"/>
                    </a:cubicBezTo>
                    <a:lnTo>
                      <a:pt x="1660927" y="294196"/>
                    </a:lnTo>
                    <a:cubicBezTo>
                      <a:pt x="1660766" y="155856"/>
                      <a:pt x="1548666" y="43756"/>
                      <a:pt x="1410325" y="4359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75" name="Freeform: Shape 29074">
                <a:extLst>
                  <a:ext uri="{FF2B5EF4-FFF2-40B4-BE49-F238E27FC236}">
                    <a16:creationId xmlns:a16="http://schemas.microsoft.com/office/drawing/2014/main" id="{AE4EC8EF-7FEB-6E5C-F4B0-C4524C785C67}"/>
                  </a:ext>
                </a:extLst>
              </p:cNvPr>
              <p:cNvSpPr/>
              <p:nvPr/>
            </p:nvSpPr>
            <p:spPr>
              <a:xfrm>
                <a:off x="5540915" y="2601105"/>
                <a:ext cx="1109583" cy="1228424"/>
              </a:xfrm>
              <a:custGeom>
                <a:avLst/>
                <a:gdLst>
                  <a:gd name="connsiteX0" fmla="*/ 759975 w 1109583"/>
                  <a:gd name="connsiteY0" fmla="*/ 158042 h 1228424"/>
                  <a:gd name="connsiteX1" fmla="*/ 767214 w 1109583"/>
                  <a:gd name="connsiteY1" fmla="*/ 56505 h 1228424"/>
                  <a:gd name="connsiteX2" fmla="*/ 817030 w 1109583"/>
                  <a:gd name="connsiteY2" fmla="*/ 7642 h 1228424"/>
                  <a:gd name="connsiteX3" fmla="*/ 813315 w 1109583"/>
                  <a:gd name="connsiteY3" fmla="*/ 7642 h 1228424"/>
                  <a:gd name="connsiteX4" fmla="*/ 300108 w 1109583"/>
                  <a:gd name="connsiteY4" fmla="*/ 7642 h 1228424"/>
                  <a:gd name="connsiteX5" fmla="*/ 293060 w 1109583"/>
                  <a:gd name="connsiteY5" fmla="*/ 7642 h 1228424"/>
                  <a:gd name="connsiteX6" fmla="*/ 360782 w 1109583"/>
                  <a:gd name="connsiteY6" fmla="*/ 79746 h 1228424"/>
                  <a:gd name="connsiteX7" fmla="*/ 365545 w 1109583"/>
                  <a:gd name="connsiteY7" fmla="*/ 152041 h 1228424"/>
                  <a:gd name="connsiteX8" fmla="*/ 33380 w 1109583"/>
                  <a:gd name="connsiteY8" fmla="*/ 862616 h 1228424"/>
                  <a:gd name="connsiteX9" fmla="*/ 743954 w 1109583"/>
                  <a:gd name="connsiteY9" fmla="*/ 1194781 h 1228424"/>
                  <a:gd name="connsiteX10" fmla="*/ 1076120 w 1109583"/>
                  <a:gd name="connsiteY10" fmla="*/ 484206 h 1228424"/>
                  <a:gd name="connsiteX11" fmla="*/ 759975 w 1109583"/>
                  <a:gd name="connsiteY11" fmla="*/ 158137 h 1228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09583" h="1228424">
                    <a:moveTo>
                      <a:pt x="759975" y="158042"/>
                    </a:moveTo>
                    <a:cubicBezTo>
                      <a:pt x="752622" y="124199"/>
                      <a:pt x="755136" y="88957"/>
                      <a:pt x="767214" y="56505"/>
                    </a:cubicBezTo>
                    <a:cubicBezTo>
                      <a:pt x="776501" y="34131"/>
                      <a:pt x="794484" y="16491"/>
                      <a:pt x="817030" y="7642"/>
                    </a:cubicBezTo>
                    <a:lnTo>
                      <a:pt x="813315" y="7642"/>
                    </a:lnTo>
                    <a:cubicBezTo>
                      <a:pt x="727590" y="-169"/>
                      <a:pt x="615385" y="-5217"/>
                      <a:pt x="300108" y="7642"/>
                    </a:cubicBezTo>
                    <a:lnTo>
                      <a:pt x="293060" y="7642"/>
                    </a:lnTo>
                    <a:cubicBezTo>
                      <a:pt x="325807" y="19558"/>
                      <a:pt x="350934" y="46323"/>
                      <a:pt x="360782" y="79746"/>
                    </a:cubicBezTo>
                    <a:cubicBezTo>
                      <a:pt x="367478" y="103235"/>
                      <a:pt x="369098" y="127876"/>
                      <a:pt x="365545" y="152041"/>
                    </a:cubicBezTo>
                    <a:cubicBezTo>
                      <a:pt x="77604" y="256540"/>
                      <a:pt x="-71119" y="574675"/>
                      <a:pt x="33380" y="862616"/>
                    </a:cubicBezTo>
                    <a:cubicBezTo>
                      <a:pt x="137869" y="1150566"/>
                      <a:pt x="456004" y="1299280"/>
                      <a:pt x="743954" y="1194781"/>
                    </a:cubicBezTo>
                    <a:cubicBezTo>
                      <a:pt x="1031895" y="1090292"/>
                      <a:pt x="1180618" y="772157"/>
                      <a:pt x="1076120" y="484206"/>
                    </a:cubicBezTo>
                    <a:cubicBezTo>
                      <a:pt x="1022112" y="335378"/>
                      <a:pt x="907069" y="216725"/>
                      <a:pt x="759975" y="15813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76" name="Freeform: Shape 29075">
                <a:extLst>
                  <a:ext uri="{FF2B5EF4-FFF2-40B4-BE49-F238E27FC236}">
                    <a16:creationId xmlns:a16="http://schemas.microsoft.com/office/drawing/2014/main" id="{34F35845-2A5B-601F-4BA7-9D5A563DBDEA}"/>
                  </a:ext>
                </a:extLst>
              </p:cNvPr>
              <p:cNvSpPr/>
              <p:nvPr/>
            </p:nvSpPr>
            <p:spPr>
              <a:xfrm>
                <a:off x="5687808" y="2865413"/>
                <a:ext cx="816292" cy="816292"/>
              </a:xfrm>
              <a:custGeom>
                <a:avLst/>
                <a:gdLst>
                  <a:gd name="connsiteX0" fmla="*/ 816293 w 816292"/>
                  <a:gd name="connsiteY0" fmla="*/ 408146 h 816292"/>
                  <a:gd name="connsiteX1" fmla="*/ 408147 w 816292"/>
                  <a:gd name="connsiteY1" fmla="*/ 816292 h 816292"/>
                  <a:gd name="connsiteX2" fmla="*/ 1 w 816292"/>
                  <a:gd name="connsiteY2" fmla="*/ 408146 h 816292"/>
                  <a:gd name="connsiteX3" fmla="*/ 408147 w 816292"/>
                  <a:gd name="connsiteY3" fmla="*/ 0 h 816292"/>
                  <a:gd name="connsiteX4" fmla="*/ 816293 w 816292"/>
                  <a:gd name="connsiteY4" fmla="*/ 408146 h 81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6292" h="816292">
                    <a:moveTo>
                      <a:pt x="816293" y="408146"/>
                    </a:moveTo>
                    <a:cubicBezTo>
                      <a:pt x="816293" y="633559"/>
                      <a:pt x="633560" y="816292"/>
                      <a:pt x="408147" y="816292"/>
                    </a:cubicBezTo>
                    <a:cubicBezTo>
                      <a:pt x="182734" y="816292"/>
                      <a:pt x="1" y="633559"/>
                      <a:pt x="1" y="408146"/>
                    </a:cubicBezTo>
                    <a:cubicBezTo>
                      <a:pt x="1" y="182733"/>
                      <a:pt x="182734" y="0"/>
                      <a:pt x="408147" y="0"/>
                    </a:cubicBezTo>
                    <a:cubicBezTo>
                      <a:pt x="633560" y="0"/>
                      <a:pt x="816293" y="182733"/>
                      <a:pt x="816293" y="408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9596" name="Group 29595">
                <a:extLst>
                  <a:ext uri="{FF2B5EF4-FFF2-40B4-BE49-F238E27FC236}">
                    <a16:creationId xmlns:a16="http://schemas.microsoft.com/office/drawing/2014/main" id="{474D3FC1-EEEE-2F2D-F36D-FB517A096373}"/>
                  </a:ext>
                </a:extLst>
              </p:cNvPr>
              <p:cNvGrpSpPr/>
              <p:nvPr/>
            </p:nvGrpSpPr>
            <p:grpSpPr>
              <a:xfrm>
                <a:off x="5824396" y="3092680"/>
                <a:ext cx="529113" cy="396620"/>
                <a:chOff x="5824396" y="3092680"/>
                <a:chExt cx="529113" cy="396620"/>
              </a:xfrm>
              <a:solidFill>
                <a:schemeClr val="accent3"/>
              </a:solidFill>
            </p:grpSpPr>
            <p:sp>
              <p:nvSpPr>
                <p:cNvPr id="29077" name="Freeform: Shape 29076">
                  <a:extLst>
                    <a:ext uri="{FF2B5EF4-FFF2-40B4-BE49-F238E27FC236}">
                      <a16:creationId xmlns:a16="http://schemas.microsoft.com/office/drawing/2014/main" id="{8C5047DB-4BCE-02E7-B779-9C0BF5EF6141}"/>
                    </a:ext>
                  </a:extLst>
                </p:cNvPr>
                <p:cNvSpPr/>
                <p:nvPr/>
              </p:nvSpPr>
              <p:spPr>
                <a:xfrm>
                  <a:off x="5984154" y="3140876"/>
                  <a:ext cx="232387" cy="198514"/>
                </a:xfrm>
                <a:custGeom>
                  <a:avLst/>
                  <a:gdLst>
                    <a:gd name="connsiteX0" fmla="*/ 229296 w 232387"/>
                    <a:gd name="connsiteY0" fmla="*/ 172848 h 198514"/>
                    <a:gd name="connsiteX1" fmla="*/ 207141 w 232387"/>
                    <a:gd name="connsiteY1" fmla="*/ 171019 h 198514"/>
                    <a:gd name="connsiteX2" fmla="*/ 207007 w 232387"/>
                    <a:gd name="connsiteY2" fmla="*/ 171134 h 198514"/>
                    <a:gd name="connsiteX3" fmla="*/ 203578 w 232387"/>
                    <a:gd name="connsiteY3" fmla="*/ 175230 h 198514"/>
                    <a:gd name="connsiteX4" fmla="*/ 136903 w 232387"/>
                    <a:gd name="connsiteY4" fmla="*/ 116460 h 198514"/>
                    <a:gd name="connsiteX5" fmla="*/ 140332 w 232387"/>
                    <a:gd name="connsiteY5" fmla="*/ 107792 h 198514"/>
                    <a:gd name="connsiteX6" fmla="*/ 195006 w 232387"/>
                    <a:gd name="connsiteY6" fmla="*/ 125509 h 198514"/>
                    <a:gd name="connsiteX7" fmla="*/ 195006 w 232387"/>
                    <a:gd name="connsiteY7" fmla="*/ 127033 h 198514"/>
                    <a:gd name="connsiteX8" fmla="*/ 206121 w 232387"/>
                    <a:gd name="connsiteY8" fmla="*/ 138587 h 198514"/>
                    <a:gd name="connsiteX9" fmla="*/ 217675 w 232387"/>
                    <a:gd name="connsiteY9" fmla="*/ 127461 h 198514"/>
                    <a:gd name="connsiteX10" fmla="*/ 206560 w 232387"/>
                    <a:gd name="connsiteY10" fmla="*/ 115917 h 198514"/>
                    <a:gd name="connsiteX11" fmla="*/ 195673 w 232387"/>
                    <a:gd name="connsiteY11" fmla="*/ 123413 h 198514"/>
                    <a:gd name="connsiteX12" fmla="*/ 140713 w 232387"/>
                    <a:gd name="connsiteY12" fmla="*/ 105601 h 198514"/>
                    <a:gd name="connsiteX13" fmla="*/ 140713 w 232387"/>
                    <a:gd name="connsiteY13" fmla="*/ 100458 h 198514"/>
                    <a:gd name="connsiteX14" fmla="*/ 133379 w 232387"/>
                    <a:gd name="connsiteY14" fmla="*/ 79693 h 198514"/>
                    <a:gd name="connsiteX15" fmla="*/ 161954 w 232387"/>
                    <a:gd name="connsiteY15" fmla="*/ 41117 h 198514"/>
                    <a:gd name="connsiteX16" fmla="*/ 170050 w 232387"/>
                    <a:gd name="connsiteY16" fmla="*/ 42641 h 198514"/>
                    <a:gd name="connsiteX17" fmla="*/ 191386 w 232387"/>
                    <a:gd name="connsiteY17" fmla="*/ 21115 h 198514"/>
                    <a:gd name="connsiteX18" fmla="*/ 169860 w 232387"/>
                    <a:gd name="connsiteY18" fmla="*/ -221 h 198514"/>
                    <a:gd name="connsiteX19" fmla="*/ 148524 w 232387"/>
                    <a:gd name="connsiteY19" fmla="*/ 21305 h 198514"/>
                    <a:gd name="connsiteX20" fmla="*/ 159954 w 232387"/>
                    <a:gd name="connsiteY20" fmla="*/ 40165 h 198514"/>
                    <a:gd name="connsiteX21" fmla="*/ 131379 w 232387"/>
                    <a:gd name="connsiteY21" fmla="*/ 78265 h 198514"/>
                    <a:gd name="connsiteX22" fmla="*/ 84935 w 232387"/>
                    <a:gd name="connsiteY22" fmla="*/ 76636 h 198514"/>
                    <a:gd name="connsiteX23" fmla="*/ 79563 w 232387"/>
                    <a:gd name="connsiteY23" fmla="*/ 83123 h 198514"/>
                    <a:gd name="connsiteX24" fmla="*/ 59846 w 232387"/>
                    <a:gd name="connsiteY24" fmla="*/ 64073 h 198514"/>
                    <a:gd name="connsiteX25" fmla="*/ 55312 w 232387"/>
                    <a:gd name="connsiteY25" fmla="*/ 16467 h 198514"/>
                    <a:gd name="connsiteX26" fmla="*/ 7706 w 232387"/>
                    <a:gd name="connsiteY26" fmla="*/ 21010 h 198514"/>
                    <a:gd name="connsiteX27" fmla="*/ 12240 w 232387"/>
                    <a:gd name="connsiteY27" fmla="*/ 68616 h 198514"/>
                    <a:gd name="connsiteX28" fmla="*/ 56893 w 232387"/>
                    <a:gd name="connsiteY28" fmla="*/ 67216 h 198514"/>
                    <a:gd name="connsiteX29" fmla="*/ 77372 w 232387"/>
                    <a:gd name="connsiteY29" fmla="*/ 86742 h 198514"/>
                    <a:gd name="connsiteX30" fmla="*/ 74419 w 232387"/>
                    <a:gd name="connsiteY30" fmla="*/ 100363 h 198514"/>
                    <a:gd name="connsiteX31" fmla="*/ 92041 w 232387"/>
                    <a:gd name="connsiteY31" fmla="*/ 128938 h 198514"/>
                    <a:gd name="connsiteX32" fmla="*/ 73752 w 232387"/>
                    <a:gd name="connsiteY32" fmla="*/ 153226 h 198514"/>
                    <a:gd name="connsiteX33" fmla="*/ 42024 w 232387"/>
                    <a:gd name="connsiteY33" fmla="*/ 159446 h 198514"/>
                    <a:gd name="connsiteX34" fmla="*/ 48254 w 232387"/>
                    <a:gd name="connsiteY34" fmla="*/ 191174 h 198514"/>
                    <a:gd name="connsiteX35" fmla="*/ 79972 w 232387"/>
                    <a:gd name="connsiteY35" fmla="*/ 184954 h 198514"/>
                    <a:gd name="connsiteX36" fmla="*/ 76419 w 232387"/>
                    <a:gd name="connsiteY36" fmla="*/ 155322 h 198514"/>
                    <a:gd name="connsiteX37" fmla="*/ 95469 w 232387"/>
                    <a:gd name="connsiteY37" fmla="*/ 130367 h 198514"/>
                    <a:gd name="connsiteX38" fmla="*/ 107566 w 232387"/>
                    <a:gd name="connsiteY38" fmla="*/ 132748 h 198514"/>
                    <a:gd name="connsiteX39" fmla="*/ 122806 w 232387"/>
                    <a:gd name="connsiteY39" fmla="*/ 128938 h 198514"/>
                    <a:gd name="connsiteX40" fmla="*/ 133950 w 232387"/>
                    <a:gd name="connsiteY40" fmla="*/ 159894 h 198514"/>
                    <a:gd name="connsiteX41" fmla="*/ 129435 w 232387"/>
                    <a:gd name="connsiteY41" fmla="*/ 170124 h 198514"/>
                    <a:gd name="connsiteX42" fmla="*/ 139666 w 232387"/>
                    <a:gd name="connsiteY42" fmla="*/ 174639 h 198514"/>
                    <a:gd name="connsiteX43" fmla="*/ 144714 w 232387"/>
                    <a:gd name="connsiteY43" fmla="*/ 167228 h 198514"/>
                    <a:gd name="connsiteX44" fmla="*/ 136808 w 232387"/>
                    <a:gd name="connsiteY44" fmla="*/ 159323 h 198514"/>
                    <a:gd name="connsiteX45" fmla="*/ 135570 w 232387"/>
                    <a:gd name="connsiteY45" fmla="*/ 159323 h 198514"/>
                    <a:gd name="connsiteX46" fmla="*/ 124330 w 232387"/>
                    <a:gd name="connsiteY46" fmla="*/ 128081 h 198514"/>
                    <a:gd name="connsiteX47" fmla="*/ 135570 w 232387"/>
                    <a:gd name="connsiteY47" fmla="*/ 116936 h 198514"/>
                    <a:gd name="connsiteX48" fmla="*/ 202245 w 232387"/>
                    <a:gd name="connsiteY48" fmla="*/ 175706 h 198514"/>
                    <a:gd name="connsiteX49" fmla="*/ 209760 w 232387"/>
                    <a:gd name="connsiteY49" fmla="*/ 196765 h 198514"/>
                    <a:gd name="connsiteX50" fmla="*/ 230820 w 232387"/>
                    <a:gd name="connsiteY50" fmla="*/ 189250 h 198514"/>
                    <a:gd name="connsiteX51" fmla="*/ 228533 w 232387"/>
                    <a:gd name="connsiteY51" fmla="*/ 172181 h 198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</a:cxnLst>
                  <a:rect l="l" t="t" r="r" b="b"/>
                  <a:pathLst>
                    <a:path w="232387" h="198514">
                      <a:moveTo>
                        <a:pt x="229296" y="172848"/>
                      </a:moveTo>
                      <a:cubicBezTo>
                        <a:pt x="223685" y="166228"/>
                        <a:pt x="213770" y="165409"/>
                        <a:pt x="207141" y="171019"/>
                      </a:cubicBezTo>
                      <a:cubicBezTo>
                        <a:pt x="207102" y="171057"/>
                        <a:pt x="207055" y="171095"/>
                        <a:pt x="207007" y="171134"/>
                      </a:cubicBezTo>
                      <a:cubicBezTo>
                        <a:pt x="205617" y="172267"/>
                        <a:pt x="204455" y="173658"/>
                        <a:pt x="203578" y="175230"/>
                      </a:cubicBezTo>
                      <a:lnTo>
                        <a:pt x="136903" y="116460"/>
                      </a:lnTo>
                      <a:cubicBezTo>
                        <a:pt x="138437" y="113736"/>
                        <a:pt x="139589" y="110821"/>
                        <a:pt x="140332" y="107792"/>
                      </a:cubicBezTo>
                      <a:lnTo>
                        <a:pt x="195006" y="125509"/>
                      </a:lnTo>
                      <a:cubicBezTo>
                        <a:pt x="194958" y="126014"/>
                        <a:pt x="194958" y="126528"/>
                        <a:pt x="195006" y="127033"/>
                      </a:cubicBezTo>
                      <a:cubicBezTo>
                        <a:pt x="194882" y="133291"/>
                        <a:pt x="199864" y="138463"/>
                        <a:pt x="206121" y="138587"/>
                      </a:cubicBezTo>
                      <a:cubicBezTo>
                        <a:pt x="212379" y="138701"/>
                        <a:pt x="217552" y="133729"/>
                        <a:pt x="217675" y="127461"/>
                      </a:cubicBezTo>
                      <a:cubicBezTo>
                        <a:pt x="217789" y="121203"/>
                        <a:pt x="212817" y="116041"/>
                        <a:pt x="206560" y="115917"/>
                      </a:cubicBezTo>
                      <a:cubicBezTo>
                        <a:pt x="201692" y="115822"/>
                        <a:pt x="197320" y="118841"/>
                        <a:pt x="195673" y="123413"/>
                      </a:cubicBezTo>
                      <a:lnTo>
                        <a:pt x="140713" y="105601"/>
                      </a:lnTo>
                      <a:cubicBezTo>
                        <a:pt x="140856" y="103887"/>
                        <a:pt x="140856" y="102173"/>
                        <a:pt x="140713" y="100458"/>
                      </a:cubicBezTo>
                      <a:cubicBezTo>
                        <a:pt x="140742" y="92895"/>
                        <a:pt x="138141" y="85561"/>
                        <a:pt x="133379" y="79693"/>
                      </a:cubicBezTo>
                      <a:lnTo>
                        <a:pt x="161954" y="41117"/>
                      </a:lnTo>
                      <a:cubicBezTo>
                        <a:pt x="164535" y="42118"/>
                        <a:pt x="167278" y="42632"/>
                        <a:pt x="170050" y="42641"/>
                      </a:cubicBezTo>
                      <a:cubicBezTo>
                        <a:pt x="181890" y="42584"/>
                        <a:pt x="191434" y="32954"/>
                        <a:pt x="191386" y="21115"/>
                      </a:cubicBezTo>
                      <a:cubicBezTo>
                        <a:pt x="191329" y="9275"/>
                        <a:pt x="181699" y="-269"/>
                        <a:pt x="169860" y="-221"/>
                      </a:cubicBezTo>
                      <a:cubicBezTo>
                        <a:pt x="158020" y="-164"/>
                        <a:pt x="148467" y="9466"/>
                        <a:pt x="148524" y="21305"/>
                      </a:cubicBezTo>
                      <a:cubicBezTo>
                        <a:pt x="148562" y="29221"/>
                        <a:pt x="152953" y="36469"/>
                        <a:pt x="159954" y="40165"/>
                      </a:cubicBezTo>
                      <a:lnTo>
                        <a:pt x="131379" y="78265"/>
                      </a:lnTo>
                      <a:cubicBezTo>
                        <a:pt x="119006" y="64987"/>
                        <a:pt x="98213" y="64263"/>
                        <a:pt x="84935" y="76636"/>
                      </a:cubicBezTo>
                      <a:cubicBezTo>
                        <a:pt x="82877" y="78560"/>
                        <a:pt x="81067" y="80741"/>
                        <a:pt x="79563" y="83123"/>
                      </a:cubicBezTo>
                      <a:lnTo>
                        <a:pt x="59846" y="64073"/>
                      </a:lnTo>
                      <a:cubicBezTo>
                        <a:pt x="71742" y="49671"/>
                        <a:pt x="69704" y="28363"/>
                        <a:pt x="55312" y="16467"/>
                      </a:cubicBezTo>
                      <a:cubicBezTo>
                        <a:pt x="40910" y="4579"/>
                        <a:pt x="19593" y="6608"/>
                        <a:pt x="7706" y="21010"/>
                      </a:cubicBezTo>
                      <a:cubicBezTo>
                        <a:pt x="-4191" y="35402"/>
                        <a:pt x="-2162" y="56719"/>
                        <a:pt x="12240" y="68616"/>
                      </a:cubicBezTo>
                      <a:cubicBezTo>
                        <a:pt x="25356" y="79446"/>
                        <a:pt x="44482" y="78846"/>
                        <a:pt x="56893" y="67216"/>
                      </a:cubicBezTo>
                      <a:lnTo>
                        <a:pt x="77372" y="86742"/>
                      </a:lnTo>
                      <a:cubicBezTo>
                        <a:pt x="75457" y="91028"/>
                        <a:pt x="74448" y="95667"/>
                        <a:pt x="74419" y="100363"/>
                      </a:cubicBezTo>
                      <a:cubicBezTo>
                        <a:pt x="74619" y="112393"/>
                        <a:pt x="81382" y="123356"/>
                        <a:pt x="92041" y="128938"/>
                      </a:cubicBezTo>
                      <a:lnTo>
                        <a:pt x="73752" y="153226"/>
                      </a:lnTo>
                      <a:cubicBezTo>
                        <a:pt x="63275" y="146188"/>
                        <a:pt x="49073" y="148969"/>
                        <a:pt x="42024" y="159446"/>
                      </a:cubicBezTo>
                      <a:cubicBezTo>
                        <a:pt x="34986" y="169924"/>
                        <a:pt x="37776" y="184135"/>
                        <a:pt x="48254" y="191174"/>
                      </a:cubicBezTo>
                      <a:cubicBezTo>
                        <a:pt x="58732" y="198213"/>
                        <a:pt x="72933" y="195432"/>
                        <a:pt x="79972" y="184954"/>
                      </a:cubicBezTo>
                      <a:cubicBezTo>
                        <a:pt x="86287" y="175553"/>
                        <a:pt x="84773" y="162952"/>
                        <a:pt x="76419" y="155322"/>
                      </a:cubicBezTo>
                      <a:lnTo>
                        <a:pt x="95469" y="130367"/>
                      </a:lnTo>
                      <a:cubicBezTo>
                        <a:pt x="99308" y="131938"/>
                        <a:pt x="103413" y="132748"/>
                        <a:pt x="107566" y="132748"/>
                      </a:cubicBezTo>
                      <a:cubicBezTo>
                        <a:pt x="112881" y="132738"/>
                        <a:pt x="118110" y="131433"/>
                        <a:pt x="122806" y="128938"/>
                      </a:cubicBezTo>
                      <a:lnTo>
                        <a:pt x="133950" y="159894"/>
                      </a:lnTo>
                      <a:cubicBezTo>
                        <a:pt x="129883" y="161475"/>
                        <a:pt x="127855" y="166047"/>
                        <a:pt x="129435" y="170124"/>
                      </a:cubicBezTo>
                      <a:cubicBezTo>
                        <a:pt x="131017" y="174191"/>
                        <a:pt x="135598" y="176211"/>
                        <a:pt x="139666" y="174639"/>
                      </a:cubicBezTo>
                      <a:cubicBezTo>
                        <a:pt x="142723" y="173448"/>
                        <a:pt x="144733" y="170505"/>
                        <a:pt x="144714" y="167228"/>
                      </a:cubicBezTo>
                      <a:cubicBezTo>
                        <a:pt x="144666" y="162885"/>
                        <a:pt x="141152" y="159370"/>
                        <a:pt x="136808" y="159323"/>
                      </a:cubicBezTo>
                      <a:lnTo>
                        <a:pt x="135570" y="159323"/>
                      </a:lnTo>
                      <a:lnTo>
                        <a:pt x="124330" y="128081"/>
                      </a:lnTo>
                      <a:cubicBezTo>
                        <a:pt x="128921" y="125328"/>
                        <a:pt x="132779" y="121508"/>
                        <a:pt x="135570" y="116936"/>
                      </a:cubicBezTo>
                      <a:lnTo>
                        <a:pt x="202245" y="175706"/>
                      </a:lnTo>
                      <a:cubicBezTo>
                        <a:pt x="198502" y="183592"/>
                        <a:pt x="201873" y="193022"/>
                        <a:pt x="209760" y="196765"/>
                      </a:cubicBezTo>
                      <a:cubicBezTo>
                        <a:pt x="217656" y="200509"/>
                        <a:pt x="227086" y="197137"/>
                        <a:pt x="230820" y="189250"/>
                      </a:cubicBezTo>
                      <a:cubicBezTo>
                        <a:pt x="233496" y="183602"/>
                        <a:pt x="232601" y="176915"/>
                        <a:pt x="228533" y="17218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078" name="Freeform: Shape 29077">
                  <a:extLst>
                    <a:ext uri="{FF2B5EF4-FFF2-40B4-BE49-F238E27FC236}">
                      <a16:creationId xmlns:a16="http://schemas.microsoft.com/office/drawing/2014/main" id="{F9D62C57-E72B-45AE-E1B2-CF5CD39C267F}"/>
                    </a:ext>
                  </a:extLst>
                </p:cNvPr>
                <p:cNvSpPr/>
                <p:nvPr/>
              </p:nvSpPr>
              <p:spPr>
                <a:xfrm>
                  <a:off x="5824396" y="3092680"/>
                  <a:ext cx="529113" cy="396620"/>
                </a:xfrm>
                <a:custGeom>
                  <a:avLst/>
                  <a:gdLst>
                    <a:gd name="connsiteX0" fmla="*/ 529072 w 529113"/>
                    <a:gd name="connsiteY0" fmla="*/ 295054 h 396620"/>
                    <a:gd name="connsiteX1" fmla="*/ 529072 w 529113"/>
                    <a:gd name="connsiteY1" fmla="*/ -221 h 396620"/>
                    <a:gd name="connsiteX2" fmla="*/ -42 w 529113"/>
                    <a:gd name="connsiteY2" fmla="*/ -221 h 396620"/>
                    <a:gd name="connsiteX3" fmla="*/ -42 w 529113"/>
                    <a:gd name="connsiteY3" fmla="*/ 295054 h 396620"/>
                    <a:gd name="connsiteX4" fmla="*/ 210460 w 529113"/>
                    <a:gd name="connsiteY4" fmla="*/ 295054 h 396620"/>
                    <a:gd name="connsiteX5" fmla="*/ 210460 w 529113"/>
                    <a:gd name="connsiteY5" fmla="*/ 367825 h 396620"/>
                    <a:gd name="connsiteX6" fmla="*/ 101304 w 529113"/>
                    <a:gd name="connsiteY6" fmla="*/ 367825 h 396620"/>
                    <a:gd name="connsiteX7" fmla="*/ 101304 w 529113"/>
                    <a:gd name="connsiteY7" fmla="*/ 396400 h 396620"/>
                    <a:gd name="connsiteX8" fmla="*/ 440298 w 529113"/>
                    <a:gd name="connsiteY8" fmla="*/ 396400 h 396620"/>
                    <a:gd name="connsiteX9" fmla="*/ 440298 w 529113"/>
                    <a:gd name="connsiteY9" fmla="*/ 367825 h 396620"/>
                    <a:gd name="connsiteX10" fmla="*/ 341429 w 529113"/>
                    <a:gd name="connsiteY10" fmla="*/ 367825 h 396620"/>
                    <a:gd name="connsiteX11" fmla="*/ 341429 w 529113"/>
                    <a:gd name="connsiteY11" fmla="*/ 295054 h 396620"/>
                    <a:gd name="connsiteX12" fmla="*/ 25485 w 529113"/>
                    <a:gd name="connsiteY12" fmla="*/ 25591 h 396620"/>
                    <a:gd name="connsiteX13" fmla="*/ 503354 w 529113"/>
                    <a:gd name="connsiteY13" fmla="*/ 25591 h 396620"/>
                    <a:gd name="connsiteX14" fmla="*/ 503354 w 529113"/>
                    <a:gd name="connsiteY14" fmla="*/ 269336 h 396620"/>
                    <a:gd name="connsiteX15" fmla="*/ 25676 w 529113"/>
                    <a:gd name="connsiteY15" fmla="*/ 269336 h 396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29113" h="396620">
                      <a:moveTo>
                        <a:pt x="529072" y="295054"/>
                      </a:moveTo>
                      <a:lnTo>
                        <a:pt x="529072" y="-221"/>
                      </a:lnTo>
                      <a:lnTo>
                        <a:pt x="-42" y="-221"/>
                      </a:lnTo>
                      <a:lnTo>
                        <a:pt x="-42" y="295054"/>
                      </a:lnTo>
                      <a:lnTo>
                        <a:pt x="210460" y="295054"/>
                      </a:lnTo>
                      <a:lnTo>
                        <a:pt x="210460" y="367825"/>
                      </a:lnTo>
                      <a:lnTo>
                        <a:pt x="101304" y="367825"/>
                      </a:lnTo>
                      <a:lnTo>
                        <a:pt x="101304" y="396400"/>
                      </a:lnTo>
                      <a:lnTo>
                        <a:pt x="440298" y="396400"/>
                      </a:lnTo>
                      <a:lnTo>
                        <a:pt x="440298" y="367825"/>
                      </a:lnTo>
                      <a:lnTo>
                        <a:pt x="341429" y="367825"/>
                      </a:lnTo>
                      <a:lnTo>
                        <a:pt x="341429" y="295054"/>
                      </a:lnTo>
                      <a:close/>
                      <a:moveTo>
                        <a:pt x="25485" y="25591"/>
                      </a:moveTo>
                      <a:lnTo>
                        <a:pt x="503354" y="25591"/>
                      </a:lnTo>
                      <a:lnTo>
                        <a:pt x="503354" y="269336"/>
                      </a:lnTo>
                      <a:lnTo>
                        <a:pt x="25676" y="26933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9174" name="Freeform: Shape 29173">
                <a:extLst>
                  <a:ext uri="{FF2B5EF4-FFF2-40B4-BE49-F238E27FC236}">
                    <a16:creationId xmlns:a16="http://schemas.microsoft.com/office/drawing/2014/main" id="{AA0EC979-5586-F782-170B-611E622EFB4E}"/>
                  </a:ext>
                </a:extLst>
              </p:cNvPr>
              <p:cNvSpPr/>
              <p:nvPr/>
            </p:nvSpPr>
            <p:spPr>
              <a:xfrm>
                <a:off x="7315518" y="2755686"/>
                <a:ext cx="1811178" cy="2459831"/>
              </a:xfrm>
              <a:custGeom>
                <a:avLst/>
                <a:gdLst>
                  <a:gd name="connsiteX0" fmla="*/ 1455706 w 1811178"/>
                  <a:gd name="connsiteY0" fmla="*/ 0 h 2459831"/>
                  <a:gd name="connsiteX1" fmla="*/ 1811179 w 1811178"/>
                  <a:gd name="connsiteY1" fmla="*/ 0 h 2459831"/>
                  <a:gd name="connsiteX2" fmla="*/ 1811179 w 1811178"/>
                  <a:gd name="connsiteY2" fmla="*/ 2459831 h 2459831"/>
                  <a:gd name="connsiteX3" fmla="*/ 1455706 w 1811178"/>
                  <a:gd name="connsiteY3" fmla="*/ 2459831 h 2459831"/>
                  <a:gd name="connsiteX4" fmla="*/ 355473 w 1811178"/>
                  <a:gd name="connsiteY4" fmla="*/ 2459831 h 2459831"/>
                  <a:gd name="connsiteX5" fmla="*/ 0 w 1811178"/>
                  <a:gd name="connsiteY5" fmla="*/ 2459831 h 2459831"/>
                  <a:gd name="connsiteX6" fmla="*/ 0 w 1811178"/>
                  <a:gd name="connsiteY6" fmla="*/ 0 h 2459831"/>
                  <a:gd name="connsiteX7" fmla="*/ 355473 w 1811178"/>
                  <a:gd name="connsiteY7" fmla="*/ 0 h 245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1178" h="2459831">
                    <a:moveTo>
                      <a:pt x="1455706" y="0"/>
                    </a:moveTo>
                    <a:cubicBezTo>
                      <a:pt x="1652028" y="0"/>
                      <a:pt x="1811179" y="0"/>
                      <a:pt x="1811179" y="0"/>
                    </a:cubicBezTo>
                    <a:lnTo>
                      <a:pt x="1811179" y="2459831"/>
                    </a:lnTo>
                    <a:cubicBezTo>
                      <a:pt x="1811179" y="2459831"/>
                      <a:pt x="1652028" y="2459831"/>
                      <a:pt x="1455706" y="2459831"/>
                    </a:cubicBezTo>
                    <a:lnTo>
                      <a:pt x="355473" y="2459831"/>
                    </a:lnTo>
                    <a:cubicBezTo>
                      <a:pt x="159150" y="2459831"/>
                      <a:pt x="0" y="2459831"/>
                      <a:pt x="0" y="2459831"/>
                    </a:cubicBezTo>
                    <a:lnTo>
                      <a:pt x="0" y="0"/>
                    </a:lnTo>
                    <a:cubicBezTo>
                      <a:pt x="0" y="0"/>
                      <a:pt x="159150" y="0"/>
                      <a:pt x="3554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75" name="Freeform: Shape 29174">
                <a:extLst>
                  <a:ext uri="{FF2B5EF4-FFF2-40B4-BE49-F238E27FC236}">
                    <a16:creationId xmlns:a16="http://schemas.microsoft.com/office/drawing/2014/main" id="{656FD25F-FDDF-3421-F79F-1168E3B8686D}"/>
                  </a:ext>
                </a:extLst>
              </p:cNvPr>
              <p:cNvSpPr/>
              <p:nvPr/>
            </p:nvSpPr>
            <p:spPr>
              <a:xfrm>
                <a:off x="7283527" y="2863637"/>
                <a:ext cx="1875158" cy="2738113"/>
              </a:xfrm>
              <a:custGeom>
                <a:avLst/>
                <a:gdLst>
                  <a:gd name="connsiteX0" fmla="*/ 1410229 w 1704689"/>
                  <a:gd name="connsiteY0" fmla="*/ 2299495 h 2299716"/>
                  <a:gd name="connsiteX1" fmla="*/ 294376 w 1704689"/>
                  <a:gd name="connsiteY1" fmla="*/ 2299495 h 2299716"/>
                  <a:gd name="connsiteX2" fmla="*/ -42 w 1704689"/>
                  <a:gd name="connsiteY2" fmla="*/ 2005077 h 2299716"/>
                  <a:gd name="connsiteX3" fmla="*/ -42 w 1704689"/>
                  <a:gd name="connsiteY3" fmla="*/ 294292 h 2299716"/>
                  <a:gd name="connsiteX4" fmla="*/ 294376 w 1704689"/>
                  <a:gd name="connsiteY4" fmla="*/ -221 h 2299716"/>
                  <a:gd name="connsiteX5" fmla="*/ 1410229 w 1704689"/>
                  <a:gd name="connsiteY5" fmla="*/ -221 h 2299716"/>
                  <a:gd name="connsiteX6" fmla="*/ 1704648 w 1704689"/>
                  <a:gd name="connsiteY6" fmla="*/ 294292 h 2299716"/>
                  <a:gd name="connsiteX7" fmla="*/ 1704648 w 1704689"/>
                  <a:gd name="connsiteY7" fmla="*/ 2004982 h 2299716"/>
                  <a:gd name="connsiteX8" fmla="*/ 1410229 w 1704689"/>
                  <a:gd name="connsiteY8" fmla="*/ 2299495 h 2299716"/>
                  <a:gd name="connsiteX9" fmla="*/ 294376 w 1704689"/>
                  <a:gd name="connsiteY9" fmla="*/ 43689 h 2299716"/>
                  <a:gd name="connsiteX10" fmla="*/ 43773 w 1704689"/>
                  <a:gd name="connsiteY10" fmla="*/ 294292 h 2299716"/>
                  <a:gd name="connsiteX11" fmla="*/ 43773 w 1704689"/>
                  <a:gd name="connsiteY11" fmla="*/ 2004982 h 2299716"/>
                  <a:gd name="connsiteX12" fmla="*/ 294376 w 1704689"/>
                  <a:gd name="connsiteY12" fmla="*/ 2255585 h 2299716"/>
                  <a:gd name="connsiteX13" fmla="*/ 1410229 w 1704689"/>
                  <a:gd name="connsiteY13" fmla="*/ 2255585 h 2299716"/>
                  <a:gd name="connsiteX14" fmla="*/ 1660832 w 1704689"/>
                  <a:gd name="connsiteY14" fmla="*/ 2004982 h 2299716"/>
                  <a:gd name="connsiteX15" fmla="*/ 1660832 w 1704689"/>
                  <a:gd name="connsiteY15" fmla="*/ 294292 h 2299716"/>
                  <a:gd name="connsiteX16" fmla="*/ 1410229 w 1704689"/>
                  <a:gd name="connsiteY16" fmla="*/ 43689 h 2299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04689" h="2299716">
                    <a:moveTo>
                      <a:pt x="1410229" y="2299495"/>
                    </a:moveTo>
                    <a:lnTo>
                      <a:pt x="294376" y="2299495"/>
                    </a:lnTo>
                    <a:cubicBezTo>
                      <a:pt x="131841" y="2299333"/>
                      <a:pt x="120" y="2167612"/>
                      <a:pt x="-42" y="2005077"/>
                    </a:cubicBezTo>
                    <a:lnTo>
                      <a:pt x="-42" y="294292"/>
                    </a:lnTo>
                    <a:cubicBezTo>
                      <a:pt x="377" y="131852"/>
                      <a:pt x="131936" y="245"/>
                      <a:pt x="294376" y="-221"/>
                    </a:cubicBezTo>
                    <a:lnTo>
                      <a:pt x="1410229" y="-221"/>
                    </a:lnTo>
                    <a:cubicBezTo>
                      <a:pt x="1572669" y="245"/>
                      <a:pt x="1704266" y="131843"/>
                      <a:pt x="1704648" y="294292"/>
                    </a:cubicBezTo>
                    <a:lnTo>
                      <a:pt x="1704648" y="2004982"/>
                    </a:lnTo>
                    <a:cubicBezTo>
                      <a:pt x="1704552" y="2167555"/>
                      <a:pt x="1572803" y="2299333"/>
                      <a:pt x="1410229" y="2299495"/>
                    </a:cubicBezTo>
                    <a:close/>
                    <a:moveTo>
                      <a:pt x="294376" y="43689"/>
                    </a:moveTo>
                    <a:cubicBezTo>
                      <a:pt x="156035" y="43851"/>
                      <a:pt x="43935" y="155951"/>
                      <a:pt x="43773" y="294292"/>
                    </a:cubicBezTo>
                    <a:lnTo>
                      <a:pt x="43773" y="2004982"/>
                    </a:lnTo>
                    <a:cubicBezTo>
                      <a:pt x="43935" y="2143323"/>
                      <a:pt x="156035" y="2255423"/>
                      <a:pt x="294376" y="2255585"/>
                    </a:cubicBezTo>
                    <a:lnTo>
                      <a:pt x="1410229" y="2255585"/>
                    </a:lnTo>
                    <a:cubicBezTo>
                      <a:pt x="1548571" y="2255423"/>
                      <a:pt x="1660642" y="2143323"/>
                      <a:pt x="1660832" y="2004982"/>
                    </a:cubicBezTo>
                    <a:lnTo>
                      <a:pt x="1660832" y="294292"/>
                    </a:lnTo>
                    <a:cubicBezTo>
                      <a:pt x="1660642" y="155951"/>
                      <a:pt x="1548571" y="43851"/>
                      <a:pt x="1410229" y="4368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76" name="Freeform: Shape 29175">
                <a:extLst>
                  <a:ext uri="{FF2B5EF4-FFF2-40B4-BE49-F238E27FC236}">
                    <a16:creationId xmlns:a16="http://schemas.microsoft.com/office/drawing/2014/main" id="{E5013C51-A559-CD64-91BD-C27EE134EB2D}"/>
                  </a:ext>
                </a:extLst>
              </p:cNvPr>
              <p:cNvSpPr/>
              <p:nvPr/>
            </p:nvSpPr>
            <p:spPr>
              <a:xfrm>
                <a:off x="7666066" y="2601105"/>
                <a:ext cx="1109581" cy="1228443"/>
              </a:xfrm>
              <a:custGeom>
                <a:avLst/>
                <a:gdLst>
                  <a:gd name="connsiteX0" fmla="*/ 759929 w 1109581"/>
                  <a:gd name="connsiteY0" fmla="*/ 158042 h 1228443"/>
                  <a:gd name="connsiteX1" fmla="*/ 767168 w 1109581"/>
                  <a:gd name="connsiteY1" fmla="*/ 56505 h 1228443"/>
                  <a:gd name="connsiteX2" fmla="*/ 792600 w 1109581"/>
                  <a:gd name="connsiteY2" fmla="*/ 22120 h 1228443"/>
                  <a:gd name="connsiteX3" fmla="*/ 816984 w 1109581"/>
                  <a:gd name="connsiteY3" fmla="*/ 7642 h 1228443"/>
                  <a:gd name="connsiteX4" fmla="*/ 813365 w 1109581"/>
                  <a:gd name="connsiteY4" fmla="*/ 7642 h 1228443"/>
                  <a:gd name="connsiteX5" fmla="*/ 300062 w 1109581"/>
                  <a:gd name="connsiteY5" fmla="*/ 7642 h 1228443"/>
                  <a:gd name="connsiteX6" fmla="*/ 293014 w 1109581"/>
                  <a:gd name="connsiteY6" fmla="*/ 7642 h 1228443"/>
                  <a:gd name="connsiteX7" fmla="*/ 360737 w 1109581"/>
                  <a:gd name="connsiteY7" fmla="*/ 79746 h 1228443"/>
                  <a:gd name="connsiteX8" fmla="*/ 365594 w 1109581"/>
                  <a:gd name="connsiteY8" fmla="*/ 152041 h 1228443"/>
                  <a:gd name="connsiteX9" fmla="*/ 33362 w 1109581"/>
                  <a:gd name="connsiteY9" fmla="*/ 862587 h 1228443"/>
                  <a:gd name="connsiteX10" fmla="*/ 743899 w 1109581"/>
                  <a:gd name="connsiteY10" fmla="*/ 1194819 h 1228443"/>
                  <a:gd name="connsiteX11" fmla="*/ 1076140 w 1109581"/>
                  <a:gd name="connsiteY11" fmla="*/ 484273 h 1228443"/>
                  <a:gd name="connsiteX12" fmla="*/ 759929 w 1109581"/>
                  <a:gd name="connsiteY12" fmla="*/ 158137 h 1228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9581" h="1228443">
                    <a:moveTo>
                      <a:pt x="759929" y="158042"/>
                    </a:moveTo>
                    <a:cubicBezTo>
                      <a:pt x="752633" y="124199"/>
                      <a:pt x="755148" y="88976"/>
                      <a:pt x="767168" y="56505"/>
                    </a:cubicBezTo>
                    <a:cubicBezTo>
                      <a:pt x="772817" y="43199"/>
                      <a:pt x="781532" y="31416"/>
                      <a:pt x="792600" y="22120"/>
                    </a:cubicBezTo>
                    <a:cubicBezTo>
                      <a:pt x="799896" y="16014"/>
                      <a:pt x="808126" y="11119"/>
                      <a:pt x="816984" y="7642"/>
                    </a:cubicBezTo>
                    <a:lnTo>
                      <a:pt x="813365" y="7642"/>
                    </a:lnTo>
                    <a:cubicBezTo>
                      <a:pt x="727640" y="-168"/>
                      <a:pt x="615340" y="-5217"/>
                      <a:pt x="300062" y="7642"/>
                    </a:cubicBezTo>
                    <a:lnTo>
                      <a:pt x="293014" y="7642"/>
                    </a:lnTo>
                    <a:cubicBezTo>
                      <a:pt x="325761" y="19558"/>
                      <a:pt x="350888" y="46323"/>
                      <a:pt x="360737" y="79746"/>
                    </a:cubicBezTo>
                    <a:cubicBezTo>
                      <a:pt x="367470" y="103225"/>
                      <a:pt x="369119" y="127867"/>
                      <a:pt x="365594" y="152041"/>
                    </a:cubicBezTo>
                    <a:cubicBezTo>
                      <a:pt x="77635" y="256511"/>
                      <a:pt x="-71108" y="574627"/>
                      <a:pt x="33362" y="862587"/>
                    </a:cubicBezTo>
                    <a:cubicBezTo>
                      <a:pt x="137823" y="1150537"/>
                      <a:pt x="455948" y="1299289"/>
                      <a:pt x="743899" y="1194819"/>
                    </a:cubicBezTo>
                    <a:cubicBezTo>
                      <a:pt x="1031858" y="1090349"/>
                      <a:pt x="1180601" y="772233"/>
                      <a:pt x="1076140" y="484273"/>
                    </a:cubicBezTo>
                    <a:cubicBezTo>
                      <a:pt x="1022133" y="335407"/>
                      <a:pt x="907062" y="216725"/>
                      <a:pt x="759929" y="15813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77" name="Freeform: Shape 29176">
                <a:extLst>
                  <a:ext uri="{FF2B5EF4-FFF2-40B4-BE49-F238E27FC236}">
                    <a16:creationId xmlns:a16="http://schemas.microsoft.com/office/drawing/2014/main" id="{2E4E347B-4E42-546E-909D-6236234A98B5}"/>
                  </a:ext>
                </a:extLst>
              </p:cNvPr>
              <p:cNvSpPr/>
              <p:nvPr/>
            </p:nvSpPr>
            <p:spPr>
              <a:xfrm>
                <a:off x="7812913" y="2865795"/>
                <a:ext cx="816292" cy="816292"/>
              </a:xfrm>
              <a:custGeom>
                <a:avLst/>
                <a:gdLst>
                  <a:gd name="connsiteX0" fmla="*/ 816293 w 816292"/>
                  <a:gd name="connsiteY0" fmla="*/ 408146 h 816292"/>
                  <a:gd name="connsiteX1" fmla="*/ 408147 w 816292"/>
                  <a:gd name="connsiteY1" fmla="*/ 816293 h 816292"/>
                  <a:gd name="connsiteX2" fmla="*/ 1 w 816292"/>
                  <a:gd name="connsiteY2" fmla="*/ 408146 h 816292"/>
                  <a:gd name="connsiteX3" fmla="*/ 408147 w 816292"/>
                  <a:gd name="connsiteY3" fmla="*/ 0 h 816292"/>
                  <a:gd name="connsiteX4" fmla="*/ 816293 w 816292"/>
                  <a:gd name="connsiteY4" fmla="*/ 408146 h 81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6292" h="816292">
                    <a:moveTo>
                      <a:pt x="816293" y="408146"/>
                    </a:moveTo>
                    <a:cubicBezTo>
                      <a:pt x="816293" y="633559"/>
                      <a:pt x="633560" y="816293"/>
                      <a:pt x="408147" y="816293"/>
                    </a:cubicBezTo>
                    <a:cubicBezTo>
                      <a:pt x="182734" y="816293"/>
                      <a:pt x="1" y="633559"/>
                      <a:pt x="1" y="408146"/>
                    </a:cubicBezTo>
                    <a:cubicBezTo>
                      <a:pt x="1" y="182733"/>
                      <a:pt x="182734" y="0"/>
                      <a:pt x="408147" y="0"/>
                    </a:cubicBezTo>
                    <a:cubicBezTo>
                      <a:pt x="633560" y="0"/>
                      <a:pt x="816293" y="182733"/>
                      <a:pt x="816293" y="408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78" name="Freeform: Shape 29177">
                <a:extLst>
                  <a:ext uri="{FF2B5EF4-FFF2-40B4-BE49-F238E27FC236}">
                    <a16:creationId xmlns:a16="http://schemas.microsoft.com/office/drawing/2014/main" id="{64DE6227-08A5-D69E-9788-41E9B1031926}"/>
                  </a:ext>
                </a:extLst>
              </p:cNvPr>
              <p:cNvSpPr/>
              <p:nvPr/>
            </p:nvSpPr>
            <p:spPr>
              <a:xfrm>
                <a:off x="7900352" y="3011231"/>
                <a:ext cx="558641" cy="531219"/>
              </a:xfrm>
              <a:custGeom>
                <a:avLst/>
                <a:gdLst>
                  <a:gd name="connsiteX0" fmla="*/ 558599 w 558641"/>
                  <a:gd name="connsiteY0" fmla="*/ 487945 h 531219"/>
                  <a:gd name="connsiteX1" fmla="*/ 398770 w 558641"/>
                  <a:gd name="connsiteY1" fmla="*/ 295159 h 531219"/>
                  <a:gd name="connsiteX2" fmla="*/ 436203 w 558641"/>
                  <a:gd name="connsiteY2" fmla="*/ 216673 h 531219"/>
                  <a:gd name="connsiteX3" fmla="*/ 514975 w 558641"/>
                  <a:gd name="connsiteY3" fmla="*/ 216673 h 531219"/>
                  <a:gd name="connsiteX4" fmla="*/ 514975 w 558641"/>
                  <a:gd name="connsiteY4" fmla="*/ 198385 h 531219"/>
                  <a:gd name="connsiteX5" fmla="*/ 438775 w 558641"/>
                  <a:gd name="connsiteY5" fmla="*/ 198385 h 531219"/>
                  <a:gd name="connsiteX6" fmla="*/ 439728 w 558641"/>
                  <a:gd name="connsiteY6" fmla="*/ 179335 h 531219"/>
                  <a:gd name="connsiteX7" fmla="*/ 251856 w 558641"/>
                  <a:gd name="connsiteY7" fmla="*/ -173 h 531219"/>
                  <a:gd name="connsiteX8" fmla="*/ 72348 w 558641"/>
                  <a:gd name="connsiteY8" fmla="*/ 179335 h 531219"/>
                  <a:gd name="connsiteX9" fmla="*/ 76158 w 558641"/>
                  <a:gd name="connsiteY9" fmla="*/ 216673 h 531219"/>
                  <a:gd name="connsiteX10" fmla="*/ -42 w 558641"/>
                  <a:gd name="connsiteY10" fmla="*/ 216673 h 531219"/>
                  <a:gd name="connsiteX11" fmla="*/ -42 w 558641"/>
                  <a:gd name="connsiteY11" fmla="*/ 234961 h 531219"/>
                  <a:gd name="connsiteX12" fmla="*/ 80444 w 558641"/>
                  <a:gd name="connsiteY12" fmla="*/ 234961 h 531219"/>
                  <a:gd name="connsiteX13" fmla="*/ 311006 w 558641"/>
                  <a:gd name="connsiteY13" fmla="*/ 354509 h 531219"/>
                  <a:gd name="connsiteX14" fmla="*/ 347144 w 558641"/>
                  <a:gd name="connsiteY14" fmla="*/ 338593 h 531219"/>
                  <a:gd name="connsiteX15" fmla="*/ 506593 w 558641"/>
                  <a:gd name="connsiteY15" fmla="*/ 530998 h 531219"/>
                  <a:gd name="connsiteX16" fmla="*/ 94351 w 558641"/>
                  <a:gd name="connsiteY16" fmla="*/ 179050 h 531219"/>
                  <a:gd name="connsiteX17" fmla="*/ 256276 w 558641"/>
                  <a:gd name="connsiteY17" fmla="*/ 17125 h 531219"/>
                  <a:gd name="connsiteX18" fmla="*/ 418201 w 558641"/>
                  <a:gd name="connsiteY18" fmla="*/ 179050 h 531219"/>
                  <a:gd name="connsiteX19" fmla="*/ 417058 w 558641"/>
                  <a:gd name="connsiteY19" fmla="*/ 198100 h 531219"/>
                  <a:gd name="connsiteX20" fmla="*/ 387149 w 558641"/>
                  <a:gd name="connsiteY20" fmla="*/ 198100 h 531219"/>
                  <a:gd name="connsiteX21" fmla="*/ 388578 w 558641"/>
                  <a:gd name="connsiteY21" fmla="*/ 179050 h 531219"/>
                  <a:gd name="connsiteX22" fmla="*/ 252971 w 558641"/>
                  <a:gd name="connsiteY22" fmla="*/ 50529 h 531219"/>
                  <a:gd name="connsiteX23" fmla="*/ 124450 w 558641"/>
                  <a:gd name="connsiteY23" fmla="*/ 179050 h 531219"/>
                  <a:gd name="connsiteX24" fmla="*/ 125593 w 558641"/>
                  <a:gd name="connsiteY24" fmla="*/ 196004 h 531219"/>
                  <a:gd name="connsiteX25" fmla="*/ 111782 w 558641"/>
                  <a:gd name="connsiteY25" fmla="*/ 216388 h 531219"/>
                  <a:gd name="connsiteX26" fmla="*/ 99209 w 558641"/>
                  <a:gd name="connsiteY26" fmla="*/ 216388 h 531219"/>
                  <a:gd name="connsiteX27" fmla="*/ 94636 w 558641"/>
                  <a:gd name="connsiteY27" fmla="*/ 179050 h 531219"/>
                  <a:gd name="connsiteX28" fmla="*/ 362765 w 558641"/>
                  <a:gd name="connsiteY28" fmla="*/ 198100 h 531219"/>
                  <a:gd name="connsiteX29" fmla="*/ 333143 w 558641"/>
                  <a:gd name="connsiteY29" fmla="*/ 159523 h 531219"/>
                  <a:gd name="connsiteX30" fmla="*/ 305901 w 558641"/>
                  <a:gd name="connsiteY30" fmla="*/ 189813 h 531219"/>
                  <a:gd name="connsiteX31" fmla="*/ 291613 w 558641"/>
                  <a:gd name="connsiteY31" fmla="*/ 152665 h 531219"/>
                  <a:gd name="connsiteX32" fmla="*/ 275707 w 558641"/>
                  <a:gd name="connsiteY32" fmla="*/ 117232 h 531219"/>
                  <a:gd name="connsiteX33" fmla="*/ 254085 w 558641"/>
                  <a:gd name="connsiteY33" fmla="*/ 97706 h 531219"/>
                  <a:gd name="connsiteX34" fmla="*/ 225987 w 558641"/>
                  <a:gd name="connsiteY34" fmla="*/ 159618 h 531219"/>
                  <a:gd name="connsiteX35" fmla="*/ 216462 w 558641"/>
                  <a:gd name="connsiteY35" fmla="*/ 197718 h 531219"/>
                  <a:gd name="connsiteX36" fmla="*/ 162360 w 558641"/>
                  <a:gd name="connsiteY36" fmla="*/ 141616 h 531219"/>
                  <a:gd name="connsiteX37" fmla="*/ 147405 w 558641"/>
                  <a:gd name="connsiteY37" fmla="*/ 163714 h 531219"/>
                  <a:gd name="connsiteX38" fmla="*/ 270868 w 558641"/>
                  <a:gd name="connsiteY38" fmla="*/ 69036 h 531219"/>
                  <a:gd name="connsiteX39" fmla="*/ 366480 w 558641"/>
                  <a:gd name="connsiteY39" fmla="*/ 179335 h 531219"/>
                  <a:gd name="connsiteX40" fmla="*/ 364766 w 558641"/>
                  <a:gd name="connsiteY40" fmla="*/ 198385 h 531219"/>
                  <a:gd name="connsiteX41" fmla="*/ 359527 w 558641"/>
                  <a:gd name="connsiteY41" fmla="*/ 216388 h 531219"/>
                  <a:gd name="connsiteX42" fmla="*/ 218852 w 558641"/>
                  <a:gd name="connsiteY42" fmla="*/ 282834 h 531219"/>
                  <a:gd name="connsiteX43" fmla="*/ 147215 w 558641"/>
                  <a:gd name="connsiteY43" fmla="*/ 195909 h 531219"/>
                  <a:gd name="connsiteX44" fmla="*/ 164550 w 558641"/>
                  <a:gd name="connsiteY44" fmla="*/ 170382 h 531219"/>
                  <a:gd name="connsiteX45" fmla="*/ 226272 w 558641"/>
                  <a:gd name="connsiteY45" fmla="*/ 234294 h 531219"/>
                  <a:gd name="connsiteX46" fmla="*/ 230082 w 558641"/>
                  <a:gd name="connsiteY46" fmla="*/ 217912 h 531219"/>
                  <a:gd name="connsiteX47" fmla="*/ 257228 w 558641"/>
                  <a:gd name="connsiteY47" fmla="*/ 121423 h 531219"/>
                  <a:gd name="connsiteX48" fmla="*/ 293900 w 558641"/>
                  <a:gd name="connsiteY48" fmla="*/ 210292 h 531219"/>
                  <a:gd name="connsiteX49" fmla="*/ 299043 w 558641"/>
                  <a:gd name="connsiteY49" fmla="*/ 224865 h 531219"/>
                  <a:gd name="connsiteX50" fmla="*/ 332000 w 558641"/>
                  <a:gd name="connsiteY50" fmla="*/ 188193 h 531219"/>
                  <a:gd name="connsiteX51" fmla="*/ 353717 w 558641"/>
                  <a:gd name="connsiteY51" fmla="*/ 216768 h 531219"/>
                  <a:gd name="connsiteX52" fmla="*/ 104161 w 558641"/>
                  <a:gd name="connsiteY52" fmla="*/ 234676 h 531219"/>
                  <a:gd name="connsiteX53" fmla="*/ 121021 w 558641"/>
                  <a:gd name="connsiteY53" fmla="*/ 234676 h 531219"/>
                  <a:gd name="connsiteX54" fmla="*/ 130546 w 558641"/>
                  <a:gd name="connsiteY54" fmla="*/ 220483 h 531219"/>
                  <a:gd name="connsiteX55" fmla="*/ 297262 w 558641"/>
                  <a:gd name="connsiteY55" fmla="*/ 304522 h 531219"/>
                  <a:gd name="connsiteX56" fmla="*/ 382578 w 558641"/>
                  <a:gd name="connsiteY56" fmla="*/ 216388 h 531219"/>
                  <a:gd name="connsiteX57" fmla="*/ 413248 w 558641"/>
                  <a:gd name="connsiteY57" fmla="*/ 216388 h 531219"/>
                  <a:gd name="connsiteX58" fmla="*/ 217785 w 558641"/>
                  <a:gd name="connsiteY58" fmla="*/ 335688 h 531219"/>
                  <a:gd name="connsiteX59" fmla="*/ 104067 w 558641"/>
                  <a:gd name="connsiteY59" fmla="*/ 234676 h 53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58641" h="531219">
                    <a:moveTo>
                      <a:pt x="558599" y="487945"/>
                    </a:moveTo>
                    <a:lnTo>
                      <a:pt x="398770" y="295159"/>
                    </a:lnTo>
                    <a:cubicBezTo>
                      <a:pt x="417382" y="272394"/>
                      <a:pt x="430221" y="245467"/>
                      <a:pt x="436203" y="216673"/>
                    </a:cubicBezTo>
                    <a:lnTo>
                      <a:pt x="514975" y="216673"/>
                    </a:lnTo>
                    <a:lnTo>
                      <a:pt x="514975" y="198385"/>
                    </a:lnTo>
                    <a:lnTo>
                      <a:pt x="438775" y="198385"/>
                    </a:lnTo>
                    <a:cubicBezTo>
                      <a:pt x="439346" y="192099"/>
                      <a:pt x="439728" y="185812"/>
                      <a:pt x="439728" y="179335"/>
                    </a:cubicBezTo>
                    <a:cubicBezTo>
                      <a:pt x="437413" y="77885"/>
                      <a:pt x="353307" y="-2478"/>
                      <a:pt x="251856" y="-173"/>
                    </a:cubicBezTo>
                    <a:cubicBezTo>
                      <a:pt x="153654" y="2066"/>
                      <a:pt x="74586" y="81142"/>
                      <a:pt x="72348" y="179335"/>
                    </a:cubicBezTo>
                    <a:cubicBezTo>
                      <a:pt x="72358" y="191880"/>
                      <a:pt x="73634" y="204386"/>
                      <a:pt x="76158" y="216673"/>
                    </a:cubicBezTo>
                    <a:lnTo>
                      <a:pt x="-42" y="216673"/>
                    </a:lnTo>
                    <a:lnTo>
                      <a:pt x="-42" y="234961"/>
                    </a:lnTo>
                    <a:lnTo>
                      <a:pt x="80444" y="234961"/>
                    </a:lnTo>
                    <a:cubicBezTo>
                      <a:pt x="111096" y="331640"/>
                      <a:pt x="214328" y="385161"/>
                      <a:pt x="311006" y="354509"/>
                    </a:cubicBezTo>
                    <a:cubicBezTo>
                      <a:pt x="323589" y="350519"/>
                      <a:pt x="335705" y="345185"/>
                      <a:pt x="347144" y="338593"/>
                    </a:cubicBezTo>
                    <a:lnTo>
                      <a:pt x="506593" y="530998"/>
                    </a:lnTo>
                    <a:close/>
                    <a:moveTo>
                      <a:pt x="94351" y="179050"/>
                    </a:moveTo>
                    <a:cubicBezTo>
                      <a:pt x="94351" y="89619"/>
                      <a:pt x="166845" y="17125"/>
                      <a:pt x="256276" y="17125"/>
                    </a:cubicBezTo>
                    <a:cubicBezTo>
                      <a:pt x="345706" y="17125"/>
                      <a:pt x="418201" y="89619"/>
                      <a:pt x="418201" y="179050"/>
                    </a:cubicBezTo>
                    <a:cubicBezTo>
                      <a:pt x="418201" y="185412"/>
                      <a:pt x="417820" y="191775"/>
                      <a:pt x="417058" y="198100"/>
                    </a:cubicBezTo>
                    <a:lnTo>
                      <a:pt x="387149" y="198100"/>
                    </a:lnTo>
                    <a:cubicBezTo>
                      <a:pt x="388112" y="191794"/>
                      <a:pt x="388588" y="185431"/>
                      <a:pt x="388578" y="179050"/>
                    </a:cubicBezTo>
                    <a:cubicBezTo>
                      <a:pt x="386616" y="106117"/>
                      <a:pt x="325904" y="48576"/>
                      <a:pt x="252971" y="50529"/>
                    </a:cubicBezTo>
                    <a:cubicBezTo>
                      <a:pt x="182781" y="52415"/>
                      <a:pt x="126336" y="108869"/>
                      <a:pt x="124450" y="179050"/>
                    </a:cubicBezTo>
                    <a:cubicBezTo>
                      <a:pt x="124450" y="184717"/>
                      <a:pt x="124831" y="190384"/>
                      <a:pt x="125593" y="196004"/>
                    </a:cubicBezTo>
                    <a:lnTo>
                      <a:pt x="111782" y="216388"/>
                    </a:lnTo>
                    <a:lnTo>
                      <a:pt x="99209" y="216388"/>
                    </a:lnTo>
                    <a:cubicBezTo>
                      <a:pt x="96227" y="204167"/>
                      <a:pt x="94694" y="191632"/>
                      <a:pt x="94636" y="179050"/>
                    </a:cubicBezTo>
                    <a:close/>
                    <a:moveTo>
                      <a:pt x="362765" y="198100"/>
                    </a:moveTo>
                    <a:lnTo>
                      <a:pt x="333143" y="159523"/>
                    </a:lnTo>
                    <a:lnTo>
                      <a:pt x="305901" y="189813"/>
                    </a:lnTo>
                    <a:cubicBezTo>
                      <a:pt x="302282" y="180288"/>
                      <a:pt x="297043" y="166191"/>
                      <a:pt x="291613" y="152665"/>
                    </a:cubicBezTo>
                    <a:cubicBezTo>
                      <a:pt x="285422" y="137616"/>
                      <a:pt x="280088" y="125709"/>
                      <a:pt x="275707" y="117232"/>
                    </a:cubicBezTo>
                    <a:cubicBezTo>
                      <a:pt x="269706" y="105707"/>
                      <a:pt x="263610" y="95610"/>
                      <a:pt x="254085" y="97706"/>
                    </a:cubicBezTo>
                    <a:cubicBezTo>
                      <a:pt x="246942" y="99325"/>
                      <a:pt x="241226" y="104469"/>
                      <a:pt x="225987" y="159618"/>
                    </a:cubicBezTo>
                    <a:cubicBezTo>
                      <a:pt x="222176" y="173430"/>
                      <a:pt x="218652" y="187241"/>
                      <a:pt x="216462" y="197718"/>
                    </a:cubicBezTo>
                    <a:lnTo>
                      <a:pt x="162360" y="141616"/>
                    </a:lnTo>
                    <a:lnTo>
                      <a:pt x="147405" y="163714"/>
                    </a:lnTo>
                    <a:cubicBezTo>
                      <a:pt x="155358" y="103478"/>
                      <a:pt x="210632" y="61092"/>
                      <a:pt x="270868" y="69036"/>
                    </a:cubicBezTo>
                    <a:cubicBezTo>
                      <a:pt x="326056" y="76322"/>
                      <a:pt x="367099" y="123681"/>
                      <a:pt x="366480" y="179335"/>
                    </a:cubicBezTo>
                    <a:cubicBezTo>
                      <a:pt x="366490" y="185726"/>
                      <a:pt x="365918" y="192099"/>
                      <a:pt x="364766" y="198385"/>
                    </a:cubicBezTo>
                    <a:close/>
                    <a:moveTo>
                      <a:pt x="359527" y="216388"/>
                    </a:moveTo>
                    <a:cubicBezTo>
                      <a:pt x="339029" y="273585"/>
                      <a:pt x="276040" y="303332"/>
                      <a:pt x="218852" y="282834"/>
                    </a:cubicBezTo>
                    <a:cubicBezTo>
                      <a:pt x="180819" y="269204"/>
                      <a:pt x="153320" y="235838"/>
                      <a:pt x="147215" y="195909"/>
                    </a:cubicBezTo>
                    <a:lnTo>
                      <a:pt x="164550" y="170382"/>
                    </a:lnTo>
                    <a:lnTo>
                      <a:pt x="226272" y="234294"/>
                    </a:lnTo>
                    <a:lnTo>
                      <a:pt x="230082" y="217912"/>
                    </a:lnTo>
                    <a:cubicBezTo>
                      <a:pt x="237254" y="185250"/>
                      <a:pt x="246323" y="153037"/>
                      <a:pt x="257228" y="121423"/>
                    </a:cubicBezTo>
                    <a:cubicBezTo>
                      <a:pt x="271326" y="150236"/>
                      <a:pt x="283574" y="179926"/>
                      <a:pt x="293900" y="210292"/>
                    </a:cubicBezTo>
                    <a:lnTo>
                      <a:pt x="299043" y="224865"/>
                    </a:lnTo>
                    <a:lnTo>
                      <a:pt x="332000" y="188193"/>
                    </a:lnTo>
                    <a:lnTo>
                      <a:pt x="353717" y="216768"/>
                    </a:lnTo>
                    <a:close/>
                    <a:moveTo>
                      <a:pt x="104161" y="234676"/>
                    </a:moveTo>
                    <a:lnTo>
                      <a:pt x="121021" y="234676"/>
                    </a:lnTo>
                    <a:lnTo>
                      <a:pt x="130546" y="220483"/>
                    </a:lnTo>
                    <a:cubicBezTo>
                      <a:pt x="153377" y="289730"/>
                      <a:pt x="228015" y="327354"/>
                      <a:pt x="297262" y="304522"/>
                    </a:cubicBezTo>
                    <a:cubicBezTo>
                      <a:pt x="338448" y="290940"/>
                      <a:pt x="370338" y="257993"/>
                      <a:pt x="382578" y="216388"/>
                    </a:cubicBezTo>
                    <a:lnTo>
                      <a:pt x="413248" y="216388"/>
                    </a:lnTo>
                    <a:cubicBezTo>
                      <a:pt x="392217" y="303313"/>
                      <a:pt x="304701" y="356720"/>
                      <a:pt x="217785" y="335688"/>
                    </a:cubicBezTo>
                    <a:cubicBezTo>
                      <a:pt x="165436" y="323029"/>
                      <a:pt x="122811" y="285168"/>
                      <a:pt x="104067" y="23467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80" name="Freeform: Shape 29379">
                <a:extLst>
                  <a:ext uri="{FF2B5EF4-FFF2-40B4-BE49-F238E27FC236}">
                    <a16:creationId xmlns:a16="http://schemas.microsoft.com/office/drawing/2014/main" id="{F0572785-0AD3-538B-91B4-110C01A1AC8B}"/>
                  </a:ext>
                </a:extLst>
              </p:cNvPr>
              <p:cNvSpPr/>
              <p:nvPr/>
            </p:nvSpPr>
            <p:spPr>
              <a:xfrm>
                <a:off x="9440623" y="2755686"/>
                <a:ext cx="1811178" cy="2459831"/>
              </a:xfrm>
              <a:custGeom>
                <a:avLst/>
                <a:gdLst>
                  <a:gd name="connsiteX0" fmla="*/ 1455706 w 1811178"/>
                  <a:gd name="connsiteY0" fmla="*/ 0 h 2459831"/>
                  <a:gd name="connsiteX1" fmla="*/ 1811178 w 1811178"/>
                  <a:gd name="connsiteY1" fmla="*/ 0 h 2459831"/>
                  <a:gd name="connsiteX2" fmla="*/ 1811178 w 1811178"/>
                  <a:gd name="connsiteY2" fmla="*/ 2459831 h 2459831"/>
                  <a:gd name="connsiteX3" fmla="*/ 1455706 w 1811178"/>
                  <a:gd name="connsiteY3" fmla="*/ 2459831 h 2459831"/>
                  <a:gd name="connsiteX4" fmla="*/ 355473 w 1811178"/>
                  <a:gd name="connsiteY4" fmla="*/ 2459831 h 2459831"/>
                  <a:gd name="connsiteX5" fmla="*/ 0 w 1811178"/>
                  <a:gd name="connsiteY5" fmla="*/ 2459831 h 2459831"/>
                  <a:gd name="connsiteX6" fmla="*/ 0 w 1811178"/>
                  <a:gd name="connsiteY6" fmla="*/ 0 h 2459831"/>
                  <a:gd name="connsiteX7" fmla="*/ 355473 w 1811178"/>
                  <a:gd name="connsiteY7" fmla="*/ 0 h 245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1178" h="2459831">
                    <a:moveTo>
                      <a:pt x="1455706" y="0"/>
                    </a:moveTo>
                    <a:cubicBezTo>
                      <a:pt x="1652028" y="0"/>
                      <a:pt x="1811178" y="0"/>
                      <a:pt x="1811178" y="0"/>
                    </a:cubicBezTo>
                    <a:lnTo>
                      <a:pt x="1811178" y="2459831"/>
                    </a:lnTo>
                    <a:cubicBezTo>
                      <a:pt x="1811178" y="2459831"/>
                      <a:pt x="1652028" y="2459831"/>
                      <a:pt x="1455706" y="2459831"/>
                    </a:cubicBezTo>
                    <a:lnTo>
                      <a:pt x="355473" y="2459831"/>
                    </a:lnTo>
                    <a:cubicBezTo>
                      <a:pt x="159151" y="2459831"/>
                      <a:pt x="0" y="2459831"/>
                      <a:pt x="0" y="2459831"/>
                    </a:cubicBezTo>
                    <a:lnTo>
                      <a:pt x="0" y="0"/>
                    </a:lnTo>
                    <a:cubicBezTo>
                      <a:pt x="0" y="0"/>
                      <a:pt x="159151" y="0"/>
                      <a:pt x="3554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81" name="Freeform: Shape 29380">
                <a:extLst>
                  <a:ext uri="{FF2B5EF4-FFF2-40B4-BE49-F238E27FC236}">
                    <a16:creationId xmlns:a16="http://schemas.microsoft.com/office/drawing/2014/main" id="{79565EB5-214B-DEC2-1410-ED0B5BD9021B}"/>
                  </a:ext>
                </a:extLst>
              </p:cNvPr>
              <p:cNvSpPr/>
              <p:nvPr/>
            </p:nvSpPr>
            <p:spPr>
              <a:xfrm>
                <a:off x="9408714" y="2863642"/>
                <a:ext cx="1875473" cy="2737999"/>
              </a:xfrm>
              <a:custGeom>
                <a:avLst/>
                <a:gdLst>
                  <a:gd name="connsiteX0" fmla="*/ 1410135 w 1704975"/>
                  <a:gd name="connsiteY0" fmla="*/ 2299400 h 2299620"/>
                  <a:gd name="connsiteX1" fmla="*/ 294281 w 1704975"/>
                  <a:gd name="connsiteY1" fmla="*/ 2299400 h 2299620"/>
                  <a:gd name="connsiteX2" fmla="*/ -42 w 1704975"/>
                  <a:gd name="connsiteY2" fmla="*/ 2004982 h 2299620"/>
                  <a:gd name="connsiteX3" fmla="*/ -42 w 1704975"/>
                  <a:gd name="connsiteY3" fmla="*/ 294292 h 2299620"/>
                  <a:gd name="connsiteX4" fmla="*/ 294376 w 1704975"/>
                  <a:gd name="connsiteY4" fmla="*/ -221 h 2299620"/>
                  <a:gd name="connsiteX5" fmla="*/ 1410230 w 1704975"/>
                  <a:gd name="connsiteY5" fmla="*/ -221 h 2299620"/>
                  <a:gd name="connsiteX6" fmla="*/ 1704933 w 1704975"/>
                  <a:gd name="connsiteY6" fmla="*/ 294292 h 2299620"/>
                  <a:gd name="connsiteX7" fmla="*/ 1704933 w 1704975"/>
                  <a:gd name="connsiteY7" fmla="*/ 2004982 h 2299620"/>
                  <a:gd name="connsiteX8" fmla="*/ 1410135 w 1704975"/>
                  <a:gd name="connsiteY8" fmla="*/ 2299400 h 2299620"/>
                  <a:gd name="connsiteX9" fmla="*/ 294281 w 1704975"/>
                  <a:gd name="connsiteY9" fmla="*/ 43689 h 2299620"/>
                  <a:gd name="connsiteX10" fmla="*/ 43677 w 1704975"/>
                  <a:gd name="connsiteY10" fmla="*/ 294292 h 2299620"/>
                  <a:gd name="connsiteX11" fmla="*/ 43677 w 1704975"/>
                  <a:gd name="connsiteY11" fmla="*/ 2004982 h 2299620"/>
                  <a:gd name="connsiteX12" fmla="*/ 294281 w 1704975"/>
                  <a:gd name="connsiteY12" fmla="*/ 2255585 h 2299620"/>
                  <a:gd name="connsiteX13" fmla="*/ 1410135 w 1704975"/>
                  <a:gd name="connsiteY13" fmla="*/ 2255585 h 2299620"/>
                  <a:gd name="connsiteX14" fmla="*/ 1660737 w 1704975"/>
                  <a:gd name="connsiteY14" fmla="*/ 2004982 h 2299620"/>
                  <a:gd name="connsiteX15" fmla="*/ 1660737 w 1704975"/>
                  <a:gd name="connsiteY15" fmla="*/ 294292 h 2299620"/>
                  <a:gd name="connsiteX16" fmla="*/ 1410135 w 1704975"/>
                  <a:gd name="connsiteY16" fmla="*/ 43689 h 2299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04975" h="2299620">
                    <a:moveTo>
                      <a:pt x="1410135" y="2299400"/>
                    </a:moveTo>
                    <a:lnTo>
                      <a:pt x="294281" y="2299400"/>
                    </a:lnTo>
                    <a:cubicBezTo>
                      <a:pt x="131784" y="2299190"/>
                      <a:pt x="149" y="2167478"/>
                      <a:pt x="-42" y="2004982"/>
                    </a:cubicBezTo>
                    <a:lnTo>
                      <a:pt x="-42" y="294292"/>
                    </a:lnTo>
                    <a:cubicBezTo>
                      <a:pt x="339" y="131843"/>
                      <a:pt x="131974" y="245"/>
                      <a:pt x="294376" y="-221"/>
                    </a:cubicBezTo>
                    <a:lnTo>
                      <a:pt x="1410230" y="-221"/>
                    </a:lnTo>
                    <a:cubicBezTo>
                      <a:pt x="1572821" y="93"/>
                      <a:pt x="1704552" y="131738"/>
                      <a:pt x="1704933" y="294292"/>
                    </a:cubicBezTo>
                    <a:lnTo>
                      <a:pt x="1704933" y="2004982"/>
                    </a:lnTo>
                    <a:cubicBezTo>
                      <a:pt x="1704742" y="2167669"/>
                      <a:pt x="1572821" y="2299457"/>
                      <a:pt x="1410135" y="2299400"/>
                    </a:cubicBezTo>
                    <a:close/>
                    <a:moveTo>
                      <a:pt x="294281" y="43689"/>
                    </a:moveTo>
                    <a:cubicBezTo>
                      <a:pt x="155977" y="43851"/>
                      <a:pt x="43868" y="155951"/>
                      <a:pt x="43677" y="294292"/>
                    </a:cubicBezTo>
                    <a:lnTo>
                      <a:pt x="43677" y="2004982"/>
                    </a:lnTo>
                    <a:cubicBezTo>
                      <a:pt x="43868" y="2143323"/>
                      <a:pt x="155977" y="2255423"/>
                      <a:pt x="294281" y="2255585"/>
                    </a:cubicBezTo>
                    <a:lnTo>
                      <a:pt x="1410135" y="2255585"/>
                    </a:lnTo>
                    <a:cubicBezTo>
                      <a:pt x="1548437" y="2255423"/>
                      <a:pt x="1660546" y="2143323"/>
                      <a:pt x="1660737" y="2004982"/>
                    </a:cubicBezTo>
                    <a:lnTo>
                      <a:pt x="1660737" y="294292"/>
                    </a:lnTo>
                    <a:cubicBezTo>
                      <a:pt x="1660546" y="155951"/>
                      <a:pt x="1548437" y="43851"/>
                      <a:pt x="1410135" y="4368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82" name="Freeform: Shape 29381">
                <a:extLst>
                  <a:ext uri="{FF2B5EF4-FFF2-40B4-BE49-F238E27FC236}">
                    <a16:creationId xmlns:a16="http://schemas.microsoft.com/office/drawing/2014/main" id="{6DA6F77E-A7CE-ED94-ABFE-B908A125FC8C}"/>
                  </a:ext>
                </a:extLst>
              </p:cNvPr>
              <p:cNvSpPr/>
              <p:nvPr/>
            </p:nvSpPr>
            <p:spPr>
              <a:xfrm>
                <a:off x="9791261" y="2601105"/>
                <a:ext cx="1109616" cy="1228443"/>
              </a:xfrm>
              <a:custGeom>
                <a:avLst/>
                <a:gdLst>
                  <a:gd name="connsiteX0" fmla="*/ 759935 w 1109616"/>
                  <a:gd name="connsiteY0" fmla="*/ 158042 h 1228443"/>
                  <a:gd name="connsiteX1" fmla="*/ 767174 w 1109616"/>
                  <a:gd name="connsiteY1" fmla="*/ 56505 h 1228443"/>
                  <a:gd name="connsiteX2" fmla="*/ 792606 w 1109616"/>
                  <a:gd name="connsiteY2" fmla="*/ 22120 h 1228443"/>
                  <a:gd name="connsiteX3" fmla="*/ 816990 w 1109616"/>
                  <a:gd name="connsiteY3" fmla="*/ 7642 h 1228443"/>
                  <a:gd name="connsiteX4" fmla="*/ 813370 w 1109616"/>
                  <a:gd name="connsiteY4" fmla="*/ 7642 h 1228443"/>
                  <a:gd name="connsiteX5" fmla="*/ 300068 w 1109616"/>
                  <a:gd name="connsiteY5" fmla="*/ 7642 h 1228443"/>
                  <a:gd name="connsiteX6" fmla="*/ 293019 w 1109616"/>
                  <a:gd name="connsiteY6" fmla="*/ 7642 h 1228443"/>
                  <a:gd name="connsiteX7" fmla="*/ 360742 w 1109616"/>
                  <a:gd name="connsiteY7" fmla="*/ 79746 h 1228443"/>
                  <a:gd name="connsiteX8" fmla="*/ 365600 w 1109616"/>
                  <a:gd name="connsiteY8" fmla="*/ 152041 h 1228443"/>
                  <a:gd name="connsiteX9" fmla="*/ 33368 w 1109616"/>
                  <a:gd name="connsiteY9" fmla="*/ 862587 h 1228443"/>
                  <a:gd name="connsiteX10" fmla="*/ 743932 w 1109616"/>
                  <a:gd name="connsiteY10" fmla="*/ 1194819 h 1228443"/>
                  <a:gd name="connsiteX11" fmla="*/ 1076164 w 1109616"/>
                  <a:gd name="connsiteY11" fmla="*/ 484273 h 1228443"/>
                  <a:gd name="connsiteX12" fmla="*/ 759935 w 1109616"/>
                  <a:gd name="connsiteY12" fmla="*/ 158137 h 1228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9616" h="1228443">
                    <a:moveTo>
                      <a:pt x="759935" y="158042"/>
                    </a:moveTo>
                    <a:cubicBezTo>
                      <a:pt x="752600" y="124199"/>
                      <a:pt x="755172" y="88976"/>
                      <a:pt x="767174" y="56505"/>
                    </a:cubicBezTo>
                    <a:cubicBezTo>
                      <a:pt x="772793" y="43180"/>
                      <a:pt x="781462" y="31388"/>
                      <a:pt x="792606" y="22120"/>
                    </a:cubicBezTo>
                    <a:cubicBezTo>
                      <a:pt x="799939" y="16014"/>
                      <a:pt x="808132" y="11119"/>
                      <a:pt x="816990" y="7642"/>
                    </a:cubicBezTo>
                    <a:lnTo>
                      <a:pt x="813370" y="7642"/>
                    </a:lnTo>
                    <a:cubicBezTo>
                      <a:pt x="727645" y="-168"/>
                      <a:pt x="615345" y="-5217"/>
                      <a:pt x="300068" y="7642"/>
                    </a:cubicBezTo>
                    <a:lnTo>
                      <a:pt x="293019" y="7642"/>
                    </a:lnTo>
                    <a:cubicBezTo>
                      <a:pt x="325786" y="19558"/>
                      <a:pt x="350932" y="46323"/>
                      <a:pt x="360742" y="79746"/>
                    </a:cubicBezTo>
                    <a:cubicBezTo>
                      <a:pt x="367505" y="103225"/>
                      <a:pt x="369124" y="127867"/>
                      <a:pt x="365600" y="152041"/>
                    </a:cubicBezTo>
                    <a:cubicBezTo>
                      <a:pt x="77659" y="256511"/>
                      <a:pt x="-71121" y="574627"/>
                      <a:pt x="33368" y="862587"/>
                    </a:cubicBezTo>
                    <a:cubicBezTo>
                      <a:pt x="137857" y="1150537"/>
                      <a:pt x="455992" y="1299289"/>
                      <a:pt x="743932" y="1194819"/>
                    </a:cubicBezTo>
                    <a:cubicBezTo>
                      <a:pt x="1031874" y="1090349"/>
                      <a:pt x="1180655" y="772233"/>
                      <a:pt x="1076164" y="484273"/>
                    </a:cubicBezTo>
                    <a:cubicBezTo>
                      <a:pt x="1022158" y="335407"/>
                      <a:pt x="907096" y="216725"/>
                      <a:pt x="759935" y="15813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83" name="Freeform: Shape 29382">
                <a:extLst>
                  <a:ext uri="{FF2B5EF4-FFF2-40B4-BE49-F238E27FC236}">
                    <a16:creationId xmlns:a16="http://schemas.microsoft.com/office/drawing/2014/main" id="{85EB9CAC-847C-700F-C99F-AEE276406B78}"/>
                  </a:ext>
                </a:extLst>
              </p:cNvPr>
              <p:cNvSpPr/>
              <p:nvPr/>
            </p:nvSpPr>
            <p:spPr>
              <a:xfrm>
                <a:off x="9938018" y="2865795"/>
                <a:ext cx="816292" cy="816292"/>
              </a:xfrm>
              <a:custGeom>
                <a:avLst/>
                <a:gdLst>
                  <a:gd name="connsiteX0" fmla="*/ 816292 w 816292"/>
                  <a:gd name="connsiteY0" fmla="*/ 408146 h 816292"/>
                  <a:gd name="connsiteX1" fmla="*/ 408146 w 816292"/>
                  <a:gd name="connsiteY1" fmla="*/ 816292 h 816292"/>
                  <a:gd name="connsiteX2" fmla="*/ 0 w 816292"/>
                  <a:gd name="connsiteY2" fmla="*/ 408146 h 816292"/>
                  <a:gd name="connsiteX3" fmla="*/ 408146 w 816292"/>
                  <a:gd name="connsiteY3" fmla="*/ 0 h 816292"/>
                  <a:gd name="connsiteX4" fmla="*/ 816292 w 816292"/>
                  <a:gd name="connsiteY4" fmla="*/ 408146 h 81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6292" h="816292">
                    <a:moveTo>
                      <a:pt x="816292" y="408146"/>
                    </a:moveTo>
                    <a:cubicBezTo>
                      <a:pt x="816292" y="633559"/>
                      <a:pt x="633559" y="816292"/>
                      <a:pt x="408146" y="816292"/>
                    </a:cubicBezTo>
                    <a:cubicBezTo>
                      <a:pt x="182733" y="816292"/>
                      <a:pt x="0" y="633559"/>
                      <a:pt x="0" y="408146"/>
                    </a:cubicBezTo>
                    <a:cubicBezTo>
                      <a:pt x="0" y="182733"/>
                      <a:pt x="182733" y="0"/>
                      <a:pt x="408146" y="0"/>
                    </a:cubicBezTo>
                    <a:cubicBezTo>
                      <a:pt x="633559" y="0"/>
                      <a:pt x="816292" y="182733"/>
                      <a:pt x="816292" y="408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9595" name="Group 29594">
                <a:extLst>
                  <a:ext uri="{FF2B5EF4-FFF2-40B4-BE49-F238E27FC236}">
                    <a16:creationId xmlns:a16="http://schemas.microsoft.com/office/drawing/2014/main" id="{4535E82A-2878-1056-E5EE-5BE0533B4C11}"/>
                  </a:ext>
                </a:extLst>
              </p:cNvPr>
              <p:cNvGrpSpPr/>
              <p:nvPr/>
            </p:nvGrpSpPr>
            <p:grpSpPr>
              <a:xfrm>
                <a:off x="10097613" y="3009110"/>
                <a:ext cx="530184" cy="531244"/>
                <a:chOff x="10097613" y="3009110"/>
                <a:chExt cx="530184" cy="531244"/>
              </a:xfrm>
              <a:solidFill>
                <a:schemeClr val="accent5"/>
              </a:solidFill>
            </p:grpSpPr>
            <p:sp>
              <p:nvSpPr>
                <p:cNvPr id="29384" name="Freeform: Shape 29383">
                  <a:extLst>
                    <a:ext uri="{FF2B5EF4-FFF2-40B4-BE49-F238E27FC236}">
                      <a16:creationId xmlns:a16="http://schemas.microsoft.com/office/drawing/2014/main" id="{7E3ED7E7-72F8-FE2E-65A7-B5D29328416E}"/>
                    </a:ext>
                  </a:extLst>
                </p:cNvPr>
                <p:cNvSpPr/>
                <p:nvPr/>
              </p:nvSpPr>
              <p:spPr>
                <a:xfrm>
                  <a:off x="10097613" y="3009110"/>
                  <a:ext cx="446385" cy="410277"/>
                </a:xfrm>
                <a:custGeom>
                  <a:avLst/>
                  <a:gdLst>
                    <a:gd name="connsiteX0" fmla="*/ 46294 w 446385"/>
                    <a:gd name="connsiteY0" fmla="*/ 410056 h 410277"/>
                    <a:gd name="connsiteX1" fmla="*/ 113064 w 446385"/>
                    <a:gd name="connsiteY1" fmla="*/ 46087 h 410277"/>
                    <a:gd name="connsiteX2" fmla="*/ 446344 w 446385"/>
                    <a:gd name="connsiteY2" fmla="*/ 76110 h 410277"/>
                    <a:gd name="connsiteX3" fmla="*/ 441295 w 446385"/>
                    <a:gd name="connsiteY3" fmla="*/ 81158 h 410277"/>
                    <a:gd name="connsiteX4" fmla="*/ 81346 w 446385"/>
                    <a:gd name="connsiteY4" fmla="*/ 78262 h 410277"/>
                    <a:gd name="connsiteX5" fmla="*/ 51628 w 446385"/>
                    <a:gd name="connsiteY5" fmla="*/ 405960 h 410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6385" h="410277">
                      <a:moveTo>
                        <a:pt x="46294" y="410056"/>
                      </a:moveTo>
                      <a:cubicBezTo>
                        <a:pt x="-35812" y="291127"/>
                        <a:pt x="-5903" y="128173"/>
                        <a:pt x="113064" y="46087"/>
                      </a:cubicBezTo>
                      <a:cubicBezTo>
                        <a:pt x="216792" y="-25560"/>
                        <a:pt x="356999" y="-12940"/>
                        <a:pt x="446344" y="76110"/>
                      </a:cubicBezTo>
                      <a:lnTo>
                        <a:pt x="441295" y="81158"/>
                      </a:lnTo>
                      <a:cubicBezTo>
                        <a:pt x="342712" y="-19026"/>
                        <a:pt x="181548" y="-20321"/>
                        <a:pt x="81346" y="78262"/>
                      </a:cubicBezTo>
                      <a:cubicBezTo>
                        <a:pt x="-7332" y="165540"/>
                        <a:pt x="-19904" y="304138"/>
                        <a:pt x="51628" y="40596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85" name="Freeform: Shape 29384">
                  <a:extLst>
                    <a:ext uri="{FF2B5EF4-FFF2-40B4-BE49-F238E27FC236}">
                      <a16:creationId xmlns:a16="http://schemas.microsoft.com/office/drawing/2014/main" id="{80D1BF41-BAED-2BB2-40EA-87506386BA9B}"/>
                    </a:ext>
                  </a:extLst>
                </p:cNvPr>
                <p:cNvSpPr/>
                <p:nvPr/>
              </p:nvSpPr>
              <p:spPr>
                <a:xfrm>
                  <a:off x="10504279" y="3052675"/>
                  <a:ext cx="65151" cy="68294"/>
                </a:xfrm>
                <a:custGeom>
                  <a:avLst/>
                  <a:gdLst>
                    <a:gd name="connsiteX0" fmla="*/ 65110 w 65151"/>
                    <a:gd name="connsiteY0" fmla="*/ 68073 h 68294"/>
                    <a:gd name="connsiteX1" fmla="*/ -42 w 65151"/>
                    <a:gd name="connsiteY1" fmla="*/ 43593 h 68294"/>
                    <a:gd name="connsiteX2" fmla="*/ 33677 w 65151"/>
                    <a:gd name="connsiteY2" fmla="*/ 31021 h 68294"/>
                    <a:gd name="connsiteX3" fmla="*/ 51584 w 65151"/>
                    <a:gd name="connsiteY3" fmla="*/ -221 h 68294"/>
                    <a:gd name="connsiteX4" fmla="*/ 65110 w 65151"/>
                    <a:gd name="connsiteY4" fmla="*/ 68073 h 68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151" h="68294">
                      <a:moveTo>
                        <a:pt x="65110" y="68073"/>
                      </a:moveTo>
                      <a:cubicBezTo>
                        <a:pt x="44917" y="56405"/>
                        <a:pt x="22913" y="48137"/>
                        <a:pt x="-42" y="43593"/>
                      </a:cubicBezTo>
                      <a:lnTo>
                        <a:pt x="33677" y="31021"/>
                      </a:lnTo>
                      <a:lnTo>
                        <a:pt x="51584" y="-221"/>
                      </a:lnTo>
                      <a:cubicBezTo>
                        <a:pt x="52345" y="23124"/>
                        <a:pt x="56918" y="46194"/>
                        <a:pt x="65110" y="6807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86" name="Freeform: Shape 29385">
                  <a:extLst>
                    <a:ext uri="{FF2B5EF4-FFF2-40B4-BE49-F238E27FC236}">
                      <a16:creationId xmlns:a16="http://schemas.microsoft.com/office/drawing/2014/main" id="{F45F5F2F-8469-04F1-40B8-6F86C9D251D3}"/>
                    </a:ext>
                  </a:extLst>
                </p:cNvPr>
                <p:cNvSpPr/>
                <p:nvPr/>
              </p:nvSpPr>
              <p:spPr>
                <a:xfrm>
                  <a:off x="10184811" y="3123160"/>
                  <a:ext cx="442986" cy="417194"/>
                </a:xfrm>
                <a:custGeom>
                  <a:avLst/>
                  <a:gdLst>
                    <a:gd name="connsiteX0" fmla="*/ 190744 w 442986"/>
                    <a:gd name="connsiteY0" fmla="*/ 416783 h 417194"/>
                    <a:gd name="connsiteX1" fmla="*/ 163312 w 442986"/>
                    <a:gd name="connsiteY1" fmla="*/ 416307 h 417194"/>
                    <a:gd name="connsiteX2" fmla="*/ -42 w 442986"/>
                    <a:gd name="connsiteY2" fmla="*/ 343726 h 417194"/>
                    <a:gd name="connsiteX3" fmla="*/ 4816 w 442986"/>
                    <a:gd name="connsiteY3" fmla="*/ 338678 h 417194"/>
                    <a:gd name="connsiteX4" fmla="*/ 364669 w 442986"/>
                    <a:gd name="connsiteY4" fmla="*/ 331011 h 417194"/>
                    <a:gd name="connsiteX5" fmla="*/ 385816 w 442986"/>
                    <a:gd name="connsiteY5" fmla="*/ 3970 h 417194"/>
                    <a:gd name="connsiteX6" fmla="*/ 391626 w 442986"/>
                    <a:gd name="connsiteY6" fmla="*/ -221 h 417194"/>
                    <a:gd name="connsiteX7" fmla="*/ 337048 w 442986"/>
                    <a:gd name="connsiteY7" fmla="*/ 365624 h 417194"/>
                    <a:gd name="connsiteX8" fmla="*/ 190553 w 442986"/>
                    <a:gd name="connsiteY8" fmla="*/ 416783 h 417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2986" h="417194">
                      <a:moveTo>
                        <a:pt x="190744" y="416783"/>
                      </a:moveTo>
                      <a:cubicBezTo>
                        <a:pt x="181599" y="417145"/>
                        <a:pt x="172456" y="416993"/>
                        <a:pt x="163312" y="416307"/>
                      </a:cubicBezTo>
                      <a:cubicBezTo>
                        <a:pt x="101970" y="412087"/>
                        <a:pt x="44154" y="386389"/>
                        <a:pt x="-42" y="343726"/>
                      </a:cubicBezTo>
                      <a:lnTo>
                        <a:pt x="4816" y="338678"/>
                      </a:lnTo>
                      <a:cubicBezTo>
                        <a:pt x="106256" y="435928"/>
                        <a:pt x="267419" y="432499"/>
                        <a:pt x="364669" y="331011"/>
                      </a:cubicBezTo>
                      <a:cubicBezTo>
                        <a:pt x="450300" y="241647"/>
                        <a:pt x="459253" y="103620"/>
                        <a:pt x="385816" y="3970"/>
                      </a:cubicBezTo>
                      <a:lnTo>
                        <a:pt x="391626" y="-221"/>
                      </a:lnTo>
                      <a:cubicBezTo>
                        <a:pt x="477542" y="115888"/>
                        <a:pt x="453062" y="279680"/>
                        <a:pt x="337048" y="365624"/>
                      </a:cubicBezTo>
                      <a:cubicBezTo>
                        <a:pt x="294470" y="397095"/>
                        <a:pt x="243416" y="414935"/>
                        <a:pt x="190553" y="4167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87" name="Freeform: Shape 29386">
                  <a:extLst>
                    <a:ext uri="{FF2B5EF4-FFF2-40B4-BE49-F238E27FC236}">
                      <a16:creationId xmlns:a16="http://schemas.microsoft.com/office/drawing/2014/main" id="{2E5760FB-335D-E9C1-57E8-4D16E7CAC1E1}"/>
                    </a:ext>
                  </a:extLst>
                </p:cNvPr>
                <p:cNvSpPr/>
                <p:nvPr/>
              </p:nvSpPr>
              <p:spPr>
                <a:xfrm>
                  <a:off x="10158904" y="3432246"/>
                  <a:ext cx="65816" cy="67913"/>
                </a:xfrm>
                <a:custGeom>
                  <a:avLst/>
                  <a:gdLst>
                    <a:gd name="connsiteX0" fmla="*/ -42 w 65816"/>
                    <a:gd name="connsiteY0" fmla="*/ -221 h 67913"/>
                    <a:gd name="connsiteX1" fmla="*/ 65775 w 65816"/>
                    <a:gd name="connsiteY1" fmla="*/ 22639 h 67913"/>
                    <a:gd name="connsiteX2" fmla="*/ 32342 w 65816"/>
                    <a:gd name="connsiteY2" fmla="*/ 36069 h 67913"/>
                    <a:gd name="connsiteX3" fmla="*/ 15293 w 65816"/>
                    <a:gd name="connsiteY3" fmla="*/ 67692 h 67913"/>
                    <a:gd name="connsiteX4" fmla="*/ -42 w 65816"/>
                    <a:gd name="connsiteY4" fmla="*/ -221 h 67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816" h="67913">
                      <a:moveTo>
                        <a:pt x="-42" y="-221"/>
                      </a:moveTo>
                      <a:cubicBezTo>
                        <a:pt x="20531" y="10923"/>
                        <a:pt x="42725" y="18648"/>
                        <a:pt x="65775" y="22639"/>
                      </a:cubicBezTo>
                      <a:lnTo>
                        <a:pt x="32342" y="36069"/>
                      </a:lnTo>
                      <a:lnTo>
                        <a:pt x="15293" y="67692"/>
                      </a:lnTo>
                      <a:cubicBezTo>
                        <a:pt x="13864" y="44375"/>
                        <a:pt x="8720" y="21439"/>
                        <a:pt x="-42" y="-22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88" name="Freeform: Shape 29387">
                  <a:extLst>
                    <a:ext uri="{FF2B5EF4-FFF2-40B4-BE49-F238E27FC236}">
                      <a16:creationId xmlns:a16="http://schemas.microsoft.com/office/drawing/2014/main" id="{74285E80-0AEF-2E31-D38B-1DBE1FD26EE6}"/>
                    </a:ext>
                  </a:extLst>
                </p:cNvPr>
                <p:cNvSpPr/>
                <p:nvPr/>
              </p:nvSpPr>
              <p:spPr>
                <a:xfrm>
                  <a:off x="10138476" y="3057764"/>
                  <a:ext cx="439851" cy="439868"/>
                </a:xfrm>
                <a:custGeom>
                  <a:avLst/>
                  <a:gdLst>
                    <a:gd name="connsiteX0" fmla="*/ 227649 w 439851"/>
                    <a:gd name="connsiteY0" fmla="*/ 439507 h 439868"/>
                    <a:gd name="connsiteX1" fmla="*/ 98 w 439851"/>
                    <a:gd name="connsiteY1" fmla="*/ 227481 h 439868"/>
                    <a:gd name="connsiteX2" fmla="*/ 212123 w 439851"/>
                    <a:gd name="connsiteY2" fmla="*/ -81 h 439868"/>
                    <a:gd name="connsiteX3" fmla="*/ 439675 w 439851"/>
                    <a:gd name="connsiteY3" fmla="*/ 211946 h 439868"/>
                    <a:gd name="connsiteX4" fmla="*/ 439675 w 439851"/>
                    <a:gd name="connsiteY4" fmla="*/ 211955 h 439868"/>
                    <a:gd name="connsiteX5" fmla="*/ 227649 w 439851"/>
                    <a:gd name="connsiteY5" fmla="*/ 439507 h 439868"/>
                    <a:gd name="connsiteX6" fmla="*/ 212695 w 439851"/>
                    <a:gd name="connsiteY6" fmla="*/ 6977 h 439868"/>
                    <a:gd name="connsiteX7" fmla="*/ 7526 w 439851"/>
                    <a:gd name="connsiteY7" fmla="*/ 227290 h 439868"/>
                    <a:gd name="connsiteX8" fmla="*/ 227840 w 439851"/>
                    <a:gd name="connsiteY8" fmla="*/ 432478 h 439868"/>
                    <a:gd name="connsiteX9" fmla="*/ 433008 w 439851"/>
                    <a:gd name="connsiteY9" fmla="*/ 212165 h 439868"/>
                    <a:gd name="connsiteX10" fmla="*/ 433008 w 439851"/>
                    <a:gd name="connsiteY10" fmla="*/ 212146 h 439868"/>
                    <a:gd name="connsiteX11" fmla="*/ 212695 w 439851"/>
                    <a:gd name="connsiteY11" fmla="*/ 6977 h 43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39851" h="439868">
                      <a:moveTo>
                        <a:pt x="227649" y="439507"/>
                      </a:moveTo>
                      <a:cubicBezTo>
                        <a:pt x="106300" y="443794"/>
                        <a:pt x="4383" y="348867"/>
                        <a:pt x="98" y="227481"/>
                      </a:cubicBezTo>
                      <a:cubicBezTo>
                        <a:pt x="-4189" y="106094"/>
                        <a:pt x="90679" y="4205"/>
                        <a:pt x="212123" y="-81"/>
                      </a:cubicBezTo>
                      <a:cubicBezTo>
                        <a:pt x="333473" y="-4377"/>
                        <a:pt x="435390" y="90549"/>
                        <a:pt x="439675" y="211946"/>
                      </a:cubicBezTo>
                      <a:cubicBezTo>
                        <a:pt x="439675" y="211946"/>
                        <a:pt x="439675" y="211955"/>
                        <a:pt x="439675" y="211955"/>
                      </a:cubicBezTo>
                      <a:cubicBezTo>
                        <a:pt x="443867" y="333304"/>
                        <a:pt x="348998" y="435116"/>
                        <a:pt x="227649" y="439507"/>
                      </a:cubicBezTo>
                      <a:close/>
                      <a:moveTo>
                        <a:pt x="212695" y="6977"/>
                      </a:moveTo>
                      <a:cubicBezTo>
                        <a:pt x="95157" y="11158"/>
                        <a:pt x="3336" y="109790"/>
                        <a:pt x="7526" y="227290"/>
                      </a:cubicBezTo>
                      <a:cubicBezTo>
                        <a:pt x="11718" y="344791"/>
                        <a:pt x="110301" y="436650"/>
                        <a:pt x="227840" y="432478"/>
                      </a:cubicBezTo>
                      <a:cubicBezTo>
                        <a:pt x="345284" y="428296"/>
                        <a:pt x="437199" y="329655"/>
                        <a:pt x="433008" y="212165"/>
                      </a:cubicBezTo>
                      <a:cubicBezTo>
                        <a:pt x="433008" y="212155"/>
                        <a:pt x="433008" y="212155"/>
                        <a:pt x="433008" y="212146"/>
                      </a:cubicBezTo>
                      <a:cubicBezTo>
                        <a:pt x="428723" y="94702"/>
                        <a:pt x="330138" y="2910"/>
                        <a:pt x="212695" y="697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89" name="Freeform: Shape 29388">
                  <a:extLst>
                    <a:ext uri="{FF2B5EF4-FFF2-40B4-BE49-F238E27FC236}">
                      <a16:creationId xmlns:a16="http://schemas.microsoft.com/office/drawing/2014/main" id="{87499130-8316-6FB1-B957-200A76989D60}"/>
                    </a:ext>
                  </a:extLst>
                </p:cNvPr>
                <p:cNvSpPr/>
                <p:nvPr/>
              </p:nvSpPr>
              <p:spPr>
                <a:xfrm>
                  <a:off x="10252162" y="3072963"/>
                  <a:ext cx="217394" cy="410241"/>
                </a:xfrm>
                <a:custGeom>
                  <a:avLst/>
                  <a:gdLst>
                    <a:gd name="connsiteX0" fmla="*/ 204641 w 217394"/>
                    <a:gd name="connsiteY0" fmla="*/ 230760 h 410241"/>
                    <a:gd name="connsiteX1" fmla="*/ 176066 w 217394"/>
                    <a:gd name="connsiteY1" fmla="*/ 206662 h 410241"/>
                    <a:gd name="connsiteX2" fmla="*/ 132060 w 217394"/>
                    <a:gd name="connsiteY2" fmla="*/ 185326 h 410241"/>
                    <a:gd name="connsiteX3" fmla="*/ 121487 w 217394"/>
                    <a:gd name="connsiteY3" fmla="*/ 180754 h 410241"/>
                    <a:gd name="connsiteX4" fmla="*/ 119868 w 217394"/>
                    <a:gd name="connsiteY4" fmla="*/ 180087 h 410241"/>
                    <a:gd name="connsiteX5" fmla="*/ 125393 w 217394"/>
                    <a:gd name="connsiteY5" fmla="*/ 81408 h 410241"/>
                    <a:gd name="connsiteX6" fmla="*/ 141394 w 217394"/>
                    <a:gd name="connsiteY6" fmla="*/ 87218 h 410241"/>
                    <a:gd name="connsiteX7" fmla="*/ 159397 w 217394"/>
                    <a:gd name="connsiteY7" fmla="*/ 112460 h 410241"/>
                    <a:gd name="connsiteX8" fmla="*/ 162159 w 217394"/>
                    <a:gd name="connsiteY8" fmla="*/ 127033 h 410241"/>
                    <a:gd name="connsiteX9" fmla="*/ 162159 w 217394"/>
                    <a:gd name="connsiteY9" fmla="*/ 136558 h 410241"/>
                    <a:gd name="connsiteX10" fmla="*/ 170923 w 217394"/>
                    <a:gd name="connsiteY10" fmla="*/ 137320 h 410241"/>
                    <a:gd name="connsiteX11" fmla="*/ 178542 w 217394"/>
                    <a:gd name="connsiteY11" fmla="*/ 136558 h 410241"/>
                    <a:gd name="connsiteX12" fmla="*/ 195974 w 217394"/>
                    <a:gd name="connsiteY12" fmla="*/ 127509 h 410241"/>
                    <a:gd name="connsiteX13" fmla="*/ 201021 w 217394"/>
                    <a:gd name="connsiteY13" fmla="*/ 109030 h 410241"/>
                    <a:gd name="connsiteX14" fmla="*/ 173970 w 217394"/>
                    <a:gd name="connsiteY14" fmla="*/ 69692 h 410241"/>
                    <a:gd name="connsiteX15" fmla="*/ 127012 w 217394"/>
                    <a:gd name="connsiteY15" fmla="*/ 58358 h 410241"/>
                    <a:gd name="connsiteX16" fmla="*/ 130156 w 217394"/>
                    <a:gd name="connsiteY16" fmla="*/ 1208 h 410241"/>
                    <a:gd name="connsiteX17" fmla="*/ 105295 w 217394"/>
                    <a:gd name="connsiteY17" fmla="*/ -221 h 410241"/>
                    <a:gd name="connsiteX18" fmla="*/ 102056 w 217394"/>
                    <a:gd name="connsiteY18" fmla="*/ 57977 h 410241"/>
                    <a:gd name="connsiteX19" fmla="*/ 31857 w 217394"/>
                    <a:gd name="connsiteY19" fmla="*/ 78455 h 410241"/>
                    <a:gd name="connsiteX20" fmla="*/ 5663 w 217394"/>
                    <a:gd name="connsiteY20" fmla="*/ 133796 h 410241"/>
                    <a:gd name="connsiteX21" fmla="*/ 19189 w 217394"/>
                    <a:gd name="connsiteY21" fmla="*/ 176372 h 410241"/>
                    <a:gd name="connsiteX22" fmla="*/ 48430 w 217394"/>
                    <a:gd name="connsiteY22" fmla="*/ 202852 h 410241"/>
                    <a:gd name="connsiteX23" fmla="*/ 92722 w 217394"/>
                    <a:gd name="connsiteY23" fmla="*/ 224283 h 410241"/>
                    <a:gd name="connsiteX24" fmla="*/ 87007 w 217394"/>
                    <a:gd name="connsiteY24" fmla="*/ 327248 h 410241"/>
                    <a:gd name="connsiteX25" fmla="*/ 59575 w 217394"/>
                    <a:gd name="connsiteY25" fmla="*/ 316390 h 410241"/>
                    <a:gd name="connsiteX26" fmla="*/ 38620 w 217394"/>
                    <a:gd name="connsiteY26" fmla="*/ 279814 h 410241"/>
                    <a:gd name="connsiteX27" fmla="*/ 37762 w 217394"/>
                    <a:gd name="connsiteY27" fmla="*/ 269527 h 410241"/>
                    <a:gd name="connsiteX28" fmla="*/ 38905 w 217394"/>
                    <a:gd name="connsiteY28" fmla="*/ 255811 h 410241"/>
                    <a:gd name="connsiteX29" fmla="*/ 29380 w 217394"/>
                    <a:gd name="connsiteY29" fmla="*/ 255049 h 410241"/>
                    <a:gd name="connsiteX30" fmla="*/ 6617 w 217394"/>
                    <a:gd name="connsiteY30" fmla="*/ 265145 h 410241"/>
                    <a:gd name="connsiteX31" fmla="*/ 44 w 217394"/>
                    <a:gd name="connsiteY31" fmla="*/ 288767 h 410241"/>
                    <a:gd name="connsiteX32" fmla="*/ 27380 w 217394"/>
                    <a:gd name="connsiteY32" fmla="*/ 335249 h 410241"/>
                    <a:gd name="connsiteX33" fmla="*/ 85483 w 217394"/>
                    <a:gd name="connsiteY33" fmla="*/ 350394 h 410241"/>
                    <a:gd name="connsiteX34" fmla="*/ 82245 w 217394"/>
                    <a:gd name="connsiteY34" fmla="*/ 408592 h 410241"/>
                    <a:gd name="connsiteX35" fmla="*/ 107105 w 217394"/>
                    <a:gd name="connsiteY35" fmla="*/ 410021 h 410241"/>
                    <a:gd name="connsiteX36" fmla="*/ 110438 w 217394"/>
                    <a:gd name="connsiteY36" fmla="*/ 350204 h 410241"/>
                    <a:gd name="connsiteX37" fmla="*/ 191782 w 217394"/>
                    <a:gd name="connsiteY37" fmla="*/ 324010 h 410241"/>
                    <a:gd name="connsiteX38" fmla="*/ 217310 w 217394"/>
                    <a:gd name="connsiteY38" fmla="*/ 266860 h 410241"/>
                    <a:gd name="connsiteX39" fmla="*/ 204641 w 217394"/>
                    <a:gd name="connsiteY39" fmla="*/ 230760 h 410241"/>
                    <a:gd name="connsiteX40" fmla="*/ 82340 w 217394"/>
                    <a:gd name="connsiteY40" fmla="*/ 162275 h 410241"/>
                    <a:gd name="connsiteX41" fmla="*/ 60147 w 217394"/>
                    <a:gd name="connsiteY41" fmla="*/ 144273 h 410241"/>
                    <a:gd name="connsiteX42" fmla="*/ 50622 w 217394"/>
                    <a:gd name="connsiteY42" fmla="*/ 117413 h 410241"/>
                    <a:gd name="connsiteX43" fmla="*/ 64624 w 217394"/>
                    <a:gd name="connsiteY43" fmla="*/ 89600 h 410241"/>
                    <a:gd name="connsiteX44" fmla="*/ 101104 w 217394"/>
                    <a:gd name="connsiteY44" fmla="*/ 80075 h 410241"/>
                    <a:gd name="connsiteX45" fmla="*/ 96151 w 217394"/>
                    <a:gd name="connsiteY45" fmla="*/ 169419 h 410241"/>
                    <a:gd name="connsiteX46" fmla="*/ 82340 w 217394"/>
                    <a:gd name="connsiteY46" fmla="*/ 162275 h 410241"/>
                    <a:gd name="connsiteX47" fmla="*/ 155111 w 217394"/>
                    <a:gd name="connsiteY47" fmla="*/ 316676 h 410241"/>
                    <a:gd name="connsiteX48" fmla="*/ 111772 w 217394"/>
                    <a:gd name="connsiteY48" fmla="*/ 328772 h 410241"/>
                    <a:gd name="connsiteX49" fmla="*/ 117011 w 217394"/>
                    <a:gd name="connsiteY49" fmla="*/ 234761 h 410241"/>
                    <a:gd name="connsiteX50" fmla="*/ 144538 w 217394"/>
                    <a:gd name="connsiteY50" fmla="*/ 247524 h 410241"/>
                    <a:gd name="connsiteX51" fmla="*/ 163588 w 217394"/>
                    <a:gd name="connsiteY51" fmla="*/ 262955 h 410241"/>
                    <a:gd name="connsiteX52" fmla="*/ 171780 w 217394"/>
                    <a:gd name="connsiteY52" fmla="*/ 285814 h 410241"/>
                    <a:gd name="connsiteX53" fmla="*/ 155111 w 217394"/>
                    <a:gd name="connsiteY53" fmla="*/ 316676 h 410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217394" h="410241">
                      <a:moveTo>
                        <a:pt x="204641" y="230760"/>
                      </a:moveTo>
                      <a:cubicBezTo>
                        <a:pt x="196735" y="220978"/>
                        <a:pt x="187020" y="212796"/>
                        <a:pt x="176066" y="206662"/>
                      </a:cubicBezTo>
                      <a:cubicBezTo>
                        <a:pt x="165207" y="200471"/>
                        <a:pt x="150444" y="193422"/>
                        <a:pt x="132060" y="185326"/>
                      </a:cubicBezTo>
                      <a:lnTo>
                        <a:pt x="121487" y="180754"/>
                      </a:lnTo>
                      <a:lnTo>
                        <a:pt x="119868" y="180087"/>
                      </a:lnTo>
                      <a:lnTo>
                        <a:pt x="125393" y="81408"/>
                      </a:lnTo>
                      <a:cubicBezTo>
                        <a:pt x="131012" y="82570"/>
                        <a:pt x="136347" y="84532"/>
                        <a:pt x="141394" y="87218"/>
                      </a:cubicBezTo>
                      <a:cubicBezTo>
                        <a:pt x="151110" y="92200"/>
                        <a:pt x="157874" y="101620"/>
                        <a:pt x="159397" y="112460"/>
                      </a:cubicBezTo>
                      <a:cubicBezTo>
                        <a:pt x="161112" y="117127"/>
                        <a:pt x="162064" y="122051"/>
                        <a:pt x="162159" y="127033"/>
                      </a:cubicBezTo>
                      <a:cubicBezTo>
                        <a:pt x="162445" y="130205"/>
                        <a:pt x="162445" y="133386"/>
                        <a:pt x="162159" y="136558"/>
                      </a:cubicBezTo>
                      <a:cubicBezTo>
                        <a:pt x="165017" y="137301"/>
                        <a:pt x="167970" y="137558"/>
                        <a:pt x="170923" y="137320"/>
                      </a:cubicBezTo>
                      <a:cubicBezTo>
                        <a:pt x="173494" y="137291"/>
                        <a:pt x="176066" y="137034"/>
                        <a:pt x="178542" y="136558"/>
                      </a:cubicBezTo>
                      <a:cubicBezTo>
                        <a:pt x="185400" y="136167"/>
                        <a:pt x="191687" y="132872"/>
                        <a:pt x="195974" y="127509"/>
                      </a:cubicBezTo>
                      <a:cubicBezTo>
                        <a:pt x="199687" y="122118"/>
                        <a:pt x="201498" y="115584"/>
                        <a:pt x="201021" y="109030"/>
                      </a:cubicBezTo>
                      <a:cubicBezTo>
                        <a:pt x="200545" y="91752"/>
                        <a:pt x="189878" y="76369"/>
                        <a:pt x="173970" y="69692"/>
                      </a:cubicBezTo>
                      <a:cubicBezTo>
                        <a:pt x="159206" y="62806"/>
                        <a:pt x="143300" y="58948"/>
                        <a:pt x="127012" y="58358"/>
                      </a:cubicBezTo>
                      <a:lnTo>
                        <a:pt x="130156" y="1208"/>
                      </a:lnTo>
                      <a:lnTo>
                        <a:pt x="105295" y="-221"/>
                      </a:lnTo>
                      <a:lnTo>
                        <a:pt x="102056" y="57977"/>
                      </a:lnTo>
                      <a:cubicBezTo>
                        <a:pt x="77196" y="57939"/>
                        <a:pt x="52813" y="65044"/>
                        <a:pt x="31857" y="78455"/>
                      </a:cubicBezTo>
                      <a:cubicBezTo>
                        <a:pt x="13665" y="90743"/>
                        <a:pt x="3663" y="111955"/>
                        <a:pt x="5663" y="133796"/>
                      </a:cubicBezTo>
                      <a:cubicBezTo>
                        <a:pt x="5663" y="149036"/>
                        <a:pt x="10426" y="163904"/>
                        <a:pt x="19189" y="176372"/>
                      </a:cubicBezTo>
                      <a:cubicBezTo>
                        <a:pt x="26999" y="187145"/>
                        <a:pt x="36905" y="196165"/>
                        <a:pt x="48430" y="202852"/>
                      </a:cubicBezTo>
                      <a:cubicBezTo>
                        <a:pt x="62813" y="210758"/>
                        <a:pt x="77577" y="217911"/>
                        <a:pt x="92722" y="224283"/>
                      </a:cubicBezTo>
                      <a:lnTo>
                        <a:pt x="87007" y="327248"/>
                      </a:lnTo>
                      <a:cubicBezTo>
                        <a:pt x="77101" y="325801"/>
                        <a:pt x="67766" y="322086"/>
                        <a:pt x="59575" y="316390"/>
                      </a:cubicBezTo>
                      <a:cubicBezTo>
                        <a:pt x="47478" y="307913"/>
                        <a:pt x="39859" y="294511"/>
                        <a:pt x="38620" y="279814"/>
                      </a:cubicBezTo>
                      <a:cubicBezTo>
                        <a:pt x="38144" y="276404"/>
                        <a:pt x="37858" y="272975"/>
                        <a:pt x="37762" y="269527"/>
                      </a:cubicBezTo>
                      <a:cubicBezTo>
                        <a:pt x="37573" y="264926"/>
                        <a:pt x="37953" y="260316"/>
                        <a:pt x="38905" y="255811"/>
                      </a:cubicBezTo>
                      <a:cubicBezTo>
                        <a:pt x="35762" y="255363"/>
                        <a:pt x="32524" y="255106"/>
                        <a:pt x="29380" y="255049"/>
                      </a:cubicBezTo>
                      <a:cubicBezTo>
                        <a:pt x="20618" y="254611"/>
                        <a:pt x="12141" y="258354"/>
                        <a:pt x="6617" y="265145"/>
                      </a:cubicBezTo>
                      <a:cubicBezTo>
                        <a:pt x="1759" y="272041"/>
                        <a:pt x="-527" y="280376"/>
                        <a:pt x="44" y="288767"/>
                      </a:cubicBezTo>
                      <a:cubicBezTo>
                        <a:pt x="520" y="307951"/>
                        <a:pt x="10807" y="325534"/>
                        <a:pt x="27380" y="335249"/>
                      </a:cubicBezTo>
                      <a:cubicBezTo>
                        <a:pt x="45097" y="345355"/>
                        <a:pt x="65099" y="350585"/>
                        <a:pt x="85483" y="350394"/>
                      </a:cubicBezTo>
                      <a:lnTo>
                        <a:pt x="82245" y="408592"/>
                      </a:lnTo>
                      <a:lnTo>
                        <a:pt x="107105" y="410021"/>
                      </a:lnTo>
                      <a:lnTo>
                        <a:pt x="110438" y="350204"/>
                      </a:lnTo>
                      <a:cubicBezTo>
                        <a:pt x="147777" y="348232"/>
                        <a:pt x="174923" y="339507"/>
                        <a:pt x="191782" y="324010"/>
                      </a:cubicBezTo>
                      <a:cubicBezTo>
                        <a:pt x="208641" y="309913"/>
                        <a:pt x="218071" y="288824"/>
                        <a:pt x="217310" y="266860"/>
                      </a:cubicBezTo>
                      <a:cubicBezTo>
                        <a:pt x="217214" y="253763"/>
                        <a:pt x="212737" y="241076"/>
                        <a:pt x="204641" y="230760"/>
                      </a:cubicBezTo>
                      <a:close/>
                      <a:moveTo>
                        <a:pt x="82340" y="162275"/>
                      </a:moveTo>
                      <a:cubicBezTo>
                        <a:pt x="73862" y="157732"/>
                        <a:pt x="66337" y="151617"/>
                        <a:pt x="60147" y="144273"/>
                      </a:cubicBezTo>
                      <a:cubicBezTo>
                        <a:pt x="54051" y="136653"/>
                        <a:pt x="50622" y="127185"/>
                        <a:pt x="50622" y="117413"/>
                      </a:cubicBezTo>
                      <a:cubicBezTo>
                        <a:pt x="49574" y="106221"/>
                        <a:pt x="55003" y="95410"/>
                        <a:pt x="64624" y="89600"/>
                      </a:cubicBezTo>
                      <a:cubicBezTo>
                        <a:pt x="75768" y="83284"/>
                        <a:pt x="88341" y="79998"/>
                        <a:pt x="101104" y="80075"/>
                      </a:cubicBezTo>
                      <a:lnTo>
                        <a:pt x="96151" y="169419"/>
                      </a:lnTo>
                      <a:cubicBezTo>
                        <a:pt x="90436" y="166466"/>
                        <a:pt x="85959" y="164276"/>
                        <a:pt x="82340" y="162275"/>
                      </a:cubicBezTo>
                      <a:close/>
                      <a:moveTo>
                        <a:pt x="155111" y="316676"/>
                      </a:moveTo>
                      <a:cubicBezTo>
                        <a:pt x="141966" y="324439"/>
                        <a:pt x="127012" y="328610"/>
                        <a:pt x="111772" y="328772"/>
                      </a:cubicBezTo>
                      <a:lnTo>
                        <a:pt x="117011" y="234761"/>
                      </a:lnTo>
                      <a:cubicBezTo>
                        <a:pt x="128536" y="239618"/>
                        <a:pt x="137775" y="244286"/>
                        <a:pt x="144538" y="247524"/>
                      </a:cubicBezTo>
                      <a:cubicBezTo>
                        <a:pt x="151778" y="251410"/>
                        <a:pt x="158254" y="256639"/>
                        <a:pt x="163588" y="262955"/>
                      </a:cubicBezTo>
                      <a:cubicBezTo>
                        <a:pt x="168826" y="269441"/>
                        <a:pt x="171684" y="277490"/>
                        <a:pt x="171780" y="285814"/>
                      </a:cubicBezTo>
                      <a:cubicBezTo>
                        <a:pt x="172446" y="298407"/>
                        <a:pt x="165970" y="310313"/>
                        <a:pt x="155111" y="31667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9600" name="TextBox 29599">
              <a:extLst>
                <a:ext uri="{FF2B5EF4-FFF2-40B4-BE49-F238E27FC236}">
                  <a16:creationId xmlns:a16="http://schemas.microsoft.com/office/drawing/2014/main" id="{0DE6BC8F-D558-BDA8-4C28-F1768423B9ED}"/>
                </a:ext>
              </a:extLst>
            </p:cNvPr>
            <p:cNvSpPr txBox="1"/>
            <p:nvPr/>
          </p:nvSpPr>
          <p:spPr>
            <a:xfrm>
              <a:off x="997474" y="3929521"/>
              <a:ext cx="1696631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The Client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29601" name="TextBox 29600">
              <a:extLst>
                <a:ext uri="{FF2B5EF4-FFF2-40B4-BE49-F238E27FC236}">
                  <a16:creationId xmlns:a16="http://schemas.microsoft.com/office/drawing/2014/main" id="{C387EA80-F7C4-77B6-0A2E-5E5C7BEF0054}"/>
                </a:ext>
              </a:extLst>
            </p:cNvPr>
            <p:cNvSpPr txBox="1"/>
            <p:nvPr/>
          </p:nvSpPr>
          <p:spPr>
            <a:xfrm>
              <a:off x="3129933" y="3929521"/>
              <a:ext cx="1685600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Discovery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29602" name="TextBox 29601">
              <a:extLst>
                <a:ext uri="{FF2B5EF4-FFF2-40B4-BE49-F238E27FC236}">
                  <a16:creationId xmlns:a16="http://schemas.microsoft.com/office/drawing/2014/main" id="{8EFA304E-2D4E-42E2-5ADD-9C75E293C773}"/>
                </a:ext>
              </a:extLst>
            </p:cNvPr>
            <p:cNvSpPr txBox="1"/>
            <p:nvPr/>
          </p:nvSpPr>
          <p:spPr>
            <a:xfrm flipH="1">
              <a:off x="7378928" y="3929521"/>
              <a:ext cx="1679470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Creative Work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29603" name="TextBox 29602">
              <a:extLst>
                <a:ext uri="{FF2B5EF4-FFF2-40B4-BE49-F238E27FC236}">
                  <a16:creationId xmlns:a16="http://schemas.microsoft.com/office/drawing/2014/main" id="{603BE65D-3125-5A1D-21E7-1A6FCAFD9E5F}"/>
                </a:ext>
              </a:extLst>
            </p:cNvPr>
            <p:cNvSpPr txBox="1"/>
            <p:nvPr/>
          </p:nvSpPr>
          <p:spPr>
            <a:xfrm>
              <a:off x="5251361" y="3929521"/>
              <a:ext cx="1691739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Strategy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29604" name="TextBox 29603">
              <a:extLst>
                <a:ext uri="{FF2B5EF4-FFF2-40B4-BE49-F238E27FC236}">
                  <a16:creationId xmlns:a16="http://schemas.microsoft.com/office/drawing/2014/main" id="{B39A2F37-4D21-222E-DC26-A235F358E7E2}"/>
                </a:ext>
              </a:extLst>
            </p:cNvPr>
            <p:cNvSpPr txBox="1"/>
            <p:nvPr/>
          </p:nvSpPr>
          <p:spPr>
            <a:xfrm flipH="1">
              <a:off x="9494228" y="3929521"/>
              <a:ext cx="1703969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Finishing</a:t>
              </a:r>
            </a:p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a Project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426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roup 630">
            <a:extLst>
              <a:ext uri="{FF2B5EF4-FFF2-40B4-BE49-F238E27FC236}">
                <a16:creationId xmlns:a16="http://schemas.microsoft.com/office/drawing/2014/main" id="{05E91B3A-983E-DB73-9D2C-ED42C80D2840}"/>
              </a:ext>
            </a:extLst>
          </p:cNvPr>
          <p:cNvGrpSpPr/>
          <p:nvPr/>
        </p:nvGrpSpPr>
        <p:grpSpPr>
          <a:xfrm>
            <a:off x="751430" y="2343114"/>
            <a:ext cx="10689140" cy="3588573"/>
            <a:chOff x="751430" y="2393914"/>
            <a:chExt cx="10689140" cy="3588573"/>
          </a:xfrm>
        </p:grpSpPr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5E68D16D-1514-0885-3FCF-22673177A587}"/>
                </a:ext>
              </a:extLst>
            </p:cNvPr>
            <p:cNvSpPr/>
            <p:nvPr/>
          </p:nvSpPr>
          <p:spPr>
            <a:xfrm>
              <a:off x="792320" y="3242022"/>
              <a:ext cx="10354216" cy="186977"/>
            </a:xfrm>
            <a:custGeom>
              <a:avLst/>
              <a:gdLst>
                <a:gd name="connsiteX0" fmla="*/ 0 w 10708386"/>
                <a:gd name="connsiteY0" fmla="*/ 0 h 186404"/>
                <a:gd name="connsiteX1" fmla="*/ 10708386 w 10708386"/>
                <a:gd name="connsiteY1" fmla="*/ 0 h 186404"/>
                <a:gd name="connsiteX2" fmla="*/ 10708386 w 10708386"/>
                <a:gd name="connsiteY2" fmla="*/ 186404 h 186404"/>
                <a:gd name="connsiteX3" fmla="*/ 0 w 10708386"/>
                <a:gd name="connsiteY3" fmla="*/ 186404 h 18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08386" h="186404">
                  <a:moveTo>
                    <a:pt x="0" y="0"/>
                  </a:moveTo>
                  <a:lnTo>
                    <a:pt x="10708386" y="0"/>
                  </a:lnTo>
                  <a:lnTo>
                    <a:pt x="10708386" y="186404"/>
                  </a:lnTo>
                  <a:lnTo>
                    <a:pt x="0" y="186404"/>
                  </a:lnTo>
                  <a:close/>
                </a:path>
              </a:pathLst>
            </a:custGeom>
            <a:gradFill flip="none" rotWithShape="1">
              <a:gsLst>
                <a:gs pos="59600">
                  <a:schemeClr val="bg1"/>
                </a:gs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30" name="Group 629">
              <a:extLst>
                <a:ext uri="{FF2B5EF4-FFF2-40B4-BE49-F238E27FC236}">
                  <a16:creationId xmlns:a16="http://schemas.microsoft.com/office/drawing/2014/main" id="{885375E7-5838-C65C-4F18-958E75DBFBA7}"/>
                </a:ext>
              </a:extLst>
            </p:cNvPr>
            <p:cNvGrpSpPr/>
            <p:nvPr/>
          </p:nvGrpSpPr>
          <p:grpSpPr>
            <a:xfrm>
              <a:off x="751430" y="2393914"/>
              <a:ext cx="10689140" cy="3588573"/>
              <a:chOff x="836367" y="2393914"/>
              <a:chExt cx="10689140" cy="3588573"/>
            </a:xfrm>
          </p:grpSpPr>
          <p:grpSp>
            <p:nvGrpSpPr>
              <p:cNvPr id="629" name="Group 628">
                <a:extLst>
                  <a:ext uri="{FF2B5EF4-FFF2-40B4-BE49-F238E27FC236}">
                    <a16:creationId xmlns:a16="http://schemas.microsoft.com/office/drawing/2014/main" id="{E47C6467-69EF-FA35-2661-3604C6529C7F}"/>
                  </a:ext>
                </a:extLst>
              </p:cNvPr>
              <p:cNvGrpSpPr/>
              <p:nvPr/>
            </p:nvGrpSpPr>
            <p:grpSpPr>
              <a:xfrm>
                <a:off x="836367" y="2393914"/>
                <a:ext cx="1696631" cy="3311574"/>
                <a:chOff x="836367" y="2393914"/>
                <a:chExt cx="1696631" cy="3311574"/>
              </a:xfrm>
            </p:grpSpPr>
            <p:grpSp>
              <p:nvGrpSpPr>
                <p:cNvPr id="616" name="Group 615">
                  <a:extLst>
                    <a:ext uri="{FF2B5EF4-FFF2-40B4-BE49-F238E27FC236}">
                      <a16:creationId xmlns:a16="http://schemas.microsoft.com/office/drawing/2014/main" id="{2C8E3695-70C8-3A29-9CCE-1AB952A9A63E}"/>
                    </a:ext>
                  </a:extLst>
                </p:cNvPr>
                <p:cNvGrpSpPr/>
                <p:nvPr/>
              </p:nvGrpSpPr>
              <p:grpSpPr>
                <a:xfrm>
                  <a:off x="836576" y="2393914"/>
                  <a:ext cx="1696212" cy="1696212"/>
                  <a:chOff x="913019" y="2393914"/>
                  <a:chExt cx="1696212" cy="1696212"/>
                </a:xfrm>
              </p:grpSpPr>
              <p:sp>
                <p:nvSpPr>
                  <p:cNvPr id="534" name="Freeform: Shape 533">
                    <a:extLst>
                      <a:ext uri="{FF2B5EF4-FFF2-40B4-BE49-F238E27FC236}">
                        <a16:creationId xmlns:a16="http://schemas.microsoft.com/office/drawing/2014/main" id="{A4C52FF2-F4AB-E3F8-774F-307DD9925B6A}"/>
                      </a:ext>
                    </a:extLst>
                  </p:cNvPr>
                  <p:cNvSpPr/>
                  <p:nvPr/>
                </p:nvSpPr>
                <p:spPr>
                  <a:xfrm>
                    <a:off x="913019" y="2393914"/>
                    <a:ext cx="1696212" cy="1696212"/>
                  </a:xfrm>
                  <a:custGeom>
                    <a:avLst/>
                    <a:gdLst>
                      <a:gd name="connsiteX0" fmla="*/ 1695879 w 1696212"/>
                      <a:gd name="connsiteY0" fmla="*/ 847909 h 1696212"/>
                      <a:gd name="connsiteX1" fmla="*/ 847773 w 1696212"/>
                      <a:gd name="connsiteY1" fmla="*/ 1696015 h 1696212"/>
                      <a:gd name="connsiteX2" fmla="*/ -334 w 1696212"/>
                      <a:gd name="connsiteY2" fmla="*/ 847909 h 1696212"/>
                      <a:gd name="connsiteX3" fmla="*/ 847773 w 1696212"/>
                      <a:gd name="connsiteY3" fmla="*/ -197 h 1696212"/>
                      <a:gd name="connsiteX4" fmla="*/ 1695879 w 1696212"/>
                      <a:gd name="connsiteY4" fmla="*/ 847909 h 1696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96212" h="1696212">
                        <a:moveTo>
                          <a:pt x="1695879" y="847909"/>
                        </a:moveTo>
                        <a:cubicBezTo>
                          <a:pt x="1695879" y="1316305"/>
                          <a:pt x="1316169" y="1696015"/>
                          <a:pt x="847773" y="1696015"/>
                        </a:cubicBezTo>
                        <a:cubicBezTo>
                          <a:pt x="379376" y="1696015"/>
                          <a:pt x="-334" y="1316305"/>
                          <a:pt x="-334" y="847909"/>
                        </a:cubicBezTo>
                        <a:cubicBezTo>
                          <a:pt x="-334" y="379513"/>
                          <a:pt x="379376" y="-197"/>
                          <a:pt x="847773" y="-197"/>
                        </a:cubicBezTo>
                        <a:cubicBezTo>
                          <a:pt x="1316169" y="-197"/>
                          <a:pt x="1695879" y="379513"/>
                          <a:pt x="1695879" y="84790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  <a:effectLst>
                    <a:outerShdw blurRad="50800" dist="508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535" name="Freeform: Shape 534">
                    <a:extLst>
                      <a:ext uri="{FF2B5EF4-FFF2-40B4-BE49-F238E27FC236}">
                        <a16:creationId xmlns:a16="http://schemas.microsoft.com/office/drawing/2014/main" id="{064563F2-871B-7BB8-D39D-2D07EBDBB647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1013222" y="2494118"/>
                    <a:ext cx="1495806" cy="1495806"/>
                  </a:xfrm>
                  <a:custGeom>
                    <a:avLst/>
                    <a:gdLst>
                      <a:gd name="connsiteX0" fmla="*/ 1495473 w 1495806"/>
                      <a:gd name="connsiteY0" fmla="*/ 747706 h 1495806"/>
                      <a:gd name="connsiteX1" fmla="*/ 747570 w 1495806"/>
                      <a:gd name="connsiteY1" fmla="*/ 1495609 h 1495806"/>
                      <a:gd name="connsiteX2" fmla="*/ -334 w 1495806"/>
                      <a:gd name="connsiteY2" fmla="*/ 747706 h 1495806"/>
                      <a:gd name="connsiteX3" fmla="*/ 747570 w 1495806"/>
                      <a:gd name="connsiteY3" fmla="*/ -197 h 1495806"/>
                      <a:gd name="connsiteX4" fmla="*/ 1495473 w 1495806"/>
                      <a:gd name="connsiteY4" fmla="*/ 747706 h 14958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95806" h="1495806">
                        <a:moveTo>
                          <a:pt x="1495473" y="747706"/>
                        </a:moveTo>
                        <a:cubicBezTo>
                          <a:pt x="1495473" y="1160762"/>
                          <a:pt x="1160625" y="1495609"/>
                          <a:pt x="747570" y="1495609"/>
                        </a:cubicBezTo>
                        <a:cubicBezTo>
                          <a:pt x="334514" y="1495609"/>
                          <a:pt x="-334" y="1160762"/>
                          <a:pt x="-334" y="747706"/>
                        </a:cubicBezTo>
                        <a:cubicBezTo>
                          <a:pt x="-334" y="334651"/>
                          <a:pt x="334514" y="-197"/>
                          <a:pt x="747570" y="-197"/>
                        </a:cubicBezTo>
                        <a:cubicBezTo>
                          <a:pt x="1160625" y="-197"/>
                          <a:pt x="1495473" y="334651"/>
                          <a:pt x="1495473" y="74770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36" name="Freeform: Shape 535">
                    <a:extLst>
                      <a:ext uri="{FF2B5EF4-FFF2-40B4-BE49-F238E27FC236}">
                        <a16:creationId xmlns:a16="http://schemas.microsoft.com/office/drawing/2014/main" id="{0E1F2C97-2609-4206-D159-100738962903}"/>
                      </a:ext>
                    </a:extLst>
                  </p:cNvPr>
                  <p:cNvSpPr/>
                  <p:nvPr/>
                </p:nvSpPr>
                <p:spPr>
                  <a:xfrm>
                    <a:off x="1040225" y="2521076"/>
                    <a:ext cx="1441894" cy="1441894"/>
                  </a:xfrm>
                  <a:custGeom>
                    <a:avLst/>
                    <a:gdLst>
                      <a:gd name="connsiteX0" fmla="*/ 1441895 w 1441894"/>
                      <a:gd name="connsiteY0" fmla="*/ 720947 h 1441894"/>
                      <a:gd name="connsiteX1" fmla="*/ 720947 w 1441894"/>
                      <a:gd name="connsiteY1" fmla="*/ 1441895 h 1441894"/>
                      <a:gd name="connsiteX2" fmla="*/ 0 w 1441894"/>
                      <a:gd name="connsiteY2" fmla="*/ 720947 h 1441894"/>
                      <a:gd name="connsiteX3" fmla="*/ 720947 w 1441894"/>
                      <a:gd name="connsiteY3" fmla="*/ 0 h 1441894"/>
                      <a:gd name="connsiteX4" fmla="*/ 1441895 w 1441894"/>
                      <a:gd name="connsiteY4" fmla="*/ 720947 h 1441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894" h="1441894">
                        <a:moveTo>
                          <a:pt x="1441895" y="720947"/>
                        </a:moveTo>
                        <a:cubicBezTo>
                          <a:pt x="1441895" y="1119115"/>
                          <a:pt x="1119115" y="1441895"/>
                          <a:pt x="720947" y="1441895"/>
                        </a:cubicBezTo>
                        <a:cubicBezTo>
                          <a:pt x="322779" y="1441895"/>
                          <a:pt x="0" y="1119115"/>
                          <a:pt x="0" y="720947"/>
                        </a:cubicBezTo>
                        <a:cubicBezTo>
                          <a:pt x="0" y="322779"/>
                          <a:pt x="322779" y="0"/>
                          <a:pt x="720947" y="0"/>
                        </a:cubicBezTo>
                        <a:cubicBezTo>
                          <a:pt x="1119115" y="0"/>
                          <a:pt x="1441895" y="322779"/>
                          <a:pt x="1441895" y="720947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37" name="Freeform: Shape 536">
                    <a:extLst>
                      <a:ext uri="{FF2B5EF4-FFF2-40B4-BE49-F238E27FC236}">
                        <a16:creationId xmlns:a16="http://schemas.microsoft.com/office/drawing/2014/main" id="{5D4FF063-862F-6E2D-D6BD-B2625EEBC7A4}"/>
                      </a:ext>
                    </a:extLst>
                  </p:cNvPr>
                  <p:cNvSpPr/>
                  <p:nvPr/>
                </p:nvSpPr>
                <p:spPr>
                  <a:xfrm rot="20632800">
                    <a:off x="1125262" y="2605982"/>
                    <a:ext cx="1271777" cy="1271777"/>
                  </a:xfrm>
                  <a:custGeom>
                    <a:avLst/>
                    <a:gdLst>
                      <a:gd name="connsiteX0" fmla="*/ 1271444 w 1271777"/>
                      <a:gd name="connsiteY0" fmla="*/ 635692 h 1271777"/>
                      <a:gd name="connsiteX1" fmla="*/ 635555 w 1271777"/>
                      <a:gd name="connsiteY1" fmla="*/ 1271581 h 1271777"/>
                      <a:gd name="connsiteX2" fmla="*/ -334 w 1271777"/>
                      <a:gd name="connsiteY2" fmla="*/ 635692 h 1271777"/>
                      <a:gd name="connsiteX3" fmla="*/ 635555 w 1271777"/>
                      <a:gd name="connsiteY3" fmla="*/ -197 h 1271777"/>
                      <a:gd name="connsiteX4" fmla="*/ 1271444 w 1271777"/>
                      <a:gd name="connsiteY4" fmla="*/ 635692 h 12717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1777" h="1271777">
                        <a:moveTo>
                          <a:pt x="1271444" y="635692"/>
                        </a:moveTo>
                        <a:cubicBezTo>
                          <a:pt x="1271444" y="986883"/>
                          <a:pt x="986747" y="1271581"/>
                          <a:pt x="635555" y="1271581"/>
                        </a:cubicBezTo>
                        <a:cubicBezTo>
                          <a:pt x="284364" y="1271581"/>
                          <a:pt x="-334" y="986883"/>
                          <a:pt x="-334" y="635692"/>
                        </a:cubicBezTo>
                        <a:cubicBezTo>
                          <a:pt x="-334" y="284500"/>
                          <a:pt x="284364" y="-197"/>
                          <a:pt x="635555" y="-197"/>
                        </a:cubicBezTo>
                        <a:cubicBezTo>
                          <a:pt x="986747" y="-197"/>
                          <a:pt x="1271444" y="284500"/>
                          <a:pt x="1271444" y="6356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0" name="TextBox 619">
                  <a:extLst>
                    <a:ext uri="{FF2B5EF4-FFF2-40B4-BE49-F238E27FC236}">
                      <a16:creationId xmlns:a16="http://schemas.microsoft.com/office/drawing/2014/main" id="{918E7238-3BFF-B4F6-DD9E-E12977AC49B8}"/>
                    </a:ext>
                  </a:extLst>
                </p:cNvPr>
                <p:cNvSpPr txBox="1"/>
                <p:nvPr/>
              </p:nvSpPr>
              <p:spPr>
                <a:xfrm>
                  <a:off x="836367" y="4397438"/>
                  <a:ext cx="1696631" cy="1308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Create</a:t>
                  </a: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Yellow is a color of happiness, friendliness, and warning.</a:t>
                  </a:r>
                </a:p>
              </p:txBody>
            </p:sp>
          </p:grpSp>
          <p:grpSp>
            <p:nvGrpSpPr>
              <p:cNvPr id="628" name="Group 627">
                <a:extLst>
                  <a:ext uri="{FF2B5EF4-FFF2-40B4-BE49-F238E27FC236}">
                    <a16:creationId xmlns:a16="http://schemas.microsoft.com/office/drawing/2014/main" id="{D2DA9DAB-5B96-4C92-8ACF-7B52BE2EF4B0}"/>
                  </a:ext>
                </a:extLst>
              </p:cNvPr>
              <p:cNvGrpSpPr/>
              <p:nvPr/>
            </p:nvGrpSpPr>
            <p:grpSpPr>
              <a:xfrm>
                <a:off x="3082974" y="2393917"/>
                <a:ext cx="1696212" cy="3588570"/>
                <a:chOff x="3040701" y="2393917"/>
                <a:chExt cx="1696212" cy="3588570"/>
              </a:xfrm>
            </p:grpSpPr>
            <p:grpSp>
              <p:nvGrpSpPr>
                <p:cNvPr id="612" name="Group 611">
                  <a:extLst>
                    <a:ext uri="{FF2B5EF4-FFF2-40B4-BE49-F238E27FC236}">
                      <a16:creationId xmlns:a16="http://schemas.microsoft.com/office/drawing/2014/main" id="{1B9D1464-AA78-E2CF-1EC0-597FEAB8B504}"/>
                    </a:ext>
                  </a:extLst>
                </p:cNvPr>
                <p:cNvGrpSpPr/>
                <p:nvPr/>
              </p:nvGrpSpPr>
              <p:grpSpPr>
                <a:xfrm>
                  <a:off x="3040701" y="2393917"/>
                  <a:ext cx="1696212" cy="1696212"/>
                  <a:chOff x="3160394" y="2393917"/>
                  <a:chExt cx="1696212" cy="1696212"/>
                </a:xfrm>
              </p:grpSpPr>
              <p:sp>
                <p:nvSpPr>
                  <p:cNvPr id="557" name="Freeform: Shape 556">
                    <a:extLst>
                      <a:ext uri="{FF2B5EF4-FFF2-40B4-BE49-F238E27FC236}">
                        <a16:creationId xmlns:a16="http://schemas.microsoft.com/office/drawing/2014/main" id="{A981DBEA-9E1D-7667-A64A-286CACA3F263}"/>
                      </a:ext>
                    </a:extLst>
                  </p:cNvPr>
                  <p:cNvSpPr/>
                  <p:nvPr/>
                </p:nvSpPr>
                <p:spPr>
                  <a:xfrm>
                    <a:off x="3160394" y="2393917"/>
                    <a:ext cx="1696212" cy="1696212"/>
                  </a:xfrm>
                  <a:custGeom>
                    <a:avLst/>
                    <a:gdLst>
                      <a:gd name="connsiteX0" fmla="*/ 1696212 w 1696212"/>
                      <a:gd name="connsiteY0" fmla="*/ 848106 h 1696212"/>
                      <a:gd name="connsiteX1" fmla="*/ 848106 w 1696212"/>
                      <a:gd name="connsiteY1" fmla="*/ 1696212 h 1696212"/>
                      <a:gd name="connsiteX2" fmla="*/ 0 w 1696212"/>
                      <a:gd name="connsiteY2" fmla="*/ 848106 h 1696212"/>
                      <a:gd name="connsiteX3" fmla="*/ 848106 w 1696212"/>
                      <a:gd name="connsiteY3" fmla="*/ 0 h 1696212"/>
                      <a:gd name="connsiteX4" fmla="*/ 1696212 w 1696212"/>
                      <a:gd name="connsiteY4" fmla="*/ 848106 h 1696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96212" h="1696212">
                        <a:moveTo>
                          <a:pt x="1696212" y="848106"/>
                        </a:moveTo>
                        <a:cubicBezTo>
                          <a:pt x="1696212" y="1316502"/>
                          <a:pt x="1316502" y="1696212"/>
                          <a:pt x="848106" y="1696212"/>
                        </a:cubicBezTo>
                        <a:cubicBezTo>
                          <a:pt x="379710" y="1696212"/>
                          <a:pt x="0" y="1316502"/>
                          <a:pt x="0" y="848106"/>
                        </a:cubicBezTo>
                        <a:cubicBezTo>
                          <a:pt x="0" y="379710"/>
                          <a:pt x="379710" y="0"/>
                          <a:pt x="848106" y="0"/>
                        </a:cubicBezTo>
                        <a:cubicBezTo>
                          <a:pt x="1316502" y="0"/>
                          <a:pt x="1696212" y="379710"/>
                          <a:pt x="1696212" y="84810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  <a:effectLst>
                    <a:outerShdw blurRad="50800" dist="508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58" name="Freeform: Shape 557">
                    <a:extLst>
                      <a:ext uri="{FF2B5EF4-FFF2-40B4-BE49-F238E27FC236}">
                        <a16:creationId xmlns:a16="http://schemas.microsoft.com/office/drawing/2014/main" id="{BA7049EE-C81A-6E97-0E10-0616A488442F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3260502" y="2494072"/>
                    <a:ext cx="1495806" cy="1495806"/>
                  </a:xfrm>
                  <a:custGeom>
                    <a:avLst/>
                    <a:gdLst>
                      <a:gd name="connsiteX0" fmla="*/ 1495473 w 1495806"/>
                      <a:gd name="connsiteY0" fmla="*/ 747706 h 1495806"/>
                      <a:gd name="connsiteX1" fmla="*/ 747569 w 1495806"/>
                      <a:gd name="connsiteY1" fmla="*/ 1495609 h 1495806"/>
                      <a:gd name="connsiteX2" fmla="*/ -334 w 1495806"/>
                      <a:gd name="connsiteY2" fmla="*/ 747706 h 1495806"/>
                      <a:gd name="connsiteX3" fmla="*/ 747569 w 1495806"/>
                      <a:gd name="connsiteY3" fmla="*/ -197 h 1495806"/>
                      <a:gd name="connsiteX4" fmla="*/ 1495473 w 1495806"/>
                      <a:gd name="connsiteY4" fmla="*/ 747706 h 14958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95806" h="1495806">
                        <a:moveTo>
                          <a:pt x="1495473" y="747706"/>
                        </a:moveTo>
                        <a:cubicBezTo>
                          <a:pt x="1495473" y="1160762"/>
                          <a:pt x="1160625" y="1495609"/>
                          <a:pt x="747569" y="1495609"/>
                        </a:cubicBezTo>
                        <a:cubicBezTo>
                          <a:pt x="334514" y="1495609"/>
                          <a:pt x="-334" y="1160762"/>
                          <a:pt x="-334" y="747706"/>
                        </a:cubicBezTo>
                        <a:cubicBezTo>
                          <a:pt x="-334" y="334651"/>
                          <a:pt x="334514" y="-197"/>
                          <a:pt x="747569" y="-197"/>
                        </a:cubicBezTo>
                        <a:cubicBezTo>
                          <a:pt x="1160625" y="-197"/>
                          <a:pt x="1495473" y="334651"/>
                          <a:pt x="1495473" y="74770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59" name="Freeform: Shape 558">
                    <a:extLst>
                      <a:ext uri="{FF2B5EF4-FFF2-40B4-BE49-F238E27FC236}">
                        <a16:creationId xmlns:a16="http://schemas.microsoft.com/office/drawing/2014/main" id="{588958F5-391A-2AFE-9A2C-B3E2C2E8A1E8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3287457" y="2521027"/>
                    <a:ext cx="1441894" cy="1441894"/>
                  </a:xfrm>
                  <a:custGeom>
                    <a:avLst/>
                    <a:gdLst>
                      <a:gd name="connsiteX0" fmla="*/ 1441562 w 1441894"/>
                      <a:gd name="connsiteY0" fmla="*/ 720750 h 1441894"/>
                      <a:gd name="connsiteX1" fmla="*/ 720614 w 1441894"/>
                      <a:gd name="connsiteY1" fmla="*/ 1441698 h 1441894"/>
                      <a:gd name="connsiteX2" fmla="*/ -333 w 1441894"/>
                      <a:gd name="connsiteY2" fmla="*/ 720750 h 1441894"/>
                      <a:gd name="connsiteX3" fmla="*/ 720614 w 1441894"/>
                      <a:gd name="connsiteY3" fmla="*/ -197 h 1441894"/>
                      <a:gd name="connsiteX4" fmla="*/ 1441562 w 1441894"/>
                      <a:gd name="connsiteY4" fmla="*/ 720750 h 1441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894" h="1441894">
                        <a:moveTo>
                          <a:pt x="1441562" y="720750"/>
                        </a:moveTo>
                        <a:cubicBezTo>
                          <a:pt x="1441562" y="1118919"/>
                          <a:pt x="1118782" y="1441698"/>
                          <a:pt x="720614" y="1441698"/>
                        </a:cubicBezTo>
                        <a:cubicBezTo>
                          <a:pt x="322446" y="1441698"/>
                          <a:pt x="-333" y="1118919"/>
                          <a:pt x="-333" y="720750"/>
                        </a:cubicBezTo>
                        <a:cubicBezTo>
                          <a:pt x="-333" y="322582"/>
                          <a:pt x="322446" y="-197"/>
                          <a:pt x="720614" y="-197"/>
                        </a:cubicBezTo>
                        <a:cubicBezTo>
                          <a:pt x="1118782" y="-197"/>
                          <a:pt x="1441562" y="322582"/>
                          <a:pt x="1441562" y="720750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60" name="Freeform: Shape 559">
                    <a:extLst>
                      <a:ext uri="{FF2B5EF4-FFF2-40B4-BE49-F238E27FC236}">
                        <a16:creationId xmlns:a16="http://schemas.microsoft.com/office/drawing/2014/main" id="{D89DA056-93A9-253F-ED41-9044CA34E89C}"/>
                      </a:ext>
                    </a:extLst>
                  </p:cNvPr>
                  <p:cNvSpPr/>
                  <p:nvPr/>
                </p:nvSpPr>
                <p:spPr>
                  <a:xfrm rot="16762802">
                    <a:off x="3372945" y="2606428"/>
                    <a:ext cx="1271777" cy="1271777"/>
                  </a:xfrm>
                  <a:custGeom>
                    <a:avLst/>
                    <a:gdLst>
                      <a:gd name="connsiteX0" fmla="*/ 1271445 w 1271777"/>
                      <a:gd name="connsiteY0" fmla="*/ 635692 h 1271777"/>
                      <a:gd name="connsiteX1" fmla="*/ 635556 w 1271777"/>
                      <a:gd name="connsiteY1" fmla="*/ 1271581 h 1271777"/>
                      <a:gd name="connsiteX2" fmla="*/ -333 w 1271777"/>
                      <a:gd name="connsiteY2" fmla="*/ 635692 h 1271777"/>
                      <a:gd name="connsiteX3" fmla="*/ 635556 w 1271777"/>
                      <a:gd name="connsiteY3" fmla="*/ -197 h 1271777"/>
                      <a:gd name="connsiteX4" fmla="*/ 1271445 w 1271777"/>
                      <a:gd name="connsiteY4" fmla="*/ 635692 h 12717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1777" h="1271777">
                        <a:moveTo>
                          <a:pt x="1271445" y="635692"/>
                        </a:moveTo>
                        <a:cubicBezTo>
                          <a:pt x="1271445" y="986884"/>
                          <a:pt x="986748" y="1271581"/>
                          <a:pt x="635556" y="1271581"/>
                        </a:cubicBezTo>
                        <a:cubicBezTo>
                          <a:pt x="284364" y="1271581"/>
                          <a:pt x="-333" y="986884"/>
                          <a:pt x="-333" y="635692"/>
                        </a:cubicBezTo>
                        <a:cubicBezTo>
                          <a:pt x="-333" y="284500"/>
                          <a:pt x="284364" y="-197"/>
                          <a:pt x="635556" y="-197"/>
                        </a:cubicBezTo>
                        <a:cubicBezTo>
                          <a:pt x="986748" y="-197"/>
                          <a:pt x="1271445" y="284500"/>
                          <a:pt x="1271445" y="6356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1" name="TextBox 620">
                  <a:extLst>
                    <a:ext uri="{FF2B5EF4-FFF2-40B4-BE49-F238E27FC236}">
                      <a16:creationId xmlns:a16="http://schemas.microsoft.com/office/drawing/2014/main" id="{CF4693AA-7D5E-4890-C731-A1232BC0CC06}"/>
                    </a:ext>
                  </a:extLst>
                </p:cNvPr>
                <p:cNvSpPr txBox="1"/>
                <p:nvPr/>
              </p:nvSpPr>
              <p:spPr>
                <a:xfrm>
                  <a:off x="3046007" y="4397438"/>
                  <a:ext cx="1685600" cy="15850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Develop &amp; Adjust</a:t>
                  </a: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Blue is a color of serenity, trustworthiness, and welcome.</a:t>
                  </a:r>
                </a:p>
              </p:txBody>
            </p:sp>
          </p:grp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2759CAD7-1317-640F-048C-DF48722F8D87}"/>
                  </a:ext>
                </a:extLst>
              </p:cNvPr>
              <p:cNvGrpSpPr/>
              <p:nvPr/>
            </p:nvGrpSpPr>
            <p:grpSpPr>
              <a:xfrm>
                <a:off x="7575349" y="2393917"/>
                <a:ext cx="1696211" cy="3096128"/>
                <a:chOff x="7457326" y="2393917"/>
                <a:chExt cx="1696211" cy="3096128"/>
              </a:xfrm>
            </p:grpSpPr>
            <p:grpSp>
              <p:nvGrpSpPr>
                <p:cNvPr id="611" name="Group 610">
                  <a:extLst>
                    <a:ext uri="{FF2B5EF4-FFF2-40B4-BE49-F238E27FC236}">
                      <a16:creationId xmlns:a16="http://schemas.microsoft.com/office/drawing/2014/main" id="{1F699301-B600-2DF6-C118-88E44096B19D}"/>
                    </a:ext>
                  </a:extLst>
                </p:cNvPr>
                <p:cNvGrpSpPr/>
                <p:nvPr/>
              </p:nvGrpSpPr>
              <p:grpSpPr>
                <a:xfrm>
                  <a:off x="7457326" y="2393917"/>
                  <a:ext cx="1696211" cy="1696212"/>
                  <a:chOff x="7748206" y="2393917"/>
                  <a:chExt cx="1696211" cy="1696212"/>
                </a:xfrm>
              </p:grpSpPr>
              <p:sp>
                <p:nvSpPr>
                  <p:cNvPr id="563" name="Freeform: Shape 562">
                    <a:extLst>
                      <a:ext uri="{FF2B5EF4-FFF2-40B4-BE49-F238E27FC236}">
                        <a16:creationId xmlns:a16="http://schemas.microsoft.com/office/drawing/2014/main" id="{5C537961-75B8-9D6B-37E0-EEF6E1500C5A}"/>
                      </a:ext>
                    </a:extLst>
                  </p:cNvPr>
                  <p:cNvSpPr/>
                  <p:nvPr/>
                </p:nvSpPr>
                <p:spPr>
                  <a:xfrm>
                    <a:off x="7748206" y="2393917"/>
                    <a:ext cx="1696211" cy="1696212"/>
                  </a:xfrm>
                  <a:custGeom>
                    <a:avLst/>
                    <a:gdLst>
                      <a:gd name="connsiteX0" fmla="*/ 1696212 w 1696211"/>
                      <a:gd name="connsiteY0" fmla="*/ 848106 h 1696212"/>
                      <a:gd name="connsiteX1" fmla="*/ 848106 w 1696211"/>
                      <a:gd name="connsiteY1" fmla="*/ 1696212 h 1696212"/>
                      <a:gd name="connsiteX2" fmla="*/ 0 w 1696211"/>
                      <a:gd name="connsiteY2" fmla="*/ 848106 h 1696212"/>
                      <a:gd name="connsiteX3" fmla="*/ 848106 w 1696211"/>
                      <a:gd name="connsiteY3" fmla="*/ 0 h 1696212"/>
                      <a:gd name="connsiteX4" fmla="*/ 1696212 w 1696211"/>
                      <a:gd name="connsiteY4" fmla="*/ 848106 h 1696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96211" h="1696212">
                        <a:moveTo>
                          <a:pt x="1696212" y="848106"/>
                        </a:moveTo>
                        <a:cubicBezTo>
                          <a:pt x="1696212" y="1316502"/>
                          <a:pt x="1316502" y="1696212"/>
                          <a:pt x="848106" y="1696212"/>
                        </a:cubicBezTo>
                        <a:cubicBezTo>
                          <a:pt x="379710" y="1696212"/>
                          <a:pt x="0" y="1316502"/>
                          <a:pt x="0" y="848106"/>
                        </a:cubicBezTo>
                        <a:cubicBezTo>
                          <a:pt x="0" y="379710"/>
                          <a:pt x="379710" y="0"/>
                          <a:pt x="848106" y="0"/>
                        </a:cubicBezTo>
                        <a:cubicBezTo>
                          <a:pt x="1316502" y="0"/>
                          <a:pt x="1696212" y="379710"/>
                          <a:pt x="1696212" y="84810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9525" cap="flat">
                    <a:noFill/>
                    <a:prstDash val="solid"/>
                    <a:miter/>
                  </a:ln>
                  <a:effectLst>
                    <a:outerShdw blurRad="50800" dist="508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64" name="Freeform: Shape 563">
                    <a:extLst>
                      <a:ext uri="{FF2B5EF4-FFF2-40B4-BE49-F238E27FC236}">
                        <a16:creationId xmlns:a16="http://schemas.microsoft.com/office/drawing/2014/main" id="{BC8BADCD-3575-9313-5CE7-4D453DCF2274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7848362" y="2494118"/>
                    <a:ext cx="1495806" cy="1495806"/>
                  </a:xfrm>
                  <a:custGeom>
                    <a:avLst/>
                    <a:gdLst>
                      <a:gd name="connsiteX0" fmla="*/ 1495472 w 1495806"/>
                      <a:gd name="connsiteY0" fmla="*/ 747706 h 1495806"/>
                      <a:gd name="connsiteX1" fmla="*/ 747569 w 1495806"/>
                      <a:gd name="connsiteY1" fmla="*/ 1495609 h 1495806"/>
                      <a:gd name="connsiteX2" fmla="*/ -334 w 1495806"/>
                      <a:gd name="connsiteY2" fmla="*/ 747706 h 1495806"/>
                      <a:gd name="connsiteX3" fmla="*/ 747569 w 1495806"/>
                      <a:gd name="connsiteY3" fmla="*/ -197 h 1495806"/>
                      <a:gd name="connsiteX4" fmla="*/ 1495472 w 1495806"/>
                      <a:gd name="connsiteY4" fmla="*/ 747706 h 14958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95806" h="1495806">
                        <a:moveTo>
                          <a:pt x="1495472" y="747706"/>
                        </a:moveTo>
                        <a:cubicBezTo>
                          <a:pt x="1495472" y="1160762"/>
                          <a:pt x="1160625" y="1495609"/>
                          <a:pt x="747569" y="1495609"/>
                        </a:cubicBezTo>
                        <a:cubicBezTo>
                          <a:pt x="334514" y="1495609"/>
                          <a:pt x="-334" y="1160762"/>
                          <a:pt x="-334" y="747706"/>
                        </a:cubicBezTo>
                        <a:cubicBezTo>
                          <a:pt x="-334" y="334651"/>
                          <a:pt x="334513" y="-197"/>
                          <a:pt x="747569" y="-197"/>
                        </a:cubicBezTo>
                        <a:cubicBezTo>
                          <a:pt x="1160624" y="-197"/>
                          <a:pt x="1495472" y="334651"/>
                          <a:pt x="1495472" y="74770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65" name="Freeform: Shape 564">
                    <a:extLst>
                      <a:ext uri="{FF2B5EF4-FFF2-40B4-BE49-F238E27FC236}">
                        <a16:creationId xmlns:a16="http://schemas.microsoft.com/office/drawing/2014/main" id="{48C4582D-F798-C601-BEF1-8E2ECBE842AD}"/>
                      </a:ext>
                    </a:extLst>
                  </p:cNvPr>
                  <p:cNvSpPr/>
                  <p:nvPr/>
                </p:nvSpPr>
                <p:spPr>
                  <a:xfrm rot="16971601">
                    <a:off x="7875783" y="2521306"/>
                    <a:ext cx="1441894" cy="1441894"/>
                  </a:xfrm>
                  <a:custGeom>
                    <a:avLst/>
                    <a:gdLst>
                      <a:gd name="connsiteX0" fmla="*/ 1441561 w 1441894"/>
                      <a:gd name="connsiteY0" fmla="*/ 720750 h 1441894"/>
                      <a:gd name="connsiteX1" fmla="*/ 720614 w 1441894"/>
                      <a:gd name="connsiteY1" fmla="*/ 1441698 h 1441894"/>
                      <a:gd name="connsiteX2" fmla="*/ -332 w 1441894"/>
                      <a:gd name="connsiteY2" fmla="*/ 720750 h 1441894"/>
                      <a:gd name="connsiteX3" fmla="*/ 720614 w 1441894"/>
                      <a:gd name="connsiteY3" fmla="*/ -197 h 1441894"/>
                      <a:gd name="connsiteX4" fmla="*/ 1441561 w 1441894"/>
                      <a:gd name="connsiteY4" fmla="*/ 720750 h 1441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894" h="1441894">
                        <a:moveTo>
                          <a:pt x="1441561" y="720750"/>
                        </a:moveTo>
                        <a:cubicBezTo>
                          <a:pt x="1441561" y="1118919"/>
                          <a:pt x="1118782" y="1441698"/>
                          <a:pt x="720614" y="1441698"/>
                        </a:cubicBezTo>
                        <a:cubicBezTo>
                          <a:pt x="322446" y="1441698"/>
                          <a:pt x="-332" y="1118919"/>
                          <a:pt x="-332" y="720750"/>
                        </a:cubicBezTo>
                        <a:cubicBezTo>
                          <a:pt x="-332" y="322582"/>
                          <a:pt x="322447" y="-197"/>
                          <a:pt x="720614" y="-197"/>
                        </a:cubicBezTo>
                        <a:cubicBezTo>
                          <a:pt x="1118783" y="-197"/>
                          <a:pt x="1441561" y="322582"/>
                          <a:pt x="1441561" y="720750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66" name="Freeform: Shape 565">
                    <a:extLst>
                      <a:ext uri="{FF2B5EF4-FFF2-40B4-BE49-F238E27FC236}">
                        <a16:creationId xmlns:a16="http://schemas.microsoft.com/office/drawing/2014/main" id="{A39493E5-E775-E9BF-5212-7A31EC256661}"/>
                      </a:ext>
                    </a:extLst>
                  </p:cNvPr>
                  <p:cNvSpPr/>
                  <p:nvPr/>
                </p:nvSpPr>
                <p:spPr>
                  <a:xfrm rot="16654199">
                    <a:off x="7960854" y="2606294"/>
                    <a:ext cx="1271778" cy="1271778"/>
                  </a:xfrm>
                  <a:custGeom>
                    <a:avLst/>
                    <a:gdLst>
                      <a:gd name="connsiteX0" fmla="*/ 1271445 w 1271778"/>
                      <a:gd name="connsiteY0" fmla="*/ 635692 h 1271778"/>
                      <a:gd name="connsiteX1" fmla="*/ 635556 w 1271778"/>
                      <a:gd name="connsiteY1" fmla="*/ 1271581 h 1271778"/>
                      <a:gd name="connsiteX2" fmla="*/ -333 w 1271778"/>
                      <a:gd name="connsiteY2" fmla="*/ 635692 h 1271778"/>
                      <a:gd name="connsiteX3" fmla="*/ 635556 w 1271778"/>
                      <a:gd name="connsiteY3" fmla="*/ -197 h 1271778"/>
                      <a:gd name="connsiteX4" fmla="*/ 1271445 w 1271778"/>
                      <a:gd name="connsiteY4" fmla="*/ 635692 h 1271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1778" h="1271778">
                        <a:moveTo>
                          <a:pt x="1271445" y="635692"/>
                        </a:moveTo>
                        <a:cubicBezTo>
                          <a:pt x="1271445" y="986884"/>
                          <a:pt x="986748" y="1271581"/>
                          <a:pt x="635556" y="1271581"/>
                        </a:cubicBezTo>
                        <a:cubicBezTo>
                          <a:pt x="284365" y="1271581"/>
                          <a:pt x="-333" y="986884"/>
                          <a:pt x="-333" y="635692"/>
                        </a:cubicBezTo>
                        <a:cubicBezTo>
                          <a:pt x="-333" y="284500"/>
                          <a:pt x="284365" y="-197"/>
                          <a:pt x="635556" y="-197"/>
                        </a:cubicBezTo>
                        <a:cubicBezTo>
                          <a:pt x="986748" y="-197"/>
                          <a:pt x="1271445" y="284500"/>
                          <a:pt x="1271445" y="6356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2" name="TextBox 621">
                  <a:extLst>
                    <a:ext uri="{FF2B5EF4-FFF2-40B4-BE49-F238E27FC236}">
                      <a16:creationId xmlns:a16="http://schemas.microsoft.com/office/drawing/2014/main" id="{19C34F46-2DD3-4869-FD82-B1148125B1FB}"/>
                    </a:ext>
                  </a:extLst>
                </p:cNvPr>
                <p:cNvSpPr txBox="1"/>
                <p:nvPr/>
              </p:nvSpPr>
              <p:spPr>
                <a:xfrm flipH="1">
                  <a:off x="7465696" y="4397438"/>
                  <a:ext cx="1679470" cy="1092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Launch</a:t>
                  </a: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Orange is a color of playfulness and energy.</a:t>
                  </a:r>
                </a:p>
              </p:txBody>
            </p:sp>
          </p:grpSp>
          <p:grpSp>
            <p:nvGrpSpPr>
              <p:cNvPr id="627" name="Group 626">
                <a:extLst>
                  <a:ext uri="{FF2B5EF4-FFF2-40B4-BE49-F238E27FC236}">
                    <a16:creationId xmlns:a16="http://schemas.microsoft.com/office/drawing/2014/main" id="{99145EE8-602C-51F2-8B9E-88FD365A583D}"/>
                  </a:ext>
                </a:extLst>
              </p:cNvPr>
              <p:cNvGrpSpPr/>
              <p:nvPr/>
            </p:nvGrpSpPr>
            <p:grpSpPr>
              <a:xfrm>
                <a:off x="5329162" y="2393917"/>
                <a:ext cx="1696211" cy="3311571"/>
                <a:chOff x="5247896" y="2393917"/>
                <a:chExt cx="1696211" cy="3311571"/>
              </a:xfrm>
            </p:grpSpPr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id="{BB07D60E-CEE9-64EC-F866-BDC676845F6F}"/>
                    </a:ext>
                  </a:extLst>
                </p:cNvPr>
                <p:cNvGrpSpPr/>
                <p:nvPr/>
              </p:nvGrpSpPr>
              <p:grpSpPr>
                <a:xfrm>
                  <a:off x="5247896" y="2393917"/>
                  <a:ext cx="1696211" cy="1696212"/>
                  <a:chOff x="5428869" y="2393917"/>
                  <a:chExt cx="1696211" cy="1696212"/>
                </a:xfrm>
              </p:grpSpPr>
              <p:sp>
                <p:nvSpPr>
                  <p:cNvPr id="544" name="Freeform: Shape 543">
                    <a:extLst>
                      <a:ext uri="{FF2B5EF4-FFF2-40B4-BE49-F238E27FC236}">
                        <a16:creationId xmlns:a16="http://schemas.microsoft.com/office/drawing/2014/main" id="{48D45268-203A-A877-68CE-B5EE5447A36E}"/>
                      </a:ext>
                    </a:extLst>
                  </p:cNvPr>
                  <p:cNvSpPr/>
                  <p:nvPr/>
                </p:nvSpPr>
                <p:spPr>
                  <a:xfrm>
                    <a:off x="5428869" y="2393917"/>
                    <a:ext cx="1696211" cy="1696212"/>
                  </a:xfrm>
                  <a:custGeom>
                    <a:avLst/>
                    <a:gdLst>
                      <a:gd name="connsiteX0" fmla="*/ 1696212 w 1696211"/>
                      <a:gd name="connsiteY0" fmla="*/ 848106 h 1696212"/>
                      <a:gd name="connsiteX1" fmla="*/ 848106 w 1696211"/>
                      <a:gd name="connsiteY1" fmla="*/ 1696212 h 1696212"/>
                      <a:gd name="connsiteX2" fmla="*/ 0 w 1696211"/>
                      <a:gd name="connsiteY2" fmla="*/ 848106 h 1696212"/>
                      <a:gd name="connsiteX3" fmla="*/ 848106 w 1696211"/>
                      <a:gd name="connsiteY3" fmla="*/ 0 h 1696212"/>
                      <a:gd name="connsiteX4" fmla="*/ 1696212 w 1696211"/>
                      <a:gd name="connsiteY4" fmla="*/ 848106 h 1696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96211" h="1696212">
                        <a:moveTo>
                          <a:pt x="1696212" y="848106"/>
                        </a:moveTo>
                        <a:cubicBezTo>
                          <a:pt x="1696212" y="1316502"/>
                          <a:pt x="1316502" y="1696212"/>
                          <a:pt x="848106" y="1696212"/>
                        </a:cubicBezTo>
                        <a:cubicBezTo>
                          <a:pt x="379710" y="1696212"/>
                          <a:pt x="0" y="1316502"/>
                          <a:pt x="0" y="848106"/>
                        </a:cubicBezTo>
                        <a:cubicBezTo>
                          <a:pt x="0" y="379710"/>
                          <a:pt x="379710" y="0"/>
                          <a:pt x="848106" y="0"/>
                        </a:cubicBezTo>
                        <a:cubicBezTo>
                          <a:pt x="1316502" y="0"/>
                          <a:pt x="1696212" y="379710"/>
                          <a:pt x="1696212" y="84810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  <a:effectLst>
                    <a:outerShdw blurRad="50800" dist="508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45" name="Freeform: Shape 544">
                    <a:extLst>
                      <a:ext uri="{FF2B5EF4-FFF2-40B4-BE49-F238E27FC236}">
                        <a16:creationId xmlns:a16="http://schemas.microsoft.com/office/drawing/2014/main" id="{EAEBF2AD-A440-C304-BEDB-3098082712DC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5529020" y="2494123"/>
                    <a:ext cx="1495806" cy="1495806"/>
                  </a:xfrm>
                  <a:custGeom>
                    <a:avLst/>
                    <a:gdLst>
                      <a:gd name="connsiteX0" fmla="*/ 1495472 w 1495806"/>
                      <a:gd name="connsiteY0" fmla="*/ 747706 h 1495806"/>
                      <a:gd name="connsiteX1" fmla="*/ 747569 w 1495806"/>
                      <a:gd name="connsiteY1" fmla="*/ 1495609 h 1495806"/>
                      <a:gd name="connsiteX2" fmla="*/ -334 w 1495806"/>
                      <a:gd name="connsiteY2" fmla="*/ 747706 h 1495806"/>
                      <a:gd name="connsiteX3" fmla="*/ 747569 w 1495806"/>
                      <a:gd name="connsiteY3" fmla="*/ -197 h 1495806"/>
                      <a:gd name="connsiteX4" fmla="*/ 1495472 w 1495806"/>
                      <a:gd name="connsiteY4" fmla="*/ 747706 h 14958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95806" h="1495806">
                        <a:moveTo>
                          <a:pt x="1495472" y="747706"/>
                        </a:moveTo>
                        <a:cubicBezTo>
                          <a:pt x="1495472" y="1160762"/>
                          <a:pt x="1160625" y="1495609"/>
                          <a:pt x="747569" y="1495609"/>
                        </a:cubicBezTo>
                        <a:cubicBezTo>
                          <a:pt x="334513" y="1495609"/>
                          <a:pt x="-334" y="1160762"/>
                          <a:pt x="-334" y="747706"/>
                        </a:cubicBezTo>
                        <a:cubicBezTo>
                          <a:pt x="-334" y="334651"/>
                          <a:pt x="334513" y="-197"/>
                          <a:pt x="747569" y="-197"/>
                        </a:cubicBezTo>
                        <a:cubicBezTo>
                          <a:pt x="1160625" y="-197"/>
                          <a:pt x="1495472" y="334651"/>
                          <a:pt x="1495472" y="74770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46" name="Freeform: Shape 545">
                    <a:extLst>
                      <a:ext uri="{FF2B5EF4-FFF2-40B4-BE49-F238E27FC236}">
                        <a16:creationId xmlns:a16="http://schemas.microsoft.com/office/drawing/2014/main" id="{525403E9-14B0-BFF3-B540-C31D99D3131D}"/>
                      </a:ext>
                    </a:extLst>
                  </p:cNvPr>
                  <p:cNvSpPr/>
                  <p:nvPr/>
                </p:nvSpPr>
                <p:spPr>
                  <a:xfrm rot="16971601">
                    <a:off x="5556295" y="2521328"/>
                    <a:ext cx="1441894" cy="1441894"/>
                  </a:xfrm>
                  <a:custGeom>
                    <a:avLst/>
                    <a:gdLst>
                      <a:gd name="connsiteX0" fmla="*/ 1441561 w 1441894"/>
                      <a:gd name="connsiteY0" fmla="*/ 720750 h 1441894"/>
                      <a:gd name="connsiteX1" fmla="*/ 720614 w 1441894"/>
                      <a:gd name="connsiteY1" fmla="*/ 1441698 h 1441894"/>
                      <a:gd name="connsiteX2" fmla="*/ -334 w 1441894"/>
                      <a:gd name="connsiteY2" fmla="*/ 720750 h 1441894"/>
                      <a:gd name="connsiteX3" fmla="*/ 720614 w 1441894"/>
                      <a:gd name="connsiteY3" fmla="*/ -197 h 1441894"/>
                      <a:gd name="connsiteX4" fmla="*/ 1441561 w 1441894"/>
                      <a:gd name="connsiteY4" fmla="*/ 720750 h 1441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894" h="1441894">
                        <a:moveTo>
                          <a:pt x="1441561" y="720750"/>
                        </a:moveTo>
                        <a:cubicBezTo>
                          <a:pt x="1441561" y="1118919"/>
                          <a:pt x="1118782" y="1441698"/>
                          <a:pt x="720614" y="1441698"/>
                        </a:cubicBezTo>
                        <a:cubicBezTo>
                          <a:pt x="322446" y="1441698"/>
                          <a:pt x="-334" y="1118919"/>
                          <a:pt x="-334" y="720750"/>
                        </a:cubicBezTo>
                        <a:cubicBezTo>
                          <a:pt x="-334" y="322582"/>
                          <a:pt x="322446" y="-197"/>
                          <a:pt x="720614" y="-197"/>
                        </a:cubicBezTo>
                        <a:cubicBezTo>
                          <a:pt x="1118782" y="-197"/>
                          <a:pt x="1441561" y="322582"/>
                          <a:pt x="1441561" y="720750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47" name="Freeform: Shape 546">
                    <a:extLst>
                      <a:ext uri="{FF2B5EF4-FFF2-40B4-BE49-F238E27FC236}">
                        <a16:creationId xmlns:a16="http://schemas.microsoft.com/office/drawing/2014/main" id="{D754E196-C981-C77E-51BA-6E42383DBECB}"/>
                      </a:ext>
                    </a:extLst>
                  </p:cNvPr>
                  <p:cNvSpPr/>
                  <p:nvPr/>
                </p:nvSpPr>
                <p:spPr>
                  <a:xfrm rot="16974599">
                    <a:off x="5641556" y="2606523"/>
                    <a:ext cx="1271777" cy="1271777"/>
                  </a:xfrm>
                  <a:custGeom>
                    <a:avLst/>
                    <a:gdLst>
                      <a:gd name="connsiteX0" fmla="*/ 1271444 w 1271777"/>
                      <a:gd name="connsiteY0" fmla="*/ 635692 h 1271777"/>
                      <a:gd name="connsiteX1" fmla="*/ 635555 w 1271777"/>
                      <a:gd name="connsiteY1" fmla="*/ 1271581 h 1271777"/>
                      <a:gd name="connsiteX2" fmla="*/ -334 w 1271777"/>
                      <a:gd name="connsiteY2" fmla="*/ 635692 h 1271777"/>
                      <a:gd name="connsiteX3" fmla="*/ 635555 w 1271777"/>
                      <a:gd name="connsiteY3" fmla="*/ -197 h 1271777"/>
                      <a:gd name="connsiteX4" fmla="*/ 1271444 w 1271777"/>
                      <a:gd name="connsiteY4" fmla="*/ 635692 h 12717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1777" h="1271777">
                        <a:moveTo>
                          <a:pt x="1271444" y="635692"/>
                        </a:moveTo>
                        <a:cubicBezTo>
                          <a:pt x="1271444" y="986884"/>
                          <a:pt x="986747" y="1271581"/>
                          <a:pt x="635555" y="1271581"/>
                        </a:cubicBezTo>
                        <a:cubicBezTo>
                          <a:pt x="284363" y="1271581"/>
                          <a:pt x="-334" y="986884"/>
                          <a:pt x="-334" y="635692"/>
                        </a:cubicBezTo>
                        <a:cubicBezTo>
                          <a:pt x="-334" y="284500"/>
                          <a:pt x="284363" y="-197"/>
                          <a:pt x="635555" y="-197"/>
                        </a:cubicBezTo>
                        <a:cubicBezTo>
                          <a:pt x="986747" y="-197"/>
                          <a:pt x="1271444" y="284500"/>
                          <a:pt x="1271444" y="6356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3" name="TextBox 622">
                  <a:extLst>
                    <a:ext uri="{FF2B5EF4-FFF2-40B4-BE49-F238E27FC236}">
                      <a16:creationId xmlns:a16="http://schemas.microsoft.com/office/drawing/2014/main" id="{F34941CE-DA31-9EA0-1CDD-492EAC19AA73}"/>
                    </a:ext>
                  </a:extLst>
                </p:cNvPr>
                <p:cNvSpPr txBox="1"/>
                <p:nvPr/>
              </p:nvSpPr>
              <p:spPr>
                <a:xfrm>
                  <a:off x="5250132" y="4397438"/>
                  <a:ext cx="1691739" cy="13080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Finalize</a:t>
                  </a: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Purple is a color of luxury, mystery, and romance.</a:t>
                  </a:r>
                </a:p>
              </p:txBody>
            </p:sp>
          </p:grpSp>
          <p:grpSp>
            <p:nvGrpSpPr>
              <p:cNvPr id="625" name="Group 624">
                <a:extLst>
                  <a:ext uri="{FF2B5EF4-FFF2-40B4-BE49-F238E27FC236}">
                    <a16:creationId xmlns:a16="http://schemas.microsoft.com/office/drawing/2014/main" id="{6031AB57-7515-8B52-43BB-D1E14A2FB78C}"/>
                  </a:ext>
                </a:extLst>
              </p:cNvPr>
              <p:cNvGrpSpPr/>
              <p:nvPr/>
            </p:nvGrpSpPr>
            <p:grpSpPr>
              <a:xfrm>
                <a:off x="9821538" y="2393917"/>
                <a:ext cx="1703969" cy="3086120"/>
                <a:chOff x="9821538" y="2393917"/>
                <a:chExt cx="1703969" cy="3086120"/>
              </a:xfrm>
            </p:grpSpPr>
            <p:grpSp>
              <p:nvGrpSpPr>
                <p:cNvPr id="609" name="Group 608">
                  <a:extLst>
                    <a:ext uri="{FF2B5EF4-FFF2-40B4-BE49-F238E27FC236}">
                      <a16:creationId xmlns:a16="http://schemas.microsoft.com/office/drawing/2014/main" id="{1E11E768-D65F-DFD3-17F7-BC3A174C33D0}"/>
                    </a:ext>
                  </a:extLst>
                </p:cNvPr>
                <p:cNvGrpSpPr/>
                <p:nvPr/>
              </p:nvGrpSpPr>
              <p:grpSpPr>
                <a:xfrm>
                  <a:off x="9825417" y="2393917"/>
                  <a:ext cx="1696211" cy="1696212"/>
                  <a:chOff x="10060305" y="2393917"/>
                  <a:chExt cx="1696211" cy="1696212"/>
                </a:xfrm>
              </p:grpSpPr>
              <p:sp>
                <p:nvSpPr>
                  <p:cNvPr id="572" name="Freeform: Shape 571">
                    <a:extLst>
                      <a:ext uri="{FF2B5EF4-FFF2-40B4-BE49-F238E27FC236}">
                        <a16:creationId xmlns:a16="http://schemas.microsoft.com/office/drawing/2014/main" id="{D96AD7C8-87E7-3B7E-46A4-BBF734FAEB2D}"/>
                      </a:ext>
                    </a:extLst>
                  </p:cNvPr>
                  <p:cNvSpPr/>
                  <p:nvPr/>
                </p:nvSpPr>
                <p:spPr>
                  <a:xfrm>
                    <a:off x="10060305" y="2393917"/>
                    <a:ext cx="1696211" cy="1696212"/>
                  </a:xfrm>
                  <a:custGeom>
                    <a:avLst/>
                    <a:gdLst>
                      <a:gd name="connsiteX0" fmla="*/ 1696212 w 1696211"/>
                      <a:gd name="connsiteY0" fmla="*/ 848106 h 1696212"/>
                      <a:gd name="connsiteX1" fmla="*/ 848106 w 1696211"/>
                      <a:gd name="connsiteY1" fmla="*/ 1696212 h 1696212"/>
                      <a:gd name="connsiteX2" fmla="*/ 0 w 1696211"/>
                      <a:gd name="connsiteY2" fmla="*/ 848106 h 1696212"/>
                      <a:gd name="connsiteX3" fmla="*/ 848106 w 1696211"/>
                      <a:gd name="connsiteY3" fmla="*/ 0 h 1696212"/>
                      <a:gd name="connsiteX4" fmla="*/ 1696212 w 1696211"/>
                      <a:gd name="connsiteY4" fmla="*/ 848106 h 1696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96211" h="1696212">
                        <a:moveTo>
                          <a:pt x="1696212" y="848106"/>
                        </a:moveTo>
                        <a:cubicBezTo>
                          <a:pt x="1696212" y="1316502"/>
                          <a:pt x="1316502" y="1696212"/>
                          <a:pt x="848106" y="1696212"/>
                        </a:cubicBezTo>
                        <a:cubicBezTo>
                          <a:pt x="379710" y="1696212"/>
                          <a:pt x="0" y="1316502"/>
                          <a:pt x="0" y="848106"/>
                        </a:cubicBezTo>
                        <a:cubicBezTo>
                          <a:pt x="0" y="379710"/>
                          <a:pt x="379710" y="0"/>
                          <a:pt x="848106" y="0"/>
                        </a:cubicBezTo>
                        <a:cubicBezTo>
                          <a:pt x="1316502" y="0"/>
                          <a:pt x="1696212" y="379710"/>
                          <a:pt x="1696212" y="84810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9525" cap="flat">
                    <a:noFill/>
                    <a:prstDash val="solid"/>
                    <a:miter/>
                  </a:ln>
                  <a:effectLst>
                    <a:outerShdw blurRad="50800" dist="50800" dir="8100000" algn="t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3" name="Freeform: Shape 572">
                    <a:extLst>
                      <a:ext uri="{FF2B5EF4-FFF2-40B4-BE49-F238E27FC236}">
                        <a16:creationId xmlns:a16="http://schemas.microsoft.com/office/drawing/2014/main" id="{3B032DCD-475A-B200-0A06-C82246544436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10160491" y="2494088"/>
                    <a:ext cx="1495806" cy="1495806"/>
                  </a:xfrm>
                  <a:custGeom>
                    <a:avLst/>
                    <a:gdLst>
                      <a:gd name="connsiteX0" fmla="*/ 1495474 w 1495806"/>
                      <a:gd name="connsiteY0" fmla="*/ 747706 h 1495806"/>
                      <a:gd name="connsiteX1" fmla="*/ 747570 w 1495806"/>
                      <a:gd name="connsiteY1" fmla="*/ 1495609 h 1495806"/>
                      <a:gd name="connsiteX2" fmla="*/ -333 w 1495806"/>
                      <a:gd name="connsiteY2" fmla="*/ 747706 h 1495806"/>
                      <a:gd name="connsiteX3" fmla="*/ 747570 w 1495806"/>
                      <a:gd name="connsiteY3" fmla="*/ -197 h 1495806"/>
                      <a:gd name="connsiteX4" fmla="*/ 1495474 w 1495806"/>
                      <a:gd name="connsiteY4" fmla="*/ 747706 h 14958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95806" h="1495806">
                        <a:moveTo>
                          <a:pt x="1495474" y="747706"/>
                        </a:moveTo>
                        <a:cubicBezTo>
                          <a:pt x="1495474" y="1160762"/>
                          <a:pt x="1160626" y="1495609"/>
                          <a:pt x="747570" y="1495609"/>
                        </a:cubicBezTo>
                        <a:cubicBezTo>
                          <a:pt x="334515" y="1495609"/>
                          <a:pt x="-333" y="1160762"/>
                          <a:pt x="-333" y="747706"/>
                        </a:cubicBezTo>
                        <a:cubicBezTo>
                          <a:pt x="-333" y="334651"/>
                          <a:pt x="334514" y="-197"/>
                          <a:pt x="747570" y="-197"/>
                        </a:cubicBezTo>
                        <a:cubicBezTo>
                          <a:pt x="1160625" y="-197"/>
                          <a:pt x="1495474" y="334651"/>
                          <a:pt x="1495474" y="74770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4" name="Freeform: Shape 573">
                    <a:extLst>
                      <a:ext uri="{FF2B5EF4-FFF2-40B4-BE49-F238E27FC236}">
                        <a16:creationId xmlns:a16="http://schemas.microsoft.com/office/drawing/2014/main" id="{252ED7EC-1A56-BBE7-56BA-85FADC638E57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10187447" y="2521043"/>
                    <a:ext cx="1441894" cy="1441894"/>
                  </a:xfrm>
                  <a:custGeom>
                    <a:avLst/>
                    <a:gdLst>
                      <a:gd name="connsiteX0" fmla="*/ 1441561 w 1441894"/>
                      <a:gd name="connsiteY0" fmla="*/ 720750 h 1441894"/>
                      <a:gd name="connsiteX1" fmla="*/ 720614 w 1441894"/>
                      <a:gd name="connsiteY1" fmla="*/ 1441698 h 1441894"/>
                      <a:gd name="connsiteX2" fmla="*/ -333 w 1441894"/>
                      <a:gd name="connsiteY2" fmla="*/ 720750 h 1441894"/>
                      <a:gd name="connsiteX3" fmla="*/ 720614 w 1441894"/>
                      <a:gd name="connsiteY3" fmla="*/ -197 h 1441894"/>
                      <a:gd name="connsiteX4" fmla="*/ 1441561 w 1441894"/>
                      <a:gd name="connsiteY4" fmla="*/ 720750 h 1441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894" h="1441894">
                        <a:moveTo>
                          <a:pt x="1441561" y="720750"/>
                        </a:moveTo>
                        <a:cubicBezTo>
                          <a:pt x="1441561" y="1118919"/>
                          <a:pt x="1118782" y="1441698"/>
                          <a:pt x="720614" y="1441698"/>
                        </a:cubicBezTo>
                        <a:cubicBezTo>
                          <a:pt x="322445" y="1441698"/>
                          <a:pt x="-333" y="1118919"/>
                          <a:pt x="-333" y="720750"/>
                        </a:cubicBezTo>
                        <a:cubicBezTo>
                          <a:pt x="-333" y="322582"/>
                          <a:pt x="322447" y="-197"/>
                          <a:pt x="720614" y="-197"/>
                        </a:cubicBezTo>
                        <a:cubicBezTo>
                          <a:pt x="1118783" y="-197"/>
                          <a:pt x="1441561" y="322582"/>
                          <a:pt x="1441561" y="720750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5" name="Freeform: Shape 574">
                    <a:extLst>
                      <a:ext uri="{FF2B5EF4-FFF2-40B4-BE49-F238E27FC236}">
                        <a16:creationId xmlns:a16="http://schemas.microsoft.com/office/drawing/2014/main" id="{7C250B46-50BB-F0B5-B5BF-847D8D246453}"/>
                      </a:ext>
                    </a:extLst>
                  </p:cNvPr>
                  <p:cNvSpPr/>
                  <p:nvPr/>
                </p:nvSpPr>
                <p:spPr>
                  <a:xfrm rot="16753201">
                    <a:off x="10272999" y="2606362"/>
                    <a:ext cx="1271777" cy="1271777"/>
                  </a:xfrm>
                  <a:custGeom>
                    <a:avLst/>
                    <a:gdLst>
                      <a:gd name="connsiteX0" fmla="*/ 1271445 w 1271777"/>
                      <a:gd name="connsiteY0" fmla="*/ 635692 h 1271777"/>
                      <a:gd name="connsiteX1" fmla="*/ 635556 w 1271777"/>
                      <a:gd name="connsiteY1" fmla="*/ 1271581 h 1271777"/>
                      <a:gd name="connsiteX2" fmla="*/ -333 w 1271777"/>
                      <a:gd name="connsiteY2" fmla="*/ 635692 h 1271777"/>
                      <a:gd name="connsiteX3" fmla="*/ 635556 w 1271777"/>
                      <a:gd name="connsiteY3" fmla="*/ -197 h 1271777"/>
                      <a:gd name="connsiteX4" fmla="*/ 1271445 w 1271777"/>
                      <a:gd name="connsiteY4" fmla="*/ 635692 h 12717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1777" h="1271777">
                        <a:moveTo>
                          <a:pt x="1271445" y="635692"/>
                        </a:moveTo>
                        <a:cubicBezTo>
                          <a:pt x="1271445" y="986883"/>
                          <a:pt x="986747" y="1271581"/>
                          <a:pt x="635556" y="1271581"/>
                        </a:cubicBezTo>
                        <a:cubicBezTo>
                          <a:pt x="284364" y="1271581"/>
                          <a:pt x="-333" y="986883"/>
                          <a:pt x="-333" y="635692"/>
                        </a:cubicBezTo>
                        <a:cubicBezTo>
                          <a:pt x="-333" y="284500"/>
                          <a:pt x="284364" y="-197"/>
                          <a:pt x="635556" y="-197"/>
                        </a:cubicBezTo>
                        <a:cubicBezTo>
                          <a:pt x="986747" y="-197"/>
                          <a:pt x="1271445" y="284500"/>
                          <a:pt x="1271445" y="6356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4" name="TextBox 623">
                  <a:extLst>
                    <a:ext uri="{FF2B5EF4-FFF2-40B4-BE49-F238E27FC236}">
                      <a16:creationId xmlns:a16="http://schemas.microsoft.com/office/drawing/2014/main" id="{0A785081-D4AC-40B7-6E41-5A9A159141B2}"/>
                    </a:ext>
                  </a:extLst>
                </p:cNvPr>
                <p:cNvSpPr txBox="1"/>
                <p:nvPr/>
              </p:nvSpPr>
              <p:spPr>
                <a:xfrm flipH="1">
                  <a:off x="9821538" y="4387430"/>
                  <a:ext cx="1703969" cy="1092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Project Close</a:t>
                  </a:r>
                  <a:endPara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Pink is a color of feminism, youth, and innocence.</a:t>
                  </a:r>
                </a:p>
              </p:txBody>
            </p:sp>
          </p:grpSp>
        </p:grpSp>
      </p:grpSp>
      <p:pic>
        <p:nvPicPr>
          <p:cNvPr id="3074" name="Picture 2" descr="Create - Free edit tools icons">
            <a:extLst>
              <a:ext uri="{FF2B5EF4-FFF2-40B4-BE49-F238E27FC236}">
                <a16:creationId xmlns:a16="http://schemas.microsoft.com/office/drawing/2014/main" id="{A475232A-6246-6CE9-95A0-A6BD53C2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107" y="2808159"/>
            <a:ext cx="795876" cy="79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evelop Icons - Free SVG &amp; PNG Develop Images - Noun Project">
            <a:extLst>
              <a:ext uri="{FF2B5EF4-FFF2-40B4-BE49-F238E27FC236}">
                <a16:creationId xmlns:a16="http://schemas.microsoft.com/office/drawing/2014/main" id="{87B2C001-D514-ED18-33D4-C23208CF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830" y="2792870"/>
            <a:ext cx="765822" cy="76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12 finish Vector Icons free download in SVG, PNG Format">
            <a:extLst>
              <a:ext uri="{FF2B5EF4-FFF2-40B4-BE49-F238E27FC236}">
                <a16:creationId xmlns:a16="http://schemas.microsoft.com/office/drawing/2014/main" id="{B7F9B233-16DA-82B3-7600-81218B05F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067" y="2744885"/>
            <a:ext cx="922424" cy="92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Launch - Free hands and gestures icons">
            <a:extLst>
              <a:ext uri="{FF2B5EF4-FFF2-40B4-BE49-F238E27FC236}">
                <a16:creationId xmlns:a16="http://schemas.microsoft.com/office/drawing/2014/main" id="{C75C9E6C-7908-282F-C203-677725EA9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823" y="2744885"/>
            <a:ext cx="914982" cy="91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Project closing management Vector Icons free download in SVG, PNG Format">
            <a:extLst>
              <a:ext uri="{FF2B5EF4-FFF2-40B4-BE49-F238E27FC236}">
                <a16:creationId xmlns:a16="http://schemas.microsoft.com/office/drawing/2014/main" id="{14EAA896-3422-2E3D-E48C-7FE6A143F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454" y="2579990"/>
            <a:ext cx="1244772" cy="124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608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8" name="Group 5707">
            <a:extLst>
              <a:ext uri="{FF2B5EF4-FFF2-40B4-BE49-F238E27FC236}">
                <a16:creationId xmlns:a16="http://schemas.microsoft.com/office/drawing/2014/main" id="{810A77E1-42C0-FB92-610C-C84801ADF209}"/>
              </a:ext>
            </a:extLst>
          </p:cNvPr>
          <p:cNvGrpSpPr/>
          <p:nvPr/>
        </p:nvGrpSpPr>
        <p:grpSpPr>
          <a:xfrm>
            <a:off x="643700" y="2355786"/>
            <a:ext cx="10904600" cy="3507295"/>
            <a:chOff x="668337" y="1746186"/>
            <a:chExt cx="10904600" cy="35072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B0BC501-98CB-BFA4-497A-3CBBFB1F75E4}"/>
                </a:ext>
              </a:extLst>
            </p:cNvPr>
            <p:cNvSpPr/>
            <p:nvPr/>
          </p:nvSpPr>
          <p:spPr>
            <a:xfrm>
              <a:off x="4725510" y="1746186"/>
              <a:ext cx="2699956" cy="2338197"/>
            </a:xfrm>
            <a:custGeom>
              <a:avLst/>
              <a:gdLst>
                <a:gd name="connsiteX0" fmla="*/ 2025015 w 2699956"/>
                <a:gd name="connsiteY0" fmla="*/ 0 h 2338197"/>
                <a:gd name="connsiteX1" fmla="*/ 675037 w 2699956"/>
                <a:gd name="connsiteY1" fmla="*/ 0 h 2338197"/>
                <a:gd name="connsiteX2" fmla="*/ 0 w 2699956"/>
                <a:gd name="connsiteY2" fmla="*/ 1169099 h 2338197"/>
                <a:gd name="connsiteX3" fmla="*/ 675037 w 2699956"/>
                <a:gd name="connsiteY3" fmla="*/ 2338197 h 2338197"/>
                <a:gd name="connsiteX4" fmla="*/ 2025015 w 2699956"/>
                <a:gd name="connsiteY4" fmla="*/ 2338197 h 2338197"/>
                <a:gd name="connsiteX5" fmla="*/ 2699956 w 2699956"/>
                <a:gd name="connsiteY5" fmla="*/ 1169099 h 2338197"/>
                <a:gd name="connsiteX6" fmla="*/ 2025015 w 2699956"/>
                <a:gd name="connsiteY6" fmla="*/ 0 h 233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9956" h="2338197">
                  <a:moveTo>
                    <a:pt x="2025015" y="0"/>
                  </a:moveTo>
                  <a:lnTo>
                    <a:pt x="675037" y="0"/>
                  </a:lnTo>
                  <a:lnTo>
                    <a:pt x="0" y="1169099"/>
                  </a:lnTo>
                  <a:lnTo>
                    <a:pt x="675037" y="2338197"/>
                  </a:lnTo>
                  <a:lnTo>
                    <a:pt x="2025015" y="2338197"/>
                  </a:lnTo>
                  <a:lnTo>
                    <a:pt x="2699956" y="1169099"/>
                  </a:lnTo>
                  <a:lnTo>
                    <a:pt x="202501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99D8E36-EFF4-958A-2816-8D33E56C808B}"/>
                </a:ext>
              </a:extLst>
            </p:cNvPr>
            <p:cNvSpPr/>
            <p:nvPr/>
          </p:nvSpPr>
          <p:spPr>
            <a:xfrm>
              <a:off x="6646608" y="1824672"/>
              <a:ext cx="912304" cy="912304"/>
            </a:xfrm>
            <a:custGeom>
              <a:avLst/>
              <a:gdLst>
                <a:gd name="connsiteX0" fmla="*/ 912304 w 912304"/>
                <a:gd name="connsiteY0" fmla="*/ 456152 h 912304"/>
                <a:gd name="connsiteX1" fmla="*/ 456152 w 912304"/>
                <a:gd name="connsiteY1" fmla="*/ 912305 h 912304"/>
                <a:gd name="connsiteX2" fmla="*/ 0 w 912304"/>
                <a:gd name="connsiteY2" fmla="*/ 456152 h 912304"/>
                <a:gd name="connsiteX3" fmla="*/ 456152 w 912304"/>
                <a:gd name="connsiteY3" fmla="*/ 0 h 912304"/>
                <a:gd name="connsiteX4" fmla="*/ 912304 w 912304"/>
                <a:gd name="connsiteY4" fmla="*/ 456152 h 9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304" h="912304">
                  <a:moveTo>
                    <a:pt x="912304" y="456152"/>
                  </a:moveTo>
                  <a:cubicBezTo>
                    <a:pt x="912304" y="708078"/>
                    <a:pt x="708078" y="912305"/>
                    <a:pt x="456152" y="912305"/>
                  </a:cubicBezTo>
                  <a:cubicBezTo>
                    <a:pt x="204226" y="912305"/>
                    <a:pt x="0" y="708078"/>
                    <a:pt x="0" y="456152"/>
                  </a:cubicBezTo>
                  <a:cubicBezTo>
                    <a:pt x="0" y="204226"/>
                    <a:pt x="204226" y="0"/>
                    <a:pt x="456152" y="0"/>
                  </a:cubicBezTo>
                  <a:cubicBezTo>
                    <a:pt x="708078" y="0"/>
                    <a:pt x="912304" y="204226"/>
                    <a:pt x="912304" y="456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50800" dist="38100" dir="18900000" algn="b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73BD9E2-C017-A2AB-2916-5A78C8915FAA}"/>
                </a:ext>
              </a:extLst>
            </p:cNvPr>
            <p:cNvSpPr/>
            <p:nvPr/>
          </p:nvSpPr>
          <p:spPr>
            <a:xfrm>
              <a:off x="8767825" y="1746186"/>
              <a:ext cx="2699956" cy="2338197"/>
            </a:xfrm>
            <a:custGeom>
              <a:avLst/>
              <a:gdLst>
                <a:gd name="connsiteX0" fmla="*/ 2025014 w 2699956"/>
                <a:gd name="connsiteY0" fmla="*/ 0 h 2338197"/>
                <a:gd name="connsiteX1" fmla="*/ 675037 w 2699956"/>
                <a:gd name="connsiteY1" fmla="*/ 0 h 2338197"/>
                <a:gd name="connsiteX2" fmla="*/ 0 w 2699956"/>
                <a:gd name="connsiteY2" fmla="*/ 1169099 h 2338197"/>
                <a:gd name="connsiteX3" fmla="*/ 675037 w 2699956"/>
                <a:gd name="connsiteY3" fmla="*/ 2338197 h 2338197"/>
                <a:gd name="connsiteX4" fmla="*/ 2025014 w 2699956"/>
                <a:gd name="connsiteY4" fmla="*/ 2338197 h 2338197"/>
                <a:gd name="connsiteX5" fmla="*/ 2699957 w 2699956"/>
                <a:gd name="connsiteY5" fmla="*/ 1169099 h 2338197"/>
                <a:gd name="connsiteX6" fmla="*/ 2025014 w 2699956"/>
                <a:gd name="connsiteY6" fmla="*/ 0 h 233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9956" h="2338197">
                  <a:moveTo>
                    <a:pt x="2025014" y="0"/>
                  </a:moveTo>
                  <a:lnTo>
                    <a:pt x="675037" y="0"/>
                  </a:lnTo>
                  <a:lnTo>
                    <a:pt x="0" y="1169099"/>
                  </a:lnTo>
                  <a:lnTo>
                    <a:pt x="675037" y="2338197"/>
                  </a:lnTo>
                  <a:lnTo>
                    <a:pt x="2025014" y="2338197"/>
                  </a:lnTo>
                  <a:lnTo>
                    <a:pt x="2699957" y="1169099"/>
                  </a:lnTo>
                  <a:lnTo>
                    <a:pt x="2025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8E9C66B-31AB-F566-D6AF-3AA8E1753BF7}"/>
                </a:ext>
              </a:extLst>
            </p:cNvPr>
            <p:cNvSpPr/>
            <p:nvPr/>
          </p:nvSpPr>
          <p:spPr>
            <a:xfrm>
              <a:off x="10660633" y="1824672"/>
              <a:ext cx="912304" cy="912304"/>
            </a:xfrm>
            <a:custGeom>
              <a:avLst/>
              <a:gdLst>
                <a:gd name="connsiteX0" fmla="*/ 912304 w 912304"/>
                <a:gd name="connsiteY0" fmla="*/ 456152 h 912304"/>
                <a:gd name="connsiteX1" fmla="*/ 456152 w 912304"/>
                <a:gd name="connsiteY1" fmla="*/ 912305 h 912304"/>
                <a:gd name="connsiteX2" fmla="*/ -1 w 912304"/>
                <a:gd name="connsiteY2" fmla="*/ 456152 h 912304"/>
                <a:gd name="connsiteX3" fmla="*/ 456152 w 912304"/>
                <a:gd name="connsiteY3" fmla="*/ 0 h 912304"/>
                <a:gd name="connsiteX4" fmla="*/ 912304 w 912304"/>
                <a:gd name="connsiteY4" fmla="*/ 456152 h 9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304" h="912304">
                  <a:moveTo>
                    <a:pt x="912304" y="456152"/>
                  </a:moveTo>
                  <a:cubicBezTo>
                    <a:pt x="912304" y="708078"/>
                    <a:pt x="708078" y="912305"/>
                    <a:pt x="456152" y="912305"/>
                  </a:cubicBezTo>
                  <a:cubicBezTo>
                    <a:pt x="204225" y="912305"/>
                    <a:pt x="-1" y="708078"/>
                    <a:pt x="-1" y="456152"/>
                  </a:cubicBezTo>
                  <a:cubicBezTo>
                    <a:pt x="-1" y="204226"/>
                    <a:pt x="204225" y="0"/>
                    <a:pt x="456152" y="0"/>
                  </a:cubicBezTo>
                  <a:cubicBezTo>
                    <a:pt x="708078" y="0"/>
                    <a:pt x="912304" y="204226"/>
                    <a:pt x="912304" y="456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50800" dist="38100" dir="18900000" algn="b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0FF69C-A449-3185-BED9-B79B04EF4E45}"/>
                </a:ext>
              </a:extLst>
            </p:cNvPr>
            <p:cNvSpPr/>
            <p:nvPr/>
          </p:nvSpPr>
          <p:spPr>
            <a:xfrm>
              <a:off x="6754145" y="2915284"/>
              <a:ext cx="2699956" cy="2338197"/>
            </a:xfrm>
            <a:custGeom>
              <a:avLst/>
              <a:gdLst>
                <a:gd name="connsiteX0" fmla="*/ 2024920 w 2699956"/>
                <a:gd name="connsiteY0" fmla="*/ 0 h 2338197"/>
                <a:gd name="connsiteX1" fmla="*/ 675037 w 2699956"/>
                <a:gd name="connsiteY1" fmla="*/ 0 h 2338197"/>
                <a:gd name="connsiteX2" fmla="*/ 0 w 2699956"/>
                <a:gd name="connsiteY2" fmla="*/ 1169099 h 2338197"/>
                <a:gd name="connsiteX3" fmla="*/ 675037 w 2699956"/>
                <a:gd name="connsiteY3" fmla="*/ 2338197 h 2338197"/>
                <a:gd name="connsiteX4" fmla="*/ 2024920 w 2699956"/>
                <a:gd name="connsiteY4" fmla="*/ 2338197 h 2338197"/>
                <a:gd name="connsiteX5" fmla="*/ 2699957 w 2699956"/>
                <a:gd name="connsiteY5" fmla="*/ 1169099 h 2338197"/>
                <a:gd name="connsiteX6" fmla="*/ 2024920 w 2699956"/>
                <a:gd name="connsiteY6" fmla="*/ 0 h 233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9956" h="2338197">
                  <a:moveTo>
                    <a:pt x="2024920" y="0"/>
                  </a:moveTo>
                  <a:lnTo>
                    <a:pt x="675037" y="0"/>
                  </a:lnTo>
                  <a:lnTo>
                    <a:pt x="0" y="1169099"/>
                  </a:lnTo>
                  <a:lnTo>
                    <a:pt x="675037" y="2338197"/>
                  </a:lnTo>
                  <a:lnTo>
                    <a:pt x="2024920" y="2338197"/>
                  </a:lnTo>
                  <a:lnTo>
                    <a:pt x="2699957" y="1169099"/>
                  </a:lnTo>
                  <a:lnTo>
                    <a:pt x="20249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0E9A2BC-FCDE-A572-000A-69B57F957506}"/>
                </a:ext>
              </a:extLst>
            </p:cNvPr>
            <p:cNvSpPr/>
            <p:nvPr/>
          </p:nvSpPr>
          <p:spPr>
            <a:xfrm>
              <a:off x="8653620" y="4251356"/>
              <a:ext cx="912304" cy="912304"/>
            </a:xfrm>
            <a:custGeom>
              <a:avLst/>
              <a:gdLst>
                <a:gd name="connsiteX0" fmla="*/ 912305 w 912304"/>
                <a:gd name="connsiteY0" fmla="*/ 456152 h 912304"/>
                <a:gd name="connsiteX1" fmla="*/ 456152 w 912304"/>
                <a:gd name="connsiteY1" fmla="*/ 912305 h 912304"/>
                <a:gd name="connsiteX2" fmla="*/ 0 w 912304"/>
                <a:gd name="connsiteY2" fmla="*/ 456152 h 912304"/>
                <a:gd name="connsiteX3" fmla="*/ 456152 w 912304"/>
                <a:gd name="connsiteY3" fmla="*/ 0 h 912304"/>
                <a:gd name="connsiteX4" fmla="*/ 912305 w 912304"/>
                <a:gd name="connsiteY4" fmla="*/ 456152 h 9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304" h="912304">
                  <a:moveTo>
                    <a:pt x="912305" y="456152"/>
                  </a:moveTo>
                  <a:cubicBezTo>
                    <a:pt x="912305" y="708078"/>
                    <a:pt x="708078" y="912305"/>
                    <a:pt x="456152" y="912305"/>
                  </a:cubicBezTo>
                  <a:cubicBezTo>
                    <a:pt x="204226" y="912305"/>
                    <a:pt x="0" y="708078"/>
                    <a:pt x="0" y="456152"/>
                  </a:cubicBezTo>
                  <a:cubicBezTo>
                    <a:pt x="0" y="204226"/>
                    <a:pt x="204226" y="0"/>
                    <a:pt x="456152" y="0"/>
                  </a:cubicBezTo>
                  <a:cubicBezTo>
                    <a:pt x="708078" y="0"/>
                    <a:pt x="912305" y="204226"/>
                    <a:pt x="912305" y="456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50800" dist="38100" algn="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3BAD384-EFAA-E08D-CF7C-DCC510A040F0}"/>
                </a:ext>
              </a:extLst>
            </p:cNvPr>
            <p:cNvSpPr/>
            <p:nvPr/>
          </p:nvSpPr>
          <p:spPr>
            <a:xfrm>
              <a:off x="2696971" y="2915284"/>
              <a:ext cx="2699861" cy="2338197"/>
            </a:xfrm>
            <a:custGeom>
              <a:avLst/>
              <a:gdLst>
                <a:gd name="connsiteX0" fmla="*/ 2024920 w 2699861"/>
                <a:gd name="connsiteY0" fmla="*/ 0 h 2338197"/>
                <a:gd name="connsiteX1" fmla="*/ 674942 w 2699861"/>
                <a:gd name="connsiteY1" fmla="*/ 0 h 2338197"/>
                <a:gd name="connsiteX2" fmla="*/ 0 w 2699861"/>
                <a:gd name="connsiteY2" fmla="*/ 1169099 h 2338197"/>
                <a:gd name="connsiteX3" fmla="*/ 674942 w 2699861"/>
                <a:gd name="connsiteY3" fmla="*/ 2338197 h 2338197"/>
                <a:gd name="connsiteX4" fmla="*/ 2024920 w 2699861"/>
                <a:gd name="connsiteY4" fmla="*/ 2338197 h 2338197"/>
                <a:gd name="connsiteX5" fmla="*/ 2699861 w 2699861"/>
                <a:gd name="connsiteY5" fmla="*/ 1169099 h 2338197"/>
                <a:gd name="connsiteX6" fmla="*/ 2024920 w 2699861"/>
                <a:gd name="connsiteY6" fmla="*/ 0 h 233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9861" h="2338197">
                  <a:moveTo>
                    <a:pt x="2024920" y="0"/>
                  </a:moveTo>
                  <a:lnTo>
                    <a:pt x="674942" y="0"/>
                  </a:lnTo>
                  <a:lnTo>
                    <a:pt x="0" y="1169099"/>
                  </a:lnTo>
                  <a:lnTo>
                    <a:pt x="674942" y="2338197"/>
                  </a:lnTo>
                  <a:lnTo>
                    <a:pt x="2024920" y="2338197"/>
                  </a:lnTo>
                  <a:lnTo>
                    <a:pt x="2699861" y="1169099"/>
                  </a:lnTo>
                  <a:lnTo>
                    <a:pt x="202492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1AD66F6-091E-CBF2-9495-9BF591C22195}"/>
                </a:ext>
              </a:extLst>
            </p:cNvPr>
            <p:cNvSpPr/>
            <p:nvPr/>
          </p:nvSpPr>
          <p:spPr>
            <a:xfrm>
              <a:off x="4639690" y="4286885"/>
              <a:ext cx="912304" cy="912304"/>
            </a:xfrm>
            <a:custGeom>
              <a:avLst/>
              <a:gdLst>
                <a:gd name="connsiteX0" fmla="*/ 912304 w 912304"/>
                <a:gd name="connsiteY0" fmla="*/ 456152 h 912304"/>
                <a:gd name="connsiteX1" fmla="*/ 456152 w 912304"/>
                <a:gd name="connsiteY1" fmla="*/ 912305 h 912304"/>
                <a:gd name="connsiteX2" fmla="*/ -1 w 912304"/>
                <a:gd name="connsiteY2" fmla="*/ 456152 h 912304"/>
                <a:gd name="connsiteX3" fmla="*/ 456152 w 912304"/>
                <a:gd name="connsiteY3" fmla="*/ 0 h 912304"/>
                <a:gd name="connsiteX4" fmla="*/ 912304 w 912304"/>
                <a:gd name="connsiteY4" fmla="*/ 456152 h 9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304" h="912304">
                  <a:moveTo>
                    <a:pt x="912304" y="456152"/>
                  </a:moveTo>
                  <a:cubicBezTo>
                    <a:pt x="912304" y="708078"/>
                    <a:pt x="708078" y="912305"/>
                    <a:pt x="456152" y="912305"/>
                  </a:cubicBezTo>
                  <a:cubicBezTo>
                    <a:pt x="204226" y="912305"/>
                    <a:pt x="-1" y="708079"/>
                    <a:pt x="-1" y="456152"/>
                  </a:cubicBezTo>
                  <a:cubicBezTo>
                    <a:pt x="-1" y="204226"/>
                    <a:pt x="204226" y="0"/>
                    <a:pt x="456152" y="0"/>
                  </a:cubicBezTo>
                  <a:cubicBezTo>
                    <a:pt x="708078" y="0"/>
                    <a:pt x="912304" y="204226"/>
                    <a:pt x="912304" y="456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50800" dist="38100" algn="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00A1094-2D67-C35E-7AA0-FBC7A4348464}"/>
                </a:ext>
              </a:extLst>
            </p:cNvPr>
            <p:cNvSpPr/>
            <p:nvPr/>
          </p:nvSpPr>
          <p:spPr>
            <a:xfrm>
              <a:off x="668337" y="1746186"/>
              <a:ext cx="2699861" cy="2338197"/>
            </a:xfrm>
            <a:custGeom>
              <a:avLst/>
              <a:gdLst>
                <a:gd name="connsiteX0" fmla="*/ 2024920 w 2699861"/>
                <a:gd name="connsiteY0" fmla="*/ 0 h 2338197"/>
                <a:gd name="connsiteX1" fmla="*/ 674942 w 2699861"/>
                <a:gd name="connsiteY1" fmla="*/ 0 h 2338197"/>
                <a:gd name="connsiteX2" fmla="*/ 0 w 2699861"/>
                <a:gd name="connsiteY2" fmla="*/ 1169099 h 2338197"/>
                <a:gd name="connsiteX3" fmla="*/ 674942 w 2699861"/>
                <a:gd name="connsiteY3" fmla="*/ 2338197 h 2338197"/>
                <a:gd name="connsiteX4" fmla="*/ 2024920 w 2699861"/>
                <a:gd name="connsiteY4" fmla="*/ 2338197 h 2338197"/>
                <a:gd name="connsiteX5" fmla="*/ 2699861 w 2699861"/>
                <a:gd name="connsiteY5" fmla="*/ 1169099 h 2338197"/>
                <a:gd name="connsiteX6" fmla="*/ 2024920 w 2699861"/>
                <a:gd name="connsiteY6" fmla="*/ 0 h 233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9861" h="2338197">
                  <a:moveTo>
                    <a:pt x="2024920" y="0"/>
                  </a:moveTo>
                  <a:lnTo>
                    <a:pt x="674942" y="0"/>
                  </a:lnTo>
                  <a:lnTo>
                    <a:pt x="0" y="1169099"/>
                  </a:lnTo>
                  <a:lnTo>
                    <a:pt x="674942" y="2338197"/>
                  </a:lnTo>
                  <a:lnTo>
                    <a:pt x="2024920" y="2338197"/>
                  </a:lnTo>
                  <a:lnTo>
                    <a:pt x="2699861" y="1169099"/>
                  </a:lnTo>
                  <a:lnTo>
                    <a:pt x="20249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A29D032-8955-9743-8734-500DEF1F2C36}"/>
                </a:ext>
              </a:extLst>
            </p:cNvPr>
            <p:cNvSpPr/>
            <p:nvPr/>
          </p:nvSpPr>
          <p:spPr>
            <a:xfrm>
              <a:off x="2515901" y="1824672"/>
              <a:ext cx="912304" cy="912304"/>
            </a:xfrm>
            <a:custGeom>
              <a:avLst/>
              <a:gdLst>
                <a:gd name="connsiteX0" fmla="*/ 912305 w 912304"/>
                <a:gd name="connsiteY0" fmla="*/ 456152 h 912304"/>
                <a:gd name="connsiteX1" fmla="*/ 456152 w 912304"/>
                <a:gd name="connsiteY1" fmla="*/ 912305 h 912304"/>
                <a:gd name="connsiteX2" fmla="*/ 0 w 912304"/>
                <a:gd name="connsiteY2" fmla="*/ 456152 h 912304"/>
                <a:gd name="connsiteX3" fmla="*/ 456152 w 912304"/>
                <a:gd name="connsiteY3" fmla="*/ 0 h 912304"/>
                <a:gd name="connsiteX4" fmla="*/ 912305 w 912304"/>
                <a:gd name="connsiteY4" fmla="*/ 456152 h 91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304" h="912304">
                  <a:moveTo>
                    <a:pt x="912305" y="456152"/>
                  </a:moveTo>
                  <a:cubicBezTo>
                    <a:pt x="912305" y="708078"/>
                    <a:pt x="708078" y="912305"/>
                    <a:pt x="456152" y="912305"/>
                  </a:cubicBezTo>
                  <a:cubicBezTo>
                    <a:pt x="204226" y="912305"/>
                    <a:pt x="0" y="708078"/>
                    <a:pt x="0" y="456152"/>
                  </a:cubicBezTo>
                  <a:cubicBezTo>
                    <a:pt x="0" y="204226"/>
                    <a:pt x="204226" y="0"/>
                    <a:pt x="456152" y="0"/>
                  </a:cubicBezTo>
                  <a:cubicBezTo>
                    <a:pt x="708078" y="0"/>
                    <a:pt x="912305" y="204226"/>
                    <a:pt x="912305" y="456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50800" dist="38100" dir="18900000" algn="b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3" name="TextBox 5702">
              <a:extLst>
                <a:ext uri="{FF2B5EF4-FFF2-40B4-BE49-F238E27FC236}">
                  <a16:creationId xmlns:a16="http://schemas.microsoft.com/office/drawing/2014/main" id="{5D980EAF-0ACC-9CC2-79AE-48AEC8C8719E}"/>
                </a:ext>
              </a:extLst>
            </p:cNvPr>
            <p:cNvSpPr txBox="1"/>
            <p:nvPr/>
          </p:nvSpPr>
          <p:spPr>
            <a:xfrm>
              <a:off x="974838" y="2128424"/>
              <a:ext cx="1628785" cy="1585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Creative Brief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5704" name="TextBox 5703">
              <a:extLst>
                <a:ext uri="{FF2B5EF4-FFF2-40B4-BE49-F238E27FC236}">
                  <a16:creationId xmlns:a16="http://schemas.microsoft.com/office/drawing/2014/main" id="{3D67AC82-8357-67BA-D037-8BB9FF2804D1}"/>
                </a:ext>
              </a:extLst>
            </p:cNvPr>
            <p:cNvSpPr txBox="1"/>
            <p:nvPr/>
          </p:nvSpPr>
          <p:spPr>
            <a:xfrm>
              <a:off x="9176956" y="2128424"/>
              <a:ext cx="1791664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Client Evaluation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  <p:sp>
          <p:nvSpPr>
            <p:cNvPr id="5705" name="TextBox 5704">
              <a:extLst>
                <a:ext uri="{FF2B5EF4-FFF2-40B4-BE49-F238E27FC236}">
                  <a16:creationId xmlns:a16="http://schemas.microsoft.com/office/drawing/2014/main" id="{945DEF9F-89F1-8F8E-3D91-244BD7DE8102}"/>
                </a:ext>
              </a:extLst>
            </p:cNvPr>
            <p:cNvSpPr txBox="1"/>
            <p:nvPr/>
          </p:nvSpPr>
          <p:spPr>
            <a:xfrm>
              <a:off x="7126428" y="3176171"/>
              <a:ext cx="1628785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Creative Tactics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5706" name="TextBox 5705">
              <a:extLst>
                <a:ext uri="{FF2B5EF4-FFF2-40B4-BE49-F238E27FC236}">
                  <a16:creationId xmlns:a16="http://schemas.microsoft.com/office/drawing/2014/main" id="{35919E47-316D-F0F8-380F-9CEE0DCD5611}"/>
                </a:ext>
              </a:extLst>
            </p:cNvPr>
            <p:cNvSpPr txBox="1"/>
            <p:nvPr/>
          </p:nvSpPr>
          <p:spPr>
            <a:xfrm>
              <a:off x="5075898" y="2128424"/>
              <a:ext cx="1628785" cy="1585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Creative Strategy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5707" name="TextBox 5706">
              <a:extLst>
                <a:ext uri="{FF2B5EF4-FFF2-40B4-BE49-F238E27FC236}">
                  <a16:creationId xmlns:a16="http://schemas.microsoft.com/office/drawing/2014/main" id="{DA33630E-BEA5-639F-A9ED-4A8564CE808E}"/>
                </a:ext>
              </a:extLst>
            </p:cNvPr>
            <p:cNvSpPr txBox="1"/>
            <p:nvPr/>
          </p:nvSpPr>
          <p:spPr>
            <a:xfrm>
              <a:off x="3025368" y="3176171"/>
              <a:ext cx="1628785" cy="1585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Creative Process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</p:grpSp>
      <p:pic>
        <p:nvPicPr>
          <p:cNvPr id="3074" name="Picture 2" descr="Creative-brief Icons - Free SVG &amp; PNG Creative-brief Images - Noun Project">
            <a:extLst>
              <a:ext uri="{FF2B5EF4-FFF2-40B4-BE49-F238E27FC236}">
                <a16:creationId xmlns:a16="http://schemas.microsoft.com/office/drawing/2014/main" id="{1A97DC4B-CAA7-49D4-9483-18E107200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292" y="2628900"/>
            <a:ext cx="523048" cy="5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reative process - Free logo icons">
            <a:extLst>
              <a:ext uri="{FF2B5EF4-FFF2-40B4-BE49-F238E27FC236}">
                <a16:creationId xmlns:a16="http://schemas.microsoft.com/office/drawing/2014/main" id="{55A57C14-E940-D61A-A8C8-B172177A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660" y="5130800"/>
            <a:ext cx="454640" cy="45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ree Icon | Strategy">
            <a:extLst>
              <a:ext uri="{FF2B5EF4-FFF2-40B4-BE49-F238E27FC236}">
                <a16:creationId xmlns:a16="http://schemas.microsoft.com/office/drawing/2014/main" id="{08C813C9-0F47-55F1-8BE5-13BFCD9BA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157" y="2605848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trategy - Free business icons">
            <a:extLst>
              <a:ext uri="{FF2B5EF4-FFF2-40B4-BE49-F238E27FC236}">
                <a16:creationId xmlns:a16="http://schemas.microsoft.com/office/drawing/2014/main" id="{81CCD086-4997-FEEA-91B2-F783A43DD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435" y="5018071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ustomer feedback Icon - Free PNG &amp; SVG 3216068 - Noun Project">
            <a:extLst>
              <a:ext uri="{FF2B5EF4-FFF2-40B4-BE49-F238E27FC236}">
                <a16:creationId xmlns:a16="http://schemas.microsoft.com/office/drawing/2014/main" id="{A4041ECD-10B7-5D8E-DCBF-43DA9BDBF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2778" y="2664648"/>
            <a:ext cx="525400" cy="52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331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" name="Group 9215">
            <a:extLst>
              <a:ext uri="{FF2B5EF4-FFF2-40B4-BE49-F238E27FC236}">
                <a16:creationId xmlns:a16="http://schemas.microsoft.com/office/drawing/2014/main" id="{F1625C43-0276-CA3F-FCEF-498A15A69176}"/>
              </a:ext>
            </a:extLst>
          </p:cNvPr>
          <p:cNvGrpSpPr/>
          <p:nvPr/>
        </p:nvGrpSpPr>
        <p:grpSpPr>
          <a:xfrm>
            <a:off x="934399" y="2016677"/>
            <a:ext cx="10323201" cy="4069249"/>
            <a:chOff x="934399" y="1965877"/>
            <a:chExt cx="10323201" cy="406924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2A9541-C421-DDE0-9198-773A1859FDDA}"/>
                </a:ext>
              </a:extLst>
            </p:cNvPr>
            <p:cNvGrpSpPr/>
            <p:nvPr/>
          </p:nvGrpSpPr>
          <p:grpSpPr>
            <a:xfrm>
              <a:off x="934399" y="1965877"/>
              <a:ext cx="10323201" cy="4069249"/>
              <a:chOff x="348719" y="1336309"/>
              <a:chExt cx="8446562" cy="3329508"/>
            </a:xfrm>
          </p:grpSpPr>
          <p:grpSp>
            <p:nvGrpSpPr>
              <p:cNvPr id="4" name="Google Shape;1352;p39">
                <a:extLst>
                  <a:ext uri="{FF2B5EF4-FFF2-40B4-BE49-F238E27FC236}">
                    <a16:creationId xmlns:a16="http://schemas.microsoft.com/office/drawing/2014/main" id="{3C628C16-FA32-81C5-B2AF-3A4B4DA8A0DD}"/>
                  </a:ext>
                </a:extLst>
              </p:cNvPr>
              <p:cNvGrpSpPr/>
              <p:nvPr/>
            </p:nvGrpSpPr>
            <p:grpSpPr>
              <a:xfrm>
                <a:off x="1341916" y="2726668"/>
                <a:ext cx="6464890" cy="579289"/>
                <a:chOff x="1341916" y="2726668"/>
                <a:chExt cx="6464890" cy="579289"/>
              </a:xfrm>
            </p:grpSpPr>
            <p:sp>
              <p:nvSpPr>
                <p:cNvPr id="25" name="Google Shape;1353;p39">
                  <a:extLst>
                    <a:ext uri="{FF2B5EF4-FFF2-40B4-BE49-F238E27FC236}">
                      <a16:creationId xmlns:a16="http://schemas.microsoft.com/office/drawing/2014/main" id="{2139D349-29EA-1979-9FCA-12EC4A126D9E}"/>
                    </a:ext>
                  </a:extLst>
                </p:cNvPr>
                <p:cNvSpPr/>
                <p:nvPr/>
              </p:nvSpPr>
              <p:spPr>
                <a:xfrm>
                  <a:off x="4571484" y="2726668"/>
                  <a:ext cx="3235322" cy="579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37" h="23534" extrusionOk="0">
                      <a:moveTo>
                        <a:pt x="0" y="0"/>
                      </a:moveTo>
                      <a:lnTo>
                        <a:pt x="66458" y="23534"/>
                      </a:lnTo>
                      <a:lnTo>
                        <a:pt x="131437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bg1">
                      <a:lumMod val="6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" name="Google Shape;1354;p39">
                  <a:extLst>
                    <a:ext uri="{FF2B5EF4-FFF2-40B4-BE49-F238E27FC236}">
                      <a16:creationId xmlns:a16="http://schemas.microsoft.com/office/drawing/2014/main" id="{692FA56F-85A8-9BE6-64AF-E22EFF147032}"/>
                    </a:ext>
                  </a:extLst>
                </p:cNvPr>
                <p:cNvSpPr/>
                <p:nvPr/>
              </p:nvSpPr>
              <p:spPr>
                <a:xfrm>
                  <a:off x="1341916" y="2726668"/>
                  <a:ext cx="3235322" cy="579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37" h="23534" extrusionOk="0">
                      <a:moveTo>
                        <a:pt x="0" y="0"/>
                      </a:moveTo>
                      <a:lnTo>
                        <a:pt x="66458" y="23534"/>
                      </a:lnTo>
                      <a:lnTo>
                        <a:pt x="131437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bg1">
                      <a:lumMod val="6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" name="Google Shape;1355;p39">
                <a:extLst>
                  <a:ext uri="{FF2B5EF4-FFF2-40B4-BE49-F238E27FC236}">
                    <a16:creationId xmlns:a16="http://schemas.microsoft.com/office/drawing/2014/main" id="{19345B1F-87A5-989C-CAC6-BC8AE23544C8}"/>
                  </a:ext>
                </a:extLst>
              </p:cNvPr>
              <p:cNvSpPr/>
              <p:nvPr/>
            </p:nvSpPr>
            <p:spPr>
              <a:xfrm rot="10800000">
                <a:off x="5211831" y="1336309"/>
                <a:ext cx="1987425" cy="1222221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1357;p39">
                <a:extLst>
                  <a:ext uri="{FF2B5EF4-FFF2-40B4-BE49-F238E27FC236}">
                    <a16:creationId xmlns:a16="http://schemas.microsoft.com/office/drawing/2014/main" id="{5C0EBC60-509F-C55D-9C59-6B5A980730E1}"/>
                  </a:ext>
                </a:extLst>
              </p:cNvPr>
              <p:cNvSpPr/>
              <p:nvPr/>
            </p:nvSpPr>
            <p:spPr>
              <a:xfrm rot="10800000">
                <a:off x="1974069" y="1336309"/>
                <a:ext cx="1987425" cy="1222221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359;p39">
                <a:extLst>
                  <a:ext uri="{FF2B5EF4-FFF2-40B4-BE49-F238E27FC236}">
                    <a16:creationId xmlns:a16="http://schemas.microsoft.com/office/drawing/2014/main" id="{74C64FDF-C18E-0BB7-2900-FC4EF7F0A20F}"/>
                  </a:ext>
                </a:extLst>
              </p:cNvPr>
              <p:cNvSpPr/>
              <p:nvPr/>
            </p:nvSpPr>
            <p:spPr>
              <a:xfrm>
                <a:off x="6807856" y="3443596"/>
                <a:ext cx="1987425" cy="1222221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361;p39">
                <a:extLst>
                  <a:ext uri="{FF2B5EF4-FFF2-40B4-BE49-F238E27FC236}">
                    <a16:creationId xmlns:a16="http://schemas.microsoft.com/office/drawing/2014/main" id="{423E805E-FB83-D5F2-432F-F2A59B3F710E}"/>
                  </a:ext>
                </a:extLst>
              </p:cNvPr>
              <p:cNvSpPr/>
              <p:nvPr/>
            </p:nvSpPr>
            <p:spPr>
              <a:xfrm>
                <a:off x="348719" y="3443596"/>
                <a:ext cx="1987425" cy="1222221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363;p39">
                <a:extLst>
                  <a:ext uri="{FF2B5EF4-FFF2-40B4-BE49-F238E27FC236}">
                    <a16:creationId xmlns:a16="http://schemas.microsoft.com/office/drawing/2014/main" id="{2003F97B-F837-1038-A855-43D5D5DEE5A8}"/>
                  </a:ext>
                </a:extLst>
              </p:cNvPr>
              <p:cNvSpPr/>
              <p:nvPr/>
            </p:nvSpPr>
            <p:spPr>
              <a:xfrm>
                <a:off x="3578299" y="3443596"/>
                <a:ext cx="1987425" cy="1222221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371;p39">
                <a:extLst>
                  <a:ext uri="{FF2B5EF4-FFF2-40B4-BE49-F238E27FC236}">
                    <a16:creationId xmlns:a16="http://schemas.microsoft.com/office/drawing/2014/main" id="{BB0660E6-511F-DB3F-AC01-7949A2232B39}"/>
                  </a:ext>
                </a:extLst>
              </p:cNvPr>
              <p:cNvSpPr/>
              <p:nvPr/>
            </p:nvSpPr>
            <p:spPr>
              <a:xfrm>
                <a:off x="2661812" y="2963709"/>
                <a:ext cx="627969" cy="62796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02</a:t>
                </a:r>
                <a:endParaRPr sz="2000" b="1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21" name="Google Shape;1374;p39">
                <a:extLst>
                  <a:ext uri="{FF2B5EF4-FFF2-40B4-BE49-F238E27FC236}">
                    <a16:creationId xmlns:a16="http://schemas.microsoft.com/office/drawing/2014/main" id="{58B87B2B-24B7-3E69-B9A5-A43AC0AE4480}"/>
                  </a:ext>
                </a:extLst>
              </p:cNvPr>
              <p:cNvSpPr/>
              <p:nvPr/>
            </p:nvSpPr>
            <p:spPr>
              <a:xfrm>
                <a:off x="1028283" y="2411484"/>
                <a:ext cx="628483" cy="62848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01</a:t>
                </a:r>
                <a:endParaRPr sz="2000" b="1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19" name="Google Shape;1377;p39">
                <a:extLst>
                  <a:ext uri="{FF2B5EF4-FFF2-40B4-BE49-F238E27FC236}">
                    <a16:creationId xmlns:a16="http://schemas.microsoft.com/office/drawing/2014/main" id="{BB2D908A-8163-64C2-A649-D068A6712C24}"/>
                  </a:ext>
                </a:extLst>
              </p:cNvPr>
              <p:cNvSpPr/>
              <p:nvPr/>
            </p:nvSpPr>
            <p:spPr>
              <a:xfrm>
                <a:off x="4276553" y="2411751"/>
                <a:ext cx="627969" cy="62796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03</a:t>
                </a:r>
                <a:endParaRPr sz="2000" b="1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17" name="Google Shape;1380;p39">
                <a:extLst>
                  <a:ext uri="{FF2B5EF4-FFF2-40B4-BE49-F238E27FC236}">
                    <a16:creationId xmlns:a16="http://schemas.microsoft.com/office/drawing/2014/main" id="{B8FC27F8-1D7B-F36F-30DF-4D4AD7F3A1FC}"/>
                  </a:ext>
                </a:extLst>
              </p:cNvPr>
              <p:cNvSpPr/>
              <p:nvPr/>
            </p:nvSpPr>
            <p:spPr>
              <a:xfrm>
                <a:off x="5889883" y="2962215"/>
                <a:ext cx="630924" cy="63092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04</a:t>
                </a:r>
                <a:endParaRPr sz="2000" b="1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15" name="Google Shape;1383;p39">
                <a:extLst>
                  <a:ext uri="{FF2B5EF4-FFF2-40B4-BE49-F238E27FC236}">
                    <a16:creationId xmlns:a16="http://schemas.microsoft.com/office/drawing/2014/main" id="{05D2B6E1-9663-BB3F-38EA-2866F970B4CE}"/>
                  </a:ext>
                </a:extLst>
              </p:cNvPr>
              <p:cNvSpPr/>
              <p:nvPr/>
            </p:nvSpPr>
            <p:spPr>
              <a:xfrm>
                <a:off x="7486105" y="2410286"/>
                <a:ext cx="630924" cy="6309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05</a:t>
                </a:r>
                <a:endParaRPr sz="2000" b="1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918587-63F7-06A7-9762-242130171859}"/>
                </a:ext>
              </a:extLst>
            </p:cNvPr>
            <p:cNvSpPr txBox="1"/>
            <p:nvPr/>
          </p:nvSpPr>
          <p:spPr>
            <a:xfrm>
              <a:off x="1044146" y="4741937"/>
              <a:ext cx="2209493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The Client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81635D-88A1-AA13-2046-11D06C717409}"/>
                </a:ext>
              </a:extLst>
            </p:cNvPr>
            <p:cNvSpPr txBox="1"/>
            <p:nvPr/>
          </p:nvSpPr>
          <p:spPr>
            <a:xfrm>
              <a:off x="8959150" y="4603437"/>
              <a:ext cx="2167913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Finishing a Project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Pink is a color of feminism, youth, and innocence.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4B8862-7AAC-8484-B8E8-B959106DCCAC}"/>
                </a:ext>
              </a:extLst>
            </p:cNvPr>
            <p:cNvSpPr txBox="1"/>
            <p:nvPr/>
          </p:nvSpPr>
          <p:spPr>
            <a:xfrm>
              <a:off x="7076691" y="2166459"/>
              <a:ext cx="2031578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Creative Work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1C4331-8C1A-7AAD-A2CC-363FB42769BA}"/>
                </a:ext>
              </a:extLst>
            </p:cNvPr>
            <p:cNvSpPr txBox="1"/>
            <p:nvPr/>
          </p:nvSpPr>
          <p:spPr>
            <a:xfrm>
              <a:off x="5110598" y="4741937"/>
              <a:ext cx="1970830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Strategy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C07384-55DA-7705-FE93-8ABA1F578420}"/>
                </a:ext>
              </a:extLst>
            </p:cNvPr>
            <p:cNvSpPr txBox="1"/>
            <p:nvPr/>
          </p:nvSpPr>
          <p:spPr>
            <a:xfrm>
              <a:off x="2920866" y="2166460"/>
              <a:ext cx="2428987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bg1"/>
                  </a:solidFill>
                  <a:latin typeface="Lora" pitchFamily="2" charset="0"/>
                </a:rPr>
                <a:t>Discovery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bg1"/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886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2D13426-A1A2-1ECF-AC58-65DF1764465F}"/>
              </a:ext>
            </a:extLst>
          </p:cNvPr>
          <p:cNvGrpSpPr/>
          <p:nvPr/>
        </p:nvGrpSpPr>
        <p:grpSpPr>
          <a:xfrm>
            <a:off x="399024" y="1848352"/>
            <a:ext cx="11393952" cy="4367042"/>
            <a:chOff x="825123" y="1934839"/>
            <a:chExt cx="10541754" cy="404041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7357B1-887C-9CF2-C97F-F09054B48654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2067965" y="3055029"/>
              <a:ext cx="0" cy="60257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chemeClr val="bg1">
                  <a:lumMod val="65000"/>
                </a:schemeClr>
              </a:solidFill>
              <a:prstDash val="sysDash"/>
              <a:round/>
              <a:headEnd type="none" w="sm" len="sm"/>
              <a:tailEnd type="none" w="sm" len="sm"/>
            </a:ln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B82CD61-CF37-63B9-D864-EB3A16ACEDE9}"/>
                </a:ext>
              </a:extLst>
            </p:cNvPr>
            <p:cNvCxnSpPr>
              <a:stCxn id="12" idx="2"/>
            </p:cNvCxnSpPr>
            <p:nvPr/>
          </p:nvCxnSpPr>
          <p:spPr>
            <a:xfrm>
              <a:off x="7201814" y="3055029"/>
              <a:ext cx="0" cy="589871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chemeClr val="bg1">
                  <a:lumMod val="65000"/>
                </a:schemeClr>
              </a:solidFill>
              <a:prstDash val="sysDash"/>
              <a:round/>
              <a:headEnd type="none" w="sm" len="sm"/>
              <a:tailEnd type="none" w="sm" len="sm"/>
            </a:ln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D63B49-5568-0CB0-E70A-1956CF6DE835}"/>
                </a:ext>
              </a:extLst>
            </p:cNvPr>
            <p:cNvCxnSpPr>
              <a:stCxn id="5" idx="0"/>
            </p:cNvCxnSpPr>
            <p:nvPr/>
          </p:nvCxnSpPr>
          <p:spPr>
            <a:xfrm flipV="1">
              <a:off x="4628825" y="4385703"/>
              <a:ext cx="0" cy="467061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chemeClr val="bg1">
                  <a:lumMod val="65000"/>
                </a:schemeClr>
              </a:solidFill>
              <a:prstDash val="sysDash"/>
              <a:round/>
              <a:headEnd type="none" w="sm" len="sm"/>
              <a:tailEnd type="none" w="sm" len="sm"/>
            </a:ln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D888F93-1288-D51A-B925-130B15F7C240}"/>
                </a:ext>
              </a:extLst>
            </p:cNvPr>
            <p:cNvCxnSpPr>
              <a:stCxn id="8" idx="0"/>
            </p:cNvCxnSpPr>
            <p:nvPr/>
          </p:nvCxnSpPr>
          <p:spPr>
            <a:xfrm flipH="1" flipV="1">
              <a:off x="9783772" y="4385703"/>
              <a:ext cx="1" cy="467061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chemeClr val="bg1">
                  <a:lumMod val="65000"/>
                </a:schemeClr>
              </a:solidFill>
              <a:prstDash val="sysDash"/>
              <a:round/>
              <a:headEnd type="none" w="sm" len="sm"/>
              <a:tailEnd type="none" w="sm" len="sm"/>
            </a:ln>
          </p:spPr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39A823C-5DD1-9466-F66A-067B6781BE1F}"/>
                </a:ext>
              </a:extLst>
            </p:cNvPr>
            <p:cNvGrpSpPr/>
            <p:nvPr/>
          </p:nvGrpSpPr>
          <p:grpSpPr>
            <a:xfrm>
              <a:off x="825123" y="1934839"/>
              <a:ext cx="10541754" cy="4038114"/>
              <a:chOff x="457179" y="1236016"/>
              <a:chExt cx="8229642" cy="3152439"/>
            </a:xfrm>
          </p:grpSpPr>
          <p:sp>
            <p:nvSpPr>
              <p:cNvPr id="2" name="Google Shape;1099;p33">
                <a:extLst>
                  <a:ext uri="{FF2B5EF4-FFF2-40B4-BE49-F238E27FC236}">
                    <a16:creationId xmlns:a16="http://schemas.microsoft.com/office/drawing/2014/main" id="{9E142986-E5AC-8032-9E2F-CC99AA7DBDA4}"/>
                  </a:ext>
                </a:extLst>
              </p:cNvPr>
              <p:cNvSpPr/>
              <p:nvPr/>
            </p:nvSpPr>
            <p:spPr>
              <a:xfrm>
                <a:off x="6519898" y="2477894"/>
                <a:ext cx="2166923" cy="671440"/>
              </a:xfrm>
              <a:custGeom>
                <a:avLst/>
                <a:gdLst/>
                <a:ahLst/>
                <a:cxnLst/>
                <a:rect l="l" t="t" r="r" b="b"/>
                <a:pathLst>
                  <a:path w="39660" h="12289" extrusionOk="0">
                    <a:moveTo>
                      <a:pt x="1" y="1"/>
                    </a:moveTo>
                    <a:lnTo>
                      <a:pt x="1" y="12288"/>
                    </a:lnTo>
                    <a:lnTo>
                      <a:pt x="35440" y="12288"/>
                    </a:lnTo>
                    <a:lnTo>
                      <a:pt x="35440" y="10364"/>
                    </a:lnTo>
                    <a:lnTo>
                      <a:pt x="39659" y="6144"/>
                    </a:lnTo>
                    <a:lnTo>
                      <a:pt x="35440" y="1928"/>
                    </a:lnTo>
                    <a:lnTo>
                      <a:pt x="35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381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Lora" pitchFamily="2" charset="0"/>
                  </a:rPr>
                  <a:t>Step 04</a:t>
                </a:r>
              </a:p>
            </p:txBody>
          </p:sp>
          <p:sp>
            <p:nvSpPr>
              <p:cNvPr id="5" name="Google Shape;1103;p33">
                <a:extLst>
                  <a:ext uri="{FF2B5EF4-FFF2-40B4-BE49-F238E27FC236}">
                    <a16:creationId xmlns:a16="http://schemas.microsoft.com/office/drawing/2014/main" id="{E8CD01F1-1E49-1DC2-3EF0-0BE4F8D80AF4}"/>
                  </a:ext>
                </a:extLst>
              </p:cNvPr>
              <p:cNvSpPr txBox="1"/>
              <p:nvPr/>
            </p:nvSpPr>
            <p:spPr>
              <a:xfrm>
                <a:off x="2495569" y="3513955"/>
                <a:ext cx="1862100" cy="8745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" name="Google Shape;1104;p33">
                <a:extLst>
                  <a:ext uri="{FF2B5EF4-FFF2-40B4-BE49-F238E27FC236}">
                    <a16:creationId xmlns:a16="http://schemas.microsoft.com/office/drawing/2014/main" id="{203A0936-E457-4E3C-1336-E969DA9C904A}"/>
                  </a:ext>
                </a:extLst>
              </p:cNvPr>
              <p:cNvSpPr/>
              <p:nvPr/>
            </p:nvSpPr>
            <p:spPr>
              <a:xfrm>
                <a:off x="4498992" y="2477894"/>
                <a:ext cx="2166923" cy="671440"/>
              </a:xfrm>
              <a:custGeom>
                <a:avLst/>
                <a:gdLst/>
                <a:ahLst/>
                <a:cxnLst/>
                <a:rect l="l" t="t" r="r" b="b"/>
                <a:pathLst>
                  <a:path w="39660" h="12289" extrusionOk="0">
                    <a:moveTo>
                      <a:pt x="1" y="1"/>
                    </a:moveTo>
                    <a:lnTo>
                      <a:pt x="1" y="12288"/>
                    </a:lnTo>
                    <a:lnTo>
                      <a:pt x="35440" y="12288"/>
                    </a:lnTo>
                    <a:lnTo>
                      <a:pt x="35440" y="10364"/>
                    </a:lnTo>
                    <a:lnTo>
                      <a:pt x="39659" y="6144"/>
                    </a:lnTo>
                    <a:lnTo>
                      <a:pt x="35440" y="1928"/>
                    </a:lnTo>
                    <a:lnTo>
                      <a:pt x="3544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381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Lora" pitchFamily="2" charset="0"/>
                  </a:rPr>
                  <a:t>Step 03</a:t>
                </a:r>
              </a:p>
            </p:txBody>
          </p:sp>
          <p:sp>
            <p:nvSpPr>
              <p:cNvPr id="7" name="Google Shape;1105;p33">
                <a:extLst>
                  <a:ext uri="{FF2B5EF4-FFF2-40B4-BE49-F238E27FC236}">
                    <a16:creationId xmlns:a16="http://schemas.microsoft.com/office/drawing/2014/main" id="{A9A848AB-78B4-5440-AB52-89D7DD556700}"/>
                  </a:ext>
                </a:extLst>
              </p:cNvPr>
              <p:cNvSpPr/>
              <p:nvPr/>
            </p:nvSpPr>
            <p:spPr>
              <a:xfrm>
                <a:off x="2478085" y="2477894"/>
                <a:ext cx="2166923" cy="671440"/>
              </a:xfrm>
              <a:custGeom>
                <a:avLst/>
                <a:gdLst/>
                <a:ahLst/>
                <a:cxnLst/>
                <a:rect l="l" t="t" r="r" b="b"/>
                <a:pathLst>
                  <a:path w="39660" h="12289" extrusionOk="0">
                    <a:moveTo>
                      <a:pt x="1" y="1"/>
                    </a:moveTo>
                    <a:lnTo>
                      <a:pt x="1" y="12288"/>
                    </a:lnTo>
                    <a:lnTo>
                      <a:pt x="35440" y="12288"/>
                    </a:lnTo>
                    <a:lnTo>
                      <a:pt x="35440" y="10364"/>
                    </a:lnTo>
                    <a:lnTo>
                      <a:pt x="39659" y="6144"/>
                    </a:lnTo>
                    <a:lnTo>
                      <a:pt x="35440" y="1928"/>
                    </a:lnTo>
                    <a:lnTo>
                      <a:pt x="3544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Lora" pitchFamily="2" charset="0"/>
                  </a:rPr>
                  <a:t>Step 02</a:t>
                </a:r>
              </a:p>
            </p:txBody>
          </p:sp>
          <p:sp>
            <p:nvSpPr>
              <p:cNvPr id="8" name="Google Shape;1106;p33">
                <a:extLst>
                  <a:ext uri="{FF2B5EF4-FFF2-40B4-BE49-F238E27FC236}">
                    <a16:creationId xmlns:a16="http://schemas.microsoft.com/office/drawing/2014/main" id="{9938DD54-9EFB-936B-CDB1-96248BA81704}"/>
                  </a:ext>
                </a:extLst>
              </p:cNvPr>
              <p:cNvSpPr txBox="1"/>
              <p:nvPr/>
            </p:nvSpPr>
            <p:spPr>
              <a:xfrm>
                <a:off x="6519887" y="3513955"/>
                <a:ext cx="1862100" cy="8745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100"/>
                  <a:buFont typeface="Arial"/>
                  <a:buNone/>
                </a:pPr>
                <a:endParaRPr sz="12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" name="Google Shape;1108;p33">
                <a:extLst>
                  <a:ext uri="{FF2B5EF4-FFF2-40B4-BE49-F238E27FC236}">
                    <a16:creationId xmlns:a16="http://schemas.microsoft.com/office/drawing/2014/main" id="{D993A906-544D-005E-5EDB-62D20AAADBCF}"/>
                  </a:ext>
                </a:extLst>
              </p:cNvPr>
              <p:cNvSpPr txBox="1"/>
              <p:nvPr/>
            </p:nvSpPr>
            <p:spPr>
              <a:xfrm>
                <a:off x="496380" y="1236016"/>
                <a:ext cx="1862100" cy="8745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" name="Google Shape;1110;p33">
                <a:extLst>
                  <a:ext uri="{FF2B5EF4-FFF2-40B4-BE49-F238E27FC236}">
                    <a16:creationId xmlns:a16="http://schemas.microsoft.com/office/drawing/2014/main" id="{3E888B25-AC72-72EB-6C95-9A9437EAA1E5}"/>
                  </a:ext>
                </a:extLst>
              </p:cNvPr>
              <p:cNvSpPr txBox="1"/>
              <p:nvPr/>
            </p:nvSpPr>
            <p:spPr>
              <a:xfrm>
                <a:off x="4504227" y="1236016"/>
                <a:ext cx="1862100" cy="8745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3" name="Google Shape;1113;p33">
                <a:extLst>
                  <a:ext uri="{FF2B5EF4-FFF2-40B4-BE49-F238E27FC236}">
                    <a16:creationId xmlns:a16="http://schemas.microsoft.com/office/drawing/2014/main" id="{C0F4C980-637E-01E7-16CD-2FA4094DFE09}"/>
                  </a:ext>
                </a:extLst>
              </p:cNvPr>
              <p:cNvSpPr/>
              <p:nvPr/>
            </p:nvSpPr>
            <p:spPr>
              <a:xfrm>
                <a:off x="457179" y="2477894"/>
                <a:ext cx="2166923" cy="671440"/>
              </a:xfrm>
              <a:custGeom>
                <a:avLst/>
                <a:gdLst/>
                <a:ahLst/>
                <a:cxnLst/>
                <a:rect l="l" t="t" r="r" b="b"/>
                <a:pathLst>
                  <a:path w="39660" h="12289" extrusionOk="0">
                    <a:moveTo>
                      <a:pt x="1" y="1"/>
                    </a:moveTo>
                    <a:lnTo>
                      <a:pt x="1" y="12288"/>
                    </a:lnTo>
                    <a:lnTo>
                      <a:pt x="35440" y="12288"/>
                    </a:lnTo>
                    <a:lnTo>
                      <a:pt x="35440" y="10364"/>
                    </a:lnTo>
                    <a:lnTo>
                      <a:pt x="39659" y="6144"/>
                    </a:lnTo>
                    <a:lnTo>
                      <a:pt x="35440" y="1928"/>
                    </a:lnTo>
                    <a:lnTo>
                      <a:pt x="3544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381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chemeClr val="bg1"/>
                    </a:solidFill>
                    <a:latin typeface="Lora" pitchFamily="2" charset="0"/>
                  </a:rPr>
                  <a:t>Step 01</a:t>
                </a:r>
                <a:endParaRPr sz="2800" b="1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FE2AD7-534E-8AA8-CC82-5062BECD6A20}"/>
                </a:ext>
              </a:extLst>
            </p:cNvPr>
            <p:cNvSpPr txBox="1"/>
            <p:nvPr/>
          </p:nvSpPr>
          <p:spPr>
            <a:xfrm>
              <a:off x="3487530" y="4907415"/>
              <a:ext cx="2282590" cy="101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Idea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Blue is a color of serenity, trustworthiness, and welcome.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D4FCEA3-75B8-F672-B111-E00EE4E8E673}"/>
                </a:ext>
              </a:extLst>
            </p:cNvPr>
            <p:cNvSpPr txBox="1"/>
            <p:nvPr/>
          </p:nvSpPr>
          <p:spPr>
            <a:xfrm flipH="1">
              <a:off x="8775230" y="4850464"/>
              <a:ext cx="2017085" cy="1124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Goal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Orange is a color of playfulness and energy.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194690-76BF-2EC9-0750-56B9B18FFFEE}"/>
                </a:ext>
              </a:extLst>
            </p:cNvPr>
            <p:cNvSpPr txBox="1"/>
            <p:nvPr/>
          </p:nvSpPr>
          <p:spPr>
            <a:xfrm>
              <a:off x="1057944" y="1948630"/>
              <a:ext cx="2020043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Research</a:t>
              </a:r>
              <a:endParaRPr lang="en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Yellow is a color of happiness, friendliness, and warning.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CB2774B-79AD-ED1B-C43E-E2AD264AFE27}"/>
                </a:ext>
              </a:extLst>
            </p:cNvPr>
            <p:cNvSpPr txBox="1"/>
            <p:nvPr/>
          </p:nvSpPr>
          <p:spPr>
            <a:xfrm>
              <a:off x="6193272" y="1989491"/>
              <a:ext cx="2017085" cy="101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Process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Purple is a color of luxury, mystery, and romance.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928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4699A-E0A6-5C8E-5948-EF6DC26F051E}"/>
              </a:ext>
            </a:extLst>
          </p:cNvPr>
          <p:cNvGrpSpPr/>
          <p:nvPr/>
        </p:nvGrpSpPr>
        <p:grpSpPr>
          <a:xfrm>
            <a:off x="184429" y="2451100"/>
            <a:ext cx="11823142" cy="3340100"/>
            <a:chOff x="184429" y="2451100"/>
            <a:chExt cx="11823142" cy="33401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C02E4AF-FBA1-E78F-D74D-A010CCD63ADA}"/>
                </a:ext>
              </a:extLst>
            </p:cNvPr>
            <p:cNvGrpSpPr/>
            <p:nvPr/>
          </p:nvGrpSpPr>
          <p:grpSpPr>
            <a:xfrm>
              <a:off x="184429" y="2451100"/>
              <a:ext cx="11823142" cy="3340100"/>
              <a:chOff x="184429" y="2451100"/>
              <a:chExt cx="11823142" cy="33401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93CF33E-E4CF-F560-E641-EB3D4EA7D494}"/>
                  </a:ext>
                </a:extLst>
              </p:cNvPr>
              <p:cNvGrpSpPr/>
              <p:nvPr/>
            </p:nvGrpSpPr>
            <p:grpSpPr>
              <a:xfrm>
                <a:off x="4164193" y="2451100"/>
                <a:ext cx="3863614" cy="3340100"/>
                <a:chOff x="4222548" y="2743090"/>
                <a:chExt cx="3188104" cy="2756120"/>
              </a:xfrm>
            </p:grpSpPr>
            <p:sp>
              <p:nvSpPr>
                <p:cNvPr id="4" name="Google Shape;1120;p34">
                  <a:extLst>
                    <a:ext uri="{FF2B5EF4-FFF2-40B4-BE49-F238E27FC236}">
                      <a16:creationId xmlns:a16="http://schemas.microsoft.com/office/drawing/2014/main" id="{9B2B07DA-74D9-E2CF-7A51-E9BE3FF68D60}"/>
                    </a:ext>
                  </a:extLst>
                </p:cNvPr>
                <p:cNvSpPr/>
                <p:nvPr/>
              </p:nvSpPr>
              <p:spPr>
                <a:xfrm>
                  <a:off x="6314663" y="4394543"/>
                  <a:ext cx="1095989" cy="110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71" h="49889" extrusionOk="0">
                      <a:moveTo>
                        <a:pt x="3715" y="1"/>
                      </a:moveTo>
                      <a:cubicBezTo>
                        <a:pt x="1667" y="1"/>
                        <a:pt x="0" y="1668"/>
                        <a:pt x="0" y="3727"/>
                      </a:cubicBezTo>
                      <a:lnTo>
                        <a:pt x="0" y="24504"/>
                      </a:lnTo>
                      <a:cubicBezTo>
                        <a:pt x="0" y="38365"/>
                        <a:pt x="11112" y="49888"/>
                        <a:pt x="24952" y="49888"/>
                      </a:cubicBezTo>
                      <a:cubicBezTo>
                        <a:pt x="25009" y="49888"/>
                        <a:pt x="25065" y="49888"/>
                        <a:pt x="25122" y="49888"/>
                      </a:cubicBezTo>
                      <a:cubicBezTo>
                        <a:pt x="38755" y="49793"/>
                        <a:pt x="49780" y="38767"/>
                        <a:pt x="49875" y="25135"/>
                      </a:cubicBezTo>
                      <a:cubicBezTo>
                        <a:pt x="49971" y="11216"/>
                        <a:pt x="38410" y="1"/>
                        <a:pt x="2449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endParaRPr sz="2000" dirty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  <p:sp>
              <p:nvSpPr>
                <p:cNvPr id="5" name="Google Shape;1121;p34">
                  <a:extLst>
                    <a:ext uri="{FF2B5EF4-FFF2-40B4-BE49-F238E27FC236}">
                      <a16:creationId xmlns:a16="http://schemas.microsoft.com/office/drawing/2014/main" id="{17CD87F5-891B-9429-F472-8AE92B2FED5B}"/>
                    </a:ext>
                  </a:extLst>
                </p:cNvPr>
                <p:cNvSpPr/>
                <p:nvPr/>
              </p:nvSpPr>
              <p:spPr>
                <a:xfrm>
                  <a:off x="6314663" y="2743090"/>
                  <a:ext cx="1095989" cy="1104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71" h="49877" extrusionOk="0">
                      <a:moveTo>
                        <a:pt x="24931" y="0"/>
                      </a:moveTo>
                      <a:cubicBezTo>
                        <a:pt x="11101" y="0"/>
                        <a:pt x="0" y="11531"/>
                        <a:pt x="0" y="25385"/>
                      </a:cubicBezTo>
                      <a:lnTo>
                        <a:pt x="0" y="46162"/>
                      </a:lnTo>
                      <a:cubicBezTo>
                        <a:pt x="0" y="48209"/>
                        <a:pt x="1667" y="49876"/>
                        <a:pt x="3715" y="49876"/>
                      </a:cubicBezTo>
                      <a:lnTo>
                        <a:pt x="24491" y="49876"/>
                      </a:lnTo>
                      <a:cubicBezTo>
                        <a:pt x="38410" y="49876"/>
                        <a:pt x="49971" y="38673"/>
                        <a:pt x="49875" y="24754"/>
                      </a:cubicBezTo>
                      <a:cubicBezTo>
                        <a:pt x="49780" y="11122"/>
                        <a:pt x="38755" y="96"/>
                        <a:pt x="25122" y="1"/>
                      </a:cubicBezTo>
                      <a:cubicBezTo>
                        <a:pt x="25058" y="1"/>
                        <a:pt x="24995" y="0"/>
                        <a:pt x="2493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endParaRPr sz="2000" dirty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  <p:sp>
              <p:nvSpPr>
                <p:cNvPr id="6" name="Google Shape;1122;p34">
                  <a:extLst>
                    <a:ext uri="{FF2B5EF4-FFF2-40B4-BE49-F238E27FC236}">
                      <a16:creationId xmlns:a16="http://schemas.microsoft.com/office/drawing/2014/main" id="{09581CE7-41C4-E348-7CD5-E2FD726BB0BE}"/>
                    </a:ext>
                  </a:extLst>
                </p:cNvPr>
                <p:cNvSpPr/>
                <p:nvPr/>
              </p:nvSpPr>
              <p:spPr>
                <a:xfrm>
                  <a:off x="4222548" y="2743090"/>
                  <a:ext cx="1095989" cy="1104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71" h="49877" extrusionOk="0">
                      <a:moveTo>
                        <a:pt x="25040" y="0"/>
                      </a:moveTo>
                      <a:cubicBezTo>
                        <a:pt x="24976" y="0"/>
                        <a:pt x="24912" y="1"/>
                        <a:pt x="24849" y="1"/>
                      </a:cubicBezTo>
                      <a:cubicBezTo>
                        <a:pt x="11216" y="96"/>
                        <a:pt x="191" y="11122"/>
                        <a:pt x="95" y="24754"/>
                      </a:cubicBezTo>
                      <a:cubicBezTo>
                        <a:pt x="0" y="38673"/>
                        <a:pt x="11561" y="49876"/>
                        <a:pt x="25480" y="49876"/>
                      </a:cubicBezTo>
                      <a:lnTo>
                        <a:pt x="46256" y="49876"/>
                      </a:lnTo>
                      <a:cubicBezTo>
                        <a:pt x="48316" y="49876"/>
                        <a:pt x="49971" y="48209"/>
                        <a:pt x="49971" y="46162"/>
                      </a:cubicBezTo>
                      <a:lnTo>
                        <a:pt x="49971" y="25385"/>
                      </a:lnTo>
                      <a:cubicBezTo>
                        <a:pt x="49971" y="11531"/>
                        <a:pt x="38870" y="0"/>
                        <a:pt x="250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" name="Google Shape;1123;p34">
                  <a:extLst>
                    <a:ext uri="{FF2B5EF4-FFF2-40B4-BE49-F238E27FC236}">
                      <a16:creationId xmlns:a16="http://schemas.microsoft.com/office/drawing/2014/main" id="{5C89ED1F-95DB-01EF-289C-B496E2D09AF6}"/>
                    </a:ext>
                  </a:extLst>
                </p:cNvPr>
                <p:cNvSpPr/>
                <p:nvPr/>
              </p:nvSpPr>
              <p:spPr>
                <a:xfrm>
                  <a:off x="4222778" y="4394422"/>
                  <a:ext cx="1095989" cy="110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71" h="49889" extrusionOk="0">
                      <a:moveTo>
                        <a:pt x="25480" y="1"/>
                      </a:moveTo>
                      <a:cubicBezTo>
                        <a:pt x="11561" y="1"/>
                        <a:pt x="0" y="11216"/>
                        <a:pt x="95" y="25135"/>
                      </a:cubicBezTo>
                      <a:cubicBezTo>
                        <a:pt x="191" y="38767"/>
                        <a:pt x="11216" y="49793"/>
                        <a:pt x="24849" y="49888"/>
                      </a:cubicBezTo>
                      <a:cubicBezTo>
                        <a:pt x="24905" y="49888"/>
                        <a:pt x="24962" y="49888"/>
                        <a:pt x="25019" y="49888"/>
                      </a:cubicBezTo>
                      <a:cubicBezTo>
                        <a:pt x="38858" y="49888"/>
                        <a:pt x="49971" y="38365"/>
                        <a:pt x="49971" y="24504"/>
                      </a:cubicBezTo>
                      <a:lnTo>
                        <a:pt x="49971" y="3727"/>
                      </a:lnTo>
                      <a:cubicBezTo>
                        <a:pt x="49971" y="1668"/>
                        <a:pt x="48316" y="1"/>
                        <a:pt x="4625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endParaRPr sz="2000" dirty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  <p:sp>
              <p:nvSpPr>
                <p:cNvPr id="8" name="Google Shape;1124;p34">
                  <a:extLst>
                    <a:ext uri="{FF2B5EF4-FFF2-40B4-BE49-F238E27FC236}">
                      <a16:creationId xmlns:a16="http://schemas.microsoft.com/office/drawing/2014/main" id="{09DC604C-DB07-591F-9771-5E2DBA5C4F51}"/>
                    </a:ext>
                  </a:extLst>
                </p:cNvPr>
                <p:cNvSpPr/>
                <p:nvPr/>
              </p:nvSpPr>
              <p:spPr>
                <a:xfrm>
                  <a:off x="5041913" y="3358972"/>
                  <a:ext cx="1539398" cy="1524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8" h="68843" extrusionOk="0">
                      <a:moveTo>
                        <a:pt x="35094" y="1"/>
                      </a:moveTo>
                      <a:cubicBezTo>
                        <a:pt x="33329" y="1"/>
                        <a:pt x="31564" y="674"/>
                        <a:pt x="30218" y="2019"/>
                      </a:cubicBezTo>
                      <a:lnTo>
                        <a:pt x="2691" y="29546"/>
                      </a:lnTo>
                      <a:cubicBezTo>
                        <a:pt x="0" y="32249"/>
                        <a:pt x="0" y="36607"/>
                        <a:pt x="2691" y="39297"/>
                      </a:cubicBezTo>
                      <a:lnTo>
                        <a:pt x="30218" y="66825"/>
                      </a:lnTo>
                      <a:cubicBezTo>
                        <a:pt x="31564" y="68170"/>
                        <a:pt x="33329" y="68843"/>
                        <a:pt x="35094" y="68843"/>
                      </a:cubicBezTo>
                      <a:cubicBezTo>
                        <a:pt x="36859" y="68843"/>
                        <a:pt x="38624" y="68170"/>
                        <a:pt x="39969" y="66825"/>
                      </a:cubicBezTo>
                      <a:lnTo>
                        <a:pt x="67497" y="39297"/>
                      </a:lnTo>
                      <a:cubicBezTo>
                        <a:pt x="70187" y="36607"/>
                        <a:pt x="70187" y="32249"/>
                        <a:pt x="67497" y="29546"/>
                      </a:cubicBezTo>
                      <a:lnTo>
                        <a:pt x="39969" y="2019"/>
                      </a:lnTo>
                      <a:cubicBezTo>
                        <a:pt x="38624" y="674"/>
                        <a:pt x="36859" y="1"/>
                        <a:pt x="3509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76200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b="1" dirty="0">
                      <a:solidFill>
                        <a:schemeClr val="bg1"/>
                      </a:solidFill>
                      <a:latin typeface="Lora" pitchFamily="2" charset="0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Creative process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C9D02FD-ACB1-92D1-486B-6D67D905A557}"/>
                  </a:ext>
                </a:extLst>
              </p:cNvPr>
              <p:cNvGrpSpPr/>
              <p:nvPr/>
            </p:nvGrpSpPr>
            <p:grpSpPr>
              <a:xfrm>
                <a:off x="8623286" y="2679736"/>
                <a:ext cx="3384285" cy="2969359"/>
                <a:chOff x="8623286" y="2679736"/>
                <a:chExt cx="3384285" cy="2969359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6B12A36-4AE3-2254-6BD7-50EFBB560C56}"/>
                    </a:ext>
                  </a:extLst>
                </p:cNvPr>
                <p:cNvSpPr txBox="1"/>
                <p:nvPr/>
              </p:nvSpPr>
              <p:spPr>
                <a:xfrm>
                  <a:off x="8623286" y="2679736"/>
                  <a:ext cx="3384285" cy="877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Maintenance Management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Blue is a color of serenity, trustworthiness, and welcome.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5226E23-4757-DD87-2CBF-2529D763C22D}"/>
                    </a:ext>
                  </a:extLst>
                </p:cNvPr>
                <p:cNvSpPr txBox="1"/>
                <p:nvPr/>
              </p:nvSpPr>
              <p:spPr>
                <a:xfrm>
                  <a:off x="8623286" y="4771932"/>
                  <a:ext cx="3384285" cy="877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Records Management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Purple is a color of luxury, mystery, and romance.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FABFCFA-E48D-3681-2BA3-6C7D1022B8C1}"/>
                  </a:ext>
                </a:extLst>
              </p:cNvPr>
              <p:cNvGrpSpPr/>
              <p:nvPr/>
            </p:nvGrpSpPr>
            <p:grpSpPr>
              <a:xfrm>
                <a:off x="184429" y="2679736"/>
                <a:ext cx="3384285" cy="2969359"/>
                <a:chOff x="184429" y="2679736"/>
                <a:chExt cx="3384285" cy="2969359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24502EA-68BC-EE34-9AC2-4B411A84C434}"/>
                    </a:ext>
                  </a:extLst>
                </p:cNvPr>
                <p:cNvSpPr txBox="1"/>
                <p:nvPr/>
              </p:nvSpPr>
              <p:spPr>
                <a:xfrm>
                  <a:off x="184429" y="2679736"/>
                  <a:ext cx="3384285" cy="9387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spcBef>
                      <a:spcPts val="600"/>
                    </a:spcBef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Workforce Management</a:t>
                  </a:r>
                </a:p>
                <a:p>
                  <a:pPr algn="r">
                    <a:spcBef>
                      <a:spcPts val="600"/>
                    </a:spcBef>
                  </a:pP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Yellow is a color of happiness, friendliness, and warning.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E944FE4-94F6-A919-0CD4-91C67BDDA14D}"/>
                    </a:ext>
                  </a:extLst>
                </p:cNvPr>
                <p:cNvSpPr txBox="1"/>
                <p:nvPr/>
              </p:nvSpPr>
              <p:spPr>
                <a:xfrm>
                  <a:off x="184429" y="4771932"/>
                  <a:ext cx="3384285" cy="877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spcBef>
                      <a:spcPts val="600"/>
                    </a:spcBef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Quality Management</a:t>
                  </a:r>
                </a:p>
                <a:p>
                  <a:pPr algn="r">
                    <a:spcBef>
                      <a:spcPts val="600"/>
                    </a:spcBef>
                  </a:pPr>
                  <a:r>
                    <a:rPr lang="en-US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Orange is a color of playfulness and energy.</a:t>
                  </a:r>
                </a:p>
              </p:txBody>
            </p:sp>
          </p:grpSp>
        </p:grpSp>
        <p:pic>
          <p:nvPicPr>
            <p:cNvPr id="1026" name="Picture 2" descr="Workforce Icons - Free SVG &amp; PNG Workforce Images - Noun Project">
              <a:extLst>
                <a:ext uri="{FF2B5EF4-FFF2-40B4-BE49-F238E27FC236}">
                  <a16:creationId xmlns:a16="http://schemas.microsoft.com/office/drawing/2014/main" id="{C915D103-629A-F8AD-807D-DC550BAFF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9197" y="2743236"/>
              <a:ext cx="778204" cy="778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Maintenance - Free construction and tools icons">
              <a:extLst>
                <a:ext uri="{FF2B5EF4-FFF2-40B4-BE49-F238E27FC236}">
                  <a16:creationId xmlns:a16="http://schemas.microsoft.com/office/drawing/2014/main" id="{369EDD55-98C4-EF5B-26A2-E70F95A750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0918" y="2885904"/>
              <a:ext cx="526382" cy="526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Quality-management Icons - Free SVG &amp; PNG Quality-management Images - Noun  Project">
              <a:extLst>
                <a:ext uri="{FF2B5EF4-FFF2-40B4-BE49-F238E27FC236}">
                  <a16:creationId xmlns:a16="http://schemas.microsoft.com/office/drawing/2014/main" id="{E46755C0-E628-B62D-7ECC-AE80CE72A5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6202" y="4813300"/>
              <a:ext cx="616776" cy="616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Document Management Icon - Free PNG &amp; SVG 2019679 - Noun Project">
              <a:extLst>
                <a:ext uri="{FF2B5EF4-FFF2-40B4-BE49-F238E27FC236}">
                  <a16:creationId xmlns:a16="http://schemas.microsoft.com/office/drawing/2014/main" id="{BA274C39-3C31-EBCD-269D-DECAE85D46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3822" y="4864100"/>
              <a:ext cx="573152" cy="573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31609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47" name="Group 21546">
            <a:extLst>
              <a:ext uri="{FF2B5EF4-FFF2-40B4-BE49-F238E27FC236}">
                <a16:creationId xmlns:a16="http://schemas.microsoft.com/office/drawing/2014/main" id="{997C2033-DC0C-15E3-8B90-9F3681FB7D35}"/>
              </a:ext>
            </a:extLst>
          </p:cNvPr>
          <p:cNvGrpSpPr/>
          <p:nvPr/>
        </p:nvGrpSpPr>
        <p:grpSpPr>
          <a:xfrm>
            <a:off x="247862" y="1700275"/>
            <a:ext cx="11721675" cy="4610823"/>
            <a:chOff x="247862" y="1700275"/>
            <a:chExt cx="11721675" cy="4610823"/>
          </a:xfrm>
        </p:grpSpPr>
        <p:sp>
          <p:nvSpPr>
            <p:cNvPr id="21516" name="Oval 21515">
              <a:extLst>
                <a:ext uri="{FF2B5EF4-FFF2-40B4-BE49-F238E27FC236}">
                  <a16:creationId xmlns:a16="http://schemas.microsoft.com/office/drawing/2014/main" id="{69565494-5473-934D-9DA2-B5F0E0A8F930}"/>
                </a:ext>
              </a:extLst>
            </p:cNvPr>
            <p:cNvSpPr/>
            <p:nvPr/>
          </p:nvSpPr>
          <p:spPr>
            <a:xfrm>
              <a:off x="4638308" y="2722486"/>
              <a:ext cx="2915384" cy="2915384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5" name="Circle: Hollow 21524">
              <a:extLst>
                <a:ext uri="{FF2B5EF4-FFF2-40B4-BE49-F238E27FC236}">
                  <a16:creationId xmlns:a16="http://schemas.microsoft.com/office/drawing/2014/main" id="{F4E3BAC7-2C0B-1556-91C9-8B0FC53FFA9A}"/>
                </a:ext>
              </a:extLst>
            </p:cNvPr>
            <p:cNvSpPr/>
            <p:nvPr/>
          </p:nvSpPr>
          <p:spPr>
            <a:xfrm>
              <a:off x="3676934" y="2970426"/>
              <a:ext cx="1422656" cy="1422656"/>
            </a:xfrm>
            <a:prstGeom prst="donut">
              <a:avLst>
                <a:gd name="adj" fmla="val 1814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521" name="Circle: Hollow 21520">
              <a:extLst>
                <a:ext uri="{FF2B5EF4-FFF2-40B4-BE49-F238E27FC236}">
                  <a16:creationId xmlns:a16="http://schemas.microsoft.com/office/drawing/2014/main" id="{18A71B87-01A3-BF75-7550-73A1813076B7}"/>
                </a:ext>
              </a:extLst>
            </p:cNvPr>
            <p:cNvSpPr/>
            <p:nvPr/>
          </p:nvSpPr>
          <p:spPr>
            <a:xfrm>
              <a:off x="5397170" y="1700275"/>
              <a:ext cx="1422656" cy="1422656"/>
            </a:xfrm>
            <a:prstGeom prst="donut">
              <a:avLst>
                <a:gd name="adj" fmla="val 1814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1527" name="Group 21526">
              <a:extLst>
                <a:ext uri="{FF2B5EF4-FFF2-40B4-BE49-F238E27FC236}">
                  <a16:creationId xmlns:a16="http://schemas.microsoft.com/office/drawing/2014/main" id="{D10C5C8A-0BE1-FDFA-6B8A-600DB84F4BF2}"/>
                </a:ext>
              </a:extLst>
            </p:cNvPr>
            <p:cNvGrpSpPr/>
            <p:nvPr/>
          </p:nvGrpSpPr>
          <p:grpSpPr>
            <a:xfrm>
              <a:off x="4292680" y="4888442"/>
              <a:ext cx="3606640" cy="1422656"/>
              <a:chOff x="4284044" y="5142442"/>
              <a:chExt cx="3606640" cy="1422656"/>
            </a:xfrm>
          </p:grpSpPr>
          <p:sp>
            <p:nvSpPr>
              <p:cNvPr id="21523" name="Circle: Hollow 21522">
                <a:extLst>
                  <a:ext uri="{FF2B5EF4-FFF2-40B4-BE49-F238E27FC236}">
                    <a16:creationId xmlns:a16="http://schemas.microsoft.com/office/drawing/2014/main" id="{20241686-4D79-4388-074D-185CCAFF9F8C}"/>
                  </a:ext>
                </a:extLst>
              </p:cNvPr>
              <p:cNvSpPr/>
              <p:nvPr/>
            </p:nvSpPr>
            <p:spPr>
              <a:xfrm>
                <a:off x="4284044" y="5142442"/>
                <a:ext cx="1422656" cy="1422656"/>
              </a:xfrm>
              <a:prstGeom prst="donut">
                <a:avLst>
                  <a:gd name="adj" fmla="val 1814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522" name="Circle: Hollow 21521">
                <a:extLst>
                  <a:ext uri="{FF2B5EF4-FFF2-40B4-BE49-F238E27FC236}">
                    <a16:creationId xmlns:a16="http://schemas.microsoft.com/office/drawing/2014/main" id="{22DDEDB5-9DD6-AED4-3955-A029506E9B99}"/>
                  </a:ext>
                </a:extLst>
              </p:cNvPr>
              <p:cNvSpPr/>
              <p:nvPr/>
            </p:nvSpPr>
            <p:spPr>
              <a:xfrm>
                <a:off x="6468028" y="5142442"/>
                <a:ext cx="1422656" cy="1422656"/>
              </a:xfrm>
              <a:prstGeom prst="donut">
                <a:avLst>
                  <a:gd name="adj" fmla="val 1814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524" name="Circle: Hollow 21523">
              <a:extLst>
                <a:ext uri="{FF2B5EF4-FFF2-40B4-BE49-F238E27FC236}">
                  <a16:creationId xmlns:a16="http://schemas.microsoft.com/office/drawing/2014/main" id="{68119C51-847E-55CA-20ED-D5BEA191DB5F}"/>
                </a:ext>
              </a:extLst>
            </p:cNvPr>
            <p:cNvSpPr/>
            <p:nvPr/>
          </p:nvSpPr>
          <p:spPr>
            <a:xfrm>
              <a:off x="7117407" y="2970426"/>
              <a:ext cx="1422656" cy="1422656"/>
            </a:xfrm>
            <a:prstGeom prst="donut">
              <a:avLst>
                <a:gd name="adj" fmla="val 1814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529" name="TextBox 21528">
              <a:extLst>
                <a:ext uri="{FF2B5EF4-FFF2-40B4-BE49-F238E27FC236}">
                  <a16:creationId xmlns:a16="http://schemas.microsoft.com/office/drawing/2014/main" id="{B7909AA9-B870-2750-077A-ADAB2FCEB45D}"/>
                </a:ext>
              </a:extLst>
            </p:cNvPr>
            <p:cNvSpPr txBox="1"/>
            <p:nvPr/>
          </p:nvSpPr>
          <p:spPr>
            <a:xfrm>
              <a:off x="7092006" y="1980716"/>
              <a:ext cx="321782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Assumptions and attitudes</a:t>
              </a:r>
            </a:p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Challenging limiting assumptions</a:t>
              </a:r>
            </a:p>
          </p:txBody>
        </p:sp>
        <p:sp>
          <p:nvSpPr>
            <p:cNvPr id="21530" name="TextBox 21529">
              <a:extLst>
                <a:ext uri="{FF2B5EF4-FFF2-40B4-BE49-F238E27FC236}">
                  <a16:creationId xmlns:a16="http://schemas.microsoft.com/office/drawing/2014/main" id="{8729A716-EB27-18D5-B182-B968111B7F34}"/>
                </a:ext>
              </a:extLst>
            </p:cNvPr>
            <p:cNvSpPr txBox="1"/>
            <p:nvPr/>
          </p:nvSpPr>
          <p:spPr>
            <a:xfrm>
              <a:off x="8751716" y="3250867"/>
              <a:ext cx="321782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Conceptual</a:t>
              </a:r>
            </a:p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Thinking with diagrams and metaphors</a:t>
              </a:r>
            </a:p>
          </p:txBody>
        </p:sp>
        <p:sp>
          <p:nvSpPr>
            <p:cNvPr id="21531" name="TextBox 21530">
              <a:extLst>
                <a:ext uri="{FF2B5EF4-FFF2-40B4-BE49-F238E27FC236}">
                  <a16:creationId xmlns:a16="http://schemas.microsoft.com/office/drawing/2014/main" id="{9B8E43F2-7EFA-BEAE-4E40-1F32CAC4EF61}"/>
                </a:ext>
              </a:extLst>
            </p:cNvPr>
            <p:cNvSpPr txBox="1"/>
            <p:nvPr/>
          </p:nvSpPr>
          <p:spPr>
            <a:xfrm>
              <a:off x="806384" y="5206983"/>
              <a:ext cx="321782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Creation of ideas</a:t>
              </a:r>
            </a:p>
            <a:p>
              <a:pPr algn="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Generating numerous novel ideas</a:t>
              </a:r>
            </a:p>
          </p:txBody>
        </p:sp>
        <p:sp>
          <p:nvSpPr>
            <p:cNvPr id="21532" name="TextBox 21531">
              <a:extLst>
                <a:ext uri="{FF2B5EF4-FFF2-40B4-BE49-F238E27FC236}">
                  <a16:creationId xmlns:a16="http://schemas.microsoft.com/office/drawing/2014/main" id="{48709F53-154A-1DF5-25B4-02F5E5BB6FEC}"/>
                </a:ext>
              </a:extLst>
            </p:cNvPr>
            <p:cNvSpPr txBox="1"/>
            <p:nvPr/>
          </p:nvSpPr>
          <p:spPr>
            <a:xfrm>
              <a:off x="8142395" y="5168883"/>
              <a:ext cx="321782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Exploration of ideas</a:t>
              </a:r>
            </a:p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Postponing premature judgement</a:t>
              </a:r>
            </a:p>
          </p:txBody>
        </p:sp>
        <p:sp>
          <p:nvSpPr>
            <p:cNvPr id="21533" name="TextBox 21532">
              <a:extLst>
                <a:ext uri="{FF2B5EF4-FFF2-40B4-BE49-F238E27FC236}">
                  <a16:creationId xmlns:a16="http://schemas.microsoft.com/office/drawing/2014/main" id="{5CA926CF-514F-5510-06B3-56472F37DFD9}"/>
                </a:ext>
              </a:extLst>
            </p:cNvPr>
            <p:cNvSpPr txBox="1"/>
            <p:nvPr/>
          </p:nvSpPr>
          <p:spPr>
            <a:xfrm>
              <a:off x="247862" y="3250867"/>
              <a:ext cx="321782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Evaluation of ideas</a:t>
              </a:r>
            </a:p>
            <a:p>
              <a:pPr algn="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Evaluating and selecting</a:t>
              </a:r>
            </a:p>
            <a:p>
              <a:pPr algn="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options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1541" name="TextBox 21540">
              <a:extLst>
                <a:ext uri="{FF2B5EF4-FFF2-40B4-BE49-F238E27FC236}">
                  <a16:creationId xmlns:a16="http://schemas.microsoft.com/office/drawing/2014/main" id="{3CFE7E0C-2868-124C-44A5-55AA55B95D99}"/>
                </a:ext>
              </a:extLst>
            </p:cNvPr>
            <p:cNvSpPr txBox="1"/>
            <p:nvPr/>
          </p:nvSpPr>
          <p:spPr>
            <a:xfrm>
              <a:off x="5748464" y="2097938"/>
              <a:ext cx="72006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01</a:t>
              </a:r>
            </a:p>
          </p:txBody>
        </p:sp>
        <p:sp>
          <p:nvSpPr>
            <p:cNvPr id="21542" name="TextBox 21541">
              <a:extLst>
                <a:ext uri="{FF2B5EF4-FFF2-40B4-BE49-F238E27FC236}">
                  <a16:creationId xmlns:a16="http://schemas.microsoft.com/office/drawing/2014/main" id="{278FD9E8-F270-852F-3D85-85E0A320874D}"/>
                </a:ext>
              </a:extLst>
            </p:cNvPr>
            <p:cNvSpPr txBox="1"/>
            <p:nvPr/>
          </p:nvSpPr>
          <p:spPr>
            <a:xfrm>
              <a:off x="4607906" y="5245827"/>
              <a:ext cx="7922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04</a:t>
              </a:r>
            </a:p>
          </p:txBody>
        </p:sp>
        <p:sp>
          <p:nvSpPr>
            <p:cNvPr id="21543" name="TextBox 21542">
              <a:extLst>
                <a:ext uri="{FF2B5EF4-FFF2-40B4-BE49-F238E27FC236}">
                  <a16:creationId xmlns:a16="http://schemas.microsoft.com/office/drawing/2014/main" id="{EE10DC7C-8CD3-A23E-ACAB-5D4E163A2987}"/>
                </a:ext>
              </a:extLst>
            </p:cNvPr>
            <p:cNvSpPr txBox="1"/>
            <p:nvPr/>
          </p:nvSpPr>
          <p:spPr>
            <a:xfrm>
              <a:off x="7432633" y="3327811"/>
              <a:ext cx="7922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02</a:t>
              </a:r>
            </a:p>
          </p:txBody>
        </p:sp>
        <p:sp>
          <p:nvSpPr>
            <p:cNvPr id="21544" name="TextBox 21543">
              <a:extLst>
                <a:ext uri="{FF2B5EF4-FFF2-40B4-BE49-F238E27FC236}">
                  <a16:creationId xmlns:a16="http://schemas.microsoft.com/office/drawing/2014/main" id="{820770AB-B300-850D-EDA3-155CE0B56960}"/>
                </a:ext>
              </a:extLst>
            </p:cNvPr>
            <p:cNvSpPr txBox="1"/>
            <p:nvPr/>
          </p:nvSpPr>
          <p:spPr>
            <a:xfrm>
              <a:off x="6791890" y="5245827"/>
              <a:ext cx="7922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03</a:t>
              </a:r>
            </a:p>
          </p:txBody>
        </p:sp>
        <p:sp>
          <p:nvSpPr>
            <p:cNvPr id="21545" name="TextBox 21544">
              <a:extLst>
                <a:ext uri="{FF2B5EF4-FFF2-40B4-BE49-F238E27FC236}">
                  <a16:creationId xmlns:a16="http://schemas.microsoft.com/office/drawing/2014/main" id="{324F8480-28BC-BE71-79AE-13AC62EFE7B0}"/>
                </a:ext>
              </a:extLst>
            </p:cNvPr>
            <p:cNvSpPr txBox="1"/>
            <p:nvPr/>
          </p:nvSpPr>
          <p:spPr>
            <a:xfrm>
              <a:off x="3992160" y="3327811"/>
              <a:ext cx="7922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1977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B2D075-E582-A53B-A33F-6EA3CFB95A13}"/>
              </a:ext>
            </a:extLst>
          </p:cNvPr>
          <p:cNvGrpSpPr/>
          <p:nvPr/>
        </p:nvGrpSpPr>
        <p:grpSpPr>
          <a:xfrm>
            <a:off x="402162" y="1482969"/>
            <a:ext cx="11387676" cy="4481103"/>
            <a:chOff x="763919" y="1376091"/>
            <a:chExt cx="10664162" cy="4196397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121058E-4F2D-5AAD-023F-DE20BCCAEB82}"/>
                </a:ext>
              </a:extLst>
            </p:cNvPr>
            <p:cNvGrpSpPr/>
            <p:nvPr/>
          </p:nvGrpSpPr>
          <p:grpSpPr>
            <a:xfrm>
              <a:off x="763919" y="1376091"/>
              <a:ext cx="10664162" cy="1739342"/>
              <a:chOff x="763919" y="1687222"/>
              <a:chExt cx="10664162" cy="1739342"/>
            </a:xfrm>
            <a:grpFill/>
          </p:grpSpPr>
          <p:grpSp>
            <p:nvGrpSpPr>
              <p:cNvPr id="306" name="Google Shape;9147;p73">
                <a:extLst>
                  <a:ext uri="{FF2B5EF4-FFF2-40B4-BE49-F238E27FC236}">
                    <a16:creationId xmlns:a16="http://schemas.microsoft.com/office/drawing/2014/main" id="{381AC081-1F76-5D46-69B4-E3BA520AE341}"/>
                  </a:ext>
                </a:extLst>
              </p:cNvPr>
              <p:cNvGrpSpPr/>
              <p:nvPr/>
            </p:nvGrpSpPr>
            <p:grpSpPr>
              <a:xfrm>
                <a:off x="763919" y="1689207"/>
                <a:ext cx="505937" cy="497951"/>
                <a:chOff x="683125" y="1955275"/>
                <a:chExt cx="299325" cy="294600"/>
              </a:xfrm>
              <a:grpFill/>
            </p:grpSpPr>
            <p:sp>
              <p:nvSpPr>
                <p:cNvPr id="467" name="Google Shape;9148;p73">
                  <a:extLst>
                    <a:ext uri="{FF2B5EF4-FFF2-40B4-BE49-F238E27FC236}">
                      <a16:creationId xmlns:a16="http://schemas.microsoft.com/office/drawing/2014/main" id="{8E88C4F9-DD19-22D3-7C38-F38861DF3A64}"/>
                    </a:ext>
                  </a:extLst>
                </p:cNvPr>
                <p:cNvSpPr/>
                <p:nvPr/>
              </p:nvSpPr>
              <p:spPr>
                <a:xfrm>
                  <a:off x="876875" y="1989925"/>
                  <a:ext cx="52800" cy="6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553" extrusionOk="0">
                      <a:moveTo>
                        <a:pt x="1072" y="0"/>
                      </a:moveTo>
                      <a:cubicBezTo>
                        <a:pt x="473" y="0"/>
                        <a:pt x="64" y="473"/>
                        <a:pt x="64" y="1009"/>
                      </a:cubicBezTo>
                      <a:cubicBezTo>
                        <a:pt x="1" y="1229"/>
                        <a:pt x="158" y="1324"/>
                        <a:pt x="379" y="1324"/>
                      </a:cubicBezTo>
                      <a:cubicBezTo>
                        <a:pt x="568" y="1324"/>
                        <a:pt x="725" y="1166"/>
                        <a:pt x="725" y="977"/>
                      </a:cubicBezTo>
                      <a:cubicBezTo>
                        <a:pt x="725" y="788"/>
                        <a:pt x="883" y="631"/>
                        <a:pt x="1072" y="631"/>
                      </a:cubicBezTo>
                      <a:cubicBezTo>
                        <a:pt x="1261" y="631"/>
                        <a:pt x="1418" y="788"/>
                        <a:pt x="1418" y="977"/>
                      </a:cubicBezTo>
                      <a:cubicBezTo>
                        <a:pt x="1418" y="1103"/>
                        <a:pt x="1355" y="1198"/>
                        <a:pt x="1229" y="1292"/>
                      </a:cubicBezTo>
                      <a:cubicBezTo>
                        <a:pt x="914" y="1450"/>
                        <a:pt x="725" y="1796"/>
                        <a:pt x="725" y="2206"/>
                      </a:cubicBezTo>
                      <a:cubicBezTo>
                        <a:pt x="725" y="2395"/>
                        <a:pt x="883" y="2552"/>
                        <a:pt x="1072" y="2552"/>
                      </a:cubicBezTo>
                      <a:cubicBezTo>
                        <a:pt x="1261" y="2552"/>
                        <a:pt x="1418" y="2395"/>
                        <a:pt x="1418" y="2206"/>
                      </a:cubicBezTo>
                      <a:cubicBezTo>
                        <a:pt x="1418" y="2080"/>
                        <a:pt x="1481" y="1954"/>
                        <a:pt x="1544" y="1922"/>
                      </a:cubicBezTo>
                      <a:cubicBezTo>
                        <a:pt x="1891" y="1733"/>
                        <a:pt x="2111" y="1355"/>
                        <a:pt x="2111" y="1009"/>
                      </a:cubicBezTo>
                      <a:cubicBezTo>
                        <a:pt x="2111" y="410"/>
                        <a:pt x="1639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68" name="Google Shape;9149;p73">
                  <a:extLst>
                    <a:ext uri="{FF2B5EF4-FFF2-40B4-BE49-F238E27FC236}">
                      <a16:creationId xmlns:a16="http://schemas.microsoft.com/office/drawing/2014/main" id="{370EE7FF-F6E2-B9C6-CF7A-FC857694B33A}"/>
                    </a:ext>
                  </a:extLst>
                </p:cNvPr>
                <p:cNvSpPr/>
                <p:nvPr/>
              </p:nvSpPr>
              <p:spPr>
                <a:xfrm>
                  <a:off x="683125" y="2058450"/>
                  <a:ext cx="159900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6" h="7657" extrusionOk="0">
                      <a:moveTo>
                        <a:pt x="3245" y="693"/>
                      </a:moveTo>
                      <a:cubicBezTo>
                        <a:pt x="3812" y="693"/>
                        <a:pt x="4285" y="1166"/>
                        <a:pt x="4285" y="1702"/>
                      </a:cubicBezTo>
                      <a:cubicBezTo>
                        <a:pt x="4285" y="2269"/>
                        <a:pt x="3812" y="2710"/>
                        <a:pt x="3245" y="2710"/>
                      </a:cubicBezTo>
                      <a:cubicBezTo>
                        <a:pt x="2647" y="2710"/>
                        <a:pt x="2174" y="2269"/>
                        <a:pt x="2174" y="1702"/>
                      </a:cubicBezTo>
                      <a:cubicBezTo>
                        <a:pt x="2174" y="1166"/>
                        <a:pt x="2678" y="693"/>
                        <a:pt x="3245" y="693"/>
                      </a:cubicBezTo>
                      <a:close/>
                      <a:moveTo>
                        <a:pt x="3245" y="3434"/>
                      </a:moveTo>
                      <a:cubicBezTo>
                        <a:pt x="4569" y="3434"/>
                        <a:pt x="5671" y="4537"/>
                        <a:pt x="5671" y="5892"/>
                      </a:cubicBezTo>
                      <a:lnTo>
                        <a:pt x="5671" y="6994"/>
                      </a:lnTo>
                      <a:lnTo>
                        <a:pt x="788" y="6994"/>
                      </a:lnTo>
                      <a:lnTo>
                        <a:pt x="788" y="5892"/>
                      </a:lnTo>
                      <a:cubicBezTo>
                        <a:pt x="788" y="4537"/>
                        <a:pt x="1891" y="3434"/>
                        <a:pt x="3245" y="3434"/>
                      </a:cubicBezTo>
                      <a:close/>
                      <a:moveTo>
                        <a:pt x="3182" y="0"/>
                      </a:moveTo>
                      <a:cubicBezTo>
                        <a:pt x="2237" y="0"/>
                        <a:pt x="1418" y="788"/>
                        <a:pt x="1418" y="1733"/>
                      </a:cubicBezTo>
                      <a:cubicBezTo>
                        <a:pt x="1418" y="2206"/>
                        <a:pt x="1607" y="2678"/>
                        <a:pt x="1985" y="2993"/>
                      </a:cubicBezTo>
                      <a:cubicBezTo>
                        <a:pt x="819" y="3466"/>
                        <a:pt x="0" y="4569"/>
                        <a:pt x="0" y="5892"/>
                      </a:cubicBezTo>
                      <a:lnTo>
                        <a:pt x="0" y="7309"/>
                      </a:lnTo>
                      <a:cubicBezTo>
                        <a:pt x="126" y="7499"/>
                        <a:pt x="284" y="7656"/>
                        <a:pt x="441" y="7656"/>
                      </a:cubicBezTo>
                      <a:lnTo>
                        <a:pt x="6018" y="7656"/>
                      </a:lnTo>
                      <a:cubicBezTo>
                        <a:pt x="6238" y="7656"/>
                        <a:pt x="6396" y="7499"/>
                        <a:pt x="6396" y="7309"/>
                      </a:cubicBezTo>
                      <a:lnTo>
                        <a:pt x="6396" y="5892"/>
                      </a:lnTo>
                      <a:cubicBezTo>
                        <a:pt x="6396" y="4569"/>
                        <a:pt x="5545" y="3466"/>
                        <a:pt x="4411" y="2993"/>
                      </a:cubicBezTo>
                      <a:cubicBezTo>
                        <a:pt x="4758" y="2647"/>
                        <a:pt x="4978" y="2206"/>
                        <a:pt x="4978" y="1733"/>
                      </a:cubicBezTo>
                      <a:cubicBezTo>
                        <a:pt x="4978" y="788"/>
                        <a:pt x="4190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69" name="Google Shape;9150;p73">
                  <a:extLst>
                    <a:ext uri="{FF2B5EF4-FFF2-40B4-BE49-F238E27FC236}">
                      <a16:creationId xmlns:a16="http://schemas.microsoft.com/office/drawing/2014/main" id="{486AC2F3-85F5-F669-AD46-F343C3F52F92}"/>
                    </a:ext>
                  </a:extLst>
                </p:cNvPr>
                <p:cNvSpPr/>
                <p:nvPr/>
              </p:nvSpPr>
              <p:spPr>
                <a:xfrm>
                  <a:off x="824900" y="195527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662"/>
                      </a:moveTo>
                      <a:cubicBezTo>
                        <a:pt x="4505" y="662"/>
                        <a:pt x="5608" y="1765"/>
                        <a:pt x="5608" y="3119"/>
                      </a:cubicBezTo>
                      <a:cubicBezTo>
                        <a:pt x="5608" y="4442"/>
                        <a:pt x="4505" y="5545"/>
                        <a:pt x="3151" y="5545"/>
                      </a:cubicBezTo>
                      <a:cubicBezTo>
                        <a:pt x="2710" y="5545"/>
                        <a:pt x="2332" y="5451"/>
                        <a:pt x="1954" y="5230"/>
                      </a:cubicBezTo>
                      <a:cubicBezTo>
                        <a:pt x="1890" y="5199"/>
                        <a:pt x="1796" y="5199"/>
                        <a:pt x="1733" y="5199"/>
                      </a:cubicBezTo>
                      <a:lnTo>
                        <a:pt x="945" y="5388"/>
                      </a:lnTo>
                      <a:lnTo>
                        <a:pt x="1166" y="4694"/>
                      </a:lnTo>
                      <a:cubicBezTo>
                        <a:pt x="1229" y="4568"/>
                        <a:pt x="1166" y="4505"/>
                        <a:pt x="1134" y="4411"/>
                      </a:cubicBezTo>
                      <a:cubicBezTo>
                        <a:pt x="914" y="4033"/>
                        <a:pt x="756" y="3592"/>
                        <a:pt x="756" y="3119"/>
                      </a:cubicBezTo>
                      <a:cubicBezTo>
                        <a:pt x="725" y="1733"/>
                        <a:pt x="1827" y="662"/>
                        <a:pt x="3151" y="662"/>
                      </a:cubicBezTo>
                      <a:close/>
                      <a:moveTo>
                        <a:pt x="3182" y="0"/>
                      </a:moveTo>
                      <a:cubicBezTo>
                        <a:pt x="1449" y="0"/>
                        <a:pt x="95" y="1418"/>
                        <a:pt x="95" y="3119"/>
                      </a:cubicBezTo>
                      <a:cubicBezTo>
                        <a:pt x="95" y="3655"/>
                        <a:pt x="189" y="4190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15" y="6238"/>
                        <a:pt x="473" y="6238"/>
                      </a:cubicBezTo>
                      <a:lnTo>
                        <a:pt x="1764" y="5923"/>
                      </a:lnTo>
                      <a:cubicBezTo>
                        <a:pt x="2206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70" name="Google Shape;9151;p73">
                  <a:extLst>
                    <a:ext uri="{FF2B5EF4-FFF2-40B4-BE49-F238E27FC236}">
                      <a16:creationId xmlns:a16="http://schemas.microsoft.com/office/drawing/2014/main" id="{E3BEB22A-033B-33FD-5770-717BBB15B0E1}"/>
                    </a:ext>
                  </a:extLst>
                </p:cNvPr>
                <p:cNvSpPr/>
                <p:nvPr/>
              </p:nvSpPr>
              <p:spPr>
                <a:xfrm>
                  <a:off x="895000" y="2058450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cubicBezTo>
                        <a:pt x="536" y="725"/>
                        <a:pt x="693" y="567"/>
                        <a:pt x="693" y="378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07" name="Google Shape;9152;p73">
                <a:extLst>
                  <a:ext uri="{FF2B5EF4-FFF2-40B4-BE49-F238E27FC236}">
                    <a16:creationId xmlns:a16="http://schemas.microsoft.com/office/drawing/2014/main" id="{55D63079-7CD8-0947-C2EB-B8326C7C7DC5}"/>
                  </a:ext>
                </a:extLst>
              </p:cNvPr>
              <p:cNvGrpSpPr/>
              <p:nvPr/>
            </p:nvGrpSpPr>
            <p:grpSpPr>
              <a:xfrm>
                <a:off x="765251" y="2280947"/>
                <a:ext cx="503276" cy="500655"/>
                <a:chOff x="685475" y="2318350"/>
                <a:chExt cx="297750" cy="296200"/>
              </a:xfrm>
              <a:grpFill/>
            </p:grpSpPr>
            <p:sp>
              <p:nvSpPr>
                <p:cNvPr id="464" name="Google Shape;9153;p73">
                  <a:extLst>
                    <a:ext uri="{FF2B5EF4-FFF2-40B4-BE49-F238E27FC236}">
                      <a16:creationId xmlns:a16="http://schemas.microsoft.com/office/drawing/2014/main" id="{08AC532D-5E8B-3F04-29FB-5D12F2EB79F4}"/>
                    </a:ext>
                  </a:extLst>
                </p:cNvPr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4" h="9679" extrusionOk="0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65" name="Google Shape;9154;p73">
                  <a:extLst>
                    <a:ext uri="{FF2B5EF4-FFF2-40B4-BE49-F238E27FC236}">
                      <a16:creationId xmlns:a16="http://schemas.microsoft.com/office/drawing/2014/main" id="{E696280A-B667-886E-644F-56EA6460018B}"/>
                    </a:ext>
                  </a:extLst>
                </p:cNvPr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9705" extrusionOk="0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66" name="Google Shape;9155;p73">
                  <a:extLst>
                    <a:ext uri="{FF2B5EF4-FFF2-40B4-BE49-F238E27FC236}">
                      <a16:creationId xmlns:a16="http://schemas.microsoft.com/office/drawing/2014/main" id="{D0004B56-88EB-F57F-43FC-17055B522F10}"/>
                    </a:ext>
                  </a:extLst>
                </p:cNvPr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203" extrusionOk="0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08" name="Google Shape;9156;p73">
                <a:extLst>
                  <a:ext uri="{FF2B5EF4-FFF2-40B4-BE49-F238E27FC236}">
                    <a16:creationId xmlns:a16="http://schemas.microsoft.com/office/drawing/2014/main" id="{2875456C-E9E7-82F4-855B-5A4F059685C3}"/>
                  </a:ext>
                </a:extLst>
              </p:cNvPr>
              <p:cNvSpPr/>
              <p:nvPr/>
            </p:nvSpPr>
            <p:spPr>
              <a:xfrm>
                <a:off x="767248" y="2924655"/>
                <a:ext cx="499261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846" extrusionOk="0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09" name="Google Shape;9157;p73">
                <a:extLst>
                  <a:ext uri="{FF2B5EF4-FFF2-40B4-BE49-F238E27FC236}">
                    <a16:creationId xmlns:a16="http://schemas.microsoft.com/office/drawing/2014/main" id="{01A49287-E99E-C3F3-2F3F-2D77BC738067}"/>
                  </a:ext>
                </a:extLst>
              </p:cNvPr>
              <p:cNvGrpSpPr/>
              <p:nvPr/>
            </p:nvGrpSpPr>
            <p:grpSpPr>
              <a:xfrm>
                <a:off x="3957191" y="1688870"/>
                <a:ext cx="443398" cy="498627"/>
                <a:chOff x="2523000" y="1954875"/>
                <a:chExt cx="262325" cy="295000"/>
              </a:xfrm>
              <a:grpFill/>
            </p:grpSpPr>
            <p:sp>
              <p:nvSpPr>
                <p:cNvPr id="462" name="Google Shape;9158;p73">
                  <a:extLst>
                    <a:ext uri="{FF2B5EF4-FFF2-40B4-BE49-F238E27FC236}">
                      <a16:creationId xmlns:a16="http://schemas.microsoft.com/office/drawing/2014/main" id="{E0E128EF-AB1E-D2C5-0B15-455A1895E4B2}"/>
                    </a:ext>
                  </a:extLst>
                </p:cNvPr>
                <p:cNvSpPr/>
                <p:nvPr/>
              </p:nvSpPr>
              <p:spPr>
                <a:xfrm>
                  <a:off x="2523000" y="1954875"/>
                  <a:ext cx="2623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3" h="11800" extrusionOk="0">
                      <a:moveTo>
                        <a:pt x="5294" y="709"/>
                      </a:moveTo>
                      <a:cubicBezTo>
                        <a:pt x="6350" y="1316"/>
                        <a:pt x="7422" y="1602"/>
                        <a:pt x="8487" y="1602"/>
                      </a:cubicBezTo>
                      <a:cubicBezTo>
                        <a:pt x="8915" y="1602"/>
                        <a:pt x="9343" y="1556"/>
                        <a:pt x="9767" y="1465"/>
                      </a:cubicBezTo>
                      <a:lnTo>
                        <a:pt x="9767" y="5026"/>
                      </a:lnTo>
                      <a:cubicBezTo>
                        <a:pt x="9767" y="7798"/>
                        <a:pt x="7940" y="10287"/>
                        <a:pt x="5294" y="11137"/>
                      </a:cubicBezTo>
                      <a:cubicBezTo>
                        <a:pt x="2647" y="10350"/>
                        <a:pt x="789" y="7798"/>
                        <a:pt x="789" y="5026"/>
                      </a:cubicBezTo>
                      <a:lnTo>
                        <a:pt x="789" y="1465"/>
                      </a:lnTo>
                      <a:cubicBezTo>
                        <a:pt x="1222" y="1556"/>
                        <a:pt x="1654" y="1602"/>
                        <a:pt x="2084" y="1602"/>
                      </a:cubicBezTo>
                      <a:cubicBezTo>
                        <a:pt x="3153" y="1602"/>
                        <a:pt x="4215" y="1316"/>
                        <a:pt x="5294" y="709"/>
                      </a:cubicBezTo>
                      <a:close/>
                      <a:moveTo>
                        <a:pt x="5266" y="0"/>
                      </a:moveTo>
                      <a:cubicBezTo>
                        <a:pt x="5207" y="0"/>
                        <a:pt x="5152" y="16"/>
                        <a:pt x="5105" y="48"/>
                      </a:cubicBezTo>
                      <a:cubicBezTo>
                        <a:pt x="4065" y="646"/>
                        <a:pt x="3057" y="930"/>
                        <a:pt x="2017" y="930"/>
                      </a:cubicBezTo>
                      <a:cubicBezTo>
                        <a:pt x="1513" y="930"/>
                        <a:pt x="1009" y="835"/>
                        <a:pt x="473" y="678"/>
                      </a:cubicBezTo>
                      <a:cubicBezTo>
                        <a:pt x="440" y="669"/>
                        <a:pt x="408" y="665"/>
                        <a:pt x="378" y="665"/>
                      </a:cubicBezTo>
                      <a:cubicBezTo>
                        <a:pt x="297" y="665"/>
                        <a:pt x="228" y="695"/>
                        <a:pt x="158" y="741"/>
                      </a:cubicBezTo>
                      <a:cubicBezTo>
                        <a:pt x="95" y="804"/>
                        <a:pt x="1" y="898"/>
                        <a:pt x="1" y="993"/>
                      </a:cubicBezTo>
                      <a:lnTo>
                        <a:pt x="1" y="4994"/>
                      </a:lnTo>
                      <a:cubicBezTo>
                        <a:pt x="127" y="8176"/>
                        <a:pt x="2206" y="10917"/>
                        <a:pt x="5199" y="11799"/>
                      </a:cubicBezTo>
                      <a:lnTo>
                        <a:pt x="5357" y="11799"/>
                      </a:lnTo>
                      <a:cubicBezTo>
                        <a:pt x="8350" y="10917"/>
                        <a:pt x="10492" y="8176"/>
                        <a:pt x="10492" y="5026"/>
                      </a:cubicBezTo>
                      <a:lnTo>
                        <a:pt x="10492" y="1056"/>
                      </a:lnTo>
                      <a:cubicBezTo>
                        <a:pt x="10492" y="930"/>
                        <a:pt x="10429" y="835"/>
                        <a:pt x="10335" y="772"/>
                      </a:cubicBezTo>
                      <a:cubicBezTo>
                        <a:pt x="10282" y="720"/>
                        <a:pt x="10230" y="697"/>
                        <a:pt x="10173" y="697"/>
                      </a:cubicBezTo>
                      <a:cubicBezTo>
                        <a:pt x="10126" y="697"/>
                        <a:pt x="10076" y="713"/>
                        <a:pt x="10019" y="741"/>
                      </a:cubicBezTo>
                      <a:cubicBezTo>
                        <a:pt x="9509" y="876"/>
                        <a:pt x="9006" y="946"/>
                        <a:pt x="8504" y="946"/>
                      </a:cubicBezTo>
                      <a:cubicBezTo>
                        <a:pt x="7490" y="946"/>
                        <a:pt x="6485" y="659"/>
                        <a:pt x="5451" y="48"/>
                      </a:cubicBezTo>
                      <a:cubicBezTo>
                        <a:pt x="5388" y="16"/>
                        <a:pt x="5325" y="0"/>
                        <a:pt x="5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63" name="Google Shape;9159;p73">
                  <a:extLst>
                    <a:ext uri="{FF2B5EF4-FFF2-40B4-BE49-F238E27FC236}">
                      <a16:creationId xmlns:a16="http://schemas.microsoft.com/office/drawing/2014/main" id="{30576A48-D7CE-4646-6338-148A012EE2F2}"/>
                    </a:ext>
                  </a:extLst>
                </p:cNvPr>
                <p:cNvSpPr/>
                <p:nvPr/>
              </p:nvSpPr>
              <p:spPr>
                <a:xfrm>
                  <a:off x="2595475" y="202457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94"/>
                      </a:moveTo>
                      <a:cubicBezTo>
                        <a:pt x="2836" y="694"/>
                        <a:pt x="3151" y="1009"/>
                        <a:pt x="3151" y="1418"/>
                      </a:cubicBezTo>
                      <a:cubicBezTo>
                        <a:pt x="3151" y="1796"/>
                        <a:pt x="2836" y="2111"/>
                        <a:pt x="2426" y="2111"/>
                      </a:cubicBezTo>
                      <a:cubicBezTo>
                        <a:pt x="2048" y="2111"/>
                        <a:pt x="1733" y="1796"/>
                        <a:pt x="1733" y="1418"/>
                      </a:cubicBezTo>
                      <a:cubicBezTo>
                        <a:pt x="1733" y="1009"/>
                        <a:pt x="2048" y="694"/>
                        <a:pt x="2426" y="694"/>
                      </a:cubicBezTo>
                      <a:close/>
                      <a:moveTo>
                        <a:pt x="2426" y="2742"/>
                      </a:moveTo>
                      <a:cubicBezTo>
                        <a:pt x="3371" y="2742"/>
                        <a:pt x="4159" y="3529"/>
                        <a:pt x="4159" y="4474"/>
                      </a:cubicBezTo>
                      <a:lnTo>
                        <a:pt x="4159" y="4821"/>
                      </a:lnTo>
                      <a:lnTo>
                        <a:pt x="693" y="4821"/>
                      </a:lnTo>
                      <a:lnTo>
                        <a:pt x="693" y="4474"/>
                      </a:lnTo>
                      <a:cubicBezTo>
                        <a:pt x="693" y="3529"/>
                        <a:pt x="1481" y="2742"/>
                        <a:pt x="2426" y="2742"/>
                      </a:cubicBezTo>
                      <a:close/>
                      <a:moveTo>
                        <a:pt x="2458" y="1"/>
                      </a:moveTo>
                      <a:cubicBezTo>
                        <a:pt x="1733" y="1"/>
                        <a:pt x="1103" y="599"/>
                        <a:pt x="1103" y="1355"/>
                      </a:cubicBezTo>
                      <a:cubicBezTo>
                        <a:pt x="1103" y="1733"/>
                        <a:pt x="1198" y="2048"/>
                        <a:pt x="1450" y="2269"/>
                      </a:cubicBezTo>
                      <a:cubicBezTo>
                        <a:pt x="630" y="2647"/>
                        <a:pt x="63" y="3498"/>
                        <a:pt x="63" y="4474"/>
                      </a:cubicBezTo>
                      <a:lnTo>
                        <a:pt x="63" y="5199"/>
                      </a:lnTo>
                      <a:cubicBezTo>
                        <a:pt x="0" y="5388"/>
                        <a:pt x="158" y="5546"/>
                        <a:pt x="347" y="5546"/>
                      </a:cubicBezTo>
                      <a:lnTo>
                        <a:pt x="4506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17" y="2647"/>
                        <a:pt x="3497" y="2269"/>
                      </a:cubicBezTo>
                      <a:cubicBezTo>
                        <a:pt x="3718" y="2048"/>
                        <a:pt x="3844" y="1702"/>
                        <a:pt x="3844" y="1355"/>
                      </a:cubicBezTo>
                      <a:cubicBezTo>
                        <a:pt x="3844" y="599"/>
                        <a:pt x="3214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10" name="Google Shape;9160;p73">
                <a:extLst>
                  <a:ext uri="{FF2B5EF4-FFF2-40B4-BE49-F238E27FC236}">
                    <a16:creationId xmlns:a16="http://schemas.microsoft.com/office/drawing/2014/main" id="{C90458F2-67F3-B0FB-99ED-0B4914456170}"/>
                  </a:ext>
                </a:extLst>
              </p:cNvPr>
              <p:cNvGrpSpPr/>
              <p:nvPr/>
            </p:nvGrpSpPr>
            <p:grpSpPr>
              <a:xfrm>
                <a:off x="3927252" y="2281623"/>
                <a:ext cx="503276" cy="499303"/>
                <a:chOff x="2508825" y="2318350"/>
                <a:chExt cx="297750" cy="295400"/>
              </a:xfrm>
              <a:grpFill/>
            </p:grpSpPr>
            <p:sp>
              <p:nvSpPr>
                <p:cNvPr id="460" name="Google Shape;9161;p73">
                  <a:extLst>
                    <a:ext uri="{FF2B5EF4-FFF2-40B4-BE49-F238E27FC236}">
                      <a16:creationId xmlns:a16="http://schemas.microsoft.com/office/drawing/2014/main" id="{CA40620C-2833-35AD-A99A-6D0A7A3A9CEF}"/>
                    </a:ext>
                  </a:extLst>
                </p:cNvPr>
                <p:cNvSpPr/>
                <p:nvPr/>
              </p:nvSpPr>
              <p:spPr>
                <a:xfrm>
                  <a:off x="2508825" y="2318350"/>
                  <a:ext cx="29775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16" extrusionOk="0">
                      <a:moveTo>
                        <a:pt x="5892" y="694"/>
                      </a:moveTo>
                      <a:cubicBezTo>
                        <a:pt x="7625" y="694"/>
                        <a:pt x="9043" y="2112"/>
                        <a:pt x="9043" y="3845"/>
                      </a:cubicBezTo>
                      <a:cubicBezTo>
                        <a:pt x="9043" y="5483"/>
                        <a:pt x="7751" y="6838"/>
                        <a:pt x="6081" y="6932"/>
                      </a:cubicBezTo>
                      <a:cubicBezTo>
                        <a:pt x="6018" y="6932"/>
                        <a:pt x="5987" y="6901"/>
                        <a:pt x="5924" y="6869"/>
                      </a:cubicBezTo>
                      <a:lnTo>
                        <a:pt x="5766" y="6711"/>
                      </a:lnTo>
                      <a:cubicBezTo>
                        <a:pt x="5297" y="6298"/>
                        <a:pt x="4683" y="6101"/>
                        <a:pt x="4072" y="6101"/>
                      </a:cubicBezTo>
                      <a:cubicBezTo>
                        <a:pt x="3985" y="6101"/>
                        <a:pt x="3899" y="6105"/>
                        <a:pt x="3813" y="6113"/>
                      </a:cubicBezTo>
                      <a:cubicBezTo>
                        <a:pt x="3151" y="5577"/>
                        <a:pt x="2773" y="4727"/>
                        <a:pt x="2773" y="3845"/>
                      </a:cubicBezTo>
                      <a:cubicBezTo>
                        <a:pt x="2773" y="2112"/>
                        <a:pt x="4191" y="694"/>
                        <a:pt x="5892" y="694"/>
                      </a:cubicBezTo>
                      <a:close/>
                      <a:moveTo>
                        <a:pt x="4171" y="6822"/>
                      </a:moveTo>
                      <a:cubicBezTo>
                        <a:pt x="4577" y="6822"/>
                        <a:pt x="4979" y="6964"/>
                        <a:pt x="5294" y="7247"/>
                      </a:cubicBezTo>
                      <a:cubicBezTo>
                        <a:pt x="5420" y="7373"/>
                        <a:pt x="5735" y="7657"/>
                        <a:pt x="5892" y="7657"/>
                      </a:cubicBezTo>
                      <a:lnTo>
                        <a:pt x="7972" y="7657"/>
                      </a:lnTo>
                      <a:cubicBezTo>
                        <a:pt x="8192" y="7657"/>
                        <a:pt x="8350" y="7814"/>
                        <a:pt x="8350" y="8003"/>
                      </a:cubicBezTo>
                      <a:cubicBezTo>
                        <a:pt x="8350" y="8192"/>
                        <a:pt x="8192" y="8350"/>
                        <a:pt x="7972" y="8350"/>
                      </a:cubicBezTo>
                      <a:lnTo>
                        <a:pt x="5514" y="8350"/>
                      </a:lnTo>
                      <a:cubicBezTo>
                        <a:pt x="5294" y="8350"/>
                        <a:pt x="5136" y="8507"/>
                        <a:pt x="5136" y="8728"/>
                      </a:cubicBezTo>
                      <a:cubicBezTo>
                        <a:pt x="5136" y="8917"/>
                        <a:pt x="5294" y="9074"/>
                        <a:pt x="5514" y="9074"/>
                      </a:cubicBezTo>
                      <a:lnTo>
                        <a:pt x="8224" y="9074"/>
                      </a:lnTo>
                      <a:cubicBezTo>
                        <a:pt x="8507" y="9074"/>
                        <a:pt x="8759" y="8948"/>
                        <a:pt x="8980" y="8759"/>
                      </a:cubicBezTo>
                      <a:lnTo>
                        <a:pt x="10492" y="7090"/>
                      </a:lnTo>
                      <a:cubicBezTo>
                        <a:pt x="10568" y="7033"/>
                        <a:pt x="10666" y="6987"/>
                        <a:pt x="10766" y="6987"/>
                      </a:cubicBezTo>
                      <a:cubicBezTo>
                        <a:pt x="10833" y="6987"/>
                        <a:pt x="10902" y="7008"/>
                        <a:pt x="10965" y="7058"/>
                      </a:cubicBezTo>
                      <a:cubicBezTo>
                        <a:pt x="11122" y="7184"/>
                        <a:pt x="11185" y="7373"/>
                        <a:pt x="11059" y="7531"/>
                      </a:cubicBezTo>
                      <a:lnTo>
                        <a:pt x="9389" y="9767"/>
                      </a:lnTo>
                      <a:cubicBezTo>
                        <a:pt x="9074" y="10209"/>
                        <a:pt x="8570" y="10492"/>
                        <a:pt x="8035" y="10492"/>
                      </a:cubicBezTo>
                      <a:lnTo>
                        <a:pt x="2773" y="10492"/>
                      </a:lnTo>
                      <a:lnTo>
                        <a:pt x="2773" y="7468"/>
                      </a:lnTo>
                      <a:lnTo>
                        <a:pt x="3025" y="7247"/>
                      </a:lnTo>
                      <a:cubicBezTo>
                        <a:pt x="3356" y="6964"/>
                        <a:pt x="3766" y="6822"/>
                        <a:pt x="4171" y="6822"/>
                      </a:cubicBezTo>
                      <a:close/>
                      <a:moveTo>
                        <a:pt x="1734" y="6932"/>
                      </a:moveTo>
                      <a:cubicBezTo>
                        <a:pt x="1923" y="6932"/>
                        <a:pt x="2080" y="7090"/>
                        <a:pt x="2080" y="7310"/>
                      </a:cubicBezTo>
                      <a:lnTo>
                        <a:pt x="2080" y="10807"/>
                      </a:lnTo>
                      <a:cubicBezTo>
                        <a:pt x="2080" y="10996"/>
                        <a:pt x="1923" y="11154"/>
                        <a:pt x="1734" y="11154"/>
                      </a:cubicBezTo>
                      <a:lnTo>
                        <a:pt x="662" y="11154"/>
                      </a:lnTo>
                      <a:lnTo>
                        <a:pt x="662" y="6932"/>
                      </a:lnTo>
                      <a:close/>
                      <a:moveTo>
                        <a:pt x="5924" y="1"/>
                      </a:moveTo>
                      <a:cubicBezTo>
                        <a:pt x="3844" y="1"/>
                        <a:pt x="2112" y="1734"/>
                        <a:pt x="2112" y="3845"/>
                      </a:cubicBezTo>
                      <a:cubicBezTo>
                        <a:pt x="2112" y="4790"/>
                        <a:pt x="2458" y="5672"/>
                        <a:pt x="3088" y="6396"/>
                      </a:cubicBezTo>
                      <a:cubicBezTo>
                        <a:pt x="2931" y="6459"/>
                        <a:pt x="2773" y="6585"/>
                        <a:pt x="2616" y="6711"/>
                      </a:cubicBezTo>
                      <a:cubicBezTo>
                        <a:pt x="2427" y="6428"/>
                        <a:pt x="2112" y="6270"/>
                        <a:pt x="1765" y="6270"/>
                      </a:cubicBezTo>
                      <a:lnTo>
                        <a:pt x="347" y="6270"/>
                      </a:lnTo>
                      <a:cubicBezTo>
                        <a:pt x="158" y="6270"/>
                        <a:pt x="1" y="6428"/>
                        <a:pt x="1" y="6585"/>
                      </a:cubicBezTo>
                      <a:lnTo>
                        <a:pt x="1" y="11469"/>
                      </a:lnTo>
                      <a:cubicBezTo>
                        <a:pt x="1" y="11658"/>
                        <a:pt x="158" y="11815"/>
                        <a:pt x="347" y="11815"/>
                      </a:cubicBezTo>
                      <a:lnTo>
                        <a:pt x="1765" y="11815"/>
                      </a:lnTo>
                      <a:cubicBezTo>
                        <a:pt x="2238" y="11815"/>
                        <a:pt x="2584" y="11563"/>
                        <a:pt x="2742" y="11122"/>
                      </a:cubicBezTo>
                      <a:lnTo>
                        <a:pt x="8035" y="11122"/>
                      </a:lnTo>
                      <a:cubicBezTo>
                        <a:pt x="8759" y="11122"/>
                        <a:pt x="9515" y="10776"/>
                        <a:pt x="9956" y="10146"/>
                      </a:cubicBezTo>
                      <a:lnTo>
                        <a:pt x="11595" y="7877"/>
                      </a:lnTo>
                      <a:cubicBezTo>
                        <a:pt x="11910" y="7468"/>
                        <a:pt x="11878" y="6838"/>
                        <a:pt x="11437" y="6459"/>
                      </a:cubicBezTo>
                      <a:cubicBezTo>
                        <a:pt x="11249" y="6301"/>
                        <a:pt x="11015" y="6221"/>
                        <a:pt x="10780" y="6221"/>
                      </a:cubicBezTo>
                      <a:cubicBezTo>
                        <a:pt x="10503" y="6221"/>
                        <a:pt x="10224" y="6332"/>
                        <a:pt x="10019" y="6554"/>
                      </a:cubicBezTo>
                      <a:lnTo>
                        <a:pt x="9011" y="7657"/>
                      </a:lnTo>
                      <a:cubicBezTo>
                        <a:pt x="8885" y="7247"/>
                        <a:pt x="8539" y="6932"/>
                        <a:pt x="8098" y="6932"/>
                      </a:cubicBezTo>
                      <a:cubicBezTo>
                        <a:pt x="8287" y="6838"/>
                        <a:pt x="8444" y="6680"/>
                        <a:pt x="8602" y="6522"/>
                      </a:cubicBezTo>
                      <a:cubicBezTo>
                        <a:pt x="9358" y="5798"/>
                        <a:pt x="9767" y="4821"/>
                        <a:pt x="9767" y="3845"/>
                      </a:cubicBezTo>
                      <a:cubicBezTo>
                        <a:pt x="9767" y="1734"/>
                        <a:pt x="8035" y="1"/>
                        <a:pt x="59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61" name="Google Shape;9162;p73">
                  <a:extLst>
                    <a:ext uri="{FF2B5EF4-FFF2-40B4-BE49-F238E27FC236}">
                      <a16:creationId xmlns:a16="http://schemas.microsoft.com/office/drawing/2014/main" id="{CACF84A8-E8F2-73C6-D60E-623606442F6E}"/>
                    </a:ext>
                  </a:extLst>
                </p:cNvPr>
                <p:cNvSpPr/>
                <p:nvPr/>
              </p:nvSpPr>
              <p:spPr>
                <a:xfrm>
                  <a:off x="2629350" y="2353025"/>
                  <a:ext cx="543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" h="4852" extrusionOk="0">
                      <a:moveTo>
                        <a:pt x="1071" y="0"/>
                      </a:moveTo>
                      <a:cubicBezTo>
                        <a:pt x="882" y="0"/>
                        <a:pt x="725" y="158"/>
                        <a:pt x="725" y="347"/>
                      </a:cubicBezTo>
                      <a:lnTo>
                        <a:pt x="725" y="756"/>
                      </a:lnTo>
                      <a:cubicBezTo>
                        <a:pt x="315" y="914"/>
                        <a:pt x="63" y="1292"/>
                        <a:pt x="63" y="1733"/>
                      </a:cubicBezTo>
                      <a:cubicBezTo>
                        <a:pt x="0" y="2332"/>
                        <a:pt x="473" y="2804"/>
                        <a:pt x="1071" y="2804"/>
                      </a:cubicBezTo>
                      <a:cubicBezTo>
                        <a:pt x="1260" y="2804"/>
                        <a:pt x="1418" y="2962"/>
                        <a:pt x="1418" y="3151"/>
                      </a:cubicBezTo>
                      <a:cubicBezTo>
                        <a:pt x="1418" y="3308"/>
                        <a:pt x="1355" y="3434"/>
                        <a:pt x="1229" y="3466"/>
                      </a:cubicBezTo>
                      <a:cubicBezTo>
                        <a:pt x="1185" y="3492"/>
                        <a:pt x="1140" y="3503"/>
                        <a:pt x="1093" y="3503"/>
                      </a:cubicBezTo>
                      <a:cubicBezTo>
                        <a:pt x="970" y="3503"/>
                        <a:pt x="839" y="3422"/>
                        <a:pt x="725" y="3308"/>
                      </a:cubicBezTo>
                      <a:cubicBezTo>
                        <a:pt x="662" y="3245"/>
                        <a:pt x="575" y="3214"/>
                        <a:pt x="488" y="3214"/>
                      </a:cubicBezTo>
                      <a:cubicBezTo>
                        <a:pt x="402" y="3214"/>
                        <a:pt x="315" y="3245"/>
                        <a:pt x="252" y="3308"/>
                      </a:cubicBezTo>
                      <a:cubicBezTo>
                        <a:pt x="126" y="3434"/>
                        <a:pt x="126" y="3655"/>
                        <a:pt x="252" y="3781"/>
                      </a:cubicBezTo>
                      <a:cubicBezTo>
                        <a:pt x="410" y="3938"/>
                        <a:pt x="567" y="4064"/>
                        <a:pt x="756" y="4096"/>
                      </a:cubicBezTo>
                      <a:lnTo>
                        <a:pt x="756" y="4505"/>
                      </a:lnTo>
                      <a:cubicBezTo>
                        <a:pt x="756" y="4694"/>
                        <a:pt x="914" y="4852"/>
                        <a:pt x="1103" y="4852"/>
                      </a:cubicBezTo>
                      <a:cubicBezTo>
                        <a:pt x="1323" y="4852"/>
                        <a:pt x="1481" y="4694"/>
                        <a:pt x="1481" y="4505"/>
                      </a:cubicBezTo>
                      <a:lnTo>
                        <a:pt x="1481" y="4096"/>
                      </a:lnTo>
                      <a:cubicBezTo>
                        <a:pt x="1481" y="4096"/>
                        <a:pt x="1512" y="4096"/>
                        <a:pt x="1512" y="4064"/>
                      </a:cubicBezTo>
                      <a:cubicBezTo>
                        <a:pt x="1890" y="3907"/>
                        <a:pt x="2142" y="3497"/>
                        <a:pt x="2142" y="3119"/>
                      </a:cubicBezTo>
                      <a:cubicBezTo>
                        <a:pt x="2142" y="2521"/>
                        <a:pt x="1670" y="2079"/>
                        <a:pt x="1103" y="2079"/>
                      </a:cubicBezTo>
                      <a:cubicBezTo>
                        <a:pt x="914" y="2079"/>
                        <a:pt x="756" y="1922"/>
                        <a:pt x="756" y="1733"/>
                      </a:cubicBezTo>
                      <a:cubicBezTo>
                        <a:pt x="756" y="1575"/>
                        <a:pt x="851" y="1449"/>
                        <a:pt x="1008" y="1418"/>
                      </a:cubicBezTo>
                      <a:cubicBezTo>
                        <a:pt x="1047" y="1405"/>
                        <a:pt x="1085" y="1399"/>
                        <a:pt x="1124" y="1399"/>
                      </a:cubicBezTo>
                      <a:cubicBezTo>
                        <a:pt x="1273" y="1399"/>
                        <a:pt x="1418" y="1494"/>
                        <a:pt x="1544" y="1670"/>
                      </a:cubicBezTo>
                      <a:cubicBezTo>
                        <a:pt x="1610" y="1753"/>
                        <a:pt x="1703" y="1792"/>
                        <a:pt x="1795" y="1792"/>
                      </a:cubicBezTo>
                      <a:cubicBezTo>
                        <a:pt x="1876" y="1792"/>
                        <a:pt x="1957" y="1761"/>
                        <a:pt x="2016" y="1701"/>
                      </a:cubicBezTo>
                      <a:cubicBezTo>
                        <a:pt x="2174" y="1575"/>
                        <a:pt x="2174" y="1323"/>
                        <a:pt x="2048" y="1229"/>
                      </a:cubicBezTo>
                      <a:cubicBezTo>
                        <a:pt x="1859" y="977"/>
                        <a:pt x="1670" y="819"/>
                        <a:pt x="1418" y="756"/>
                      </a:cubicBezTo>
                      <a:lnTo>
                        <a:pt x="1418" y="347"/>
                      </a:ln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11" name="Google Shape;9163;p73">
                <a:extLst>
                  <a:ext uri="{FF2B5EF4-FFF2-40B4-BE49-F238E27FC236}">
                    <a16:creationId xmlns:a16="http://schemas.microsoft.com/office/drawing/2014/main" id="{D23CA3D7-0C2B-B197-3D17-2E3CD870F992}"/>
                  </a:ext>
                </a:extLst>
              </p:cNvPr>
              <p:cNvSpPr/>
              <p:nvPr/>
            </p:nvSpPr>
            <p:spPr>
              <a:xfrm>
                <a:off x="3928551" y="2924655"/>
                <a:ext cx="500612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46" extrusionOk="0">
                    <a:moveTo>
                      <a:pt x="10744" y="3718"/>
                    </a:moveTo>
                    <a:lnTo>
                      <a:pt x="10428" y="4348"/>
                    </a:lnTo>
                    <a:cubicBezTo>
                      <a:pt x="10397" y="4442"/>
                      <a:pt x="10397" y="4568"/>
                      <a:pt x="10428" y="4663"/>
                    </a:cubicBezTo>
                    <a:lnTo>
                      <a:pt x="10744" y="5293"/>
                    </a:lnTo>
                    <a:lnTo>
                      <a:pt x="9483" y="4915"/>
                    </a:lnTo>
                    <a:lnTo>
                      <a:pt x="9105" y="4505"/>
                    </a:lnTo>
                    <a:lnTo>
                      <a:pt x="9483" y="4127"/>
                    </a:lnTo>
                    <a:lnTo>
                      <a:pt x="10744" y="3718"/>
                    </a:lnTo>
                    <a:close/>
                    <a:moveTo>
                      <a:pt x="4443" y="3497"/>
                    </a:moveTo>
                    <a:cubicBezTo>
                      <a:pt x="4884" y="3497"/>
                      <a:pt x="5262" y="3781"/>
                      <a:pt x="5419" y="4190"/>
                    </a:cubicBezTo>
                    <a:lnTo>
                      <a:pt x="4443" y="4190"/>
                    </a:lnTo>
                    <a:cubicBezTo>
                      <a:pt x="4253" y="4190"/>
                      <a:pt x="4096" y="4348"/>
                      <a:pt x="4096" y="4568"/>
                    </a:cubicBezTo>
                    <a:cubicBezTo>
                      <a:pt x="4096" y="4663"/>
                      <a:pt x="4253" y="4820"/>
                      <a:pt x="4443" y="4820"/>
                    </a:cubicBezTo>
                    <a:lnTo>
                      <a:pt x="5419" y="4820"/>
                    </a:lnTo>
                    <a:cubicBezTo>
                      <a:pt x="5262" y="5230"/>
                      <a:pt x="4915" y="5545"/>
                      <a:pt x="4443" y="5545"/>
                    </a:cubicBezTo>
                    <a:cubicBezTo>
                      <a:pt x="3844" y="5545"/>
                      <a:pt x="3434" y="5072"/>
                      <a:pt x="3434" y="4505"/>
                    </a:cubicBezTo>
                    <a:cubicBezTo>
                      <a:pt x="3434" y="3970"/>
                      <a:pt x="3907" y="3497"/>
                      <a:pt x="4443" y="3497"/>
                    </a:cubicBezTo>
                    <a:close/>
                    <a:moveTo>
                      <a:pt x="4443" y="2080"/>
                    </a:moveTo>
                    <a:cubicBezTo>
                      <a:pt x="5671" y="2080"/>
                      <a:pt x="6679" y="2993"/>
                      <a:pt x="6837" y="4159"/>
                    </a:cubicBezTo>
                    <a:lnTo>
                      <a:pt x="6144" y="4159"/>
                    </a:lnTo>
                    <a:cubicBezTo>
                      <a:pt x="5986" y="3371"/>
                      <a:pt x="5262" y="2773"/>
                      <a:pt x="4443" y="2773"/>
                    </a:cubicBezTo>
                    <a:cubicBezTo>
                      <a:pt x="3497" y="2773"/>
                      <a:pt x="2710" y="3560"/>
                      <a:pt x="2710" y="4505"/>
                    </a:cubicBezTo>
                    <a:cubicBezTo>
                      <a:pt x="2710" y="5451"/>
                      <a:pt x="3497" y="6238"/>
                      <a:pt x="4443" y="6238"/>
                    </a:cubicBezTo>
                    <a:cubicBezTo>
                      <a:pt x="5262" y="6238"/>
                      <a:pt x="5986" y="5671"/>
                      <a:pt x="6144" y="4883"/>
                    </a:cubicBezTo>
                    <a:lnTo>
                      <a:pt x="6837" y="4883"/>
                    </a:lnTo>
                    <a:cubicBezTo>
                      <a:pt x="6679" y="6049"/>
                      <a:pt x="5671" y="6963"/>
                      <a:pt x="4443" y="6963"/>
                    </a:cubicBezTo>
                    <a:cubicBezTo>
                      <a:pt x="3119" y="6963"/>
                      <a:pt x="2017" y="5860"/>
                      <a:pt x="2017" y="4505"/>
                    </a:cubicBezTo>
                    <a:cubicBezTo>
                      <a:pt x="2017" y="3182"/>
                      <a:pt x="3119" y="2080"/>
                      <a:pt x="4443" y="2080"/>
                    </a:cubicBezTo>
                    <a:close/>
                    <a:moveTo>
                      <a:pt x="4474" y="662"/>
                    </a:moveTo>
                    <a:cubicBezTo>
                      <a:pt x="6459" y="662"/>
                      <a:pt x="8097" y="2206"/>
                      <a:pt x="8255" y="4127"/>
                    </a:cubicBezTo>
                    <a:lnTo>
                      <a:pt x="7562" y="4127"/>
                    </a:lnTo>
                    <a:cubicBezTo>
                      <a:pt x="7372" y="2584"/>
                      <a:pt x="6049" y="1355"/>
                      <a:pt x="4443" y="1355"/>
                    </a:cubicBezTo>
                    <a:cubicBezTo>
                      <a:pt x="2710" y="1355"/>
                      <a:pt x="1324" y="2773"/>
                      <a:pt x="1324" y="4474"/>
                    </a:cubicBezTo>
                    <a:cubicBezTo>
                      <a:pt x="1324" y="6175"/>
                      <a:pt x="2741" y="7593"/>
                      <a:pt x="4443" y="7593"/>
                    </a:cubicBezTo>
                    <a:cubicBezTo>
                      <a:pt x="6049" y="7593"/>
                      <a:pt x="7372" y="6364"/>
                      <a:pt x="7562" y="4820"/>
                    </a:cubicBezTo>
                    <a:lnTo>
                      <a:pt x="8255" y="4820"/>
                    </a:lnTo>
                    <a:cubicBezTo>
                      <a:pt x="8097" y="6774"/>
                      <a:pt x="6459" y="8286"/>
                      <a:pt x="4474" y="8286"/>
                    </a:cubicBezTo>
                    <a:cubicBezTo>
                      <a:pt x="2395" y="8286"/>
                      <a:pt x="662" y="6616"/>
                      <a:pt x="662" y="4474"/>
                    </a:cubicBezTo>
                    <a:cubicBezTo>
                      <a:pt x="662" y="2363"/>
                      <a:pt x="2363" y="662"/>
                      <a:pt x="4474" y="662"/>
                    </a:cubicBezTo>
                    <a:close/>
                    <a:moveTo>
                      <a:pt x="5734" y="8822"/>
                    </a:moveTo>
                    <a:lnTo>
                      <a:pt x="6049" y="9767"/>
                    </a:lnTo>
                    <a:lnTo>
                      <a:pt x="2836" y="9767"/>
                    </a:lnTo>
                    <a:lnTo>
                      <a:pt x="3151" y="8822"/>
                    </a:lnTo>
                    <a:cubicBezTo>
                      <a:pt x="3529" y="8916"/>
                      <a:pt x="4001" y="9011"/>
                      <a:pt x="4443" y="9011"/>
                    </a:cubicBezTo>
                    <a:cubicBezTo>
                      <a:pt x="4884" y="9011"/>
                      <a:pt x="5356" y="8916"/>
                      <a:pt x="5734" y="8822"/>
                    </a:cubicBezTo>
                    <a:close/>
                    <a:moveTo>
                      <a:pt x="6522" y="10428"/>
                    </a:moveTo>
                    <a:cubicBezTo>
                      <a:pt x="6963" y="10428"/>
                      <a:pt x="7372" y="10680"/>
                      <a:pt x="7530" y="11121"/>
                    </a:cubicBezTo>
                    <a:lnTo>
                      <a:pt x="1418" y="11121"/>
                    </a:lnTo>
                    <a:cubicBezTo>
                      <a:pt x="1576" y="10743"/>
                      <a:pt x="1922" y="10428"/>
                      <a:pt x="2395" y="10428"/>
                    </a:cubicBezTo>
                    <a:close/>
                    <a:moveTo>
                      <a:pt x="4474" y="0"/>
                    </a:moveTo>
                    <a:cubicBezTo>
                      <a:pt x="1985" y="0"/>
                      <a:pt x="0" y="1985"/>
                      <a:pt x="0" y="4474"/>
                    </a:cubicBezTo>
                    <a:cubicBezTo>
                      <a:pt x="0" y="6238"/>
                      <a:pt x="1040" y="7813"/>
                      <a:pt x="2552" y="8538"/>
                    </a:cubicBezTo>
                    <a:lnTo>
                      <a:pt x="2143" y="9767"/>
                    </a:lnTo>
                    <a:cubicBezTo>
                      <a:pt x="1324" y="9861"/>
                      <a:pt x="693" y="10586"/>
                      <a:pt x="693" y="11499"/>
                    </a:cubicBezTo>
                    <a:cubicBezTo>
                      <a:pt x="693" y="11688"/>
                      <a:pt x="851" y="11846"/>
                      <a:pt x="1040" y="11846"/>
                    </a:cubicBezTo>
                    <a:lnTo>
                      <a:pt x="7971" y="11846"/>
                    </a:lnTo>
                    <a:cubicBezTo>
                      <a:pt x="8192" y="11846"/>
                      <a:pt x="8349" y="11688"/>
                      <a:pt x="8349" y="11499"/>
                    </a:cubicBezTo>
                    <a:cubicBezTo>
                      <a:pt x="8349" y="10617"/>
                      <a:pt x="7719" y="9924"/>
                      <a:pt x="6900" y="9767"/>
                    </a:cubicBezTo>
                    <a:lnTo>
                      <a:pt x="6490" y="8538"/>
                    </a:lnTo>
                    <a:cubicBezTo>
                      <a:pt x="7782" y="7908"/>
                      <a:pt x="8727" y="6679"/>
                      <a:pt x="8979" y="5230"/>
                    </a:cubicBezTo>
                    <a:lnTo>
                      <a:pt x="9137" y="5388"/>
                    </a:lnTo>
                    <a:cubicBezTo>
                      <a:pt x="9168" y="5419"/>
                      <a:pt x="9200" y="5451"/>
                      <a:pt x="9263" y="5451"/>
                    </a:cubicBezTo>
                    <a:lnTo>
                      <a:pt x="11374" y="6175"/>
                    </a:lnTo>
                    <a:cubicBezTo>
                      <a:pt x="11403" y="6183"/>
                      <a:pt x="11435" y="6186"/>
                      <a:pt x="11466" y="6186"/>
                    </a:cubicBezTo>
                    <a:cubicBezTo>
                      <a:pt x="11569" y="6186"/>
                      <a:pt x="11672" y="6145"/>
                      <a:pt x="11720" y="6049"/>
                    </a:cubicBezTo>
                    <a:cubicBezTo>
                      <a:pt x="11815" y="5923"/>
                      <a:pt x="11846" y="5766"/>
                      <a:pt x="11783" y="5671"/>
                    </a:cubicBezTo>
                    <a:lnTo>
                      <a:pt x="11153" y="4442"/>
                    </a:lnTo>
                    <a:lnTo>
                      <a:pt x="11783" y="3214"/>
                    </a:lnTo>
                    <a:cubicBezTo>
                      <a:pt x="11815" y="3151"/>
                      <a:pt x="11783" y="2993"/>
                      <a:pt x="11689" y="2899"/>
                    </a:cubicBezTo>
                    <a:cubicBezTo>
                      <a:pt x="11641" y="2802"/>
                      <a:pt x="11519" y="2761"/>
                      <a:pt x="11422" y="2761"/>
                    </a:cubicBezTo>
                    <a:cubicBezTo>
                      <a:pt x="11392" y="2761"/>
                      <a:pt x="11364" y="2765"/>
                      <a:pt x="11342" y="2773"/>
                    </a:cubicBezTo>
                    <a:lnTo>
                      <a:pt x="9200" y="3497"/>
                    </a:lnTo>
                    <a:cubicBezTo>
                      <a:pt x="9168" y="3497"/>
                      <a:pt x="9105" y="3529"/>
                      <a:pt x="9105" y="3560"/>
                    </a:cubicBezTo>
                    <a:lnTo>
                      <a:pt x="8916" y="3718"/>
                    </a:lnTo>
                    <a:cubicBezTo>
                      <a:pt x="8570" y="1607"/>
                      <a:pt x="6742" y="0"/>
                      <a:pt x="44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12" name="Google Shape;9164;p73">
                <a:extLst>
                  <a:ext uri="{FF2B5EF4-FFF2-40B4-BE49-F238E27FC236}">
                    <a16:creationId xmlns:a16="http://schemas.microsoft.com/office/drawing/2014/main" id="{53B3323A-F172-9026-862E-98EF6BA765A0}"/>
                  </a:ext>
                </a:extLst>
              </p:cNvPr>
              <p:cNvGrpSpPr/>
              <p:nvPr/>
            </p:nvGrpSpPr>
            <p:grpSpPr>
              <a:xfrm>
                <a:off x="7113533" y="1688554"/>
                <a:ext cx="497951" cy="499261"/>
                <a:chOff x="4321150" y="1946600"/>
                <a:chExt cx="294600" cy="295375"/>
              </a:xfrm>
              <a:grpFill/>
            </p:grpSpPr>
            <p:sp>
              <p:nvSpPr>
                <p:cNvPr id="457" name="Google Shape;9165;p73">
                  <a:extLst>
                    <a:ext uri="{FF2B5EF4-FFF2-40B4-BE49-F238E27FC236}">
                      <a16:creationId xmlns:a16="http://schemas.microsoft.com/office/drawing/2014/main" id="{386CB670-FFC9-040E-1A5C-5E640A346190}"/>
                    </a:ext>
                  </a:extLst>
                </p:cNvPr>
                <p:cNvSpPr/>
                <p:nvPr/>
              </p:nvSpPr>
              <p:spPr>
                <a:xfrm>
                  <a:off x="4321150" y="1946600"/>
                  <a:ext cx="29460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815" extrusionOk="0">
                      <a:moveTo>
                        <a:pt x="9043" y="662"/>
                      </a:moveTo>
                      <a:lnTo>
                        <a:pt x="9043" y="2080"/>
                      </a:lnTo>
                      <a:lnTo>
                        <a:pt x="2742" y="2080"/>
                      </a:lnTo>
                      <a:lnTo>
                        <a:pt x="2742" y="662"/>
                      </a:lnTo>
                      <a:close/>
                      <a:moveTo>
                        <a:pt x="10775" y="2742"/>
                      </a:moveTo>
                      <a:cubicBezTo>
                        <a:pt x="10996" y="2742"/>
                        <a:pt x="11153" y="2899"/>
                        <a:pt x="11153" y="3120"/>
                      </a:cubicBezTo>
                      <a:lnTo>
                        <a:pt x="11153" y="6554"/>
                      </a:lnTo>
                      <a:cubicBezTo>
                        <a:pt x="11153" y="6774"/>
                        <a:pt x="10996" y="6932"/>
                        <a:pt x="10775" y="6932"/>
                      </a:cubicBezTo>
                      <a:lnTo>
                        <a:pt x="9767" y="6932"/>
                      </a:lnTo>
                      <a:lnTo>
                        <a:pt x="9767" y="4474"/>
                      </a:lnTo>
                      <a:cubicBezTo>
                        <a:pt x="9767" y="4285"/>
                        <a:pt x="9610" y="4128"/>
                        <a:pt x="9421" y="4128"/>
                      </a:cubicBezTo>
                      <a:lnTo>
                        <a:pt x="2427" y="4128"/>
                      </a:lnTo>
                      <a:cubicBezTo>
                        <a:pt x="2238" y="4128"/>
                        <a:pt x="2080" y="4285"/>
                        <a:pt x="2080" y="4474"/>
                      </a:cubicBezTo>
                      <a:lnTo>
                        <a:pt x="2080" y="6932"/>
                      </a:lnTo>
                      <a:lnTo>
                        <a:pt x="1009" y="6932"/>
                      </a:lnTo>
                      <a:cubicBezTo>
                        <a:pt x="820" y="6932"/>
                        <a:pt x="662" y="6774"/>
                        <a:pt x="662" y="6554"/>
                      </a:cubicBezTo>
                      <a:lnTo>
                        <a:pt x="662" y="3120"/>
                      </a:lnTo>
                      <a:cubicBezTo>
                        <a:pt x="662" y="2899"/>
                        <a:pt x="820" y="2742"/>
                        <a:pt x="1009" y="2742"/>
                      </a:cubicBezTo>
                      <a:close/>
                      <a:moveTo>
                        <a:pt x="9011" y="4821"/>
                      </a:moveTo>
                      <a:lnTo>
                        <a:pt x="9011" y="11090"/>
                      </a:lnTo>
                      <a:lnTo>
                        <a:pt x="2710" y="11090"/>
                      </a:lnTo>
                      <a:lnTo>
                        <a:pt x="2710" y="4821"/>
                      </a:lnTo>
                      <a:close/>
                      <a:moveTo>
                        <a:pt x="2395" y="1"/>
                      </a:moveTo>
                      <a:cubicBezTo>
                        <a:pt x="2206" y="1"/>
                        <a:pt x="2049" y="158"/>
                        <a:pt x="2049" y="347"/>
                      </a:cubicBezTo>
                      <a:lnTo>
                        <a:pt x="2049" y="2112"/>
                      </a:lnTo>
                      <a:lnTo>
                        <a:pt x="1009" y="2112"/>
                      </a:lnTo>
                      <a:cubicBezTo>
                        <a:pt x="442" y="2112"/>
                        <a:pt x="1" y="2584"/>
                        <a:pt x="1" y="3151"/>
                      </a:cubicBezTo>
                      <a:lnTo>
                        <a:pt x="1" y="6617"/>
                      </a:lnTo>
                      <a:cubicBezTo>
                        <a:pt x="1" y="7215"/>
                        <a:pt x="473" y="7625"/>
                        <a:pt x="1009" y="7625"/>
                      </a:cubicBezTo>
                      <a:lnTo>
                        <a:pt x="2049" y="7625"/>
                      </a:lnTo>
                      <a:lnTo>
                        <a:pt x="2049" y="11468"/>
                      </a:lnTo>
                      <a:cubicBezTo>
                        <a:pt x="2049" y="11657"/>
                        <a:pt x="2206" y="11815"/>
                        <a:pt x="2395" y="11815"/>
                      </a:cubicBezTo>
                      <a:lnTo>
                        <a:pt x="9358" y="11815"/>
                      </a:lnTo>
                      <a:cubicBezTo>
                        <a:pt x="9578" y="11815"/>
                        <a:pt x="9736" y="11657"/>
                        <a:pt x="9736" y="11468"/>
                      </a:cubicBezTo>
                      <a:lnTo>
                        <a:pt x="9736" y="7625"/>
                      </a:lnTo>
                      <a:lnTo>
                        <a:pt x="10744" y="7625"/>
                      </a:lnTo>
                      <a:cubicBezTo>
                        <a:pt x="11343" y="7625"/>
                        <a:pt x="11784" y="7152"/>
                        <a:pt x="11784" y="6617"/>
                      </a:cubicBezTo>
                      <a:lnTo>
                        <a:pt x="11784" y="3151"/>
                      </a:lnTo>
                      <a:cubicBezTo>
                        <a:pt x="11784" y="2553"/>
                        <a:pt x="11311" y="2112"/>
                        <a:pt x="10744" y="2112"/>
                      </a:cubicBezTo>
                      <a:lnTo>
                        <a:pt x="9736" y="2112"/>
                      </a:lnTo>
                      <a:lnTo>
                        <a:pt x="9736" y="347"/>
                      </a:lnTo>
                      <a:cubicBezTo>
                        <a:pt x="9736" y="158"/>
                        <a:pt x="9578" y="1"/>
                        <a:pt x="93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58" name="Google Shape;9166;p73">
                  <a:extLst>
                    <a:ext uri="{FF2B5EF4-FFF2-40B4-BE49-F238E27FC236}">
                      <a16:creationId xmlns:a16="http://schemas.microsoft.com/office/drawing/2014/main" id="{6109FB45-02AF-F869-8A76-C9C06E843CB2}"/>
                    </a:ext>
                  </a:extLst>
                </p:cNvPr>
                <p:cNvSpPr/>
                <p:nvPr/>
              </p:nvSpPr>
              <p:spPr>
                <a:xfrm>
                  <a:off x="4564525" y="2031675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1" y="189"/>
                        <a:pt x="1" y="378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cubicBezTo>
                        <a:pt x="536" y="725"/>
                        <a:pt x="694" y="567"/>
                        <a:pt x="694" y="378"/>
                      </a:cubicBezTo>
                      <a:cubicBezTo>
                        <a:pt x="694" y="189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59" name="Google Shape;9167;p73">
                  <a:extLst>
                    <a:ext uri="{FF2B5EF4-FFF2-40B4-BE49-F238E27FC236}">
                      <a16:creationId xmlns:a16="http://schemas.microsoft.com/office/drawing/2014/main" id="{8CC338D2-BD22-32F9-F96A-ACB9FCBA304D}"/>
                    </a:ext>
                  </a:extLst>
                </p:cNvPr>
                <p:cNvSpPr/>
                <p:nvPr/>
              </p:nvSpPr>
              <p:spPr>
                <a:xfrm>
                  <a:off x="4414100" y="2084450"/>
                  <a:ext cx="1063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4884" extrusionOk="0">
                      <a:moveTo>
                        <a:pt x="2174" y="693"/>
                      </a:moveTo>
                      <a:cubicBezTo>
                        <a:pt x="2584" y="693"/>
                        <a:pt x="2899" y="1008"/>
                        <a:pt x="2899" y="1418"/>
                      </a:cubicBezTo>
                      <a:cubicBezTo>
                        <a:pt x="2899" y="1796"/>
                        <a:pt x="2584" y="2111"/>
                        <a:pt x="2174" y="2111"/>
                      </a:cubicBezTo>
                      <a:cubicBezTo>
                        <a:pt x="1796" y="2111"/>
                        <a:pt x="1481" y="1796"/>
                        <a:pt x="1481" y="1418"/>
                      </a:cubicBezTo>
                      <a:cubicBezTo>
                        <a:pt x="1481" y="1008"/>
                        <a:pt x="1796" y="693"/>
                        <a:pt x="2174" y="693"/>
                      </a:cubicBezTo>
                      <a:close/>
                      <a:moveTo>
                        <a:pt x="2174" y="2804"/>
                      </a:moveTo>
                      <a:cubicBezTo>
                        <a:pt x="2930" y="2804"/>
                        <a:pt x="3592" y="3403"/>
                        <a:pt x="3592" y="4190"/>
                      </a:cubicBezTo>
                      <a:lnTo>
                        <a:pt x="756" y="4190"/>
                      </a:lnTo>
                      <a:cubicBezTo>
                        <a:pt x="756" y="3403"/>
                        <a:pt x="1387" y="2804"/>
                        <a:pt x="2174" y="2804"/>
                      </a:cubicBezTo>
                      <a:close/>
                      <a:moveTo>
                        <a:pt x="2143" y="0"/>
                      </a:moveTo>
                      <a:cubicBezTo>
                        <a:pt x="1387" y="0"/>
                        <a:pt x="725" y="630"/>
                        <a:pt x="725" y="1386"/>
                      </a:cubicBezTo>
                      <a:cubicBezTo>
                        <a:pt x="725" y="1733"/>
                        <a:pt x="882" y="2079"/>
                        <a:pt x="1103" y="2331"/>
                      </a:cubicBezTo>
                      <a:cubicBezTo>
                        <a:pt x="473" y="2678"/>
                        <a:pt x="0" y="3340"/>
                        <a:pt x="0" y="4159"/>
                      </a:cubicBezTo>
                      <a:lnTo>
                        <a:pt x="0" y="4537"/>
                      </a:lnTo>
                      <a:cubicBezTo>
                        <a:pt x="63" y="4726"/>
                        <a:pt x="221" y="4883"/>
                        <a:pt x="410" y="4883"/>
                      </a:cubicBezTo>
                      <a:lnTo>
                        <a:pt x="3907" y="4883"/>
                      </a:lnTo>
                      <a:cubicBezTo>
                        <a:pt x="4127" y="4883"/>
                        <a:pt x="4253" y="4726"/>
                        <a:pt x="4253" y="4537"/>
                      </a:cubicBezTo>
                      <a:lnTo>
                        <a:pt x="4253" y="4159"/>
                      </a:lnTo>
                      <a:cubicBezTo>
                        <a:pt x="4253" y="3371"/>
                        <a:pt x="3844" y="2709"/>
                        <a:pt x="3151" y="2331"/>
                      </a:cubicBezTo>
                      <a:cubicBezTo>
                        <a:pt x="3403" y="2048"/>
                        <a:pt x="3560" y="1733"/>
                        <a:pt x="3560" y="1386"/>
                      </a:cubicBezTo>
                      <a:cubicBezTo>
                        <a:pt x="3560" y="599"/>
                        <a:pt x="2930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13" name="Google Shape;9168;p73">
                <a:extLst>
                  <a:ext uri="{FF2B5EF4-FFF2-40B4-BE49-F238E27FC236}">
                    <a16:creationId xmlns:a16="http://schemas.microsoft.com/office/drawing/2014/main" id="{67B60FCF-EBE9-56F9-6F38-8864C083DDC5}"/>
                  </a:ext>
                </a:extLst>
              </p:cNvPr>
              <p:cNvSpPr/>
              <p:nvPr/>
            </p:nvSpPr>
            <p:spPr>
              <a:xfrm>
                <a:off x="7108806" y="2297591"/>
                <a:ext cx="507290" cy="467358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060" extrusionOk="0">
                    <a:moveTo>
                      <a:pt x="2049" y="2049"/>
                    </a:moveTo>
                    <a:cubicBezTo>
                      <a:pt x="2238" y="2049"/>
                      <a:pt x="2395" y="2206"/>
                      <a:pt x="2395" y="2395"/>
                    </a:cubicBezTo>
                    <a:cubicBezTo>
                      <a:pt x="2395" y="2584"/>
                      <a:pt x="2238" y="2742"/>
                      <a:pt x="2049" y="2742"/>
                    </a:cubicBezTo>
                    <a:cubicBezTo>
                      <a:pt x="1860" y="2742"/>
                      <a:pt x="1702" y="2584"/>
                      <a:pt x="1702" y="2395"/>
                    </a:cubicBezTo>
                    <a:cubicBezTo>
                      <a:pt x="1734" y="2206"/>
                      <a:pt x="1860" y="2049"/>
                      <a:pt x="2049" y="2049"/>
                    </a:cubicBezTo>
                    <a:close/>
                    <a:moveTo>
                      <a:pt x="9736" y="2049"/>
                    </a:moveTo>
                    <a:cubicBezTo>
                      <a:pt x="9925" y="2049"/>
                      <a:pt x="10082" y="2206"/>
                      <a:pt x="10082" y="2395"/>
                    </a:cubicBezTo>
                    <a:cubicBezTo>
                      <a:pt x="10082" y="2584"/>
                      <a:pt x="9925" y="2742"/>
                      <a:pt x="9736" y="2742"/>
                    </a:cubicBezTo>
                    <a:cubicBezTo>
                      <a:pt x="9515" y="2742"/>
                      <a:pt x="9358" y="2584"/>
                      <a:pt x="9358" y="2395"/>
                    </a:cubicBezTo>
                    <a:cubicBezTo>
                      <a:pt x="9358" y="2206"/>
                      <a:pt x="9515" y="2049"/>
                      <a:pt x="9736" y="2049"/>
                    </a:cubicBezTo>
                    <a:close/>
                    <a:moveTo>
                      <a:pt x="2049" y="3719"/>
                    </a:moveTo>
                    <a:lnTo>
                      <a:pt x="3151" y="5514"/>
                    </a:lnTo>
                    <a:lnTo>
                      <a:pt x="946" y="5514"/>
                    </a:lnTo>
                    <a:lnTo>
                      <a:pt x="2049" y="3719"/>
                    </a:lnTo>
                    <a:close/>
                    <a:moveTo>
                      <a:pt x="9736" y="3719"/>
                    </a:moveTo>
                    <a:lnTo>
                      <a:pt x="10838" y="5514"/>
                    </a:lnTo>
                    <a:lnTo>
                      <a:pt x="8633" y="5514"/>
                    </a:lnTo>
                    <a:lnTo>
                      <a:pt x="9736" y="3719"/>
                    </a:lnTo>
                    <a:close/>
                    <a:moveTo>
                      <a:pt x="3435" y="6207"/>
                    </a:moveTo>
                    <a:cubicBezTo>
                      <a:pt x="3466" y="6964"/>
                      <a:pt x="2836" y="7594"/>
                      <a:pt x="2049" y="7594"/>
                    </a:cubicBezTo>
                    <a:cubicBezTo>
                      <a:pt x="1292" y="7594"/>
                      <a:pt x="662" y="6964"/>
                      <a:pt x="662" y="6207"/>
                    </a:cubicBezTo>
                    <a:close/>
                    <a:moveTo>
                      <a:pt x="11090" y="6207"/>
                    </a:moveTo>
                    <a:cubicBezTo>
                      <a:pt x="11090" y="6964"/>
                      <a:pt x="10460" y="7594"/>
                      <a:pt x="9736" y="7594"/>
                    </a:cubicBezTo>
                    <a:cubicBezTo>
                      <a:pt x="8980" y="7594"/>
                      <a:pt x="8350" y="6964"/>
                      <a:pt x="8350" y="6207"/>
                    </a:cubicBezTo>
                    <a:close/>
                    <a:moveTo>
                      <a:pt x="5892" y="663"/>
                    </a:moveTo>
                    <a:cubicBezTo>
                      <a:pt x="6113" y="663"/>
                      <a:pt x="6270" y="820"/>
                      <a:pt x="6270" y="1009"/>
                    </a:cubicBezTo>
                    <a:lnTo>
                      <a:pt x="6270" y="8980"/>
                    </a:lnTo>
                    <a:lnTo>
                      <a:pt x="5546" y="8980"/>
                    </a:lnTo>
                    <a:lnTo>
                      <a:pt x="5546" y="1009"/>
                    </a:lnTo>
                    <a:cubicBezTo>
                      <a:pt x="5546" y="820"/>
                      <a:pt x="5703" y="663"/>
                      <a:pt x="5892" y="663"/>
                    </a:cubicBezTo>
                    <a:close/>
                    <a:moveTo>
                      <a:pt x="8003" y="9673"/>
                    </a:moveTo>
                    <a:cubicBezTo>
                      <a:pt x="8192" y="9673"/>
                      <a:pt x="8350" y="9830"/>
                      <a:pt x="8350" y="10020"/>
                    </a:cubicBezTo>
                    <a:lnTo>
                      <a:pt x="8350" y="10398"/>
                    </a:lnTo>
                    <a:lnTo>
                      <a:pt x="3466" y="10398"/>
                    </a:lnTo>
                    <a:lnTo>
                      <a:pt x="3466" y="10020"/>
                    </a:lnTo>
                    <a:cubicBezTo>
                      <a:pt x="3466" y="9830"/>
                      <a:pt x="3624" y="9673"/>
                      <a:pt x="3813" y="9673"/>
                    </a:cubicBezTo>
                    <a:close/>
                    <a:moveTo>
                      <a:pt x="5955" y="1"/>
                    </a:moveTo>
                    <a:cubicBezTo>
                      <a:pt x="5357" y="1"/>
                      <a:pt x="4916" y="474"/>
                      <a:pt x="4916" y="1009"/>
                    </a:cubicBezTo>
                    <a:lnTo>
                      <a:pt x="4916" y="1167"/>
                    </a:lnTo>
                    <a:cubicBezTo>
                      <a:pt x="3970" y="1671"/>
                      <a:pt x="3655" y="1891"/>
                      <a:pt x="3057" y="1954"/>
                    </a:cubicBezTo>
                    <a:cubicBezTo>
                      <a:pt x="2899" y="1608"/>
                      <a:pt x="2553" y="1324"/>
                      <a:pt x="2112" y="1324"/>
                    </a:cubicBezTo>
                    <a:cubicBezTo>
                      <a:pt x="1734" y="1324"/>
                      <a:pt x="1387" y="1576"/>
                      <a:pt x="1166" y="1923"/>
                    </a:cubicBezTo>
                    <a:cubicBezTo>
                      <a:pt x="946" y="1891"/>
                      <a:pt x="694" y="1797"/>
                      <a:pt x="505" y="1734"/>
                    </a:cubicBezTo>
                    <a:cubicBezTo>
                      <a:pt x="454" y="1708"/>
                      <a:pt x="404" y="1697"/>
                      <a:pt x="355" y="1697"/>
                    </a:cubicBezTo>
                    <a:cubicBezTo>
                      <a:pt x="224" y="1697"/>
                      <a:pt x="110" y="1784"/>
                      <a:pt x="64" y="1923"/>
                    </a:cubicBezTo>
                    <a:cubicBezTo>
                      <a:pt x="1" y="2112"/>
                      <a:pt x="64" y="2301"/>
                      <a:pt x="284" y="2364"/>
                    </a:cubicBezTo>
                    <a:cubicBezTo>
                      <a:pt x="536" y="2458"/>
                      <a:pt x="820" y="2553"/>
                      <a:pt x="1135" y="2616"/>
                    </a:cubicBezTo>
                    <a:cubicBezTo>
                      <a:pt x="1229" y="2899"/>
                      <a:pt x="1387" y="3151"/>
                      <a:pt x="1607" y="3277"/>
                    </a:cubicBezTo>
                    <a:lnTo>
                      <a:pt x="127" y="5703"/>
                    </a:lnTo>
                    <a:cubicBezTo>
                      <a:pt x="64" y="5735"/>
                      <a:pt x="64" y="5829"/>
                      <a:pt x="64" y="5892"/>
                    </a:cubicBezTo>
                    <a:lnTo>
                      <a:pt x="64" y="6239"/>
                    </a:lnTo>
                    <a:cubicBezTo>
                      <a:pt x="64" y="7405"/>
                      <a:pt x="1009" y="8350"/>
                      <a:pt x="2175" y="8350"/>
                    </a:cubicBezTo>
                    <a:cubicBezTo>
                      <a:pt x="3309" y="8350"/>
                      <a:pt x="4254" y="7405"/>
                      <a:pt x="4254" y="6239"/>
                    </a:cubicBezTo>
                    <a:lnTo>
                      <a:pt x="4254" y="5892"/>
                    </a:lnTo>
                    <a:cubicBezTo>
                      <a:pt x="4254" y="5829"/>
                      <a:pt x="4254" y="5766"/>
                      <a:pt x="4222" y="5703"/>
                    </a:cubicBezTo>
                    <a:lnTo>
                      <a:pt x="2710" y="3277"/>
                    </a:lnTo>
                    <a:cubicBezTo>
                      <a:pt x="2962" y="3183"/>
                      <a:pt x="3120" y="2931"/>
                      <a:pt x="3183" y="2647"/>
                    </a:cubicBezTo>
                    <a:cubicBezTo>
                      <a:pt x="3844" y="2553"/>
                      <a:pt x="4222" y="2332"/>
                      <a:pt x="4947" y="1954"/>
                    </a:cubicBezTo>
                    <a:lnTo>
                      <a:pt x="4947" y="8980"/>
                    </a:lnTo>
                    <a:lnTo>
                      <a:pt x="3939" y="8980"/>
                    </a:lnTo>
                    <a:cubicBezTo>
                      <a:pt x="3340" y="8980"/>
                      <a:pt x="2899" y="9421"/>
                      <a:pt x="2899" y="9988"/>
                    </a:cubicBezTo>
                    <a:lnTo>
                      <a:pt x="2899" y="10713"/>
                    </a:lnTo>
                    <a:cubicBezTo>
                      <a:pt x="2899" y="10902"/>
                      <a:pt x="3057" y="11059"/>
                      <a:pt x="3246" y="11059"/>
                    </a:cubicBezTo>
                    <a:lnTo>
                      <a:pt x="8822" y="11059"/>
                    </a:lnTo>
                    <a:cubicBezTo>
                      <a:pt x="9011" y="11059"/>
                      <a:pt x="9169" y="10902"/>
                      <a:pt x="9169" y="10713"/>
                    </a:cubicBezTo>
                    <a:lnTo>
                      <a:pt x="9169" y="9988"/>
                    </a:lnTo>
                    <a:cubicBezTo>
                      <a:pt x="9169" y="9389"/>
                      <a:pt x="8696" y="8980"/>
                      <a:pt x="8129" y="8980"/>
                    </a:cubicBezTo>
                    <a:lnTo>
                      <a:pt x="7089" y="8980"/>
                    </a:lnTo>
                    <a:lnTo>
                      <a:pt x="7089" y="1954"/>
                    </a:lnTo>
                    <a:cubicBezTo>
                      <a:pt x="7814" y="2332"/>
                      <a:pt x="8224" y="2553"/>
                      <a:pt x="8885" y="2647"/>
                    </a:cubicBezTo>
                    <a:cubicBezTo>
                      <a:pt x="8980" y="2931"/>
                      <a:pt x="9137" y="3120"/>
                      <a:pt x="9358" y="3277"/>
                    </a:cubicBezTo>
                    <a:lnTo>
                      <a:pt x="7877" y="5703"/>
                    </a:lnTo>
                    <a:cubicBezTo>
                      <a:pt x="7814" y="5735"/>
                      <a:pt x="7814" y="5829"/>
                      <a:pt x="7814" y="5892"/>
                    </a:cubicBezTo>
                    <a:lnTo>
                      <a:pt x="7814" y="6239"/>
                    </a:lnTo>
                    <a:cubicBezTo>
                      <a:pt x="7814" y="7405"/>
                      <a:pt x="8759" y="8350"/>
                      <a:pt x="9925" y="8350"/>
                    </a:cubicBezTo>
                    <a:cubicBezTo>
                      <a:pt x="11059" y="8350"/>
                      <a:pt x="12004" y="7405"/>
                      <a:pt x="12004" y="6239"/>
                    </a:cubicBezTo>
                    <a:lnTo>
                      <a:pt x="12004" y="5892"/>
                    </a:lnTo>
                    <a:cubicBezTo>
                      <a:pt x="12004" y="5829"/>
                      <a:pt x="12004" y="5766"/>
                      <a:pt x="11973" y="5703"/>
                    </a:cubicBezTo>
                    <a:lnTo>
                      <a:pt x="10460" y="3277"/>
                    </a:lnTo>
                    <a:cubicBezTo>
                      <a:pt x="10523" y="3151"/>
                      <a:pt x="10681" y="2899"/>
                      <a:pt x="10744" y="2616"/>
                    </a:cubicBezTo>
                    <a:cubicBezTo>
                      <a:pt x="11027" y="2553"/>
                      <a:pt x="11343" y="2458"/>
                      <a:pt x="11626" y="2364"/>
                    </a:cubicBezTo>
                    <a:cubicBezTo>
                      <a:pt x="11815" y="2269"/>
                      <a:pt x="11878" y="2080"/>
                      <a:pt x="11815" y="1923"/>
                    </a:cubicBezTo>
                    <a:cubicBezTo>
                      <a:pt x="11746" y="1784"/>
                      <a:pt x="11626" y="1697"/>
                      <a:pt x="11505" y="1697"/>
                    </a:cubicBezTo>
                    <a:cubicBezTo>
                      <a:pt x="11461" y="1697"/>
                      <a:pt x="11416" y="1708"/>
                      <a:pt x="11374" y="1734"/>
                    </a:cubicBezTo>
                    <a:cubicBezTo>
                      <a:pt x="11122" y="1797"/>
                      <a:pt x="10933" y="1891"/>
                      <a:pt x="10712" y="1923"/>
                    </a:cubicBezTo>
                    <a:cubicBezTo>
                      <a:pt x="10555" y="1576"/>
                      <a:pt x="10208" y="1324"/>
                      <a:pt x="9767" y="1324"/>
                    </a:cubicBezTo>
                    <a:cubicBezTo>
                      <a:pt x="9326" y="1324"/>
                      <a:pt x="8980" y="1576"/>
                      <a:pt x="8822" y="1954"/>
                    </a:cubicBezTo>
                    <a:cubicBezTo>
                      <a:pt x="8224" y="1828"/>
                      <a:pt x="7908" y="1639"/>
                      <a:pt x="6963" y="1167"/>
                    </a:cubicBezTo>
                    <a:lnTo>
                      <a:pt x="6963" y="1009"/>
                    </a:lnTo>
                    <a:cubicBezTo>
                      <a:pt x="6963" y="411"/>
                      <a:pt x="6491" y="1"/>
                      <a:pt x="59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14" name="Google Shape;9169;p73">
                <a:extLst>
                  <a:ext uri="{FF2B5EF4-FFF2-40B4-BE49-F238E27FC236}">
                    <a16:creationId xmlns:a16="http://schemas.microsoft.com/office/drawing/2014/main" id="{0AC41896-32E4-B55E-A694-B72143E184E8}"/>
                  </a:ext>
                </a:extLst>
              </p:cNvPr>
              <p:cNvSpPr/>
              <p:nvPr/>
            </p:nvSpPr>
            <p:spPr>
              <a:xfrm>
                <a:off x="7109482" y="2925310"/>
                <a:ext cx="505937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15" extrusionOk="0">
                    <a:moveTo>
                      <a:pt x="5986" y="631"/>
                    </a:moveTo>
                    <a:cubicBezTo>
                      <a:pt x="6396" y="631"/>
                      <a:pt x="6711" y="946"/>
                      <a:pt x="6711" y="1324"/>
                    </a:cubicBezTo>
                    <a:cubicBezTo>
                      <a:pt x="6711" y="1733"/>
                      <a:pt x="6396" y="2048"/>
                      <a:pt x="5986" y="2048"/>
                    </a:cubicBezTo>
                    <a:cubicBezTo>
                      <a:pt x="5608" y="2048"/>
                      <a:pt x="5293" y="1733"/>
                      <a:pt x="5293" y="1324"/>
                    </a:cubicBezTo>
                    <a:cubicBezTo>
                      <a:pt x="5293" y="946"/>
                      <a:pt x="5608" y="631"/>
                      <a:pt x="5986" y="631"/>
                    </a:cubicBezTo>
                    <a:close/>
                    <a:moveTo>
                      <a:pt x="5986" y="2710"/>
                    </a:moveTo>
                    <a:cubicBezTo>
                      <a:pt x="6931" y="2710"/>
                      <a:pt x="7719" y="3498"/>
                      <a:pt x="7719" y="4443"/>
                    </a:cubicBezTo>
                    <a:lnTo>
                      <a:pt x="7719" y="4789"/>
                    </a:lnTo>
                    <a:lnTo>
                      <a:pt x="4253" y="4789"/>
                    </a:lnTo>
                    <a:lnTo>
                      <a:pt x="4253" y="4443"/>
                    </a:lnTo>
                    <a:cubicBezTo>
                      <a:pt x="4253" y="3498"/>
                      <a:pt x="5041" y="2710"/>
                      <a:pt x="5986" y="2710"/>
                    </a:cubicBezTo>
                    <a:close/>
                    <a:moveTo>
                      <a:pt x="3245" y="6900"/>
                    </a:moveTo>
                    <a:cubicBezTo>
                      <a:pt x="3623" y="6900"/>
                      <a:pt x="3938" y="7215"/>
                      <a:pt x="3938" y="7593"/>
                    </a:cubicBezTo>
                    <a:cubicBezTo>
                      <a:pt x="3938" y="8003"/>
                      <a:pt x="3623" y="8318"/>
                      <a:pt x="3245" y="8318"/>
                    </a:cubicBezTo>
                    <a:cubicBezTo>
                      <a:pt x="2836" y="8255"/>
                      <a:pt x="2521" y="7940"/>
                      <a:pt x="2521" y="7593"/>
                    </a:cubicBezTo>
                    <a:cubicBezTo>
                      <a:pt x="2521" y="7215"/>
                      <a:pt x="2836" y="6900"/>
                      <a:pt x="3245" y="6900"/>
                    </a:cubicBezTo>
                    <a:close/>
                    <a:moveTo>
                      <a:pt x="8759" y="6900"/>
                    </a:moveTo>
                    <a:cubicBezTo>
                      <a:pt x="9137" y="6900"/>
                      <a:pt x="9452" y="7215"/>
                      <a:pt x="9452" y="7593"/>
                    </a:cubicBezTo>
                    <a:cubicBezTo>
                      <a:pt x="9452" y="8003"/>
                      <a:pt x="9137" y="8318"/>
                      <a:pt x="8759" y="8318"/>
                    </a:cubicBezTo>
                    <a:cubicBezTo>
                      <a:pt x="8349" y="8318"/>
                      <a:pt x="8034" y="7940"/>
                      <a:pt x="8034" y="7593"/>
                    </a:cubicBezTo>
                    <a:cubicBezTo>
                      <a:pt x="8034" y="7215"/>
                      <a:pt x="8349" y="6900"/>
                      <a:pt x="8759" y="6900"/>
                    </a:cubicBezTo>
                    <a:close/>
                    <a:moveTo>
                      <a:pt x="10365" y="5545"/>
                    </a:moveTo>
                    <a:cubicBezTo>
                      <a:pt x="10523" y="5545"/>
                      <a:pt x="10680" y="5672"/>
                      <a:pt x="10712" y="5829"/>
                    </a:cubicBezTo>
                    <a:lnTo>
                      <a:pt x="11216" y="8570"/>
                    </a:lnTo>
                    <a:cubicBezTo>
                      <a:pt x="11247" y="8790"/>
                      <a:pt x="11027" y="8980"/>
                      <a:pt x="10838" y="8980"/>
                    </a:cubicBezTo>
                    <a:lnTo>
                      <a:pt x="10460" y="8980"/>
                    </a:lnTo>
                    <a:cubicBezTo>
                      <a:pt x="10239" y="8790"/>
                      <a:pt x="10019" y="8633"/>
                      <a:pt x="9767" y="8507"/>
                    </a:cubicBezTo>
                    <a:cubicBezTo>
                      <a:pt x="10019" y="8255"/>
                      <a:pt x="10145" y="7940"/>
                      <a:pt x="10145" y="7562"/>
                    </a:cubicBezTo>
                    <a:cubicBezTo>
                      <a:pt x="10145" y="6806"/>
                      <a:pt x="9515" y="6176"/>
                      <a:pt x="8759" y="6176"/>
                    </a:cubicBezTo>
                    <a:cubicBezTo>
                      <a:pt x="8002" y="6176"/>
                      <a:pt x="7372" y="6806"/>
                      <a:pt x="7372" y="7562"/>
                    </a:cubicBezTo>
                    <a:cubicBezTo>
                      <a:pt x="7372" y="7908"/>
                      <a:pt x="7498" y="8223"/>
                      <a:pt x="7719" y="8507"/>
                    </a:cubicBezTo>
                    <a:cubicBezTo>
                      <a:pt x="7498" y="8633"/>
                      <a:pt x="7246" y="8790"/>
                      <a:pt x="7057" y="8980"/>
                    </a:cubicBezTo>
                    <a:lnTo>
                      <a:pt x="4883" y="8980"/>
                    </a:lnTo>
                    <a:cubicBezTo>
                      <a:pt x="4694" y="8790"/>
                      <a:pt x="4442" y="8633"/>
                      <a:pt x="4222" y="8507"/>
                    </a:cubicBezTo>
                    <a:cubicBezTo>
                      <a:pt x="4474" y="8255"/>
                      <a:pt x="4568" y="7940"/>
                      <a:pt x="4568" y="7562"/>
                    </a:cubicBezTo>
                    <a:cubicBezTo>
                      <a:pt x="4568" y="6806"/>
                      <a:pt x="3938" y="6176"/>
                      <a:pt x="3214" y="6176"/>
                    </a:cubicBezTo>
                    <a:cubicBezTo>
                      <a:pt x="2458" y="6176"/>
                      <a:pt x="1828" y="6806"/>
                      <a:pt x="1828" y="7562"/>
                    </a:cubicBezTo>
                    <a:cubicBezTo>
                      <a:pt x="1828" y="7908"/>
                      <a:pt x="1954" y="8223"/>
                      <a:pt x="2174" y="8507"/>
                    </a:cubicBezTo>
                    <a:cubicBezTo>
                      <a:pt x="1922" y="8633"/>
                      <a:pt x="1701" y="8790"/>
                      <a:pt x="1512" y="8980"/>
                    </a:cubicBezTo>
                    <a:lnTo>
                      <a:pt x="1103" y="8980"/>
                    </a:lnTo>
                    <a:cubicBezTo>
                      <a:pt x="882" y="8980"/>
                      <a:pt x="725" y="8790"/>
                      <a:pt x="756" y="8570"/>
                    </a:cubicBezTo>
                    <a:lnTo>
                      <a:pt x="1260" y="5829"/>
                    </a:lnTo>
                    <a:cubicBezTo>
                      <a:pt x="1323" y="5672"/>
                      <a:pt x="1418" y="5545"/>
                      <a:pt x="1638" y="5545"/>
                    </a:cubicBezTo>
                    <a:close/>
                    <a:moveTo>
                      <a:pt x="3214" y="8948"/>
                    </a:moveTo>
                    <a:cubicBezTo>
                      <a:pt x="4127" y="8948"/>
                      <a:pt x="4915" y="9736"/>
                      <a:pt x="4915" y="10712"/>
                    </a:cubicBezTo>
                    <a:lnTo>
                      <a:pt x="4915" y="11059"/>
                    </a:lnTo>
                    <a:lnTo>
                      <a:pt x="1481" y="11059"/>
                    </a:lnTo>
                    <a:lnTo>
                      <a:pt x="1481" y="10712"/>
                    </a:lnTo>
                    <a:cubicBezTo>
                      <a:pt x="1481" y="9736"/>
                      <a:pt x="2269" y="8948"/>
                      <a:pt x="3214" y="8948"/>
                    </a:cubicBezTo>
                    <a:close/>
                    <a:moveTo>
                      <a:pt x="8759" y="8948"/>
                    </a:moveTo>
                    <a:cubicBezTo>
                      <a:pt x="9704" y="8948"/>
                      <a:pt x="10491" y="9736"/>
                      <a:pt x="10491" y="10712"/>
                    </a:cubicBezTo>
                    <a:lnTo>
                      <a:pt x="10491" y="11059"/>
                    </a:lnTo>
                    <a:lnTo>
                      <a:pt x="7026" y="11059"/>
                    </a:lnTo>
                    <a:lnTo>
                      <a:pt x="7026" y="10712"/>
                    </a:lnTo>
                    <a:cubicBezTo>
                      <a:pt x="7026" y="9736"/>
                      <a:pt x="7813" y="8948"/>
                      <a:pt x="8759" y="8948"/>
                    </a:cubicBezTo>
                    <a:close/>
                    <a:moveTo>
                      <a:pt x="5986" y="1"/>
                    </a:moveTo>
                    <a:cubicBezTo>
                      <a:pt x="5262" y="1"/>
                      <a:pt x="4631" y="631"/>
                      <a:pt x="4631" y="1387"/>
                    </a:cubicBezTo>
                    <a:cubicBezTo>
                      <a:pt x="4631" y="1733"/>
                      <a:pt x="4726" y="2048"/>
                      <a:pt x="4978" y="2269"/>
                    </a:cubicBezTo>
                    <a:cubicBezTo>
                      <a:pt x="4127" y="2679"/>
                      <a:pt x="3592" y="3498"/>
                      <a:pt x="3592" y="4474"/>
                    </a:cubicBezTo>
                    <a:lnTo>
                      <a:pt x="3592" y="4852"/>
                    </a:lnTo>
                    <a:lnTo>
                      <a:pt x="1670" y="4852"/>
                    </a:lnTo>
                    <a:cubicBezTo>
                      <a:pt x="1166" y="4852"/>
                      <a:pt x="725" y="5199"/>
                      <a:pt x="630" y="5703"/>
                    </a:cubicBezTo>
                    <a:lnTo>
                      <a:pt x="126" y="8475"/>
                    </a:lnTo>
                    <a:cubicBezTo>
                      <a:pt x="0" y="9043"/>
                      <a:pt x="473" y="9610"/>
                      <a:pt x="1071" y="9673"/>
                    </a:cubicBezTo>
                    <a:cubicBezTo>
                      <a:pt x="914" y="9988"/>
                      <a:pt x="819" y="10366"/>
                      <a:pt x="819" y="10744"/>
                    </a:cubicBezTo>
                    <a:lnTo>
                      <a:pt x="819" y="11468"/>
                    </a:lnTo>
                    <a:cubicBezTo>
                      <a:pt x="819" y="11657"/>
                      <a:pt x="977" y="11815"/>
                      <a:pt x="1197" y="11815"/>
                    </a:cubicBezTo>
                    <a:lnTo>
                      <a:pt x="5356" y="11815"/>
                    </a:lnTo>
                    <a:cubicBezTo>
                      <a:pt x="5545" y="11815"/>
                      <a:pt x="5703" y="11657"/>
                      <a:pt x="5703" y="11468"/>
                    </a:cubicBezTo>
                    <a:lnTo>
                      <a:pt x="5703" y="10744"/>
                    </a:lnTo>
                    <a:cubicBezTo>
                      <a:pt x="5703" y="10366"/>
                      <a:pt x="5640" y="9988"/>
                      <a:pt x="5482" y="9673"/>
                    </a:cubicBezTo>
                    <a:lnTo>
                      <a:pt x="6648" y="9673"/>
                    </a:lnTo>
                    <a:cubicBezTo>
                      <a:pt x="6490" y="9988"/>
                      <a:pt x="6427" y="10366"/>
                      <a:pt x="6427" y="10744"/>
                    </a:cubicBezTo>
                    <a:lnTo>
                      <a:pt x="6427" y="11468"/>
                    </a:lnTo>
                    <a:cubicBezTo>
                      <a:pt x="6427" y="11657"/>
                      <a:pt x="6585" y="11815"/>
                      <a:pt x="6774" y="11815"/>
                    </a:cubicBezTo>
                    <a:lnTo>
                      <a:pt x="10838" y="11815"/>
                    </a:lnTo>
                    <a:cubicBezTo>
                      <a:pt x="11027" y="11815"/>
                      <a:pt x="11184" y="11657"/>
                      <a:pt x="11184" y="11468"/>
                    </a:cubicBezTo>
                    <a:lnTo>
                      <a:pt x="11184" y="10744"/>
                    </a:lnTo>
                    <a:cubicBezTo>
                      <a:pt x="11184" y="10366"/>
                      <a:pt x="11121" y="9988"/>
                      <a:pt x="10964" y="9673"/>
                    </a:cubicBezTo>
                    <a:cubicBezTo>
                      <a:pt x="11563" y="9610"/>
                      <a:pt x="11972" y="9043"/>
                      <a:pt x="11878" y="8475"/>
                    </a:cubicBezTo>
                    <a:lnTo>
                      <a:pt x="11342" y="5703"/>
                    </a:lnTo>
                    <a:cubicBezTo>
                      <a:pt x="11279" y="5199"/>
                      <a:pt x="10838" y="4852"/>
                      <a:pt x="10334" y="4852"/>
                    </a:cubicBezTo>
                    <a:lnTo>
                      <a:pt x="8412" y="4852"/>
                    </a:lnTo>
                    <a:lnTo>
                      <a:pt x="8412" y="4474"/>
                    </a:lnTo>
                    <a:cubicBezTo>
                      <a:pt x="8412" y="3498"/>
                      <a:pt x="7845" y="2679"/>
                      <a:pt x="7026" y="2269"/>
                    </a:cubicBezTo>
                    <a:cubicBezTo>
                      <a:pt x="7246" y="2048"/>
                      <a:pt x="7372" y="1733"/>
                      <a:pt x="7372" y="1387"/>
                    </a:cubicBezTo>
                    <a:cubicBezTo>
                      <a:pt x="7372" y="631"/>
                      <a:pt x="6742" y="1"/>
                      <a:pt x="5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15" name="Google Shape;9170;p73">
                <a:extLst>
                  <a:ext uri="{FF2B5EF4-FFF2-40B4-BE49-F238E27FC236}">
                    <a16:creationId xmlns:a16="http://schemas.microsoft.com/office/drawing/2014/main" id="{6D34020D-B3EA-9E18-F40A-BA50A5166FE0}"/>
                  </a:ext>
                </a:extLst>
              </p:cNvPr>
              <p:cNvSpPr/>
              <p:nvPr/>
            </p:nvSpPr>
            <p:spPr>
              <a:xfrm>
                <a:off x="10369466" y="1689879"/>
                <a:ext cx="320895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11752" extrusionOk="0">
                    <a:moveTo>
                      <a:pt x="6585" y="662"/>
                    </a:moveTo>
                    <a:cubicBezTo>
                      <a:pt x="6774" y="662"/>
                      <a:pt x="6932" y="819"/>
                      <a:pt x="6932" y="1008"/>
                    </a:cubicBezTo>
                    <a:cubicBezTo>
                      <a:pt x="6932" y="1197"/>
                      <a:pt x="6774" y="1355"/>
                      <a:pt x="6585" y="1355"/>
                    </a:cubicBezTo>
                    <a:lnTo>
                      <a:pt x="1040" y="1355"/>
                    </a:lnTo>
                    <a:cubicBezTo>
                      <a:pt x="820" y="1355"/>
                      <a:pt x="662" y="1197"/>
                      <a:pt x="662" y="1008"/>
                    </a:cubicBezTo>
                    <a:cubicBezTo>
                      <a:pt x="662" y="819"/>
                      <a:pt x="820" y="662"/>
                      <a:pt x="1040" y="662"/>
                    </a:cubicBezTo>
                    <a:close/>
                    <a:moveTo>
                      <a:pt x="6175" y="2048"/>
                    </a:moveTo>
                    <a:lnTo>
                      <a:pt x="6175" y="2867"/>
                    </a:lnTo>
                    <a:cubicBezTo>
                      <a:pt x="5435" y="3277"/>
                      <a:pt x="4600" y="3481"/>
                      <a:pt x="3765" y="3481"/>
                    </a:cubicBezTo>
                    <a:cubicBezTo>
                      <a:pt x="2930" y="3481"/>
                      <a:pt x="2096" y="3277"/>
                      <a:pt x="1355" y="2867"/>
                    </a:cubicBezTo>
                    <a:lnTo>
                      <a:pt x="1355" y="2048"/>
                    </a:lnTo>
                    <a:close/>
                    <a:moveTo>
                      <a:pt x="1418" y="3686"/>
                    </a:moveTo>
                    <a:lnTo>
                      <a:pt x="1418" y="3686"/>
                    </a:lnTo>
                    <a:cubicBezTo>
                      <a:pt x="2174" y="4001"/>
                      <a:pt x="2962" y="4190"/>
                      <a:pt x="3781" y="4190"/>
                    </a:cubicBezTo>
                    <a:cubicBezTo>
                      <a:pt x="4600" y="4190"/>
                      <a:pt x="5388" y="4033"/>
                      <a:pt x="6144" y="3686"/>
                    </a:cubicBezTo>
                    <a:lnTo>
                      <a:pt x="6144" y="3686"/>
                    </a:lnTo>
                    <a:cubicBezTo>
                      <a:pt x="5860" y="4757"/>
                      <a:pt x="4915" y="5545"/>
                      <a:pt x="3781" y="5545"/>
                    </a:cubicBezTo>
                    <a:cubicBezTo>
                      <a:pt x="2647" y="5545"/>
                      <a:pt x="1702" y="4757"/>
                      <a:pt x="1418" y="3686"/>
                    </a:cubicBezTo>
                    <a:close/>
                    <a:moveTo>
                      <a:pt x="3435" y="6238"/>
                    </a:moveTo>
                    <a:lnTo>
                      <a:pt x="3435" y="7813"/>
                    </a:lnTo>
                    <a:lnTo>
                      <a:pt x="1544" y="9704"/>
                    </a:lnTo>
                    <a:lnTo>
                      <a:pt x="1355" y="9704"/>
                    </a:lnTo>
                    <a:lnTo>
                      <a:pt x="1355" y="8695"/>
                    </a:lnTo>
                    <a:cubicBezTo>
                      <a:pt x="1355" y="7467"/>
                      <a:pt x="2237" y="6427"/>
                      <a:pt x="3435" y="6238"/>
                    </a:cubicBezTo>
                    <a:close/>
                    <a:moveTo>
                      <a:pt x="3781" y="8443"/>
                    </a:moveTo>
                    <a:lnTo>
                      <a:pt x="5041" y="9704"/>
                    </a:lnTo>
                    <a:lnTo>
                      <a:pt x="2552" y="9704"/>
                    </a:lnTo>
                    <a:lnTo>
                      <a:pt x="3781" y="8443"/>
                    </a:lnTo>
                    <a:close/>
                    <a:moveTo>
                      <a:pt x="4128" y="6238"/>
                    </a:moveTo>
                    <a:cubicBezTo>
                      <a:pt x="5325" y="6396"/>
                      <a:pt x="6207" y="7435"/>
                      <a:pt x="6207" y="8695"/>
                    </a:cubicBezTo>
                    <a:lnTo>
                      <a:pt x="6207" y="9704"/>
                    </a:lnTo>
                    <a:lnTo>
                      <a:pt x="6018" y="9704"/>
                    </a:lnTo>
                    <a:lnTo>
                      <a:pt x="4128" y="7813"/>
                    </a:lnTo>
                    <a:lnTo>
                      <a:pt x="4128" y="6238"/>
                    </a:lnTo>
                    <a:close/>
                    <a:moveTo>
                      <a:pt x="6553" y="10397"/>
                    </a:moveTo>
                    <a:cubicBezTo>
                      <a:pt x="6743" y="10428"/>
                      <a:pt x="6900" y="10586"/>
                      <a:pt x="6900" y="10743"/>
                    </a:cubicBezTo>
                    <a:cubicBezTo>
                      <a:pt x="6900" y="10932"/>
                      <a:pt x="6743" y="11090"/>
                      <a:pt x="6553" y="11090"/>
                    </a:cubicBezTo>
                    <a:lnTo>
                      <a:pt x="977" y="11090"/>
                    </a:lnTo>
                    <a:cubicBezTo>
                      <a:pt x="788" y="11090"/>
                      <a:pt x="631" y="10932"/>
                      <a:pt x="631" y="10743"/>
                    </a:cubicBezTo>
                    <a:cubicBezTo>
                      <a:pt x="631" y="10554"/>
                      <a:pt x="788" y="10397"/>
                      <a:pt x="977" y="10397"/>
                    </a:cubicBezTo>
                    <a:close/>
                    <a:moveTo>
                      <a:pt x="1009" y="0"/>
                    </a:moveTo>
                    <a:cubicBezTo>
                      <a:pt x="442" y="0"/>
                      <a:pt x="0" y="473"/>
                      <a:pt x="0" y="1008"/>
                    </a:cubicBezTo>
                    <a:cubicBezTo>
                      <a:pt x="0" y="1449"/>
                      <a:pt x="284" y="1827"/>
                      <a:pt x="694" y="1985"/>
                    </a:cubicBezTo>
                    <a:lnTo>
                      <a:pt x="694" y="3088"/>
                    </a:lnTo>
                    <a:cubicBezTo>
                      <a:pt x="694" y="4316"/>
                      <a:pt x="1387" y="5356"/>
                      <a:pt x="2395" y="5860"/>
                    </a:cubicBezTo>
                    <a:cubicBezTo>
                      <a:pt x="1387" y="6364"/>
                      <a:pt x="694" y="7435"/>
                      <a:pt x="694" y="8664"/>
                    </a:cubicBezTo>
                    <a:lnTo>
                      <a:pt x="694" y="9767"/>
                    </a:lnTo>
                    <a:cubicBezTo>
                      <a:pt x="316" y="9924"/>
                      <a:pt x="0" y="10271"/>
                      <a:pt x="0" y="10743"/>
                    </a:cubicBezTo>
                    <a:cubicBezTo>
                      <a:pt x="0" y="11342"/>
                      <a:pt x="473" y="11751"/>
                      <a:pt x="1009" y="11751"/>
                    </a:cubicBezTo>
                    <a:lnTo>
                      <a:pt x="6585" y="11751"/>
                    </a:lnTo>
                    <a:cubicBezTo>
                      <a:pt x="7152" y="11751"/>
                      <a:pt x="7593" y="11279"/>
                      <a:pt x="7593" y="10743"/>
                    </a:cubicBezTo>
                    <a:cubicBezTo>
                      <a:pt x="7593" y="10302"/>
                      <a:pt x="7310" y="9924"/>
                      <a:pt x="6900" y="9767"/>
                    </a:cubicBezTo>
                    <a:lnTo>
                      <a:pt x="6900" y="8664"/>
                    </a:lnTo>
                    <a:cubicBezTo>
                      <a:pt x="6900" y="7435"/>
                      <a:pt x="6207" y="6364"/>
                      <a:pt x="5199" y="5860"/>
                    </a:cubicBezTo>
                    <a:cubicBezTo>
                      <a:pt x="6207" y="5387"/>
                      <a:pt x="6900" y="4316"/>
                      <a:pt x="6900" y="3088"/>
                    </a:cubicBezTo>
                    <a:lnTo>
                      <a:pt x="6900" y="1985"/>
                    </a:lnTo>
                    <a:cubicBezTo>
                      <a:pt x="7278" y="1827"/>
                      <a:pt x="7593" y="1481"/>
                      <a:pt x="7593" y="1008"/>
                    </a:cubicBezTo>
                    <a:cubicBezTo>
                      <a:pt x="7593" y="410"/>
                      <a:pt x="7121" y="0"/>
                      <a:pt x="6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16" name="Google Shape;9171;p73">
                <a:extLst>
                  <a:ext uri="{FF2B5EF4-FFF2-40B4-BE49-F238E27FC236}">
                    <a16:creationId xmlns:a16="http://schemas.microsoft.com/office/drawing/2014/main" id="{E751A327-E1AB-115C-A9B0-8C9EE1E379F0}"/>
                  </a:ext>
                </a:extLst>
              </p:cNvPr>
              <p:cNvSpPr/>
              <p:nvPr/>
            </p:nvSpPr>
            <p:spPr>
              <a:xfrm>
                <a:off x="1401076" y="1687873"/>
                <a:ext cx="503233" cy="500612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17" name="Google Shape;9172;p73">
                <a:extLst>
                  <a:ext uri="{FF2B5EF4-FFF2-40B4-BE49-F238E27FC236}">
                    <a16:creationId xmlns:a16="http://schemas.microsoft.com/office/drawing/2014/main" id="{09E8D2BE-EBA4-B4BA-D403-71BD19CE2174}"/>
                  </a:ext>
                </a:extLst>
              </p:cNvPr>
              <p:cNvGrpSpPr/>
              <p:nvPr/>
            </p:nvGrpSpPr>
            <p:grpSpPr>
              <a:xfrm>
                <a:off x="1400413" y="2281623"/>
                <a:ext cx="504585" cy="499303"/>
                <a:chOff x="1049375" y="2318350"/>
                <a:chExt cx="298525" cy="295400"/>
              </a:xfrm>
              <a:grpFill/>
            </p:grpSpPr>
            <p:sp>
              <p:nvSpPr>
                <p:cNvPr id="453" name="Google Shape;9173;p73">
                  <a:extLst>
                    <a:ext uri="{FF2B5EF4-FFF2-40B4-BE49-F238E27FC236}">
                      <a16:creationId xmlns:a16="http://schemas.microsoft.com/office/drawing/2014/main" id="{4CA825FB-ABC2-9ED5-C179-E8E647881A18}"/>
                    </a:ext>
                  </a:extLst>
                </p:cNvPr>
                <p:cNvSpPr/>
                <p:nvPr/>
              </p:nvSpPr>
              <p:spPr>
                <a:xfrm>
                  <a:off x="1101350" y="2492325"/>
                  <a:ext cx="7012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21" extrusionOk="0">
                      <a:moveTo>
                        <a:pt x="2473" y="0"/>
                      </a:moveTo>
                      <a:cubicBezTo>
                        <a:pt x="2377" y="0"/>
                        <a:pt x="2273" y="32"/>
                        <a:pt x="2206" y="99"/>
                      </a:cubicBezTo>
                      <a:lnTo>
                        <a:pt x="1072" y="1233"/>
                      </a:lnTo>
                      <a:lnTo>
                        <a:pt x="599" y="761"/>
                      </a:lnTo>
                      <a:cubicBezTo>
                        <a:pt x="536" y="713"/>
                        <a:pt x="449" y="690"/>
                        <a:pt x="363" y="690"/>
                      </a:cubicBezTo>
                      <a:cubicBezTo>
                        <a:pt x="276" y="690"/>
                        <a:pt x="189" y="713"/>
                        <a:pt x="126" y="761"/>
                      </a:cubicBezTo>
                      <a:cubicBezTo>
                        <a:pt x="0" y="887"/>
                        <a:pt x="0" y="1139"/>
                        <a:pt x="126" y="1233"/>
                      </a:cubicBezTo>
                      <a:lnTo>
                        <a:pt x="820" y="1958"/>
                      </a:lnTo>
                      <a:cubicBezTo>
                        <a:pt x="914" y="2021"/>
                        <a:pt x="977" y="2021"/>
                        <a:pt x="1072" y="2021"/>
                      </a:cubicBezTo>
                      <a:cubicBezTo>
                        <a:pt x="1135" y="2021"/>
                        <a:pt x="1261" y="1989"/>
                        <a:pt x="1292" y="1926"/>
                      </a:cubicBezTo>
                      <a:lnTo>
                        <a:pt x="2678" y="540"/>
                      </a:lnTo>
                      <a:cubicBezTo>
                        <a:pt x="2804" y="414"/>
                        <a:pt x="2804" y="162"/>
                        <a:pt x="2678" y="68"/>
                      </a:cubicBezTo>
                      <a:cubicBezTo>
                        <a:pt x="2634" y="24"/>
                        <a:pt x="2557" y="0"/>
                        <a:pt x="24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54" name="Google Shape;9174;p73">
                  <a:extLst>
                    <a:ext uri="{FF2B5EF4-FFF2-40B4-BE49-F238E27FC236}">
                      <a16:creationId xmlns:a16="http://schemas.microsoft.com/office/drawing/2014/main" id="{D6CCD0BC-C672-0BE1-FA24-8C4C2D2696A2}"/>
                    </a:ext>
                  </a:extLst>
                </p:cNvPr>
                <p:cNvSpPr/>
                <p:nvPr/>
              </p:nvSpPr>
              <p:spPr>
                <a:xfrm>
                  <a:off x="1101350" y="2440525"/>
                  <a:ext cx="70125" cy="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6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38"/>
                        <a:pt x="449" y="714"/>
                        <a:pt x="363" y="714"/>
                      </a:cubicBezTo>
                      <a:cubicBezTo>
                        <a:pt x="276" y="714"/>
                        <a:pt x="189" y="738"/>
                        <a:pt x="126" y="785"/>
                      </a:cubicBezTo>
                      <a:cubicBezTo>
                        <a:pt x="0" y="911"/>
                        <a:pt x="0" y="1163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4"/>
                        <a:pt x="1292" y="1951"/>
                      </a:cubicBezTo>
                      <a:lnTo>
                        <a:pt x="2678" y="564"/>
                      </a:lnTo>
                      <a:cubicBezTo>
                        <a:pt x="2804" y="438"/>
                        <a:pt x="2804" y="186"/>
                        <a:pt x="2678" y="92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55" name="Google Shape;9175;p73">
                  <a:extLst>
                    <a:ext uri="{FF2B5EF4-FFF2-40B4-BE49-F238E27FC236}">
                      <a16:creationId xmlns:a16="http://schemas.microsoft.com/office/drawing/2014/main" id="{2ADCCD83-1989-7BB6-47DE-308A0285FAED}"/>
                    </a:ext>
                  </a:extLst>
                </p:cNvPr>
                <p:cNvSpPr/>
                <p:nvPr/>
              </p:nvSpPr>
              <p:spPr>
                <a:xfrm>
                  <a:off x="1101350" y="2388550"/>
                  <a:ext cx="70125" cy="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5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22"/>
                        <a:pt x="449" y="690"/>
                        <a:pt x="363" y="690"/>
                      </a:cubicBezTo>
                      <a:cubicBezTo>
                        <a:pt x="276" y="690"/>
                        <a:pt x="189" y="722"/>
                        <a:pt x="126" y="785"/>
                      </a:cubicBezTo>
                      <a:cubicBezTo>
                        <a:pt x="0" y="911"/>
                        <a:pt x="0" y="1131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3"/>
                        <a:pt x="1292" y="1919"/>
                      </a:cubicBezTo>
                      <a:lnTo>
                        <a:pt x="2678" y="532"/>
                      </a:lnTo>
                      <a:cubicBezTo>
                        <a:pt x="2804" y="438"/>
                        <a:pt x="2804" y="186"/>
                        <a:pt x="2678" y="91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56" name="Google Shape;9176;p73">
                  <a:extLst>
                    <a:ext uri="{FF2B5EF4-FFF2-40B4-BE49-F238E27FC236}">
                      <a16:creationId xmlns:a16="http://schemas.microsoft.com/office/drawing/2014/main" id="{5D6038E1-5DC3-9336-5F9A-B821D1D1FC8E}"/>
                    </a:ext>
                  </a:extLst>
                </p:cNvPr>
                <p:cNvSpPr/>
                <p:nvPr/>
              </p:nvSpPr>
              <p:spPr>
                <a:xfrm>
                  <a:off x="1049375" y="2318350"/>
                  <a:ext cx="29852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1" h="11816" extrusionOk="0">
                      <a:moveTo>
                        <a:pt x="6963" y="1198"/>
                      </a:moveTo>
                      <a:lnTo>
                        <a:pt x="7876" y="2143"/>
                      </a:lnTo>
                      <a:lnTo>
                        <a:pt x="6963" y="2143"/>
                      </a:lnTo>
                      <a:lnTo>
                        <a:pt x="6963" y="1198"/>
                      </a:lnTo>
                      <a:close/>
                      <a:moveTo>
                        <a:pt x="10286" y="3498"/>
                      </a:moveTo>
                      <a:cubicBezTo>
                        <a:pt x="10373" y="3498"/>
                        <a:pt x="10460" y="3530"/>
                        <a:pt x="10523" y="3593"/>
                      </a:cubicBezTo>
                      <a:lnTo>
                        <a:pt x="10995" y="4065"/>
                      </a:lnTo>
                      <a:cubicBezTo>
                        <a:pt x="11184" y="4223"/>
                        <a:pt x="11184" y="4475"/>
                        <a:pt x="11027" y="4569"/>
                      </a:cubicBezTo>
                      <a:lnTo>
                        <a:pt x="10806" y="4821"/>
                      </a:lnTo>
                      <a:lnTo>
                        <a:pt x="9798" y="3845"/>
                      </a:lnTo>
                      <a:lnTo>
                        <a:pt x="10050" y="3593"/>
                      </a:lnTo>
                      <a:cubicBezTo>
                        <a:pt x="10113" y="3530"/>
                        <a:pt x="10200" y="3498"/>
                        <a:pt x="10286" y="3498"/>
                      </a:cubicBezTo>
                      <a:close/>
                      <a:moveTo>
                        <a:pt x="9294" y="4349"/>
                      </a:moveTo>
                      <a:lnTo>
                        <a:pt x="10271" y="5325"/>
                      </a:lnTo>
                      <a:lnTo>
                        <a:pt x="7845" y="7783"/>
                      </a:lnTo>
                      <a:lnTo>
                        <a:pt x="6868" y="6774"/>
                      </a:lnTo>
                      <a:lnTo>
                        <a:pt x="9294" y="4349"/>
                      </a:lnTo>
                      <a:close/>
                      <a:moveTo>
                        <a:pt x="6585" y="7499"/>
                      </a:moveTo>
                      <a:lnTo>
                        <a:pt x="7183" y="8098"/>
                      </a:lnTo>
                      <a:lnTo>
                        <a:pt x="6427" y="8255"/>
                      </a:lnTo>
                      <a:lnTo>
                        <a:pt x="6585" y="7499"/>
                      </a:lnTo>
                      <a:close/>
                      <a:moveTo>
                        <a:pt x="6994" y="10398"/>
                      </a:moveTo>
                      <a:lnTo>
                        <a:pt x="6994" y="10776"/>
                      </a:lnTo>
                      <a:cubicBezTo>
                        <a:pt x="6994" y="10870"/>
                        <a:pt x="7057" y="10996"/>
                        <a:pt x="7089" y="11122"/>
                      </a:cubicBezTo>
                      <a:lnTo>
                        <a:pt x="1071" y="11122"/>
                      </a:lnTo>
                      <a:cubicBezTo>
                        <a:pt x="882" y="11122"/>
                        <a:pt x="693" y="10965"/>
                        <a:pt x="693" y="10776"/>
                      </a:cubicBezTo>
                      <a:lnTo>
                        <a:pt x="693" y="10398"/>
                      </a:lnTo>
                      <a:close/>
                      <a:moveTo>
                        <a:pt x="6270" y="663"/>
                      </a:moveTo>
                      <a:lnTo>
                        <a:pt x="6270" y="2458"/>
                      </a:lnTo>
                      <a:cubicBezTo>
                        <a:pt x="6270" y="2647"/>
                        <a:pt x="6427" y="2805"/>
                        <a:pt x="6616" y="2805"/>
                      </a:cubicBezTo>
                      <a:lnTo>
                        <a:pt x="8349" y="2805"/>
                      </a:lnTo>
                      <a:lnTo>
                        <a:pt x="8349" y="4286"/>
                      </a:lnTo>
                      <a:lnTo>
                        <a:pt x="6112" y="6554"/>
                      </a:lnTo>
                      <a:cubicBezTo>
                        <a:pt x="6081" y="6585"/>
                        <a:pt x="6018" y="6680"/>
                        <a:pt x="6018" y="6711"/>
                      </a:cubicBezTo>
                      <a:lnTo>
                        <a:pt x="5608" y="8633"/>
                      </a:lnTo>
                      <a:cubicBezTo>
                        <a:pt x="5545" y="8759"/>
                        <a:pt x="5608" y="8885"/>
                        <a:pt x="5671" y="8948"/>
                      </a:cubicBezTo>
                      <a:cubicBezTo>
                        <a:pt x="5742" y="9019"/>
                        <a:pt x="5813" y="9055"/>
                        <a:pt x="5897" y="9055"/>
                      </a:cubicBezTo>
                      <a:cubicBezTo>
                        <a:pt x="5925" y="9055"/>
                        <a:pt x="5955" y="9051"/>
                        <a:pt x="5986" y="9043"/>
                      </a:cubicBezTo>
                      <a:lnTo>
                        <a:pt x="7908" y="8602"/>
                      </a:lnTo>
                      <a:cubicBezTo>
                        <a:pt x="8002" y="8602"/>
                        <a:pt x="8034" y="8570"/>
                        <a:pt x="8065" y="8507"/>
                      </a:cubicBezTo>
                      <a:lnTo>
                        <a:pt x="8349" y="8255"/>
                      </a:lnTo>
                      <a:lnTo>
                        <a:pt x="8349" y="10807"/>
                      </a:lnTo>
                      <a:lnTo>
                        <a:pt x="8380" y="10807"/>
                      </a:lnTo>
                      <a:cubicBezTo>
                        <a:pt x="8380" y="10996"/>
                        <a:pt x="8223" y="11154"/>
                        <a:pt x="8034" y="11154"/>
                      </a:cubicBezTo>
                      <a:cubicBezTo>
                        <a:pt x="7845" y="11154"/>
                        <a:pt x="7687" y="10996"/>
                        <a:pt x="7687" y="10807"/>
                      </a:cubicBezTo>
                      <a:lnTo>
                        <a:pt x="7687" y="10083"/>
                      </a:lnTo>
                      <a:cubicBezTo>
                        <a:pt x="7687" y="9893"/>
                        <a:pt x="7530" y="9736"/>
                        <a:pt x="7309" y="9736"/>
                      </a:cubicBezTo>
                      <a:lnTo>
                        <a:pt x="1386" y="9736"/>
                      </a:lnTo>
                      <a:lnTo>
                        <a:pt x="1386" y="663"/>
                      </a:lnTo>
                      <a:close/>
                      <a:moveTo>
                        <a:pt x="1071" y="1"/>
                      </a:moveTo>
                      <a:cubicBezTo>
                        <a:pt x="882" y="1"/>
                        <a:pt x="693" y="158"/>
                        <a:pt x="693" y="379"/>
                      </a:cubicBezTo>
                      <a:lnTo>
                        <a:pt x="693" y="9736"/>
                      </a:lnTo>
                      <a:lnTo>
                        <a:pt x="347" y="9736"/>
                      </a:lnTo>
                      <a:cubicBezTo>
                        <a:pt x="158" y="9736"/>
                        <a:pt x="0" y="9893"/>
                        <a:pt x="0" y="10083"/>
                      </a:cubicBezTo>
                      <a:lnTo>
                        <a:pt x="0" y="10807"/>
                      </a:lnTo>
                      <a:cubicBezTo>
                        <a:pt x="0" y="11406"/>
                        <a:pt x="473" y="11815"/>
                        <a:pt x="1008" y="11815"/>
                      </a:cubicBezTo>
                      <a:lnTo>
                        <a:pt x="8002" y="11815"/>
                      </a:lnTo>
                      <a:cubicBezTo>
                        <a:pt x="8569" y="11815"/>
                        <a:pt x="9011" y="11343"/>
                        <a:pt x="9011" y="10807"/>
                      </a:cubicBezTo>
                      <a:lnTo>
                        <a:pt x="9011" y="7562"/>
                      </a:lnTo>
                      <a:lnTo>
                        <a:pt x="11499" y="5105"/>
                      </a:lnTo>
                      <a:cubicBezTo>
                        <a:pt x="11940" y="4664"/>
                        <a:pt x="11940" y="4034"/>
                        <a:pt x="11531" y="3593"/>
                      </a:cubicBezTo>
                      <a:lnTo>
                        <a:pt x="11058" y="3120"/>
                      </a:lnTo>
                      <a:cubicBezTo>
                        <a:pt x="10869" y="2931"/>
                        <a:pt x="10609" y="2836"/>
                        <a:pt x="10346" y="2836"/>
                      </a:cubicBezTo>
                      <a:cubicBezTo>
                        <a:pt x="10082" y="2836"/>
                        <a:pt x="9814" y="2931"/>
                        <a:pt x="9609" y="3120"/>
                      </a:cubicBezTo>
                      <a:lnTo>
                        <a:pt x="9105" y="3624"/>
                      </a:lnTo>
                      <a:lnTo>
                        <a:pt x="9105" y="2490"/>
                      </a:lnTo>
                      <a:cubicBezTo>
                        <a:pt x="9105" y="2427"/>
                        <a:pt x="9074" y="2332"/>
                        <a:pt x="8979" y="2269"/>
                      </a:cubicBezTo>
                      <a:lnTo>
                        <a:pt x="6900" y="127"/>
                      </a:lnTo>
                      <a:cubicBezTo>
                        <a:pt x="6805" y="64"/>
                        <a:pt x="6742" y="1"/>
                        <a:pt x="66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18" name="Google Shape;9177;p73">
                <a:extLst>
                  <a:ext uri="{FF2B5EF4-FFF2-40B4-BE49-F238E27FC236}">
                    <a16:creationId xmlns:a16="http://schemas.microsoft.com/office/drawing/2014/main" id="{D9C7EBB8-F721-DB1B-B3EA-64674B4F21DF}"/>
                  </a:ext>
                </a:extLst>
              </p:cNvPr>
              <p:cNvGrpSpPr/>
              <p:nvPr/>
            </p:nvGrpSpPr>
            <p:grpSpPr>
              <a:xfrm>
                <a:off x="1401090" y="2923331"/>
                <a:ext cx="503233" cy="503233"/>
                <a:chOff x="1049375" y="2680675"/>
                <a:chExt cx="297725" cy="297725"/>
              </a:xfrm>
              <a:grpFill/>
            </p:grpSpPr>
            <p:sp>
              <p:nvSpPr>
                <p:cNvPr id="451" name="Google Shape;9178;p73">
                  <a:extLst>
                    <a:ext uri="{FF2B5EF4-FFF2-40B4-BE49-F238E27FC236}">
                      <a16:creationId xmlns:a16="http://schemas.microsoft.com/office/drawing/2014/main" id="{20CE0975-3A89-FCC5-1449-78A861B52891}"/>
                    </a:ext>
                  </a:extLst>
                </p:cNvPr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52" name="Google Shape;9179;p73">
                  <a:extLst>
                    <a:ext uri="{FF2B5EF4-FFF2-40B4-BE49-F238E27FC236}">
                      <a16:creationId xmlns:a16="http://schemas.microsoft.com/office/drawing/2014/main" id="{D075308F-A7E6-B479-0CE4-B6D91F7AEED7}"/>
                    </a:ext>
                  </a:extLst>
                </p:cNvPr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19" name="Google Shape;9180;p73">
                <a:extLst>
                  <a:ext uri="{FF2B5EF4-FFF2-40B4-BE49-F238E27FC236}">
                    <a16:creationId xmlns:a16="http://schemas.microsoft.com/office/drawing/2014/main" id="{8515BACD-44D2-3DC4-1E16-42B33DABE382}"/>
                  </a:ext>
                </a:extLst>
              </p:cNvPr>
              <p:cNvGrpSpPr/>
              <p:nvPr/>
            </p:nvGrpSpPr>
            <p:grpSpPr>
              <a:xfrm>
                <a:off x="4571962" y="1688532"/>
                <a:ext cx="499261" cy="499303"/>
                <a:chOff x="2872725" y="1954475"/>
                <a:chExt cx="295375" cy="295400"/>
              </a:xfrm>
              <a:grpFill/>
            </p:grpSpPr>
            <p:sp>
              <p:nvSpPr>
                <p:cNvPr id="448" name="Google Shape;9181;p73">
                  <a:extLst>
                    <a:ext uri="{FF2B5EF4-FFF2-40B4-BE49-F238E27FC236}">
                      <a16:creationId xmlns:a16="http://schemas.microsoft.com/office/drawing/2014/main" id="{A2D8F82A-641D-B385-2E92-D5EFCCBDFCD5}"/>
                    </a:ext>
                  </a:extLst>
                </p:cNvPr>
                <p:cNvSpPr/>
                <p:nvPr/>
              </p:nvSpPr>
              <p:spPr>
                <a:xfrm>
                  <a:off x="2959350" y="1954475"/>
                  <a:ext cx="122100" cy="13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78" extrusionOk="0">
                      <a:moveTo>
                        <a:pt x="2395" y="694"/>
                      </a:moveTo>
                      <a:cubicBezTo>
                        <a:pt x="2805" y="694"/>
                        <a:pt x="3120" y="1009"/>
                        <a:pt x="3120" y="1418"/>
                      </a:cubicBezTo>
                      <a:cubicBezTo>
                        <a:pt x="3120" y="1797"/>
                        <a:pt x="2805" y="2112"/>
                        <a:pt x="2395" y="2112"/>
                      </a:cubicBezTo>
                      <a:cubicBezTo>
                        <a:pt x="2017" y="2112"/>
                        <a:pt x="1702" y="1797"/>
                        <a:pt x="1702" y="1418"/>
                      </a:cubicBezTo>
                      <a:cubicBezTo>
                        <a:pt x="1733" y="1009"/>
                        <a:pt x="2048" y="694"/>
                        <a:pt x="2395" y="694"/>
                      </a:cubicBezTo>
                      <a:close/>
                      <a:moveTo>
                        <a:pt x="2395" y="2742"/>
                      </a:moveTo>
                      <a:cubicBezTo>
                        <a:pt x="3340" y="2742"/>
                        <a:pt x="4128" y="3529"/>
                        <a:pt x="4128" y="4537"/>
                      </a:cubicBezTo>
                      <a:lnTo>
                        <a:pt x="4128" y="4884"/>
                      </a:lnTo>
                      <a:lnTo>
                        <a:pt x="662" y="4884"/>
                      </a:lnTo>
                      <a:lnTo>
                        <a:pt x="662" y="4537"/>
                      </a:lnTo>
                      <a:cubicBezTo>
                        <a:pt x="662" y="3529"/>
                        <a:pt x="1450" y="2742"/>
                        <a:pt x="2395" y="2742"/>
                      </a:cubicBezTo>
                      <a:close/>
                      <a:moveTo>
                        <a:pt x="2490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4"/>
                        <a:pt x="1229" y="2049"/>
                        <a:pt x="1450" y="2332"/>
                      </a:cubicBezTo>
                      <a:cubicBezTo>
                        <a:pt x="568" y="2710"/>
                        <a:pt x="1" y="3529"/>
                        <a:pt x="1" y="4537"/>
                      </a:cubicBezTo>
                      <a:lnTo>
                        <a:pt x="1" y="5231"/>
                      </a:lnTo>
                      <a:cubicBezTo>
                        <a:pt x="1" y="5420"/>
                        <a:pt x="158" y="5577"/>
                        <a:pt x="347" y="5577"/>
                      </a:cubicBezTo>
                      <a:lnTo>
                        <a:pt x="4537" y="5577"/>
                      </a:lnTo>
                      <a:cubicBezTo>
                        <a:pt x="4726" y="5577"/>
                        <a:pt x="4884" y="5420"/>
                        <a:pt x="4884" y="5231"/>
                      </a:cubicBezTo>
                      <a:lnTo>
                        <a:pt x="4884" y="4537"/>
                      </a:lnTo>
                      <a:cubicBezTo>
                        <a:pt x="4884" y="3529"/>
                        <a:pt x="4317" y="2710"/>
                        <a:pt x="3498" y="2332"/>
                      </a:cubicBezTo>
                      <a:cubicBezTo>
                        <a:pt x="3750" y="2080"/>
                        <a:pt x="3844" y="1765"/>
                        <a:pt x="3844" y="1387"/>
                      </a:cubicBezTo>
                      <a:cubicBezTo>
                        <a:pt x="3844" y="631"/>
                        <a:pt x="3214" y="1"/>
                        <a:pt x="24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49" name="Google Shape;9182;p73">
                  <a:extLst>
                    <a:ext uri="{FF2B5EF4-FFF2-40B4-BE49-F238E27FC236}">
                      <a16:creationId xmlns:a16="http://schemas.microsoft.com/office/drawing/2014/main" id="{B15488FD-8D9C-7169-6208-BA93B86BDF95}"/>
                    </a:ext>
                  </a:extLst>
                </p:cNvPr>
                <p:cNvSpPr/>
                <p:nvPr/>
              </p:nvSpPr>
              <p:spPr>
                <a:xfrm>
                  <a:off x="2906575" y="2146650"/>
                  <a:ext cx="19142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2774" extrusionOk="0">
                      <a:moveTo>
                        <a:pt x="1419" y="694"/>
                      </a:moveTo>
                      <a:lnTo>
                        <a:pt x="1419" y="2080"/>
                      </a:lnTo>
                      <a:lnTo>
                        <a:pt x="694" y="2080"/>
                      </a:lnTo>
                      <a:lnTo>
                        <a:pt x="694" y="694"/>
                      </a:lnTo>
                      <a:close/>
                      <a:moveTo>
                        <a:pt x="2773" y="694"/>
                      </a:moveTo>
                      <a:lnTo>
                        <a:pt x="2773" y="2080"/>
                      </a:lnTo>
                      <a:lnTo>
                        <a:pt x="2080" y="2080"/>
                      </a:lnTo>
                      <a:lnTo>
                        <a:pt x="2080" y="694"/>
                      </a:lnTo>
                      <a:close/>
                      <a:moveTo>
                        <a:pt x="4159" y="694"/>
                      </a:moveTo>
                      <a:lnTo>
                        <a:pt x="4159" y="2080"/>
                      </a:lnTo>
                      <a:lnTo>
                        <a:pt x="3466" y="2080"/>
                      </a:lnTo>
                      <a:lnTo>
                        <a:pt x="3466" y="694"/>
                      </a:lnTo>
                      <a:close/>
                      <a:moveTo>
                        <a:pt x="6995" y="694"/>
                      </a:moveTo>
                      <a:lnTo>
                        <a:pt x="6995" y="2080"/>
                      </a:lnTo>
                      <a:lnTo>
                        <a:pt x="4884" y="2080"/>
                      </a:lnTo>
                      <a:lnTo>
                        <a:pt x="4884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427"/>
                      </a:lnTo>
                      <a:cubicBezTo>
                        <a:pt x="1" y="2616"/>
                        <a:pt x="158" y="2773"/>
                        <a:pt x="347" y="2773"/>
                      </a:cubicBezTo>
                      <a:lnTo>
                        <a:pt x="7310" y="2773"/>
                      </a:lnTo>
                      <a:cubicBezTo>
                        <a:pt x="7499" y="2773"/>
                        <a:pt x="7657" y="2616"/>
                        <a:pt x="7657" y="2427"/>
                      </a:cubicBezTo>
                      <a:lnTo>
                        <a:pt x="7657" y="347"/>
                      </a:lnTo>
                      <a:cubicBezTo>
                        <a:pt x="7657" y="127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50" name="Google Shape;9183;p73">
                  <a:extLst>
                    <a:ext uri="{FF2B5EF4-FFF2-40B4-BE49-F238E27FC236}">
                      <a16:creationId xmlns:a16="http://schemas.microsoft.com/office/drawing/2014/main" id="{735F3DA8-AE40-2B21-817B-A8A0C79E888E}"/>
                    </a:ext>
                  </a:extLst>
                </p:cNvPr>
                <p:cNvSpPr/>
                <p:nvPr/>
              </p:nvSpPr>
              <p:spPr>
                <a:xfrm>
                  <a:off x="2872725" y="2112000"/>
                  <a:ext cx="2953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5515" extrusionOk="0">
                      <a:moveTo>
                        <a:pt x="11121" y="2080"/>
                      </a:moveTo>
                      <a:lnTo>
                        <a:pt x="11121" y="3466"/>
                      </a:lnTo>
                      <a:lnTo>
                        <a:pt x="10397" y="3466"/>
                      </a:lnTo>
                      <a:lnTo>
                        <a:pt x="10397" y="2080"/>
                      </a:lnTo>
                      <a:close/>
                      <a:moveTo>
                        <a:pt x="9389" y="662"/>
                      </a:moveTo>
                      <a:cubicBezTo>
                        <a:pt x="9578" y="662"/>
                        <a:pt x="9735" y="820"/>
                        <a:pt x="9735" y="1009"/>
                      </a:cubicBezTo>
                      <a:lnTo>
                        <a:pt x="9735" y="4474"/>
                      </a:lnTo>
                      <a:cubicBezTo>
                        <a:pt x="9735" y="4663"/>
                        <a:pt x="9578" y="4852"/>
                        <a:pt x="9389" y="4852"/>
                      </a:cubicBezTo>
                      <a:lnTo>
                        <a:pt x="1040" y="4852"/>
                      </a:lnTo>
                      <a:cubicBezTo>
                        <a:pt x="819" y="4852"/>
                        <a:pt x="662" y="4663"/>
                        <a:pt x="662" y="4474"/>
                      </a:cubicBez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4474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9357" y="5514"/>
                      </a:lnTo>
                      <a:cubicBezTo>
                        <a:pt x="9956" y="5514"/>
                        <a:pt x="10397" y="5041"/>
                        <a:pt x="10397" y="4474"/>
                      </a:cubicBezTo>
                      <a:lnTo>
                        <a:pt x="10397" y="4128"/>
                      </a:lnTo>
                      <a:lnTo>
                        <a:pt x="11436" y="4128"/>
                      </a:lnTo>
                      <a:cubicBezTo>
                        <a:pt x="11625" y="4128"/>
                        <a:pt x="11783" y="3970"/>
                        <a:pt x="11783" y="3781"/>
                      </a:cubicBezTo>
                      <a:lnTo>
                        <a:pt x="11783" y="1702"/>
                      </a:lnTo>
                      <a:cubicBezTo>
                        <a:pt x="11814" y="1513"/>
                        <a:pt x="11657" y="1387"/>
                        <a:pt x="11468" y="1387"/>
                      </a:cubicBezTo>
                      <a:lnTo>
                        <a:pt x="10397" y="1387"/>
                      </a:lnTo>
                      <a:lnTo>
                        <a:pt x="10397" y="1009"/>
                      </a:lnTo>
                      <a:cubicBezTo>
                        <a:pt x="10397" y="442"/>
                        <a:pt x="9924" y="1"/>
                        <a:pt x="9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20" name="Google Shape;9184;p73">
                <a:extLst>
                  <a:ext uri="{FF2B5EF4-FFF2-40B4-BE49-F238E27FC236}">
                    <a16:creationId xmlns:a16="http://schemas.microsoft.com/office/drawing/2014/main" id="{5D964FB5-C549-0B63-057D-24397D86C74E}"/>
                  </a:ext>
                </a:extLst>
              </p:cNvPr>
              <p:cNvGrpSpPr/>
              <p:nvPr/>
            </p:nvGrpSpPr>
            <p:grpSpPr>
              <a:xfrm>
                <a:off x="4602577" y="2280292"/>
                <a:ext cx="438032" cy="501965"/>
                <a:chOff x="2890050" y="2318350"/>
                <a:chExt cx="259150" cy="296975"/>
              </a:xfrm>
              <a:grpFill/>
            </p:grpSpPr>
            <p:sp>
              <p:nvSpPr>
                <p:cNvPr id="446" name="Google Shape;9185;p73">
                  <a:extLst>
                    <a:ext uri="{FF2B5EF4-FFF2-40B4-BE49-F238E27FC236}">
                      <a16:creationId xmlns:a16="http://schemas.microsoft.com/office/drawing/2014/main" id="{7EB56475-BB10-66EB-DFB4-B6B94CAED9EC}"/>
                    </a:ext>
                  </a:extLst>
                </p:cNvPr>
                <p:cNvSpPr/>
                <p:nvPr/>
              </p:nvSpPr>
              <p:spPr>
                <a:xfrm>
                  <a:off x="2936525" y="2353025"/>
                  <a:ext cx="16070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9" extrusionOk="0">
                      <a:moveTo>
                        <a:pt x="3371" y="2048"/>
                      </a:moveTo>
                      <a:cubicBezTo>
                        <a:pt x="3749" y="2048"/>
                        <a:pt x="4064" y="2363"/>
                        <a:pt x="4064" y="2773"/>
                      </a:cubicBezTo>
                      <a:cubicBezTo>
                        <a:pt x="4064" y="3151"/>
                        <a:pt x="3749" y="3466"/>
                        <a:pt x="3371" y="3466"/>
                      </a:cubicBezTo>
                      <a:cubicBezTo>
                        <a:pt x="2961" y="3466"/>
                        <a:pt x="2646" y="3151"/>
                        <a:pt x="2646" y="2773"/>
                      </a:cubicBezTo>
                      <a:cubicBezTo>
                        <a:pt x="2646" y="2363"/>
                        <a:pt x="2961" y="2048"/>
                        <a:pt x="3371" y="2048"/>
                      </a:cubicBezTo>
                      <a:close/>
                      <a:moveTo>
                        <a:pt x="3308" y="662"/>
                      </a:moveTo>
                      <a:cubicBezTo>
                        <a:pt x="4663" y="662"/>
                        <a:pt x="5734" y="1764"/>
                        <a:pt x="5734" y="3119"/>
                      </a:cubicBezTo>
                      <a:cubicBezTo>
                        <a:pt x="5734" y="3655"/>
                        <a:pt x="5513" y="4159"/>
                        <a:pt x="5167" y="4663"/>
                      </a:cubicBezTo>
                      <a:cubicBezTo>
                        <a:pt x="4978" y="4253"/>
                        <a:pt x="4694" y="3938"/>
                        <a:pt x="4316" y="3686"/>
                      </a:cubicBezTo>
                      <a:cubicBezTo>
                        <a:pt x="4537" y="3466"/>
                        <a:pt x="4694" y="3119"/>
                        <a:pt x="4694" y="2741"/>
                      </a:cubicBezTo>
                      <a:cubicBezTo>
                        <a:pt x="4694" y="2016"/>
                        <a:pt x="4064" y="1386"/>
                        <a:pt x="3308" y="1386"/>
                      </a:cubicBezTo>
                      <a:cubicBezTo>
                        <a:pt x="2583" y="1386"/>
                        <a:pt x="1953" y="2016"/>
                        <a:pt x="1953" y="2741"/>
                      </a:cubicBezTo>
                      <a:cubicBezTo>
                        <a:pt x="1953" y="3119"/>
                        <a:pt x="2111" y="3466"/>
                        <a:pt x="2331" y="3686"/>
                      </a:cubicBezTo>
                      <a:cubicBezTo>
                        <a:pt x="1953" y="3907"/>
                        <a:pt x="1670" y="4253"/>
                        <a:pt x="1481" y="4663"/>
                      </a:cubicBezTo>
                      <a:cubicBezTo>
                        <a:pt x="1008" y="4096"/>
                        <a:pt x="851" y="3434"/>
                        <a:pt x="914" y="2773"/>
                      </a:cubicBezTo>
                      <a:cubicBezTo>
                        <a:pt x="1071" y="1670"/>
                        <a:pt x="2048" y="662"/>
                        <a:pt x="3308" y="662"/>
                      </a:cubicBezTo>
                      <a:close/>
                      <a:moveTo>
                        <a:pt x="3308" y="4190"/>
                      </a:moveTo>
                      <a:cubicBezTo>
                        <a:pt x="3938" y="4190"/>
                        <a:pt x="4442" y="4600"/>
                        <a:pt x="4663" y="5167"/>
                      </a:cubicBezTo>
                      <a:cubicBezTo>
                        <a:pt x="4253" y="5387"/>
                        <a:pt x="3844" y="5545"/>
                        <a:pt x="3308" y="5545"/>
                      </a:cubicBezTo>
                      <a:cubicBezTo>
                        <a:pt x="2835" y="5545"/>
                        <a:pt x="2363" y="5387"/>
                        <a:pt x="1985" y="5167"/>
                      </a:cubicBezTo>
                      <a:cubicBezTo>
                        <a:pt x="2142" y="4568"/>
                        <a:pt x="2678" y="4190"/>
                        <a:pt x="3308" y="4190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10" y="1229"/>
                        <a:pt x="252" y="2678"/>
                      </a:cubicBezTo>
                      <a:cubicBezTo>
                        <a:pt x="0" y="4600"/>
                        <a:pt x="1481" y="6238"/>
                        <a:pt x="3308" y="6238"/>
                      </a:cubicBezTo>
                      <a:cubicBezTo>
                        <a:pt x="5041" y="6238"/>
                        <a:pt x="6427" y="4820"/>
                        <a:pt x="6427" y="3119"/>
                      </a:cubicBezTo>
                      <a:cubicBezTo>
                        <a:pt x="6427" y="1386"/>
                        <a:pt x="5009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47" name="Google Shape;9186;p73">
                  <a:extLst>
                    <a:ext uri="{FF2B5EF4-FFF2-40B4-BE49-F238E27FC236}">
                      <a16:creationId xmlns:a16="http://schemas.microsoft.com/office/drawing/2014/main" id="{4F83E3B0-1224-9F4C-B486-8F1A4522DE20}"/>
                    </a:ext>
                  </a:extLst>
                </p:cNvPr>
                <p:cNvSpPr/>
                <p:nvPr/>
              </p:nvSpPr>
              <p:spPr>
                <a:xfrm>
                  <a:off x="2890050" y="2318350"/>
                  <a:ext cx="259150" cy="29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1879" extrusionOk="0">
                      <a:moveTo>
                        <a:pt x="5167" y="694"/>
                      </a:moveTo>
                      <a:cubicBezTo>
                        <a:pt x="7309" y="694"/>
                        <a:pt x="9011" y="2427"/>
                        <a:pt x="9011" y="4506"/>
                      </a:cubicBezTo>
                      <a:cubicBezTo>
                        <a:pt x="9011" y="5640"/>
                        <a:pt x="8475" y="6711"/>
                        <a:pt x="7656" y="7405"/>
                      </a:cubicBezTo>
                      <a:lnTo>
                        <a:pt x="5167" y="9547"/>
                      </a:lnTo>
                      <a:lnTo>
                        <a:pt x="2710" y="7405"/>
                      </a:lnTo>
                      <a:cubicBezTo>
                        <a:pt x="1796" y="6585"/>
                        <a:pt x="1229" y="5420"/>
                        <a:pt x="1386" y="4034"/>
                      </a:cubicBezTo>
                      <a:cubicBezTo>
                        <a:pt x="1575" y="2206"/>
                        <a:pt x="3151" y="694"/>
                        <a:pt x="5167" y="694"/>
                      </a:cubicBezTo>
                      <a:close/>
                      <a:moveTo>
                        <a:pt x="8475" y="8980"/>
                      </a:moveTo>
                      <a:lnTo>
                        <a:pt x="9546" y="11122"/>
                      </a:lnTo>
                      <a:lnTo>
                        <a:pt x="977" y="11122"/>
                      </a:lnTo>
                      <a:lnTo>
                        <a:pt x="2017" y="8980"/>
                      </a:lnTo>
                      <a:lnTo>
                        <a:pt x="3529" y="8980"/>
                      </a:lnTo>
                      <a:lnTo>
                        <a:pt x="4978" y="10240"/>
                      </a:lnTo>
                      <a:cubicBezTo>
                        <a:pt x="5073" y="10272"/>
                        <a:pt x="5136" y="10335"/>
                        <a:pt x="5230" y="10335"/>
                      </a:cubicBezTo>
                      <a:cubicBezTo>
                        <a:pt x="5293" y="10335"/>
                        <a:pt x="5388" y="10272"/>
                        <a:pt x="5451" y="10240"/>
                      </a:cubicBezTo>
                      <a:lnTo>
                        <a:pt x="6900" y="8980"/>
                      </a:lnTo>
                      <a:close/>
                      <a:moveTo>
                        <a:pt x="5107" y="1"/>
                      </a:moveTo>
                      <a:cubicBezTo>
                        <a:pt x="2772" y="1"/>
                        <a:pt x="912" y="1815"/>
                        <a:pt x="662" y="3939"/>
                      </a:cubicBezTo>
                      <a:cubicBezTo>
                        <a:pt x="441" y="5483"/>
                        <a:pt x="1040" y="6932"/>
                        <a:pt x="2174" y="7940"/>
                      </a:cubicBezTo>
                      <a:lnTo>
                        <a:pt x="2615" y="8318"/>
                      </a:lnTo>
                      <a:lnTo>
                        <a:pt x="1638" y="8318"/>
                      </a:lnTo>
                      <a:cubicBezTo>
                        <a:pt x="1575" y="8318"/>
                        <a:pt x="1481" y="8413"/>
                        <a:pt x="1449" y="8507"/>
                      </a:cubicBezTo>
                      <a:lnTo>
                        <a:pt x="63" y="11343"/>
                      </a:lnTo>
                      <a:cubicBezTo>
                        <a:pt x="0" y="11469"/>
                        <a:pt x="0" y="11595"/>
                        <a:pt x="63" y="11721"/>
                      </a:cubicBezTo>
                      <a:cubicBezTo>
                        <a:pt x="126" y="11815"/>
                        <a:pt x="221" y="11878"/>
                        <a:pt x="347" y="11878"/>
                      </a:cubicBezTo>
                      <a:lnTo>
                        <a:pt x="10019" y="11878"/>
                      </a:lnTo>
                      <a:cubicBezTo>
                        <a:pt x="10145" y="11878"/>
                        <a:pt x="10271" y="11784"/>
                        <a:pt x="10302" y="11721"/>
                      </a:cubicBezTo>
                      <a:cubicBezTo>
                        <a:pt x="10365" y="11595"/>
                        <a:pt x="10365" y="11469"/>
                        <a:pt x="10302" y="11343"/>
                      </a:cubicBezTo>
                      <a:lnTo>
                        <a:pt x="8916" y="8507"/>
                      </a:lnTo>
                      <a:cubicBezTo>
                        <a:pt x="8885" y="8413"/>
                        <a:pt x="8727" y="8318"/>
                        <a:pt x="8601" y="8318"/>
                      </a:cubicBezTo>
                      <a:lnTo>
                        <a:pt x="7624" y="8318"/>
                      </a:lnTo>
                      <a:lnTo>
                        <a:pt x="8065" y="7940"/>
                      </a:lnTo>
                      <a:cubicBezTo>
                        <a:pt x="9042" y="7090"/>
                        <a:pt x="9641" y="5829"/>
                        <a:pt x="9641" y="4506"/>
                      </a:cubicBezTo>
                      <a:cubicBezTo>
                        <a:pt x="9641" y="2049"/>
                        <a:pt x="7656" y="1"/>
                        <a:pt x="5167" y="1"/>
                      </a:cubicBezTo>
                      <a:cubicBezTo>
                        <a:pt x="5147" y="1"/>
                        <a:pt x="5127" y="1"/>
                        <a:pt x="51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21" name="Google Shape;9187;p73">
                <a:extLst>
                  <a:ext uri="{FF2B5EF4-FFF2-40B4-BE49-F238E27FC236}">
                    <a16:creationId xmlns:a16="http://schemas.microsoft.com/office/drawing/2014/main" id="{C2AA7E7E-B9CC-A8CE-AFE1-F260572AB732}"/>
                  </a:ext>
                </a:extLst>
              </p:cNvPr>
              <p:cNvSpPr/>
              <p:nvPr/>
            </p:nvSpPr>
            <p:spPr>
              <a:xfrm>
                <a:off x="4659775" y="2923979"/>
                <a:ext cx="323559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7657" h="11878" extrusionOk="0">
                    <a:moveTo>
                      <a:pt x="3813" y="1387"/>
                    </a:moveTo>
                    <a:cubicBezTo>
                      <a:pt x="4254" y="1387"/>
                      <a:pt x="4664" y="1670"/>
                      <a:pt x="4821" y="2112"/>
                    </a:cubicBezTo>
                    <a:lnTo>
                      <a:pt x="2836" y="2112"/>
                    </a:lnTo>
                    <a:cubicBezTo>
                      <a:pt x="2994" y="1702"/>
                      <a:pt x="3372" y="1387"/>
                      <a:pt x="3813" y="1387"/>
                    </a:cubicBezTo>
                    <a:close/>
                    <a:moveTo>
                      <a:pt x="4947" y="2805"/>
                    </a:moveTo>
                    <a:cubicBezTo>
                      <a:pt x="5199" y="2805"/>
                      <a:pt x="5357" y="3057"/>
                      <a:pt x="5294" y="3277"/>
                    </a:cubicBezTo>
                    <a:lnTo>
                      <a:pt x="4947" y="4222"/>
                    </a:lnTo>
                    <a:lnTo>
                      <a:pt x="2679" y="4222"/>
                    </a:lnTo>
                    <a:lnTo>
                      <a:pt x="2364" y="3277"/>
                    </a:lnTo>
                    <a:cubicBezTo>
                      <a:pt x="2332" y="3025"/>
                      <a:pt x="2490" y="2805"/>
                      <a:pt x="2710" y="2805"/>
                    </a:cubicBezTo>
                    <a:close/>
                    <a:moveTo>
                      <a:pt x="4916" y="4852"/>
                    </a:moveTo>
                    <a:lnTo>
                      <a:pt x="5514" y="8381"/>
                    </a:lnTo>
                    <a:lnTo>
                      <a:pt x="2175" y="8381"/>
                    </a:lnTo>
                    <a:lnTo>
                      <a:pt x="2773" y="4852"/>
                    </a:lnTo>
                    <a:close/>
                    <a:moveTo>
                      <a:pt x="5955" y="9074"/>
                    </a:moveTo>
                    <a:cubicBezTo>
                      <a:pt x="6144" y="9074"/>
                      <a:pt x="6302" y="9232"/>
                      <a:pt x="6302" y="9421"/>
                    </a:cubicBezTo>
                    <a:lnTo>
                      <a:pt x="6302" y="9799"/>
                    </a:lnTo>
                    <a:lnTo>
                      <a:pt x="1450" y="9799"/>
                    </a:lnTo>
                    <a:lnTo>
                      <a:pt x="1450" y="9421"/>
                    </a:lnTo>
                    <a:cubicBezTo>
                      <a:pt x="1419" y="9232"/>
                      <a:pt x="1576" y="9074"/>
                      <a:pt x="1765" y="9074"/>
                    </a:cubicBezTo>
                    <a:close/>
                    <a:moveTo>
                      <a:pt x="6648" y="10460"/>
                    </a:moveTo>
                    <a:cubicBezTo>
                      <a:pt x="6806" y="10460"/>
                      <a:pt x="6964" y="10618"/>
                      <a:pt x="6964" y="10807"/>
                    </a:cubicBezTo>
                    <a:lnTo>
                      <a:pt x="6964" y="11153"/>
                    </a:lnTo>
                    <a:lnTo>
                      <a:pt x="757" y="11153"/>
                    </a:lnTo>
                    <a:lnTo>
                      <a:pt x="757" y="10807"/>
                    </a:lnTo>
                    <a:cubicBezTo>
                      <a:pt x="757" y="10618"/>
                      <a:pt x="915" y="10460"/>
                      <a:pt x="1104" y="10460"/>
                    </a:cubicBezTo>
                    <a:close/>
                    <a:moveTo>
                      <a:pt x="3782" y="1"/>
                    </a:moveTo>
                    <a:cubicBezTo>
                      <a:pt x="3592" y="1"/>
                      <a:pt x="3435" y="158"/>
                      <a:pt x="3435" y="379"/>
                    </a:cubicBezTo>
                    <a:lnTo>
                      <a:pt x="3435" y="757"/>
                    </a:lnTo>
                    <a:cubicBezTo>
                      <a:pt x="2679" y="914"/>
                      <a:pt x="2143" y="1544"/>
                      <a:pt x="2049" y="2301"/>
                    </a:cubicBezTo>
                    <a:cubicBezTo>
                      <a:pt x="1702" y="2521"/>
                      <a:pt x="1545" y="3025"/>
                      <a:pt x="1671" y="3466"/>
                    </a:cubicBezTo>
                    <a:lnTo>
                      <a:pt x="1891" y="4191"/>
                    </a:lnTo>
                    <a:lnTo>
                      <a:pt x="1702" y="4191"/>
                    </a:lnTo>
                    <a:cubicBezTo>
                      <a:pt x="1513" y="4191"/>
                      <a:pt x="1356" y="4348"/>
                      <a:pt x="1356" y="4537"/>
                    </a:cubicBezTo>
                    <a:cubicBezTo>
                      <a:pt x="1356" y="4758"/>
                      <a:pt x="1513" y="4915"/>
                      <a:pt x="1702" y="4915"/>
                    </a:cubicBezTo>
                    <a:lnTo>
                      <a:pt x="1986" y="4915"/>
                    </a:lnTo>
                    <a:lnTo>
                      <a:pt x="1387" y="8444"/>
                    </a:lnTo>
                    <a:cubicBezTo>
                      <a:pt x="1009" y="8570"/>
                      <a:pt x="726" y="8948"/>
                      <a:pt x="726" y="9421"/>
                    </a:cubicBezTo>
                    <a:lnTo>
                      <a:pt x="726" y="9830"/>
                    </a:lnTo>
                    <a:cubicBezTo>
                      <a:pt x="316" y="9988"/>
                      <a:pt x="1" y="10334"/>
                      <a:pt x="1" y="10807"/>
                    </a:cubicBezTo>
                    <a:lnTo>
                      <a:pt x="1" y="11531"/>
                    </a:lnTo>
                    <a:cubicBezTo>
                      <a:pt x="1" y="11720"/>
                      <a:pt x="158" y="11878"/>
                      <a:pt x="347" y="11878"/>
                    </a:cubicBezTo>
                    <a:lnTo>
                      <a:pt x="7279" y="11878"/>
                    </a:lnTo>
                    <a:cubicBezTo>
                      <a:pt x="7499" y="11878"/>
                      <a:pt x="7657" y="11720"/>
                      <a:pt x="7657" y="11531"/>
                    </a:cubicBezTo>
                    <a:lnTo>
                      <a:pt x="7657" y="10807"/>
                    </a:lnTo>
                    <a:cubicBezTo>
                      <a:pt x="7657" y="10366"/>
                      <a:pt x="7373" y="9988"/>
                      <a:pt x="6932" y="9830"/>
                    </a:cubicBezTo>
                    <a:lnTo>
                      <a:pt x="6932" y="9421"/>
                    </a:lnTo>
                    <a:cubicBezTo>
                      <a:pt x="6932" y="8948"/>
                      <a:pt x="6617" y="8570"/>
                      <a:pt x="6176" y="8444"/>
                    </a:cubicBezTo>
                    <a:lnTo>
                      <a:pt x="5609" y="4915"/>
                    </a:lnTo>
                    <a:lnTo>
                      <a:pt x="5861" y="4915"/>
                    </a:lnTo>
                    <a:cubicBezTo>
                      <a:pt x="6081" y="4915"/>
                      <a:pt x="6207" y="4758"/>
                      <a:pt x="6207" y="4537"/>
                    </a:cubicBezTo>
                    <a:cubicBezTo>
                      <a:pt x="6207" y="4348"/>
                      <a:pt x="6081" y="4191"/>
                      <a:pt x="5861" y="4191"/>
                    </a:cubicBezTo>
                    <a:lnTo>
                      <a:pt x="5672" y="4191"/>
                    </a:lnTo>
                    <a:lnTo>
                      <a:pt x="5924" y="3466"/>
                    </a:lnTo>
                    <a:cubicBezTo>
                      <a:pt x="6081" y="3025"/>
                      <a:pt x="5861" y="2584"/>
                      <a:pt x="5514" y="2301"/>
                    </a:cubicBezTo>
                    <a:cubicBezTo>
                      <a:pt x="5451" y="1513"/>
                      <a:pt x="4884" y="914"/>
                      <a:pt x="4128" y="757"/>
                    </a:cubicBezTo>
                    <a:lnTo>
                      <a:pt x="4128" y="379"/>
                    </a:lnTo>
                    <a:cubicBezTo>
                      <a:pt x="4128" y="158"/>
                      <a:pt x="3971" y="1"/>
                      <a:pt x="37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22" name="Google Shape;9188;p73">
                <a:extLst>
                  <a:ext uri="{FF2B5EF4-FFF2-40B4-BE49-F238E27FC236}">
                    <a16:creationId xmlns:a16="http://schemas.microsoft.com/office/drawing/2014/main" id="{0073F062-0F1F-2098-D13E-AF6EFB1E957A}"/>
                  </a:ext>
                </a:extLst>
              </p:cNvPr>
              <p:cNvGrpSpPr/>
              <p:nvPr/>
            </p:nvGrpSpPr>
            <p:grpSpPr>
              <a:xfrm>
                <a:off x="7744368" y="1689229"/>
                <a:ext cx="497908" cy="497908"/>
                <a:chOff x="4685050" y="1945825"/>
                <a:chExt cx="294575" cy="294575"/>
              </a:xfrm>
              <a:grpFill/>
            </p:grpSpPr>
            <p:sp>
              <p:nvSpPr>
                <p:cNvPr id="441" name="Google Shape;9189;p73">
                  <a:extLst>
                    <a:ext uri="{FF2B5EF4-FFF2-40B4-BE49-F238E27FC236}">
                      <a16:creationId xmlns:a16="http://schemas.microsoft.com/office/drawing/2014/main" id="{00907FFB-45BF-1DDC-FDF0-B98522287A34}"/>
                    </a:ext>
                  </a:extLst>
                </p:cNvPr>
                <p:cNvSpPr/>
                <p:nvPr/>
              </p:nvSpPr>
              <p:spPr>
                <a:xfrm>
                  <a:off x="4720475" y="2086025"/>
                  <a:ext cx="104775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52" extrusionOk="0">
                      <a:moveTo>
                        <a:pt x="2017" y="693"/>
                      </a:moveTo>
                      <a:cubicBezTo>
                        <a:pt x="2427" y="693"/>
                        <a:pt x="2742" y="1008"/>
                        <a:pt x="2742" y="1386"/>
                      </a:cubicBezTo>
                      <a:cubicBezTo>
                        <a:pt x="2742" y="1796"/>
                        <a:pt x="2427" y="2111"/>
                        <a:pt x="2017" y="2111"/>
                      </a:cubicBezTo>
                      <a:cubicBezTo>
                        <a:pt x="1639" y="2111"/>
                        <a:pt x="1324" y="1796"/>
                        <a:pt x="1324" y="1386"/>
                      </a:cubicBezTo>
                      <a:cubicBezTo>
                        <a:pt x="1324" y="1008"/>
                        <a:pt x="1639" y="693"/>
                        <a:pt x="2017" y="693"/>
                      </a:cubicBezTo>
                      <a:close/>
                      <a:moveTo>
                        <a:pt x="2017" y="2772"/>
                      </a:moveTo>
                      <a:cubicBezTo>
                        <a:pt x="2773" y="2772"/>
                        <a:pt x="3403" y="3403"/>
                        <a:pt x="3403" y="4127"/>
                      </a:cubicBezTo>
                      <a:lnTo>
                        <a:pt x="631" y="4127"/>
                      </a:lnTo>
                      <a:cubicBezTo>
                        <a:pt x="631" y="3403"/>
                        <a:pt x="1261" y="2772"/>
                        <a:pt x="2017" y="2772"/>
                      </a:cubicBezTo>
                      <a:close/>
                      <a:moveTo>
                        <a:pt x="2049" y="0"/>
                      </a:moveTo>
                      <a:cubicBezTo>
                        <a:pt x="1324" y="0"/>
                        <a:pt x="694" y="630"/>
                        <a:pt x="694" y="1386"/>
                      </a:cubicBezTo>
                      <a:cubicBezTo>
                        <a:pt x="694" y="1733"/>
                        <a:pt x="851" y="2111"/>
                        <a:pt x="1072" y="2331"/>
                      </a:cubicBezTo>
                      <a:cubicBezTo>
                        <a:pt x="442" y="2678"/>
                        <a:pt x="1" y="3340"/>
                        <a:pt x="1" y="4127"/>
                      </a:cubicBezTo>
                      <a:lnTo>
                        <a:pt x="1" y="4505"/>
                      </a:lnTo>
                      <a:cubicBezTo>
                        <a:pt x="1" y="4694"/>
                        <a:pt x="158" y="4852"/>
                        <a:pt x="379" y="4852"/>
                      </a:cubicBezTo>
                      <a:lnTo>
                        <a:pt x="3844" y="4852"/>
                      </a:lnTo>
                      <a:cubicBezTo>
                        <a:pt x="4033" y="4852"/>
                        <a:pt x="4191" y="4694"/>
                        <a:pt x="4191" y="4505"/>
                      </a:cubicBezTo>
                      <a:lnTo>
                        <a:pt x="4191" y="4127"/>
                      </a:lnTo>
                      <a:cubicBezTo>
                        <a:pt x="4096" y="3340"/>
                        <a:pt x="3687" y="2678"/>
                        <a:pt x="3057" y="2331"/>
                      </a:cubicBezTo>
                      <a:cubicBezTo>
                        <a:pt x="3277" y="2111"/>
                        <a:pt x="3435" y="1733"/>
                        <a:pt x="3435" y="1386"/>
                      </a:cubicBezTo>
                      <a:cubicBezTo>
                        <a:pt x="3435" y="630"/>
                        <a:pt x="2805" y="0"/>
                        <a:pt x="20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42" name="Google Shape;9190;p73">
                  <a:extLst>
                    <a:ext uri="{FF2B5EF4-FFF2-40B4-BE49-F238E27FC236}">
                      <a16:creationId xmlns:a16="http://schemas.microsoft.com/office/drawing/2014/main" id="{DD0C1EAD-6C25-13F3-B15A-9B71EAB89E14}"/>
                    </a:ext>
                  </a:extLst>
                </p:cNvPr>
                <p:cNvSpPr/>
                <p:nvPr/>
              </p:nvSpPr>
              <p:spPr>
                <a:xfrm>
                  <a:off x="4685050" y="1945825"/>
                  <a:ext cx="294575" cy="29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3" h="11783" extrusionOk="0">
                      <a:moveTo>
                        <a:pt x="6900" y="693"/>
                      </a:moveTo>
                      <a:lnTo>
                        <a:pt x="6900" y="1418"/>
                      </a:lnTo>
                      <a:lnTo>
                        <a:pt x="4820" y="1418"/>
                      </a:lnTo>
                      <a:lnTo>
                        <a:pt x="4820" y="693"/>
                      </a:lnTo>
                      <a:close/>
                      <a:moveTo>
                        <a:pt x="7215" y="2111"/>
                      </a:moveTo>
                      <a:cubicBezTo>
                        <a:pt x="7404" y="2111"/>
                        <a:pt x="7561" y="2269"/>
                        <a:pt x="7561" y="2458"/>
                      </a:cubicBezTo>
                      <a:cubicBezTo>
                        <a:pt x="7561" y="2678"/>
                        <a:pt x="7404" y="2836"/>
                        <a:pt x="7215" y="2836"/>
                      </a:cubicBezTo>
                      <a:lnTo>
                        <a:pt x="4474" y="2836"/>
                      </a:lnTo>
                      <a:cubicBezTo>
                        <a:pt x="4253" y="2836"/>
                        <a:pt x="4096" y="2678"/>
                        <a:pt x="4096" y="2458"/>
                      </a:cubicBezTo>
                      <a:cubicBezTo>
                        <a:pt x="4096" y="2269"/>
                        <a:pt x="4316" y="2111"/>
                        <a:pt x="4474" y="2111"/>
                      </a:cubicBezTo>
                      <a:close/>
                      <a:moveTo>
                        <a:pt x="6900" y="3497"/>
                      </a:moveTo>
                      <a:lnTo>
                        <a:pt x="6900" y="4568"/>
                      </a:lnTo>
                      <a:cubicBezTo>
                        <a:pt x="6900" y="4757"/>
                        <a:pt x="6742" y="4915"/>
                        <a:pt x="6553" y="4915"/>
                      </a:cubicBezTo>
                      <a:lnTo>
                        <a:pt x="5167" y="4915"/>
                      </a:lnTo>
                      <a:cubicBezTo>
                        <a:pt x="4978" y="4915"/>
                        <a:pt x="4820" y="4757"/>
                        <a:pt x="4820" y="4568"/>
                      </a:cubicBezTo>
                      <a:lnTo>
                        <a:pt x="4820" y="3497"/>
                      </a:lnTo>
                      <a:close/>
                      <a:moveTo>
                        <a:pt x="10775" y="4883"/>
                      </a:moveTo>
                      <a:cubicBezTo>
                        <a:pt x="10964" y="4883"/>
                        <a:pt x="11121" y="5041"/>
                        <a:pt x="11121" y="5230"/>
                      </a:cubicBezTo>
                      <a:lnTo>
                        <a:pt x="11121" y="10775"/>
                      </a:lnTo>
                      <a:cubicBezTo>
                        <a:pt x="11121" y="10964"/>
                        <a:pt x="10964" y="11121"/>
                        <a:pt x="10775" y="11121"/>
                      </a:cubicBezTo>
                      <a:lnTo>
                        <a:pt x="1008" y="11121"/>
                      </a:lnTo>
                      <a:cubicBezTo>
                        <a:pt x="788" y="11121"/>
                        <a:pt x="630" y="10964"/>
                        <a:pt x="630" y="10775"/>
                      </a:cubicBezTo>
                      <a:lnTo>
                        <a:pt x="630" y="5230"/>
                      </a:lnTo>
                      <a:cubicBezTo>
                        <a:pt x="630" y="5041"/>
                        <a:pt x="788" y="4883"/>
                        <a:pt x="1008" y="4883"/>
                      </a:cubicBezTo>
                      <a:lnTo>
                        <a:pt x="4190" y="4883"/>
                      </a:lnTo>
                      <a:cubicBezTo>
                        <a:pt x="4348" y="5261"/>
                        <a:pt x="4694" y="5577"/>
                        <a:pt x="5167" y="5577"/>
                      </a:cubicBezTo>
                      <a:lnTo>
                        <a:pt x="6553" y="5577"/>
                      </a:lnTo>
                      <a:cubicBezTo>
                        <a:pt x="6994" y="5577"/>
                        <a:pt x="7372" y="5293"/>
                        <a:pt x="7530" y="4883"/>
                      </a:cubicBezTo>
                      <a:close/>
                      <a:moveTo>
                        <a:pt x="4505" y="0"/>
                      </a:moveTo>
                      <a:cubicBezTo>
                        <a:pt x="4316" y="0"/>
                        <a:pt x="4159" y="158"/>
                        <a:pt x="4159" y="347"/>
                      </a:cubicBezTo>
                      <a:lnTo>
                        <a:pt x="4159" y="1449"/>
                      </a:lnTo>
                      <a:cubicBezTo>
                        <a:pt x="3749" y="1607"/>
                        <a:pt x="3434" y="1953"/>
                        <a:pt x="3434" y="2426"/>
                      </a:cubicBezTo>
                      <a:cubicBezTo>
                        <a:pt x="3434" y="2867"/>
                        <a:pt x="3718" y="3245"/>
                        <a:pt x="4159" y="3403"/>
                      </a:cubicBezTo>
                      <a:lnTo>
                        <a:pt x="4159" y="4190"/>
                      </a:lnTo>
                      <a:lnTo>
                        <a:pt x="1040" y="4190"/>
                      </a:lnTo>
                      <a:cubicBezTo>
                        <a:pt x="441" y="4190"/>
                        <a:pt x="0" y="4663"/>
                        <a:pt x="0" y="5230"/>
                      </a:cubicBezTo>
                      <a:lnTo>
                        <a:pt x="0" y="10775"/>
                      </a:lnTo>
                      <a:cubicBezTo>
                        <a:pt x="0" y="11373"/>
                        <a:pt x="473" y="11783"/>
                        <a:pt x="1040" y="11783"/>
                      </a:cubicBezTo>
                      <a:lnTo>
                        <a:pt x="10775" y="11783"/>
                      </a:lnTo>
                      <a:cubicBezTo>
                        <a:pt x="11342" y="11783"/>
                        <a:pt x="11783" y="11310"/>
                        <a:pt x="11783" y="10775"/>
                      </a:cubicBezTo>
                      <a:lnTo>
                        <a:pt x="11783" y="5230"/>
                      </a:lnTo>
                      <a:cubicBezTo>
                        <a:pt x="11783" y="4663"/>
                        <a:pt x="11342" y="4190"/>
                        <a:pt x="10775" y="4190"/>
                      </a:cubicBezTo>
                      <a:lnTo>
                        <a:pt x="7624" y="4190"/>
                      </a:lnTo>
                      <a:lnTo>
                        <a:pt x="7624" y="3403"/>
                      </a:lnTo>
                      <a:cubicBezTo>
                        <a:pt x="8002" y="3245"/>
                        <a:pt x="8317" y="2899"/>
                        <a:pt x="8317" y="2426"/>
                      </a:cubicBezTo>
                      <a:cubicBezTo>
                        <a:pt x="8317" y="1985"/>
                        <a:pt x="8034" y="1607"/>
                        <a:pt x="7624" y="1449"/>
                      </a:cubicBezTo>
                      <a:lnTo>
                        <a:pt x="7624" y="347"/>
                      </a:lnTo>
                      <a:cubicBezTo>
                        <a:pt x="7624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43" name="Google Shape;9191;p73">
                  <a:extLst>
                    <a:ext uri="{FF2B5EF4-FFF2-40B4-BE49-F238E27FC236}">
                      <a16:creationId xmlns:a16="http://schemas.microsoft.com/office/drawing/2014/main" id="{C92533F4-3104-F35C-F788-AB58A571CE2E}"/>
                    </a:ext>
                  </a:extLst>
                </p:cNvPr>
                <p:cNvSpPr/>
                <p:nvPr/>
              </p:nvSpPr>
              <p:spPr>
                <a:xfrm>
                  <a:off x="4840200" y="2103350"/>
                  <a:ext cx="1047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844" y="693"/>
                      </a:lnTo>
                      <a:cubicBezTo>
                        <a:pt x="4033" y="693"/>
                        <a:pt x="4191" y="536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44" name="Google Shape;9192;p73">
                  <a:extLst>
                    <a:ext uri="{FF2B5EF4-FFF2-40B4-BE49-F238E27FC236}">
                      <a16:creationId xmlns:a16="http://schemas.microsoft.com/office/drawing/2014/main" id="{3191B86F-BF9D-C53F-B040-1478B7A221A9}"/>
                    </a:ext>
                  </a:extLst>
                </p:cNvPr>
                <p:cNvSpPr/>
                <p:nvPr/>
              </p:nvSpPr>
              <p:spPr>
                <a:xfrm>
                  <a:off x="4840200" y="2137200"/>
                  <a:ext cx="1047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8"/>
                        <a:pt x="4191" y="379"/>
                      </a:cubicBezTo>
                      <a:cubicBezTo>
                        <a:pt x="4191" y="158"/>
                        <a:pt x="4033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45" name="Google Shape;9193;p73">
                  <a:extLst>
                    <a:ext uri="{FF2B5EF4-FFF2-40B4-BE49-F238E27FC236}">
                      <a16:creationId xmlns:a16="http://schemas.microsoft.com/office/drawing/2014/main" id="{6A26F9D0-2591-2082-F509-C4E86D1F1943}"/>
                    </a:ext>
                  </a:extLst>
                </p:cNvPr>
                <p:cNvSpPr/>
                <p:nvPr/>
              </p:nvSpPr>
              <p:spPr>
                <a:xfrm>
                  <a:off x="4840200" y="2171875"/>
                  <a:ext cx="1047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7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23" name="Google Shape;9194;p73">
                <a:extLst>
                  <a:ext uri="{FF2B5EF4-FFF2-40B4-BE49-F238E27FC236}">
                    <a16:creationId xmlns:a16="http://schemas.microsoft.com/office/drawing/2014/main" id="{0C1E1983-1CA6-EB40-A404-F8883E664F3C}"/>
                  </a:ext>
                </a:extLst>
              </p:cNvPr>
              <p:cNvSpPr/>
              <p:nvPr/>
            </p:nvSpPr>
            <p:spPr>
              <a:xfrm>
                <a:off x="7743630" y="2282294"/>
                <a:ext cx="499261" cy="49795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784" extrusionOk="0">
                    <a:moveTo>
                      <a:pt x="5923" y="2080"/>
                    </a:moveTo>
                    <a:cubicBezTo>
                      <a:pt x="6459" y="2080"/>
                      <a:pt x="6932" y="2552"/>
                      <a:pt x="6932" y="3119"/>
                    </a:cubicBezTo>
                    <a:lnTo>
                      <a:pt x="6932" y="3466"/>
                    </a:lnTo>
                    <a:lnTo>
                      <a:pt x="4884" y="3466"/>
                    </a:lnTo>
                    <a:lnTo>
                      <a:pt x="4884" y="3119"/>
                    </a:lnTo>
                    <a:cubicBezTo>
                      <a:pt x="4884" y="2521"/>
                      <a:pt x="5356" y="2080"/>
                      <a:pt x="5923" y="2080"/>
                    </a:cubicBezTo>
                    <a:close/>
                    <a:moveTo>
                      <a:pt x="5923" y="662"/>
                    </a:moveTo>
                    <a:cubicBezTo>
                      <a:pt x="7247" y="662"/>
                      <a:pt x="8349" y="1765"/>
                      <a:pt x="8349" y="3119"/>
                    </a:cubicBezTo>
                    <a:lnTo>
                      <a:pt x="8349" y="3466"/>
                    </a:lnTo>
                    <a:lnTo>
                      <a:pt x="7656" y="3466"/>
                    </a:lnTo>
                    <a:lnTo>
                      <a:pt x="7656" y="3119"/>
                    </a:lnTo>
                    <a:cubicBezTo>
                      <a:pt x="7656" y="2174"/>
                      <a:pt x="6869" y="1387"/>
                      <a:pt x="5923" y="1387"/>
                    </a:cubicBezTo>
                    <a:cubicBezTo>
                      <a:pt x="4978" y="1387"/>
                      <a:pt x="4191" y="2174"/>
                      <a:pt x="4191" y="3119"/>
                    </a:cubicBezTo>
                    <a:lnTo>
                      <a:pt x="4191" y="3466"/>
                    </a:lnTo>
                    <a:lnTo>
                      <a:pt x="3466" y="3466"/>
                    </a:lnTo>
                    <a:lnTo>
                      <a:pt x="3466" y="3119"/>
                    </a:lnTo>
                    <a:cubicBezTo>
                      <a:pt x="3466" y="1765"/>
                      <a:pt x="4569" y="662"/>
                      <a:pt x="5923" y="662"/>
                    </a:cubicBezTo>
                    <a:close/>
                    <a:moveTo>
                      <a:pt x="1387" y="4191"/>
                    </a:moveTo>
                    <a:lnTo>
                      <a:pt x="1387" y="6742"/>
                    </a:lnTo>
                    <a:cubicBezTo>
                      <a:pt x="946" y="6490"/>
                      <a:pt x="662" y="6018"/>
                      <a:pt x="662" y="5545"/>
                    </a:cubicBezTo>
                    <a:lnTo>
                      <a:pt x="662" y="4537"/>
                    </a:lnTo>
                    <a:cubicBezTo>
                      <a:pt x="662" y="4348"/>
                      <a:pt x="820" y="4191"/>
                      <a:pt x="1040" y="4191"/>
                    </a:cubicBezTo>
                    <a:close/>
                    <a:moveTo>
                      <a:pt x="10775" y="4128"/>
                    </a:moveTo>
                    <a:cubicBezTo>
                      <a:pt x="10996" y="4128"/>
                      <a:pt x="11153" y="4285"/>
                      <a:pt x="11153" y="4506"/>
                    </a:cubicBezTo>
                    <a:lnTo>
                      <a:pt x="11153" y="5545"/>
                    </a:lnTo>
                    <a:cubicBezTo>
                      <a:pt x="11153" y="6081"/>
                      <a:pt x="10870" y="6490"/>
                      <a:pt x="10429" y="6742"/>
                    </a:cubicBezTo>
                    <a:lnTo>
                      <a:pt x="10429" y="4128"/>
                    </a:lnTo>
                    <a:close/>
                    <a:moveTo>
                      <a:pt x="8349" y="4191"/>
                    </a:moveTo>
                    <a:lnTo>
                      <a:pt x="8349" y="6931"/>
                    </a:lnTo>
                    <a:lnTo>
                      <a:pt x="3498" y="6931"/>
                    </a:lnTo>
                    <a:lnTo>
                      <a:pt x="3498" y="4191"/>
                    </a:lnTo>
                    <a:close/>
                    <a:moveTo>
                      <a:pt x="6270" y="7593"/>
                    </a:moveTo>
                    <a:lnTo>
                      <a:pt x="6270" y="7971"/>
                    </a:lnTo>
                    <a:cubicBezTo>
                      <a:pt x="6270" y="8160"/>
                      <a:pt x="6112" y="8318"/>
                      <a:pt x="5923" y="8318"/>
                    </a:cubicBezTo>
                    <a:cubicBezTo>
                      <a:pt x="5703" y="8318"/>
                      <a:pt x="5545" y="8160"/>
                      <a:pt x="5545" y="7971"/>
                    </a:cubicBezTo>
                    <a:lnTo>
                      <a:pt x="5545" y="7593"/>
                    </a:lnTo>
                    <a:close/>
                    <a:moveTo>
                      <a:pt x="662" y="7089"/>
                    </a:moveTo>
                    <a:cubicBezTo>
                      <a:pt x="883" y="7278"/>
                      <a:pt x="1103" y="7404"/>
                      <a:pt x="1387" y="7467"/>
                    </a:cubicBezTo>
                    <a:lnTo>
                      <a:pt x="1387" y="11153"/>
                    </a:lnTo>
                    <a:lnTo>
                      <a:pt x="1040" y="11153"/>
                    </a:lnTo>
                    <a:cubicBezTo>
                      <a:pt x="820" y="11153"/>
                      <a:pt x="662" y="10996"/>
                      <a:pt x="662" y="10807"/>
                    </a:cubicBezTo>
                    <a:lnTo>
                      <a:pt x="662" y="7089"/>
                    </a:lnTo>
                    <a:close/>
                    <a:moveTo>
                      <a:pt x="2804" y="4191"/>
                    </a:moveTo>
                    <a:lnTo>
                      <a:pt x="2804" y="11153"/>
                    </a:lnTo>
                    <a:lnTo>
                      <a:pt x="2080" y="11153"/>
                    </a:lnTo>
                    <a:lnTo>
                      <a:pt x="2080" y="4191"/>
                    </a:lnTo>
                    <a:close/>
                    <a:moveTo>
                      <a:pt x="8318" y="7656"/>
                    </a:moveTo>
                    <a:lnTo>
                      <a:pt x="8318" y="11153"/>
                    </a:lnTo>
                    <a:lnTo>
                      <a:pt x="3498" y="11153"/>
                    </a:lnTo>
                    <a:lnTo>
                      <a:pt x="3498" y="7656"/>
                    </a:lnTo>
                    <a:lnTo>
                      <a:pt x="4884" y="7656"/>
                    </a:lnTo>
                    <a:lnTo>
                      <a:pt x="4884" y="8003"/>
                    </a:lnTo>
                    <a:cubicBezTo>
                      <a:pt x="4884" y="8601"/>
                      <a:pt x="5356" y="9011"/>
                      <a:pt x="5923" y="9011"/>
                    </a:cubicBezTo>
                    <a:cubicBezTo>
                      <a:pt x="6459" y="9011"/>
                      <a:pt x="6932" y="8538"/>
                      <a:pt x="6932" y="8003"/>
                    </a:cubicBezTo>
                    <a:lnTo>
                      <a:pt x="6932" y="7656"/>
                    </a:lnTo>
                    <a:close/>
                    <a:moveTo>
                      <a:pt x="9767" y="4191"/>
                    </a:moveTo>
                    <a:lnTo>
                      <a:pt x="9767" y="11153"/>
                    </a:lnTo>
                    <a:lnTo>
                      <a:pt x="9074" y="11153"/>
                    </a:lnTo>
                    <a:lnTo>
                      <a:pt x="9074" y="4191"/>
                    </a:lnTo>
                    <a:close/>
                    <a:moveTo>
                      <a:pt x="11153" y="7120"/>
                    </a:moveTo>
                    <a:lnTo>
                      <a:pt x="11153" y="10807"/>
                    </a:lnTo>
                    <a:cubicBezTo>
                      <a:pt x="11153" y="10996"/>
                      <a:pt x="10996" y="11153"/>
                      <a:pt x="10807" y="11153"/>
                    </a:cubicBezTo>
                    <a:lnTo>
                      <a:pt x="10429" y="11153"/>
                    </a:lnTo>
                    <a:lnTo>
                      <a:pt x="10429" y="7530"/>
                    </a:lnTo>
                    <a:cubicBezTo>
                      <a:pt x="10712" y="7436"/>
                      <a:pt x="10964" y="7278"/>
                      <a:pt x="11153" y="7120"/>
                    </a:cubicBezTo>
                    <a:close/>
                    <a:moveTo>
                      <a:pt x="5923" y="0"/>
                    </a:moveTo>
                    <a:cubicBezTo>
                      <a:pt x="4191" y="0"/>
                      <a:pt x="2804" y="1418"/>
                      <a:pt x="2804" y="3119"/>
                    </a:cubicBezTo>
                    <a:lnTo>
                      <a:pt x="2804" y="3466"/>
                    </a:lnTo>
                    <a:lnTo>
                      <a:pt x="1040" y="3466"/>
                    </a:lnTo>
                    <a:cubicBezTo>
                      <a:pt x="442" y="3466"/>
                      <a:pt x="1" y="3939"/>
                      <a:pt x="1" y="4474"/>
                    </a:cubicBezTo>
                    <a:lnTo>
                      <a:pt x="1" y="5514"/>
                    </a:lnTo>
                    <a:lnTo>
                      <a:pt x="1" y="10744"/>
                    </a:lnTo>
                    <a:cubicBezTo>
                      <a:pt x="1" y="11342"/>
                      <a:pt x="473" y="11783"/>
                      <a:pt x="1040" y="11783"/>
                    </a:cubicBezTo>
                    <a:lnTo>
                      <a:pt x="10807" y="11783"/>
                    </a:lnTo>
                    <a:cubicBezTo>
                      <a:pt x="11374" y="11783"/>
                      <a:pt x="11815" y="11311"/>
                      <a:pt x="11815" y="10744"/>
                    </a:cubicBezTo>
                    <a:lnTo>
                      <a:pt x="11815" y="5514"/>
                    </a:lnTo>
                    <a:lnTo>
                      <a:pt x="11815" y="4474"/>
                    </a:lnTo>
                    <a:cubicBezTo>
                      <a:pt x="11815" y="3939"/>
                      <a:pt x="11374" y="3466"/>
                      <a:pt x="10807" y="3466"/>
                    </a:cubicBezTo>
                    <a:lnTo>
                      <a:pt x="9011" y="3466"/>
                    </a:lnTo>
                    <a:lnTo>
                      <a:pt x="9011" y="3119"/>
                    </a:lnTo>
                    <a:cubicBezTo>
                      <a:pt x="9011" y="1387"/>
                      <a:pt x="7593" y="0"/>
                      <a:pt x="59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24" name="Google Shape;9195;p73">
                <a:extLst>
                  <a:ext uri="{FF2B5EF4-FFF2-40B4-BE49-F238E27FC236}">
                    <a16:creationId xmlns:a16="http://schemas.microsoft.com/office/drawing/2014/main" id="{160B3C01-9F16-7FEE-2E88-331EC2759F92}"/>
                  </a:ext>
                </a:extLst>
              </p:cNvPr>
              <p:cNvSpPr/>
              <p:nvPr/>
            </p:nvSpPr>
            <p:spPr>
              <a:xfrm>
                <a:off x="7773590" y="2923979"/>
                <a:ext cx="439341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0397" h="11878" extrusionOk="0">
                    <a:moveTo>
                      <a:pt x="5135" y="725"/>
                    </a:moveTo>
                    <a:cubicBezTo>
                      <a:pt x="6868" y="725"/>
                      <a:pt x="8254" y="2142"/>
                      <a:pt x="8254" y="3844"/>
                    </a:cubicBezTo>
                    <a:lnTo>
                      <a:pt x="8254" y="5923"/>
                    </a:lnTo>
                    <a:cubicBezTo>
                      <a:pt x="8254" y="6112"/>
                      <a:pt x="8097" y="6270"/>
                      <a:pt x="7908" y="6270"/>
                    </a:cubicBezTo>
                    <a:lnTo>
                      <a:pt x="7498" y="6270"/>
                    </a:lnTo>
                    <a:cubicBezTo>
                      <a:pt x="7561" y="6144"/>
                      <a:pt x="7561" y="6049"/>
                      <a:pt x="7561" y="5923"/>
                    </a:cubicBezTo>
                    <a:lnTo>
                      <a:pt x="7561" y="3844"/>
                    </a:lnTo>
                    <a:cubicBezTo>
                      <a:pt x="7561" y="3623"/>
                      <a:pt x="7404" y="3466"/>
                      <a:pt x="7183" y="3466"/>
                    </a:cubicBezTo>
                    <a:lnTo>
                      <a:pt x="6490" y="3466"/>
                    </a:lnTo>
                    <a:cubicBezTo>
                      <a:pt x="5892" y="3466"/>
                      <a:pt x="5450" y="2993"/>
                      <a:pt x="5450" y="2458"/>
                    </a:cubicBezTo>
                    <a:lnTo>
                      <a:pt x="5450" y="1733"/>
                    </a:lnTo>
                    <a:cubicBezTo>
                      <a:pt x="5450" y="1544"/>
                      <a:pt x="5293" y="1386"/>
                      <a:pt x="5104" y="1386"/>
                    </a:cubicBezTo>
                    <a:cubicBezTo>
                      <a:pt x="4915" y="1386"/>
                      <a:pt x="4757" y="1544"/>
                      <a:pt x="4757" y="1733"/>
                    </a:cubicBezTo>
                    <a:lnTo>
                      <a:pt x="4757" y="2458"/>
                    </a:lnTo>
                    <a:cubicBezTo>
                      <a:pt x="4757" y="3056"/>
                      <a:pt x="4285" y="3466"/>
                      <a:pt x="3718" y="3466"/>
                    </a:cubicBezTo>
                    <a:lnTo>
                      <a:pt x="3088" y="3466"/>
                    </a:lnTo>
                    <a:cubicBezTo>
                      <a:pt x="2899" y="3466"/>
                      <a:pt x="2741" y="3623"/>
                      <a:pt x="2741" y="3844"/>
                    </a:cubicBezTo>
                    <a:lnTo>
                      <a:pt x="2741" y="5923"/>
                    </a:lnTo>
                    <a:cubicBezTo>
                      <a:pt x="2741" y="6049"/>
                      <a:pt x="2741" y="6144"/>
                      <a:pt x="2773" y="6270"/>
                    </a:cubicBezTo>
                    <a:lnTo>
                      <a:pt x="2395" y="6270"/>
                    </a:lnTo>
                    <a:cubicBezTo>
                      <a:pt x="2205" y="6270"/>
                      <a:pt x="2048" y="6112"/>
                      <a:pt x="2048" y="5923"/>
                    </a:cubicBezTo>
                    <a:lnTo>
                      <a:pt x="2048" y="3844"/>
                    </a:lnTo>
                    <a:cubicBezTo>
                      <a:pt x="2048" y="2111"/>
                      <a:pt x="3466" y="725"/>
                      <a:pt x="5135" y="725"/>
                    </a:cubicBezTo>
                    <a:close/>
                    <a:moveTo>
                      <a:pt x="5230" y="3466"/>
                    </a:moveTo>
                    <a:cubicBezTo>
                      <a:pt x="5545" y="3907"/>
                      <a:pt x="6049" y="4190"/>
                      <a:pt x="6585" y="4190"/>
                    </a:cubicBezTo>
                    <a:lnTo>
                      <a:pt x="6963" y="4190"/>
                    </a:lnTo>
                    <a:lnTo>
                      <a:pt x="6963" y="5955"/>
                    </a:lnTo>
                    <a:lnTo>
                      <a:pt x="6931" y="5955"/>
                    </a:lnTo>
                    <a:cubicBezTo>
                      <a:pt x="6931" y="6553"/>
                      <a:pt x="6459" y="6994"/>
                      <a:pt x="5892" y="6994"/>
                    </a:cubicBezTo>
                    <a:lnTo>
                      <a:pt x="4505" y="6994"/>
                    </a:lnTo>
                    <a:cubicBezTo>
                      <a:pt x="3938" y="6994"/>
                      <a:pt x="3497" y="6522"/>
                      <a:pt x="3497" y="5955"/>
                    </a:cubicBezTo>
                    <a:lnTo>
                      <a:pt x="3497" y="4190"/>
                    </a:lnTo>
                    <a:lnTo>
                      <a:pt x="3844" y="4190"/>
                    </a:lnTo>
                    <a:cubicBezTo>
                      <a:pt x="4379" y="4190"/>
                      <a:pt x="4915" y="3907"/>
                      <a:pt x="5230" y="3466"/>
                    </a:cubicBezTo>
                    <a:close/>
                    <a:moveTo>
                      <a:pt x="6301" y="7624"/>
                    </a:moveTo>
                    <a:cubicBezTo>
                      <a:pt x="6396" y="8034"/>
                      <a:pt x="6805" y="8349"/>
                      <a:pt x="7278" y="8349"/>
                    </a:cubicBezTo>
                    <a:lnTo>
                      <a:pt x="7624" y="8349"/>
                    </a:lnTo>
                    <a:lnTo>
                      <a:pt x="7624" y="9200"/>
                    </a:lnTo>
                    <a:cubicBezTo>
                      <a:pt x="6852" y="9546"/>
                      <a:pt x="6025" y="9719"/>
                      <a:pt x="5198" y="9719"/>
                    </a:cubicBezTo>
                    <a:cubicBezTo>
                      <a:pt x="4371" y="9719"/>
                      <a:pt x="3544" y="9546"/>
                      <a:pt x="2773" y="9200"/>
                    </a:cubicBezTo>
                    <a:lnTo>
                      <a:pt x="2773" y="8349"/>
                    </a:lnTo>
                    <a:lnTo>
                      <a:pt x="3119" y="8349"/>
                    </a:lnTo>
                    <a:cubicBezTo>
                      <a:pt x="3560" y="8349"/>
                      <a:pt x="3970" y="8034"/>
                      <a:pt x="4127" y="7624"/>
                    </a:cubicBezTo>
                    <a:cubicBezTo>
                      <a:pt x="4253" y="7656"/>
                      <a:pt x="4411" y="7656"/>
                      <a:pt x="4505" y="7656"/>
                    </a:cubicBezTo>
                    <a:lnTo>
                      <a:pt x="5892" y="7656"/>
                    </a:lnTo>
                    <a:cubicBezTo>
                      <a:pt x="6018" y="7656"/>
                      <a:pt x="6175" y="7656"/>
                      <a:pt x="6301" y="7624"/>
                    </a:cubicBezTo>
                    <a:close/>
                    <a:moveTo>
                      <a:pt x="2079" y="8349"/>
                    </a:moveTo>
                    <a:lnTo>
                      <a:pt x="2079" y="11153"/>
                    </a:lnTo>
                    <a:lnTo>
                      <a:pt x="693" y="11153"/>
                    </a:lnTo>
                    <a:lnTo>
                      <a:pt x="693" y="9389"/>
                    </a:lnTo>
                    <a:cubicBezTo>
                      <a:pt x="693" y="8790"/>
                      <a:pt x="1166" y="8349"/>
                      <a:pt x="1733" y="8349"/>
                    </a:cubicBezTo>
                    <a:close/>
                    <a:moveTo>
                      <a:pt x="7656" y="9924"/>
                    </a:moveTo>
                    <a:lnTo>
                      <a:pt x="7656" y="11153"/>
                    </a:lnTo>
                    <a:lnTo>
                      <a:pt x="2773" y="11153"/>
                    </a:lnTo>
                    <a:lnTo>
                      <a:pt x="2773" y="9924"/>
                    </a:lnTo>
                    <a:cubicBezTo>
                      <a:pt x="3560" y="10239"/>
                      <a:pt x="4411" y="10397"/>
                      <a:pt x="5230" y="10397"/>
                    </a:cubicBezTo>
                    <a:cubicBezTo>
                      <a:pt x="6049" y="10397"/>
                      <a:pt x="6868" y="10239"/>
                      <a:pt x="7656" y="9924"/>
                    </a:cubicBezTo>
                    <a:close/>
                    <a:moveTo>
                      <a:pt x="8664" y="8349"/>
                    </a:moveTo>
                    <a:cubicBezTo>
                      <a:pt x="9231" y="8349"/>
                      <a:pt x="9672" y="8821"/>
                      <a:pt x="9672" y="9389"/>
                    </a:cubicBezTo>
                    <a:lnTo>
                      <a:pt x="9672" y="11153"/>
                    </a:lnTo>
                    <a:lnTo>
                      <a:pt x="8286" y="11153"/>
                    </a:lnTo>
                    <a:lnTo>
                      <a:pt x="8286" y="8349"/>
                    </a:lnTo>
                    <a:close/>
                    <a:moveTo>
                      <a:pt x="5198" y="0"/>
                    </a:moveTo>
                    <a:cubicBezTo>
                      <a:pt x="3088" y="0"/>
                      <a:pt x="1355" y="1701"/>
                      <a:pt x="1355" y="3844"/>
                    </a:cubicBezTo>
                    <a:lnTo>
                      <a:pt x="1355" y="5923"/>
                    </a:lnTo>
                    <a:cubicBezTo>
                      <a:pt x="1355" y="6522"/>
                      <a:pt x="1827" y="6931"/>
                      <a:pt x="2395" y="6931"/>
                    </a:cubicBezTo>
                    <a:lnTo>
                      <a:pt x="3088" y="6931"/>
                    </a:lnTo>
                    <a:cubicBezTo>
                      <a:pt x="3182" y="7057"/>
                      <a:pt x="3308" y="7183"/>
                      <a:pt x="3466" y="7309"/>
                    </a:cubicBezTo>
                    <a:cubicBezTo>
                      <a:pt x="3466" y="7530"/>
                      <a:pt x="3308" y="7687"/>
                      <a:pt x="3088" y="7687"/>
                    </a:cubicBezTo>
                    <a:lnTo>
                      <a:pt x="1733" y="7687"/>
                    </a:lnTo>
                    <a:cubicBezTo>
                      <a:pt x="788" y="7687"/>
                      <a:pt x="0" y="8475"/>
                      <a:pt x="0" y="9420"/>
                    </a:cubicBezTo>
                    <a:lnTo>
                      <a:pt x="0" y="11499"/>
                    </a:lnTo>
                    <a:cubicBezTo>
                      <a:pt x="0" y="11720"/>
                      <a:pt x="158" y="11877"/>
                      <a:pt x="347" y="11877"/>
                    </a:cubicBezTo>
                    <a:lnTo>
                      <a:pt x="10019" y="11877"/>
                    </a:lnTo>
                    <a:cubicBezTo>
                      <a:pt x="10239" y="11877"/>
                      <a:pt x="10397" y="11720"/>
                      <a:pt x="10397" y="11499"/>
                    </a:cubicBezTo>
                    <a:lnTo>
                      <a:pt x="10397" y="9420"/>
                    </a:lnTo>
                    <a:cubicBezTo>
                      <a:pt x="10397" y="8475"/>
                      <a:pt x="9609" y="7687"/>
                      <a:pt x="8664" y="7687"/>
                    </a:cubicBezTo>
                    <a:lnTo>
                      <a:pt x="7278" y="7687"/>
                    </a:lnTo>
                    <a:cubicBezTo>
                      <a:pt x="7089" y="7687"/>
                      <a:pt x="6931" y="7530"/>
                      <a:pt x="6931" y="7341"/>
                    </a:cubicBezTo>
                    <a:cubicBezTo>
                      <a:pt x="7026" y="7246"/>
                      <a:pt x="7152" y="7152"/>
                      <a:pt x="7278" y="6994"/>
                    </a:cubicBezTo>
                    <a:lnTo>
                      <a:pt x="7971" y="6994"/>
                    </a:lnTo>
                    <a:cubicBezTo>
                      <a:pt x="8569" y="6994"/>
                      <a:pt x="9011" y="6522"/>
                      <a:pt x="9011" y="5955"/>
                    </a:cubicBezTo>
                    <a:lnTo>
                      <a:pt x="9011" y="3844"/>
                    </a:lnTo>
                    <a:cubicBezTo>
                      <a:pt x="9011" y="1733"/>
                      <a:pt x="7309" y="0"/>
                      <a:pt x="51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25" name="Google Shape;9196;p73">
                <a:extLst>
                  <a:ext uri="{FF2B5EF4-FFF2-40B4-BE49-F238E27FC236}">
                    <a16:creationId xmlns:a16="http://schemas.microsoft.com/office/drawing/2014/main" id="{1F581E13-27C7-A4C5-1522-AC8455E11B10}"/>
                  </a:ext>
                </a:extLst>
              </p:cNvPr>
              <p:cNvGrpSpPr/>
              <p:nvPr/>
            </p:nvGrpSpPr>
            <p:grpSpPr>
              <a:xfrm>
                <a:off x="10280367" y="2282300"/>
                <a:ext cx="499261" cy="497951"/>
                <a:chOff x="6131900" y="2301825"/>
                <a:chExt cx="295375" cy="294600"/>
              </a:xfrm>
              <a:grpFill/>
            </p:grpSpPr>
            <p:sp>
              <p:nvSpPr>
                <p:cNvPr id="437" name="Google Shape;9197;p73">
                  <a:extLst>
                    <a:ext uri="{FF2B5EF4-FFF2-40B4-BE49-F238E27FC236}">
                      <a16:creationId xmlns:a16="http://schemas.microsoft.com/office/drawing/2014/main" id="{E9D47BAC-DBDD-3364-484D-38321E5AF3E0}"/>
                    </a:ext>
                  </a:extLst>
                </p:cNvPr>
                <p:cNvSpPr/>
                <p:nvPr/>
              </p:nvSpPr>
              <p:spPr>
                <a:xfrm>
                  <a:off x="6131900" y="2301825"/>
                  <a:ext cx="295375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784" extrusionOk="0">
                      <a:moveTo>
                        <a:pt x="3813" y="630"/>
                      </a:moveTo>
                      <a:cubicBezTo>
                        <a:pt x="4002" y="630"/>
                        <a:pt x="4159" y="788"/>
                        <a:pt x="4159" y="977"/>
                      </a:cubicBezTo>
                      <a:lnTo>
                        <a:pt x="4159" y="1355"/>
                      </a:lnTo>
                      <a:lnTo>
                        <a:pt x="1387" y="1355"/>
                      </a:lnTo>
                      <a:lnTo>
                        <a:pt x="1387" y="977"/>
                      </a:lnTo>
                      <a:lnTo>
                        <a:pt x="1355" y="977"/>
                      </a:lnTo>
                      <a:cubicBezTo>
                        <a:pt x="1355" y="788"/>
                        <a:pt x="1513" y="630"/>
                        <a:pt x="1733" y="630"/>
                      </a:cubicBezTo>
                      <a:close/>
                      <a:moveTo>
                        <a:pt x="10114" y="1355"/>
                      </a:moveTo>
                      <a:cubicBezTo>
                        <a:pt x="10303" y="1355"/>
                        <a:pt x="10460" y="1513"/>
                        <a:pt x="10460" y="1702"/>
                      </a:cubicBezTo>
                      <a:lnTo>
                        <a:pt x="10460" y="3434"/>
                      </a:lnTo>
                      <a:lnTo>
                        <a:pt x="7688" y="3434"/>
                      </a:lnTo>
                      <a:cubicBezTo>
                        <a:pt x="7656" y="3277"/>
                        <a:pt x="7656" y="1859"/>
                        <a:pt x="7656" y="1702"/>
                      </a:cubicBezTo>
                      <a:cubicBezTo>
                        <a:pt x="7656" y="1513"/>
                        <a:pt x="7814" y="1355"/>
                        <a:pt x="8034" y="1355"/>
                      </a:cubicBezTo>
                      <a:close/>
                      <a:moveTo>
                        <a:pt x="4128" y="2048"/>
                      </a:moveTo>
                      <a:lnTo>
                        <a:pt x="4128" y="4821"/>
                      </a:lnTo>
                      <a:lnTo>
                        <a:pt x="1355" y="4821"/>
                      </a:lnTo>
                      <a:lnTo>
                        <a:pt x="1355" y="2048"/>
                      </a:lnTo>
                      <a:close/>
                      <a:moveTo>
                        <a:pt x="6617" y="2048"/>
                      </a:moveTo>
                      <a:cubicBezTo>
                        <a:pt x="6806" y="2048"/>
                        <a:pt x="6963" y="2206"/>
                        <a:pt x="6963" y="2395"/>
                      </a:cubicBezTo>
                      <a:lnTo>
                        <a:pt x="6963" y="4852"/>
                      </a:lnTo>
                      <a:lnTo>
                        <a:pt x="4821" y="4852"/>
                      </a:lnTo>
                      <a:lnTo>
                        <a:pt x="4821" y="2395"/>
                      </a:lnTo>
                      <a:cubicBezTo>
                        <a:pt x="4821" y="2206"/>
                        <a:pt x="4978" y="2048"/>
                        <a:pt x="5167" y="2048"/>
                      </a:cubicBezTo>
                      <a:close/>
                      <a:moveTo>
                        <a:pt x="10429" y="4127"/>
                      </a:moveTo>
                      <a:lnTo>
                        <a:pt x="10429" y="4852"/>
                      </a:lnTo>
                      <a:lnTo>
                        <a:pt x="7656" y="4852"/>
                      </a:lnTo>
                      <a:lnTo>
                        <a:pt x="7656" y="4127"/>
                      </a:lnTo>
                      <a:close/>
                      <a:moveTo>
                        <a:pt x="10775" y="5514"/>
                      </a:moveTo>
                      <a:cubicBezTo>
                        <a:pt x="10964" y="5514"/>
                        <a:pt x="11122" y="5671"/>
                        <a:pt x="11122" y="5860"/>
                      </a:cubicBezTo>
                      <a:lnTo>
                        <a:pt x="11122" y="10744"/>
                      </a:lnTo>
                      <a:cubicBezTo>
                        <a:pt x="11122" y="10964"/>
                        <a:pt x="10964" y="11122"/>
                        <a:pt x="10775" y="11122"/>
                      </a:cubicBezTo>
                      <a:lnTo>
                        <a:pt x="1009" y="11122"/>
                      </a:lnTo>
                      <a:cubicBezTo>
                        <a:pt x="820" y="11122"/>
                        <a:pt x="662" y="10964"/>
                        <a:pt x="662" y="10744"/>
                      </a:cubicBezTo>
                      <a:lnTo>
                        <a:pt x="662" y="5860"/>
                      </a:lnTo>
                      <a:cubicBezTo>
                        <a:pt x="662" y="5671"/>
                        <a:pt x="820" y="5514"/>
                        <a:pt x="1009" y="5514"/>
                      </a:cubicBezTo>
                      <a:close/>
                      <a:moveTo>
                        <a:pt x="1733" y="0"/>
                      </a:moveTo>
                      <a:cubicBezTo>
                        <a:pt x="1135" y="0"/>
                        <a:pt x="694" y="473"/>
                        <a:pt x="694" y="1040"/>
                      </a:cubicBezTo>
                      <a:lnTo>
                        <a:pt x="694" y="4884"/>
                      </a:lnTo>
                      <a:cubicBezTo>
                        <a:pt x="316" y="5041"/>
                        <a:pt x="1" y="5388"/>
                        <a:pt x="1" y="5860"/>
                      </a:cubicBezTo>
                      <a:lnTo>
                        <a:pt x="1" y="10744"/>
                      </a:lnTo>
                      <a:cubicBezTo>
                        <a:pt x="1" y="11342"/>
                        <a:pt x="473" y="11783"/>
                        <a:pt x="1009" y="11783"/>
                      </a:cubicBezTo>
                      <a:lnTo>
                        <a:pt x="10775" y="11783"/>
                      </a:lnTo>
                      <a:cubicBezTo>
                        <a:pt x="11374" y="11783"/>
                        <a:pt x="11815" y="11311"/>
                        <a:pt x="11815" y="10744"/>
                      </a:cubicBezTo>
                      <a:lnTo>
                        <a:pt x="11815" y="5860"/>
                      </a:lnTo>
                      <a:cubicBezTo>
                        <a:pt x="11815" y="5388"/>
                        <a:pt x="11531" y="5010"/>
                        <a:pt x="11122" y="4884"/>
                      </a:cubicBezTo>
                      <a:lnTo>
                        <a:pt x="11122" y="1702"/>
                      </a:lnTo>
                      <a:cubicBezTo>
                        <a:pt x="11122" y="1103"/>
                        <a:pt x="10649" y="662"/>
                        <a:pt x="10114" y="662"/>
                      </a:cubicBezTo>
                      <a:lnTo>
                        <a:pt x="8034" y="662"/>
                      </a:lnTo>
                      <a:cubicBezTo>
                        <a:pt x="7530" y="662"/>
                        <a:pt x="7152" y="977"/>
                        <a:pt x="7026" y="1418"/>
                      </a:cubicBezTo>
                      <a:cubicBezTo>
                        <a:pt x="6932" y="1387"/>
                        <a:pt x="6806" y="1355"/>
                        <a:pt x="6648" y="1355"/>
                      </a:cubicBezTo>
                      <a:lnTo>
                        <a:pt x="5230" y="1355"/>
                      </a:lnTo>
                      <a:cubicBezTo>
                        <a:pt x="5104" y="1355"/>
                        <a:pt x="4978" y="1387"/>
                        <a:pt x="4884" y="1418"/>
                      </a:cubicBezTo>
                      <a:lnTo>
                        <a:pt x="4884" y="1040"/>
                      </a:lnTo>
                      <a:cubicBezTo>
                        <a:pt x="4884" y="441"/>
                        <a:pt x="4380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38" name="Google Shape;9198;p73">
                  <a:extLst>
                    <a:ext uri="{FF2B5EF4-FFF2-40B4-BE49-F238E27FC236}">
                      <a16:creationId xmlns:a16="http://schemas.microsoft.com/office/drawing/2014/main" id="{DDBECD21-D0B8-EC6B-1CF5-28D9244C6871}"/>
                    </a:ext>
                  </a:extLst>
                </p:cNvPr>
                <p:cNvSpPr/>
                <p:nvPr/>
              </p:nvSpPr>
              <p:spPr>
                <a:xfrm>
                  <a:off x="6218550" y="2456200"/>
                  <a:ext cx="1221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049" extrusionOk="0">
                      <a:moveTo>
                        <a:pt x="3844" y="725"/>
                      </a:moveTo>
                      <a:cubicBezTo>
                        <a:pt x="4033" y="725"/>
                        <a:pt x="4190" y="882"/>
                        <a:pt x="4190" y="1071"/>
                      </a:cubicBezTo>
                      <a:cubicBezTo>
                        <a:pt x="4190" y="1260"/>
                        <a:pt x="4033" y="1418"/>
                        <a:pt x="3844" y="1418"/>
                      </a:cubicBezTo>
                      <a:lnTo>
                        <a:pt x="1008" y="1418"/>
                      </a:lnTo>
                      <a:cubicBezTo>
                        <a:pt x="819" y="1418"/>
                        <a:pt x="662" y="1260"/>
                        <a:pt x="662" y="1071"/>
                      </a:cubicBezTo>
                      <a:cubicBezTo>
                        <a:pt x="662" y="882"/>
                        <a:pt x="819" y="725"/>
                        <a:pt x="1008" y="725"/>
                      </a:cubicBezTo>
                      <a:close/>
                      <a:moveTo>
                        <a:pt x="1008" y="0"/>
                      </a:moveTo>
                      <a:cubicBezTo>
                        <a:pt x="410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8" y="2048"/>
                      </a:cubicBezTo>
                      <a:lnTo>
                        <a:pt x="3844" y="2048"/>
                      </a:lnTo>
                      <a:cubicBezTo>
                        <a:pt x="4442" y="2048"/>
                        <a:pt x="4883" y="1576"/>
                        <a:pt x="4883" y="1040"/>
                      </a:cubicBezTo>
                      <a:cubicBezTo>
                        <a:pt x="4852" y="473"/>
                        <a:pt x="4411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39" name="Google Shape;9199;p73">
                  <a:extLst>
                    <a:ext uri="{FF2B5EF4-FFF2-40B4-BE49-F238E27FC236}">
                      <a16:creationId xmlns:a16="http://schemas.microsoft.com/office/drawing/2014/main" id="{9D57C9A4-1892-1932-E705-98E236C26C4A}"/>
                    </a:ext>
                  </a:extLst>
                </p:cNvPr>
                <p:cNvSpPr/>
                <p:nvPr/>
              </p:nvSpPr>
              <p:spPr>
                <a:xfrm>
                  <a:off x="6340625" y="2353025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355" y="158"/>
                        <a:pt x="1198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40" name="Google Shape;9200;p73">
                  <a:extLst>
                    <a:ext uri="{FF2B5EF4-FFF2-40B4-BE49-F238E27FC236}">
                      <a16:creationId xmlns:a16="http://schemas.microsoft.com/office/drawing/2014/main" id="{C3F88A70-2A78-5FCE-88BF-176E13CEFE2F}"/>
                    </a:ext>
                  </a:extLst>
                </p:cNvPr>
                <p:cNvSpPr/>
                <p:nvPr/>
              </p:nvSpPr>
              <p:spPr>
                <a:xfrm>
                  <a:off x="6183100" y="2369550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26" name="Google Shape;9201;p73">
                <a:extLst>
                  <a:ext uri="{FF2B5EF4-FFF2-40B4-BE49-F238E27FC236}">
                    <a16:creationId xmlns:a16="http://schemas.microsoft.com/office/drawing/2014/main" id="{4B39E0DE-724D-1CB9-1714-E12CBEF0D8A1}"/>
                  </a:ext>
                </a:extLst>
              </p:cNvPr>
              <p:cNvGrpSpPr/>
              <p:nvPr/>
            </p:nvGrpSpPr>
            <p:grpSpPr>
              <a:xfrm>
                <a:off x="2036574" y="1687877"/>
                <a:ext cx="503276" cy="500612"/>
                <a:chOff x="1412450" y="1954475"/>
                <a:chExt cx="297750" cy="296175"/>
              </a:xfrm>
              <a:grpFill/>
            </p:grpSpPr>
            <p:sp>
              <p:nvSpPr>
                <p:cNvPr id="435" name="Google Shape;9202;p73">
                  <a:extLst>
                    <a:ext uri="{FF2B5EF4-FFF2-40B4-BE49-F238E27FC236}">
                      <a16:creationId xmlns:a16="http://schemas.microsoft.com/office/drawing/2014/main" id="{6C39B7F2-2D3B-F039-0107-F7010B3D3724}"/>
                    </a:ext>
                  </a:extLst>
                </p:cNvPr>
                <p:cNvSpPr/>
                <p:nvPr/>
              </p:nvSpPr>
              <p:spPr>
                <a:xfrm>
                  <a:off x="1483350" y="2023800"/>
                  <a:ext cx="1559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39" extrusionOk="0">
                      <a:moveTo>
                        <a:pt x="3119" y="2079"/>
                      </a:moveTo>
                      <a:cubicBezTo>
                        <a:pt x="3529" y="2079"/>
                        <a:pt x="3844" y="2395"/>
                        <a:pt x="3844" y="2773"/>
                      </a:cubicBezTo>
                      <a:cubicBezTo>
                        <a:pt x="3844" y="3182"/>
                        <a:pt x="3529" y="3497"/>
                        <a:pt x="3119" y="3497"/>
                      </a:cubicBezTo>
                      <a:cubicBezTo>
                        <a:pt x="2741" y="3497"/>
                        <a:pt x="2426" y="3182"/>
                        <a:pt x="2426" y="2773"/>
                      </a:cubicBezTo>
                      <a:cubicBezTo>
                        <a:pt x="2426" y="2395"/>
                        <a:pt x="2741" y="2079"/>
                        <a:pt x="3119" y="2079"/>
                      </a:cubicBezTo>
                      <a:close/>
                      <a:moveTo>
                        <a:pt x="3119" y="725"/>
                      </a:moveTo>
                      <a:cubicBezTo>
                        <a:pt x="4474" y="725"/>
                        <a:pt x="5577" y="1827"/>
                        <a:pt x="5577" y="3182"/>
                      </a:cubicBezTo>
                      <a:cubicBezTo>
                        <a:pt x="5577" y="3686"/>
                        <a:pt x="5388" y="4159"/>
                        <a:pt x="5136" y="4537"/>
                      </a:cubicBezTo>
                      <a:cubicBezTo>
                        <a:pt x="4884" y="4190"/>
                        <a:pt x="4537" y="3907"/>
                        <a:pt x="4191" y="3718"/>
                      </a:cubicBezTo>
                      <a:cubicBezTo>
                        <a:pt x="4411" y="3497"/>
                        <a:pt x="4537" y="3182"/>
                        <a:pt x="4537" y="2804"/>
                      </a:cubicBezTo>
                      <a:cubicBezTo>
                        <a:pt x="4537" y="2079"/>
                        <a:pt x="3907" y="1449"/>
                        <a:pt x="3151" y="1449"/>
                      </a:cubicBezTo>
                      <a:cubicBezTo>
                        <a:pt x="2426" y="1449"/>
                        <a:pt x="1796" y="2079"/>
                        <a:pt x="1796" y="2804"/>
                      </a:cubicBezTo>
                      <a:cubicBezTo>
                        <a:pt x="1796" y="3182"/>
                        <a:pt x="1891" y="3497"/>
                        <a:pt x="2143" y="3718"/>
                      </a:cubicBezTo>
                      <a:cubicBezTo>
                        <a:pt x="1733" y="3907"/>
                        <a:pt x="1418" y="4190"/>
                        <a:pt x="1198" y="4537"/>
                      </a:cubicBezTo>
                      <a:cubicBezTo>
                        <a:pt x="914" y="4159"/>
                        <a:pt x="756" y="3686"/>
                        <a:pt x="756" y="3182"/>
                      </a:cubicBezTo>
                      <a:cubicBezTo>
                        <a:pt x="662" y="1796"/>
                        <a:pt x="1796" y="725"/>
                        <a:pt x="3119" y="725"/>
                      </a:cubicBezTo>
                      <a:close/>
                      <a:moveTo>
                        <a:pt x="3119" y="4190"/>
                      </a:moveTo>
                      <a:cubicBezTo>
                        <a:pt x="3749" y="4190"/>
                        <a:pt x="4317" y="4505"/>
                        <a:pt x="4632" y="5041"/>
                      </a:cubicBezTo>
                      <a:cubicBezTo>
                        <a:pt x="4222" y="5387"/>
                        <a:pt x="3686" y="5577"/>
                        <a:pt x="3119" y="5577"/>
                      </a:cubicBezTo>
                      <a:cubicBezTo>
                        <a:pt x="2584" y="5577"/>
                        <a:pt x="2017" y="5387"/>
                        <a:pt x="1639" y="5041"/>
                      </a:cubicBezTo>
                      <a:cubicBezTo>
                        <a:pt x="1954" y="4505"/>
                        <a:pt x="2489" y="4190"/>
                        <a:pt x="3119" y="4190"/>
                      </a:cubicBezTo>
                      <a:close/>
                      <a:moveTo>
                        <a:pt x="3119" y="0"/>
                      </a:moveTo>
                      <a:cubicBezTo>
                        <a:pt x="1387" y="0"/>
                        <a:pt x="0" y="1418"/>
                        <a:pt x="0" y="3119"/>
                      </a:cubicBezTo>
                      <a:cubicBezTo>
                        <a:pt x="0" y="4852"/>
                        <a:pt x="1387" y="6238"/>
                        <a:pt x="3119" y="6238"/>
                      </a:cubicBezTo>
                      <a:cubicBezTo>
                        <a:pt x="4852" y="6238"/>
                        <a:pt x="6238" y="4820"/>
                        <a:pt x="6238" y="3119"/>
                      </a:cubicBezTo>
                      <a:cubicBezTo>
                        <a:pt x="6238" y="1386"/>
                        <a:pt x="4821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36" name="Google Shape;9203;p73">
                  <a:extLst>
                    <a:ext uri="{FF2B5EF4-FFF2-40B4-BE49-F238E27FC236}">
                      <a16:creationId xmlns:a16="http://schemas.microsoft.com/office/drawing/2014/main" id="{D0ED36D6-D76E-8216-7E23-5B9912C20814}"/>
                    </a:ext>
                  </a:extLst>
                </p:cNvPr>
                <p:cNvSpPr/>
                <p:nvPr/>
              </p:nvSpPr>
              <p:spPr>
                <a:xfrm>
                  <a:off x="1412450" y="1954475"/>
                  <a:ext cx="297750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47" extrusionOk="0">
                      <a:moveTo>
                        <a:pt x="6365" y="662"/>
                      </a:moveTo>
                      <a:lnTo>
                        <a:pt x="6522" y="1513"/>
                      </a:lnTo>
                      <a:cubicBezTo>
                        <a:pt x="6554" y="1702"/>
                        <a:pt x="6617" y="1765"/>
                        <a:pt x="6774" y="1797"/>
                      </a:cubicBezTo>
                      <a:cubicBezTo>
                        <a:pt x="7342" y="1923"/>
                        <a:pt x="7814" y="2112"/>
                        <a:pt x="8287" y="2427"/>
                      </a:cubicBezTo>
                      <a:cubicBezTo>
                        <a:pt x="8350" y="2474"/>
                        <a:pt x="8421" y="2498"/>
                        <a:pt x="8488" y="2498"/>
                      </a:cubicBezTo>
                      <a:cubicBezTo>
                        <a:pt x="8554" y="2498"/>
                        <a:pt x="8618" y="2474"/>
                        <a:pt x="8665" y="2427"/>
                      </a:cubicBezTo>
                      <a:lnTo>
                        <a:pt x="9389" y="1923"/>
                      </a:lnTo>
                      <a:lnTo>
                        <a:pt x="9925" y="2490"/>
                      </a:lnTo>
                      <a:lnTo>
                        <a:pt x="9421" y="3183"/>
                      </a:lnTo>
                      <a:cubicBezTo>
                        <a:pt x="9358" y="3309"/>
                        <a:pt x="9358" y="3466"/>
                        <a:pt x="9421" y="3592"/>
                      </a:cubicBezTo>
                      <a:cubicBezTo>
                        <a:pt x="9736" y="4065"/>
                        <a:pt x="9925" y="4537"/>
                        <a:pt x="10051" y="5073"/>
                      </a:cubicBezTo>
                      <a:cubicBezTo>
                        <a:pt x="10082" y="5231"/>
                        <a:pt x="10209" y="5294"/>
                        <a:pt x="10335" y="5357"/>
                      </a:cubicBezTo>
                      <a:lnTo>
                        <a:pt x="11185" y="5514"/>
                      </a:lnTo>
                      <a:lnTo>
                        <a:pt x="11185" y="6302"/>
                      </a:lnTo>
                      <a:lnTo>
                        <a:pt x="10335" y="6459"/>
                      </a:lnTo>
                      <a:cubicBezTo>
                        <a:pt x="10177" y="6491"/>
                        <a:pt x="10082" y="6585"/>
                        <a:pt x="10051" y="6743"/>
                      </a:cubicBezTo>
                      <a:cubicBezTo>
                        <a:pt x="9925" y="7278"/>
                        <a:pt x="9736" y="7751"/>
                        <a:pt x="9421" y="8224"/>
                      </a:cubicBezTo>
                      <a:cubicBezTo>
                        <a:pt x="9358" y="8350"/>
                        <a:pt x="9358" y="8507"/>
                        <a:pt x="9421" y="8633"/>
                      </a:cubicBezTo>
                      <a:lnTo>
                        <a:pt x="9925" y="9326"/>
                      </a:lnTo>
                      <a:lnTo>
                        <a:pt x="9389" y="9893"/>
                      </a:lnTo>
                      <a:lnTo>
                        <a:pt x="8665" y="9358"/>
                      </a:lnTo>
                      <a:cubicBezTo>
                        <a:pt x="8618" y="9326"/>
                        <a:pt x="8554" y="9310"/>
                        <a:pt x="8488" y="9310"/>
                      </a:cubicBezTo>
                      <a:cubicBezTo>
                        <a:pt x="8421" y="9310"/>
                        <a:pt x="8350" y="9326"/>
                        <a:pt x="8287" y="9358"/>
                      </a:cubicBezTo>
                      <a:cubicBezTo>
                        <a:pt x="7814" y="9673"/>
                        <a:pt x="7342" y="9893"/>
                        <a:pt x="6774" y="9988"/>
                      </a:cubicBezTo>
                      <a:cubicBezTo>
                        <a:pt x="6617" y="10051"/>
                        <a:pt x="6554" y="10145"/>
                        <a:pt x="6522" y="10271"/>
                      </a:cubicBezTo>
                      <a:lnTo>
                        <a:pt x="6365" y="11153"/>
                      </a:lnTo>
                      <a:lnTo>
                        <a:pt x="5577" y="11153"/>
                      </a:lnTo>
                      <a:lnTo>
                        <a:pt x="5420" y="10271"/>
                      </a:lnTo>
                      <a:cubicBezTo>
                        <a:pt x="5357" y="10114"/>
                        <a:pt x="5294" y="10051"/>
                        <a:pt x="5136" y="9988"/>
                      </a:cubicBezTo>
                      <a:cubicBezTo>
                        <a:pt x="4569" y="9893"/>
                        <a:pt x="4097" y="9673"/>
                        <a:pt x="3624" y="9358"/>
                      </a:cubicBezTo>
                      <a:cubicBezTo>
                        <a:pt x="3561" y="9326"/>
                        <a:pt x="3498" y="9310"/>
                        <a:pt x="3435" y="9310"/>
                      </a:cubicBezTo>
                      <a:cubicBezTo>
                        <a:pt x="3372" y="9310"/>
                        <a:pt x="3309" y="9326"/>
                        <a:pt x="3246" y="9358"/>
                      </a:cubicBezTo>
                      <a:lnTo>
                        <a:pt x="2521" y="9893"/>
                      </a:lnTo>
                      <a:lnTo>
                        <a:pt x="1986" y="9326"/>
                      </a:lnTo>
                      <a:lnTo>
                        <a:pt x="2490" y="8633"/>
                      </a:lnTo>
                      <a:cubicBezTo>
                        <a:pt x="2584" y="8507"/>
                        <a:pt x="2584" y="8350"/>
                        <a:pt x="2490" y="8224"/>
                      </a:cubicBezTo>
                      <a:cubicBezTo>
                        <a:pt x="2175" y="7751"/>
                        <a:pt x="1986" y="7278"/>
                        <a:pt x="1860" y="6743"/>
                      </a:cubicBezTo>
                      <a:cubicBezTo>
                        <a:pt x="1828" y="6585"/>
                        <a:pt x="1702" y="6491"/>
                        <a:pt x="1576" y="6459"/>
                      </a:cubicBezTo>
                      <a:lnTo>
                        <a:pt x="726" y="6302"/>
                      </a:lnTo>
                      <a:lnTo>
                        <a:pt x="726" y="5514"/>
                      </a:lnTo>
                      <a:lnTo>
                        <a:pt x="1576" y="5357"/>
                      </a:lnTo>
                      <a:cubicBezTo>
                        <a:pt x="1734" y="5325"/>
                        <a:pt x="1828" y="5231"/>
                        <a:pt x="1860" y="5073"/>
                      </a:cubicBezTo>
                      <a:cubicBezTo>
                        <a:pt x="1986" y="4506"/>
                        <a:pt x="2175" y="4065"/>
                        <a:pt x="2490" y="3592"/>
                      </a:cubicBezTo>
                      <a:cubicBezTo>
                        <a:pt x="2584" y="3466"/>
                        <a:pt x="2584" y="3309"/>
                        <a:pt x="2490" y="3183"/>
                      </a:cubicBezTo>
                      <a:lnTo>
                        <a:pt x="1986" y="2490"/>
                      </a:lnTo>
                      <a:lnTo>
                        <a:pt x="2521" y="1923"/>
                      </a:lnTo>
                      <a:lnTo>
                        <a:pt x="3246" y="2427"/>
                      </a:lnTo>
                      <a:cubicBezTo>
                        <a:pt x="3309" y="2474"/>
                        <a:pt x="3372" y="2498"/>
                        <a:pt x="3435" y="2498"/>
                      </a:cubicBezTo>
                      <a:cubicBezTo>
                        <a:pt x="3498" y="2498"/>
                        <a:pt x="3561" y="2474"/>
                        <a:pt x="3624" y="2427"/>
                      </a:cubicBezTo>
                      <a:cubicBezTo>
                        <a:pt x="4097" y="2112"/>
                        <a:pt x="4569" y="1923"/>
                        <a:pt x="5136" y="1797"/>
                      </a:cubicBezTo>
                      <a:cubicBezTo>
                        <a:pt x="5294" y="1765"/>
                        <a:pt x="5357" y="1639"/>
                        <a:pt x="5420" y="1513"/>
                      </a:cubicBezTo>
                      <a:lnTo>
                        <a:pt x="5577" y="662"/>
                      </a:lnTo>
                      <a:close/>
                      <a:moveTo>
                        <a:pt x="5262" y="1"/>
                      </a:moveTo>
                      <a:cubicBezTo>
                        <a:pt x="5073" y="1"/>
                        <a:pt x="4916" y="127"/>
                        <a:pt x="4884" y="284"/>
                      </a:cubicBezTo>
                      <a:lnTo>
                        <a:pt x="4727" y="1166"/>
                      </a:lnTo>
                      <a:cubicBezTo>
                        <a:pt x="4254" y="1292"/>
                        <a:pt x="3813" y="1481"/>
                        <a:pt x="3435" y="1734"/>
                      </a:cubicBezTo>
                      <a:lnTo>
                        <a:pt x="2679" y="1229"/>
                      </a:lnTo>
                      <a:cubicBezTo>
                        <a:pt x="2610" y="1174"/>
                        <a:pt x="2541" y="1149"/>
                        <a:pt x="2474" y="1149"/>
                      </a:cubicBezTo>
                      <a:cubicBezTo>
                        <a:pt x="2389" y="1149"/>
                        <a:pt x="2309" y="1190"/>
                        <a:pt x="2238" y="1261"/>
                      </a:cubicBezTo>
                      <a:lnTo>
                        <a:pt x="1261" y="2238"/>
                      </a:lnTo>
                      <a:cubicBezTo>
                        <a:pt x="1135" y="2364"/>
                        <a:pt x="1135" y="2553"/>
                        <a:pt x="1230" y="2679"/>
                      </a:cubicBezTo>
                      <a:lnTo>
                        <a:pt x="1734" y="3435"/>
                      </a:lnTo>
                      <a:cubicBezTo>
                        <a:pt x="1513" y="3813"/>
                        <a:pt x="1324" y="4254"/>
                        <a:pt x="1198" y="4726"/>
                      </a:cubicBezTo>
                      <a:lnTo>
                        <a:pt x="284" y="4884"/>
                      </a:lnTo>
                      <a:cubicBezTo>
                        <a:pt x="127" y="4915"/>
                        <a:pt x="1" y="5042"/>
                        <a:pt x="1" y="5231"/>
                      </a:cubicBezTo>
                      <a:lnTo>
                        <a:pt x="1" y="6617"/>
                      </a:lnTo>
                      <a:cubicBezTo>
                        <a:pt x="64" y="6774"/>
                        <a:pt x="158" y="6932"/>
                        <a:pt x="316" y="6963"/>
                      </a:cubicBezTo>
                      <a:lnTo>
                        <a:pt x="1230" y="7121"/>
                      </a:lnTo>
                      <a:cubicBezTo>
                        <a:pt x="1356" y="7593"/>
                        <a:pt x="1545" y="8034"/>
                        <a:pt x="1797" y="8413"/>
                      </a:cubicBezTo>
                      <a:lnTo>
                        <a:pt x="1261" y="9169"/>
                      </a:lnTo>
                      <a:cubicBezTo>
                        <a:pt x="1167" y="9295"/>
                        <a:pt x="1198" y="9484"/>
                        <a:pt x="1324" y="9610"/>
                      </a:cubicBezTo>
                      <a:lnTo>
                        <a:pt x="2301" y="10586"/>
                      </a:lnTo>
                      <a:cubicBezTo>
                        <a:pt x="2368" y="10654"/>
                        <a:pt x="2454" y="10685"/>
                        <a:pt x="2533" y="10685"/>
                      </a:cubicBezTo>
                      <a:cubicBezTo>
                        <a:pt x="2602" y="10685"/>
                        <a:pt x="2666" y="10662"/>
                        <a:pt x="2710" y="10618"/>
                      </a:cubicBezTo>
                      <a:lnTo>
                        <a:pt x="3466" y="10114"/>
                      </a:lnTo>
                      <a:cubicBezTo>
                        <a:pt x="3876" y="10366"/>
                        <a:pt x="4286" y="10555"/>
                        <a:pt x="4790" y="10681"/>
                      </a:cubicBezTo>
                      <a:lnTo>
                        <a:pt x="4947" y="11563"/>
                      </a:lnTo>
                      <a:cubicBezTo>
                        <a:pt x="4979" y="11721"/>
                        <a:pt x="5105" y="11847"/>
                        <a:pt x="5294" y="11847"/>
                      </a:cubicBezTo>
                      <a:lnTo>
                        <a:pt x="6680" y="11847"/>
                      </a:lnTo>
                      <a:cubicBezTo>
                        <a:pt x="6837" y="11847"/>
                        <a:pt x="6995" y="11721"/>
                        <a:pt x="7027" y="11563"/>
                      </a:cubicBezTo>
                      <a:lnTo>
                        <a:pt x="7184" y="10681"/>
                      </a:lnTo>
                      <a:cubicBezTo>
                        <a:pt x="7657" y="10555"/>
                        <a:pt x="8098" y="10366"/>
                        <a:pt x="8476" y="10114"/>
                      </a:cubicBezTo>
                      <a:lnTo>
                        <a:pt x="9232" y="10618"/>
                      </a:lnTo>
                      <a:cubicBezTo>
                        <a:pt x="9301" y="10673"/>
                        <a:pt x="9370" y="10698"/>
                        <a:pt x="9436" y="10698"/>
                      </a:cubicBezTo>
                      <a:cubicBezTo>
                        <a:pt x="9521" y="10698"/>
                        <a:pt x="9602" y="10657"/>
                        <a:pt x="9673" y="10586"/>
                      </a:cubicBezTo>
                      <a:lnTo>
                        <a:pt x="10650" y="9610"/>
                      </a:lnTo>
                      <a:cubicBezTo>
                        <a:pt x="10776" y="9484"/>
                        <a:pt x="10776" y="9295"/>
                        <a:pt x="10681" y="9169"/>
                      </a:cubicBezTo>
                      <a:lnTo>
                        <a:pt x="10177" y="8413"/>
                      </a:lnTo>
                      <a:cubicBezTo>
                        <a:pt x="10398" y="8034"/>
                        <a:pt x="10618" y="7593"/>
                        <a:pt x="10713" y="7121"/>
                      </a:cubicBezTo>
                      <a:lnTo>
                        <a:pt x="11626" y="6963"/>
                      </a:lnTo>
                      <a:cubicBezTo>
                        <a:pt x="11784" y="6932"/>
                        <a:pt x="11910" y="6806"/>
                        <a:pt x="11910" y="6617"/>
                      </a:cubicBezTo>
                      <a:lnTo>
                        <a:pt x="11910" y="5231"/>
                      </a:lnTo>
                      <a:cubicBezTo>
                        <a:pt x="11910" y="5073"/>
                        <a:pt x="11784" y="4915"/>
                        <a:pt x="11626" y="4884"/>
                      </a:cubicBezTo>
                      <a:lnTo>
                        <a:pt x="10713" y="4726"/>
                      </a:lnTo>
                      <a:cubicBezTo>
                        <a:pt x="10618" y="4254"/>
                        <a:pt x="10398" y="3813"/>
                        <a:pt x="10177" y="3403"/>
                      </a:cubicBezTo>
                      <a:lnTo>
                        <a:pt x="10681" y="2679"/>
                      </a:lnTo>
                      <a:cubicBezTo>
                        <a:pt x="10807" y="2553"/>
                        <a:pt x="10776" y="2364"/>
                        <a:pt x="10650" y="2238"/>
                      </a:cubicBezTo>
                      <a:lnTo>
                        <a:pt x="9673" y="1261"/>
                      </a:lnTo>
                      <a:cubicBezTo>
                        <a:pt x="9605" y="1193"/>
                        <a:pt x="9520" y="1162"/>
                        <a:pt x="9435" y="1162"/>
                      </a:cubicBezTo>
                      <a:cubicBezTo>
                        <a:pt x="9362" y="1162"/>
                        <a:pt x="9290" y="1186"/>
                        <a:pt x="9232" y="1229"/>
                      </a:cubicBezTo>
                      <a:lnTo>
                        <a:pt x="8476" y="1734"/>
                      </a:lnTo>
                      <a:cubicBezTo>
                        <a:pt x="8098" y="1481"/>
                        <a:pt x="7657" y="1292"/>
                        <a:pt x="7184" y="1166"/>
                      </a:cubicBezTo>
                      <a:lnTo>
                        <a:pt x="6995" y="284"/>
                      </a:lnTo>
                      <a:cubicBezTo>
                        <a:pt x="6932" y="127"/>
                        <a:pt x="6837" y="1"/>
                        <a:pt x="6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27" name="Google Shape;9204;p73">
                <a:extLst>
                  <a:ext uri="{FF2B5EF4-FFF2-40B4-BE49-F238E27FC236}">
                    <a16:creationId xmlns:a16="http://schemas.microsoft.com/office/drawing/2014/main" id="{E6B8E813-95B6-A375-FEA6-C70344AF3398}"/>
                  </a:ext>
                </a:extLst>
              </p:cNvPr>
              <p:cNvSpPr/>
              <p:nvPr/>
            </p:nvSpPr>
            <p:spPr>
              <a:xfrm>
                <a:off x="2038541" y="2283625"/>
                <a:ext cx="499303" cy="495289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721" extrusionOk="0">
                    <a:moveTo>
                      <a:pt x="2395" y="631"/>
                    </a:moveTo>
                    <a:cubicBezTo>
                      <a:pt x="2584" y="631"/>
                      <a:pt x="2742" y="789"/>
                      <a:pt x="2742" y="978"/>
                    </a:cubicBezTo>
                    <a:cubicBezTo>
                      <a:pt x="2742" y="1167"/>
                      <a:pt x="2584" y="1324"/>
                      <a:pt x="2395" y="1324"/>
                    </a:cubicBezTo>
                    <a:lnTo>
                      <a:pt x="1009" y="1324"/>
                    </a:lnTo>
                    <a:cubicBezTo>
                      <a:pt x="820" y="1324"/>
                      <a:pt x="663" y="1167"/>
                      <a:pt x="663" y="978"/>
                    </a:cubicBezTo>
                    <a:cubicBezTo>
                      <a:pt x="663" y="789"/>
                      <a:pt x="820" y="631"/>
                      <a:pt x="1009" y="631"/>
                    </a:cubicBezTo>
                    <a:close/>
                    <a:moveTo>
                      <a:pt x="6554" y="631"/>
                    </a:moveTo>
                    <a:cubicBezTo>
                      <a:pt x="6774" y="631"/>
                      <a:pt x="6932" y="789"/>
                      <a:pt x="6932" y="978"/>
                    </a:cubicBezTo>
                    <a:cubicBezTo>
                      <a:pt x="6932" y="1167"/>
                      <a:pt x="6774" y="1324"/>
                      <a:pt x="6554" y="1324"/>
                    </a:cubicBezTo>
                    <a:lnTo>
                      <a:pt x="5199" y="1324"/>
                    </a:lnTo>
                    <a:cubicBezTo>
                      <a:pt x="4979" y="1324"/>
                      <a:pt x="4821" y="1167"/>
                      <a:pt x="4821" y="978"/>
                    </a:cubicBezTo>
                    <a:cubicBezTo>
                      <a:pt x="4821" y="789"/>
                      <a:pt x="4979" y="631"/>
                      <a:pt x="5199" y="631"/>
                    </a:cubicBezTo>
                    <a:close/>
                    <a:moveTo>
                      <a:pt x="10776" y="631"/>
                    </a:moveTo>
                    <a:cubicBezTo>
                      <a:pt x="10965" y="631"/>
                      <a:pt x="11122" y="789"/>
                      <a:pt x="11122" y="978"/>
                    </a:cubicBezTo>
                    <a:cubicBezTo>
                      <a:pt x="11122" y="1167"/>
                      <a:pt x="10965" y="1324"/>
                      <a:pt x="10776" y="1324"/>
                    </a:cubicBezTo>
                    <a:lnTo>
                      <a:pt x="9389" y="1324"/>
                    </a:lnTo>
                    <a:cubicBezTo>
                      <a:pt x="9200" y="1324"/>
                      <a:pt x="9043" y="1167"/>
                      <a:pt x="9043" y="978"/>
                    </a:cubicBezTo>
                    <a:cubicBezTo>
                      <a:pt x="9043" y="789"/>
                      <a:pt x="9200" y="631"/>
                      <a:pt x="9389" y="631"/>
                    </a:cubicBezTo>
                    <a:close/>
                    <a:moveTo>
                      <a:pt x="7279" y="4790"/>
                    </a:moveTo>
                    <a:cubicBezTo>
                      <a:pt x="7468" y="4790"/>
                      <a:pt x="7625" y="4947"/>
                      <a:pt x="7625" y="5136"/>
                    </a:cubicBezTo>
                    <a:lnTo>
                      <a:pt x="7625" y="6554"/>
                    </a:lnTo>
                    <a:cubicBezTo>
                      <a:pt x="7625" y="6775"/>
                      <a:pt x="7468" y="6932"/>
                      <a:pt x="7279" y="6932"/>
                    </a:cubicBezTo>
                    <a:lnTo>
                      <a:pt x="4506" y="6932"/>
                    </a:lnTo>
                    <a:cubicBezTo>
                      <a:pt x="4317" y="6932"/>
                      <a:pt x="4160" y="6775"/>
                      <a:pt x="4160" y="6554"/>
                    </a:cubicBezTo>
                    <a:lnTo>
                      <a:pt x="4160" y="5136"/>
                    </a:lnTo>
                    <a:cubicBezTo>
                      <a:pt x="4160" y="4947"/>
                      <a:pt x="4317" y="4790"/>
                      <a:pt x="4506" y="4790"/>
                    </a:cubicBezTo>
                    <a:close/>
                    <a:moveTo>
                      <a:pt x="2395" y="10398"/>
                    </a:moveTo>
                    <a:cubicBezTo>
                      <a:pt x="2584" y="10398"/>
                      <a:pt x="2742" y="10555"/>
                      <a:pt x="2742" y="10744"/>
                    </a:cubicBezTo>
                    <a:cubicBezTo>
                      <a:pt x="2742" y="10933"/>
                      <a:pt x="2584" y="11091"/>
                      <a:pt x="2395" y="11091"/>
                    </a:cubicBezTo>
                    <a:lnTo>
                      <a:pt x="1009" y="11091"/>
                    </a:lnTo>
                    <a:cubicBezTo>
                      <a:pt x="820" y="11091"/>
                      <a:pt x="663" y="10933"/>
                      <a:pt x="663" y="10744"/>
                    </a:cubicBezTo>
                    <a:cubicBezTo>
                      <a:pt x="663" y="10555"/>
                      <a:pt x="820" y="10398"/>
                      <a:pt x="1009" y="10398"/>
                    </a:cubicBezTo>
                    <a:close/>
                    <a:moveTo>
                      <a:pt x="6585" y="10398"/>
                    </a:moveTo>
                    <a:cubicBezTo>
                      <a:pt x="6806" y="10398"/>
                      <a:pt x="6964" y="10555"/>
                      <a:pt x="6964" y="10744"/>
                    </a:cubicBezTo>
                    <a:cubicBezTo>
                      <a:pt x="6964" y="10933"/>
                      <a:pt x="6806" y="11091"/>
                      <a:pt x="6585" y="11091"/>
                    </a:cubicBezTo>
                    <a:lnTo>
                      <a:pt x="5231" y="11091"/>
                    </a:lnTo>
                    <a:cubicBezTo>
                      <a:pt x="5010" y="11091"/>
                      <a:pt x="4853" y="10933"/>
                      <a:pt x="4853" y="10744"/>
                    </a:cubicBezTo>
                    <a:cubicBezTo>
                      <a:pt x="4853" y="10555"/>
                      <a:pt x="5010" y="10398"/>
                      <a:pt x="5231" y="10398"/>
                    </a:cubicBezTo>
                    <a:close/>
                    <a:moveTo>
                      <a:pt x="10776" y="10398"/>
                    </a:moveTo>
                    <a:cubicBezTo>
                      <a:pt x="10965" y="10398"/>
                      <a:pt x="11122" y="10555"/>
                      <a:pt x="11122" y="10744"/>
                    </a:cubicBezTo>
                    <a:cubicBezTo>
                      <a:pt x="11122" y="10933"/>
                      <a:pt x="10965" y="11091"/>
                      <a:pt x="10776" y="11091"/>
                    </a:cubicBezTo>
                    <a:lnTo>
                      <a:pt x="9389" y="11091"/>
                    </a:lnTo>
                    <a:cubicBezTo>
                      <a:pt x="9200" y="11091"/>
                      <a:pt x="9043" y="10933"/>
                      <a:pt x="9043" y="10744"/>
                    </a:cubicBezTo>
                    <a:cubicBezTo>
                      <a:pt x="9043" y="10555"/>
                      <a:pt x="9200" y="10398"/>
                      <a:pt x="9389" y="10398"/>
                    </a:cubicBezTo>
                    <a:close/>
                    <a:moveTo>
                      <a:pt x="1009" y="1"/>
                    </a:moveTo>
                    <a:cubicBezTo>
                      <a:pt x="410" y="1"/>
                      <a:pt x="1" y="474"/>
                      <a:pt x="1" y="1009"/>
                    </a:cubicBezTo>
                    <a:cubicBezTo>
                      <a:pt x="1" y="1608"/>
                      <a:pt x="473" y="2049"/>
                      <a:pt x="1009" y="2049"/>
                    </a:cubicBezTo>
                    <a:lnTo>
                      <a:pt x="1356" y="2049"/>
                    </a:lnTo>
                    <a:lnTo>
                      <a:pt x="1356" y="2395"/>
                    </a:lnTo>
                    <a:cubicBezTo>
                      <a:pt x="1356" y="2994"/>
                      <a:pt x="1828" y="3403"/>
                      <a:pt x="2395" y="3403"/>
                    </a:cubicBezTo>
                    <a:lnTo>
                      <a:pt x="5546" y="3403"/>
                    </a:lnTo>
                    <a:lnTo>
                      <a:pt x="5546" y="4128"/>
                    </a:lnTo>
                    <a:lnTo>
                      <a:pt x="4506" y="4128"/>
                    </a:lnTo>
                    <a:cubicBezTo>
                      <a:pt x="3939" y="4128"/>
                      <a:pt x="3466" y="4601"/>
                      <a:pt x="3466" y="5136"/>
                    </a:cubicBezTo>
                    <a:lnTo>
                      <a:pt x="3466" y="6554"/>
                    </a:lnTo>
                    <a:cubicBezTo>
                      <a:pt x="3466" y="7153"/>
                      <a:pt x="3939" y="7594"/>
                      <a:pt x="4506" y="7594"/>
                    </a:cubicBezTo>
                    <a:lnTo>
                      <a:pt x="5546" y="7594"/>
                    </a:lnTo>
                    <a:lnTo>
                      <a:pt x="5546" y="8287"/>
                    </a:lnTo>
                    <a:lnTo>
                      <a:pt x="2395" y="8287"/>
                    </a:lnTo>
                    <a:cubicBezTo>
                      <a:pt x="1797" y="8287"/>
                      <a:pt x="1356" y="8759"/>
                      <a:pt x="1356" y="9326"/>
                    </a:cubicBezTo>
                    <a:lnTo>
                      <a:pt x="1356" y="9673"/>
                    </a:lnTo>
                    <a:lnTo>
                      <a:pt x="1009" y="9673"/>
                    </a:lnTo>
                    <a:cubicBezTo>
                      <a:pt x="410" y="9673"/>
                      <a:pt x="1" y="10146"/>
                      <a:pt x="1" y="10713"/>
                    </a:cubicBezTo>
                    <a:cubicBezTo>
                      <a:pt x="1" y="11280"/>
                      <a:pt x="473" y="11721"/>
                      <a:pt x="1009" y="11721"/>
                    </a:cubicBezTo>
                    <a:lnTo>
                      <a:pt x="2395" y="11721"/>
                    </a:lnTo>
                    <a:cubicBezTo>
                      <a:pt x="2994" y="11721"/>
                      <a:pt x="3403" y="11248"/>
                      <a:pt x="3403" y="10713"/>
                    </a:cubicBezTo>
                    <a:cubicBezTo>
                      <a:pt x="3403" y="10114"/>
                      <a:pt x="2931" y="9673"/>
                      <a:pt x="2395" y="9673"/>
                    </a:cubicBezTo>
                    <a:lnTo>
                      <a:pt x="2049" y="9673"/>
                    </a:lnTo>
                    <a:lnTo>
                      <a:pt x="2049" y="9326"/>
                    </a:lnTo>
                    <a:cubicBezTo>
                      <a:pt x="2049" y="9137"/>
                      <a:pt x="2206" y="8980"/>
                      <a:pt x="2395" y="8980"/>
                    </a:cubicBezTo>
                    <a:lnTo>
                      <a:pt x="5546" y="8980"/>
                    </a:lnTo>
                    <a:lnTo>
                      <a:pt x="5546" y="9673"/>
                    </a:lnTo>
                    <a:lnTo>
                      <a:pt x="5199" y="9673"/>
                    </a:lnTo>
                    <a:cubicBezTo>
                      <a:pt x="4601" y="9673"/>
                      <a:pt x="4160" y="10146"/>
                      <a:pt x="4160" y="10713"/>
                    </a:cubicBezTo>
                    <a:cubicBezTo>
                      <a:pt x="4160" y="11280"/>
                      <a:pt x="4632" y="11721"/>
                      <a:pt x="5199" y="11721"/>
                    </a:cubicBezTo>
                    <a:lnTo>
                      <a:pt x="6554" y="11721"/>
                    </a:lnTo>
                    <a:cubicBezTo>
                      <a:pt x="7153" y="11721"/>
                      <a:pt x="7594" y="11248"/>
                      <a:pt x="7594" y="10713"/>
                    </a:cubicBezTo>
                    <a:cubicBezTo>
                      <a:pt x="7594" y="10114"/>
                      <a:pt x="7121" y="9673"/>
                      <a:pt x="6554" y="9673"/>
                    </a:cubicBezTo>
                    <a:lnTo>
                      <a:pt x="6207" y="9673"/>
                    </a:lnTo>
                    <a:lnTo>
                      <a:pt x="6207" y="8980"/>
                    </a:lnTo>
                    <a:lnTo>
                      <a:pt x="9358" y="8980"/>
                    </a:lnTo>
                    <a:cubicBezTo>
                      <a:pt x="9547" y="8980"/>
                      <a:pt x="9704" y="9137"/>
                      <a:pt x="9704" y="9326"/>
                    </a:cubicBezTo>
                    <a:lnTo>
                      <a:pt x="9704" y="9673"/>
                    </a:lnTo>
                    <a:lnTo>
                      <a:pt x="9358" y="9673"/>
                    </a:lnTo>
                    <a:cubicBezTo>
                      <a:pt x="8759" y="9673"/>
                      <a:pt x="8350" y="10146"/>
                      <a:pt x="8350" y="10713"/>
                    </a:cubicBezTo>
                    <a:cubicBezTo>
                      <a:pt x="8350" y="11280"/>
                      <a:pt x="8791" y="11721"/>
                      <a:pt x="9358" y="11721"/>
                    </a:cubicBezTo>
                    <a:lnTo>
                      <a:pt x="10744" y="11721"/>
                    </a:lnTo>
                    <a:cubicBezTo>
                      <a:pt x="11311" y="11721"/>
                      <a:pt x="11752" y="11248"/>
                      <a:pt x="11752" y="10713"/>
                    </a:cubicBezTo>
                    <a:cubicBezTo>
                      <a:pt x="11752" y="10114"/>
                      <a:pt x="11280" y="9673"/>
                      <a:pt x="10744" y="9673"/>
                    </a:cubicBezTo>
                    <a:lnTo>
                      <a:pt x="10366" y="9673"/>
                    </a:lnTo>
                    <a:lnTo>
                      <a:pt x="10366" y="9326"/>
                    </a:lnTo>
                    <a:cubicBezTo>
                      <a:pt x="10366" y="8728"/>
                      <a:pt x="9925" y="8287"/>
                      <a:pt x="9358" y="8287"/>
                    </a:cubicBezTo>
                    <a:lnTo>
                      <a:pt x="6207" y="8287"/>
                    </a:lnTo>
                    <a:lnTo>
                      <a:pt x="6207" y="7594"/>
                    </a:lnTo>
                    <a:lnTo>
                      <a:pt x="7216" y="7594"/>
                    </a:lnTo>
                    <a:cubicBezTo>
                      <a:pt x="7814" y="7594"/>
                      <a:pt x="8287" y="7121"/>
                      <a:pt x="8287" y="6554"/>
                    </a:cubicBezTo>
                    <a:lnTo>
                      <a:pt x="8287" y="5136"/>
                    </a:lnTo>
                    <a:cubicBezTo>
                      <a:pt x="8287" y="4569"/>
                      <a:pt x="7814" y="4128"/>
                      <a:pt x="7216" y="4128"/>
                    </a:cubicBezTo>
                    <a:lnTo>
                      <a:pt x="6207" y="4128"/>
                    </a:lnTo>
                    <a:lnTo>
                      <a:pt x="6207" y="3403"/>
                    </a:lnTo>
                    <a:lnTo>
                      <a:pt x="9389" y="3403"/>
                    </a:lnTo>
                    <a:cubicBezTo>
                      <a:pt x="9988" y="3403"/>
                      <a:pt x="10429" y="2931"/>
                      <a:pt x="10429" y="2395"/>
                    </a:cubicBezTo>
                    <a:lnTo>
                      <a:pt x="10429" y="2049"/>
                    </a:lnTo>
                    <a:lnTo>
                      <a:pt x="10776" y="2049"/>
                    </a:lnTo>
                    <a:cubicBezTo>
                      <a:pt x="11374" y="2049"/>
                      <a:pt x="11815" y="1576"/>
                      <a:pt x="11815" y="1009"/>
                    </a:cubicBezTo>
                    <a:cubicBezTo>
                      <a:pt x="11815" y="411"/>
                      <a:pt x="11343" y="1"/>
                      <a:pt x="10776" y="1"/>
                    </a:cubicBezTo>
                    <a:lnTo>
                      <a:pt x="9389" y="1"/>
                    </a:lnTo>
                    <a:cubicBezTo>
                      <a:pt x="8822" y="1"/>
                      <a:pt x="8381" y="474"/>
                      <a:pt x="8381" y="1009"/>
                    </a:cubicBezTo>
                    <a:cubicBezTo>
                      <a:pt x="8381" y="1608"/>
                      <a:pt x="8854" y="2049"/>
                      <a:pt x="9389" y="2049"/>
                    </a:cubicBezTo>
                    <a:lnTo>
                      <a:pt x="9767" y="2049"/>
                    </a:lnTo>
                    <a:lnTo>
                      <a:pt x="9767" y="2395"/>
                    </a:lnTo>
                    <a:cubicBezTo>
                      <a:pt x="9767" y="2584"/>
                      <a:pt x="9610" y="2742"/>
                      <a:pt x="9389" y="2742"/>
                    </a:cubicBezTo>
                    <a:lnTo>
                      <a:pt x="6239" y="2742"/>
                    </a:lnTo>
                    <a:lnTo>
                      <a:pt x="6239" y="2049"/>
                    </a:lnTo>
                    <a:lnTo>
                      <a:pt x="6617" y="2049"/>
                    </a:lnTo>
                    <a:cubicBezTo>
                      <a:pt x="7184" y="2049"/>
                      <a:pt x="7625" y="1576"/>
                      <a:pt x="7625" y="1009"/>
                    </a:cubicBezTo>
                    <a:cubicBezTo>
                      <a:pt x="7625" y="411"/>
                      <a:pt x="7153" y="1"/>
                      <a:pt x="6617" y="1"/>
                    </a:cubicBezTo>
                    <a:lnTo>
                      <a:pt x="5231" y="1"/>
                    </a:lnTo>
                    <a:cubicBezTo>
                      <a:pt x="4632" y="1"/>
                      <a:pt x="4191" y="474"/>
                      <a:pt x="4191" y="1009"/>
                    </a:cubicBezTo>
                    <a:cubicBezTo>
                      <a:pt x="4191" y="1608"/>
                      <a:pt x="4664" y="2049"/>
                      <a:pt x="5231" y="2049"/>
                    </a:cubicBezTo>
                    <a:lnTo>
                      <a:pt x="5577" y="2049"/>
                    </a:lnTo>
                    <a:lnTo>
                      <a:pt x="5577" y="2742"/>
                    </a:lnTo>
                    <a:lnTo>
                      <a:pt x="2427" y="2742"/>
                    </a:lnTo>
                    <a:cubicBezTo>
                      <a:pt x="2238" y="2742"/>
                      <a:pt x="2080" y="2584"/>
                      <a:pt x="2080" y="2395"/>
                    </a:cubicBezTo>
                    <a:lnTo>
                      <a:pt x="2080" y="2049"/>
                    </a:lnTo>
                    <a:lnTo>
                      <a:pt x="2427" y="2049"/>
                    </a:lnTo>
                    <a:cubicBezTo>
                      <a:pt x="3025" y="2049"/>
                      <a:pt x="3466" y="1576"/>
                      <a:pt x="3466" y="1009"/>
                    </a:cubicBezTo>
                    <a:cubicBezTo>
                      <a:pt x="3466" y="411"/>
                      <a:pt x="2994" y="1"/>
                      <a:pt x="24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28" name="Google Shape;9205;p73">
                <a:extLst>
                  <a:ext uri="{FF2B5EF4-FFF2-40B4-BE49-F238E27FC236}">
                    <a16:creationId xmlns:a16="http://schemas.microsoft.com/office/drawing/2014/main" id="{8D5442B4-49C1-8B4F-0DF1-A011466C1BA5}"/>
                  </a:ext>
                </a:extLst>
              </p:cNvPr>
              <p:cNvGrpSpPr/>
              <p:nvPr/>
            </p:nvGrpSpPr>
            <p:grpSpPr>
              <a:xfrm>
                <a:off x="2036574" y="2923500"/>
                <a:ext cx="503276" cy="502894"/>
                <a:chOff x="1413250" y="2680675"/>
                <a:chExt cx="297750" cy="297525"/>
              </a:xfrm>
              <a:grpFill/>
            </p:grpSpPr>
            <p:sp>
              <p:nvSpPr>
                <p:cNvPr id="431" name="Google Shape;9206;p73">
                  <a:extLst>
                    <a:ext uri="{FF2B5EF4-FFF2-40B4-BE49-F238E27FC236}">
                      <a16:creationId xmlns:a16="http://schemas.microsoft.com/office/drawing/2014/main" id="{17AAE3D1-E300-D676-88A1-11D4CB038183}"/>
                    </a:ext>
                  </a:extLst>
                </p:cNvPr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32" name="Google Shape;9207;p73">
                  <a:extLst>
                    <a:ext uri="{FF2B5EF4-FFF2-40B4-BE49-F238E27FC236}">
                      <a16:creationId xmlns:a16="http://schemas.microsoft.com/office/drawing/2014/main" id="{7494A1FC-8084-7CF9-67F7-C2C059FEB90F}"/>
                    </a:ext>
                  </a:extLst>
                </p:cNvPr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33" name="Google Shape;9208;p73">
                  <a:extLst>
                    <a:ext uri="{FF2B5EF4-FFF2-40B4-BE49-F238E27FC236}">
                      <a16:creationId xmlns:a16="http://schemas.microsoft.com/office/drawing/2014/main" id="{36F14F76-A2F8-C193-AC47-B9E9CF9CE774}"/>
                    </a:ext>
                  </a:extLst>
                </p:cNvPr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3498" extrusionOk="0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34" name="Google Shape;9209;p73">
                  <a:extLst>
                    <a:ext uri="{FF2B5EF4-FFF2-40B4-BE49-F238E27FC236}">
                      <a16:creationId xmlns:a16="http://schemas.microsoft.com/office/drawing/2014/main" id="{746AD06E-253C-12C8-CAE1-8BE002705142}"/>
                    </a:ext>
                  </a:extLst>
                </p:cNvPr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4916" extrusionOk="0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29" name="Google Shape;9210;p73">
                <a:extLst>
                  <a:ext uri="{FF2B5EF4-FFF2-40B4-BE49-F238E27FC236}">
                    <a16:creationId xmlns:a16="http://schemas.microsoft.com/office/drawing/2014/main" id="{CAE7CC4E-6360-0645-37D8-D71207816AB4}"/>
                  </a:ext>
                </a:extLst>
              </p:cNvPr>
              <p:cNvSpPr/>
              <p:nvPr/>
            </p:nvSpPr>
            <p:spPr>
              <a:xfrm>
                <a:off x="5271859" y="1687892"/>
                <a:ext cx="387450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1846" extrusionOk="0">
                    <a:moveTo>
                      <a:pt x="4695" y="2079"/>
                    </a:moveTo>
                    <a:cubicBezTo>
                      <a:pt x="5073" y="2079"/>
                      <a:pt x="5388" y="2394"/>
                      <a:pt x="5388" y="2772"/>
                    </a:cubicBezTo>
                    <a:cubicBezTo>
                      <a:pt x="5388" y="3181"/>
                      <a:pt x="5073" y="3496"/>
                      <a:pt x="4695" y="3496"/>
                    </a:cubicBezTo>
                    <a:cubicBezTo>
                      <a:pt x="4285" y="3496"/>
                      <a:pt x="3970" y="3181"/>
                      <a:pt x="3970" y="2772"/>
                    </a:cubicBezTo>
                    <a:cubicBezTo>
                      <a:pt x="3970" y="2394"/>
                      <a:pt x="4285" y="2079"/>
                      <a:pt x="4695" y="2079"/>
                    </a:cubicBezTo>
                    <a:close/>
                    <a:moveTo>
                      <a:pt x="4695" y="4189"/>
                    </a:moveTo>
                    <a:cubicBezTo>
                      <a:pt x="5640" y="4189"/>
                      <a:pt x="6428" y="4977"/>
                      <a:pt x="6428" y="5922"/>
                    </a:cubicBezTo>
                    <a:lnTo>
                      <a:pt x="6428" y="6300"/>
                    </a:lnTo>
                    <a:lnTo>
                      <a:pt x="2962" y="6300"/>
                    </a:lnTo>
                    <a:lnTo>
                      <a:pt x="2962" y="5922"/>
                    </a:lnTo>
                    <a:cubicBezTo>
                      <a:pt x="2962" y="4945"/>
                      <a:pt x="3750" y="4189"/>
                      <a:pt x="4695" y="4189"/>
                    </a:cubicBezTo>
                    <a:close/>
                    <a:moveTo>
                      <a:pt x="4730" y="664"/>
                    </a:moveTo>
                    <a:cubicBezTo>
                      <a:pt x="6870" y="664"/>
                      <a:pt x="8538" y="2418"/>
                      <a:pt x="8538" y="4473"/>
                    </a:cubicBezTo>
                    <a:cubicBezTo>
                      <a:pt x="8538" y="5544"/>
                      <a:pt x="8097" y="6552"/>
                      <a:pt x="7310" y="7277"/>
                    </a:cubicBezTo>
                    <a:cubicBezTo>
                      <a:pt x="7215" y="7403"/>
                      <a:pt x="7121" y="7466"/>
                      <a:pt x="6995" y="7497"/>
                    </a:cubicBezTo>
                    <a:cubicBezTo>
                      <a:pt x="6774" y="7718"/>
                      <a:pt x="6522" y="7907"/>
                      <a:pt x="6459" y="8285"/>
                    </a:cubicBezTo>
                    <a:lnTo>
                      <a:pt x="5041" y="8285"/>
                    </a:lnTo>
                    <a:lnTo>
                      <a:pt x="5041" y="6993"/>
                    </a:lnTo>
                    <a:lnTo>
                      <a:pt x="6774" y="6993"/>
                    </a:lnTo>
                    <a:cubicBezTo>
                      <a:pt x="6963" y="6993"/>
                      <a:pt x="7121" y="6836"/>
                      <a:pt x="7121" y="6647"/>
                    </a:cubicBezTo>
                    <a:lnTo>
                      <a:pt x="7121" y="5922"/>
                    </a:lnTo>
                    <a:cubicBezTo>
                      <a:pt x="7121" y="4945"/>
                      <a:pt x="6585" y="4126"/>
                      <a:pt x="5734" y="3717"/>
                    </a:cubicBezTo>
                    <a:cubicBezTo>
                      <a:pt x="5987" y="3496"/>
                      <a:pt x="6113" y="3181"/>
                      <a:pt x="6113" y="2835"/>
                    </a:cubicBezTo>
                    <a:cubicBezTo>
                      <a:pt x="6113" y="2079"/>
                      <a:pt x="5482" y="1448"/>
                      <a:pt x="4726" y="1448"/>
                    </a:cubicBezTo>
                    <a:cubicBezTo>
                      <a:pt x="3970" y="1448"/>
                      <a:pt x="3340" y="2079"/>
                      <a:pt x="3340" y="2835"/>
                    </a:cubicBezTo>
                    <a:cubicBezTo>
                      <a:pt x="3340" y="3181"/>
                      <a:pt x="3466" y="3496"/>
                      <a:pt x="3687" y="3717"/>
                    </a:cubicBezTo>
                    <a:cubicBezTo>
                      <a:pt x="2868" y="4126"/>
                      <a:pt x="2332" y="4945"/>
                      <a:pt x="2332" y="5922"/>
                    </a:cubicBezTo>
                    <a:lnTo>
                      <a:pt x="2332" y="6647"/>
                    </a:lnTo>
                    <a:cubicBezTo>
                      <a:pt x="2332" y="6836"/>
                      <a:pt x="2489" y="6993"/>
                      <a:pt x="2679" y="6993"/>
                    </a:cubicBezTo>
                    <a:lnTo>
                      <a:pt x="4411" y="6993"/>
                    </a:lnTo>
                    <a:lnTo>
                      <a:pt x="4411" y="8411"/>
                    </a:lnTo>
                    <a:lnTo>
                      <a:pt x="2931" y="8411"/>
                    </a:lnTo>
                    <a:lnTo>
                      <a:pt x="2931" y="8380"/>
                    </a:lnTo>
                    <a:cubicBezTo>
                      <a:pt x="2836" y="7938"/>
                      <a:pt x="2615" y="7749"/>
                      <a:pt x="2363" y="7560"/>
                    </a:cubicBezTo>
                    <a:cubicBezTo>
                      <a:pt x="2300" y="7466"/>
                      <a:pt x="2174" y="7403"/>
                      <a:pt x="2048" y="7277"/>
                    </a:cubicBezTo>
                    <a:cubicBezTo>
                      <a:pt x="1135" y="6395"/>
                      <a:pt x="757" y="5135"/>
                      <a:pt x="946" y="3874"/>
                    </a:cubicBezTo>
                    <a:cubicBezTo>
                      <a:pt x="1198" y="2236"/>
                      <a:pt x="2615" y="881"/>
                      <a:pt x="4254" y="692"/>
                    </a:cubicBezTo>
                    <a:cubicBezTo>
                      <a:pt x="4415" y="673"/>
                      <a:pt x="4574" y="664"/>
                      <a:pt x="4730" y="664"/>
                    </a:cubicBezTo>
                    <a:close/>
                    <a:moveTo>
                      <a:pt x="6428" y="9073"/>
                    </a:moveTo>
                    <a:lnTo>
                      <a:pt x="6428" y="9419"/>
                    </a:lnTo>
                    <a:cubicBezTo>
                      <a:pt x="6428" y="9640"/>
                      <a:pt x="6270" y="9797"/>
                      <a:pt x="6081" y="9797"/>
                    </a:cubicBezTo>
                    <a:lnTo>
                      <a:pt x="3309" y="9797"/>
                    </a:lnTo>
                    <a:cubicBezTo>
                      <a:pt x="3120" y="9797"/>
                      <a:pt x="2962" y="9640"/>
                      <a:pt x="2962" y="9419"/>
                    </a:cubicBezTo>
                    <a:lnTo>
                      <a:pt x="2962" y="9073"/>
                    </a:lnTo>
                    <a:close/>
                    <a:moveTo>
                      <a:pt x="5703" y="10459"/>
                    </a:moveTo>
                    <a:lnTo>
                      <a:pt x="5703" y="10805"/>
                    </a:lnTo>
                    <a:cubicBezTo>
                      <a:pt x="5703" y="10994"/>
                      <a:pt x="5545" y="11183"/>
                      <a:pt x="5356" y="11183"/>
                    </a:cubicBezTo>
                    <a:lnTo>
                      <a:pt x="3970" y="11183"/>
                    </a:lnTo>
                    <a:cubicBezTo>
                      <a:pt x="3781" y="11183"/>
                      <a:pt x="3624" y="10994"/>
                      <a:pt x="3624" y="10805"/>
                    </a:cubicBezTo>
                    <a:lnTo>
                      <a:pt x="3624" y="10459"/>
                    </a:lnTo>
                    <a:close/>
                    <a:moveTo>
                      <a:pt x="4662" y="0"/>
                    </a:moveTo>
                    <a:cubicBezTo>
                      <a:pt x="4486" y="0"/>
                      <a:pt x="4308" y="10"/>
                      <a:pt x="4128" y="31"/>
                    </a:cubicBezTo>
                    <a:cubicBezTo>
                      <a:pt x="2174" y="251"/>
                      <a:pt x="568" y="1827"/>
                      <a:pt x="253" y="3780"/>
                    </a:cubicBezTo>
                    <a:cubicBezTo>
                      <a:pt x="1" y="5229"/>
                      <a:pt x="505" y="6710"/>
                      <a:pt x="1576" y="7749"/>
                    </a:cubicBezTo>
                    <a:cubicBezTo>
                      <a:pt x="1733" y="7875"/>
                      <a:pt x="1859" y="7970"/>
                      <a:pt x="1922" y="8064"/>
                    </a:cubicBezTo>
                    <a:cubicBezTo>
                      <a:pt x="2206" y="8285"/>
                      <a:pt x="2237" y="8348"/>
                      <a:pt x="2237" y="8695"/>
                    </a:cubicBezTo>
                    <a:lnTo>
                      <a:pt x="2237" y="9388"/>
                    </a:lnTo>
                    <a:cubicBezTo>
                      <a:pt x="2237" y="9829"/>
                      <a:pt x="2521" y="10238"/>
                      <a:pt x="2962" y="10396"/>
                    </a:cubicBezTo>
                    <a:lnTo>
                      <a:pt x="2962" y="10774"/>
                    </a:lnTo>
                    <a:cubicBezTo>
                      <a:pt x="2962" y="11404"/>
                      <a:pt x="3435" y="11845"/>
                      <a:pt x="3970" y="11845"/>
                    </a:cubicBezTo>
                    <a:lnTo>
                      <a:pt x="5356" y="11845"/>
                    </a:lnTo>
                    <a:cubicBezTo>
                      <a:pt x="5955" y="11845"/>
                      <a:pt x="6396" y="11372"/>
                      <a:pt x="6396" y="10805"/>
                    </a:cubicBezTo>
                    <a:lnTo>
                      <a:pt x="6396" y="10427"/>
                    </a:lnTo>
                    <a:cubicBezTo>
                      <a:pt x="6774" y="10270"/>
                      <a:pt x="7089" y="9923"/>
                      <a:pt x="7089" y="9451"/>
                    </a:cubicBezTo>
                    <a:lnTo>
                      <a:pt x="7089" y="8726"/>
                    </a:lnTo>
                    <a:cubicBezTo>
                      <a:pt x="7089" y="8380"/>
                      <a:pt x="7121" y="8348"/>
                      <a:pt x="7404" y="8096"/>
                    </a:cubicBezTo>
                    <a:cubicBezTo>
                      <a:pt x="7499" y="8033"/>
                      <a:pt x="7593" y="7938"/>
                      <a:pt x="7751" y="7812"/>
                    </a:cubicBezTo>
                    <a:cubicBezTo>
                      <a:pt x="8664" y="6962"/>
                      <a:pt x="9169" y="5765"/>
                      <a:pt x="9169" y="4504"/>
                    </a:cubicBezTo>
                    <a:cubicBezTo>
                      <a:pt x="9169" y="2060"/>
                      <a:pt x="7186" y="0"/>
                      <a:pt x="4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30" name="Google Shape;9211;p73">
                <a:extLst>
                  <a:ext uri="{FF2B5EF4-FFF2-40B4-BE49-F238E27FC236}">
                    <a16:creationId xmlns:a16="http://schemas.microsoft.com/office/drawing/2014/main" id="{6BB5FCFE-DCFA-D75E-8F66-EFAC0C25A2B9}"/>
                  </a:ext>
                </a:extLst>
              </p:cNvPr>
              <p:cNvSpPr/>
              <p:nvPr/>
            </p:nvSpPr>
            <p:spPr>
              <a:xfrm>
                <a:off x="5203298" y="2281976"/>
                <a:ext cx="524573" cy="498585"/>
              </a:xfrm>
              <a:custGeom>
                <a:avLst/>
                <a:gdLst/>
                <a:ahLst/>
                <a:cxnLst/>
                <a:rect l="l" t="t" r="r" b="b"/>
                <a:pathLst>
                  <a:path w="12414" h="11799" extrusionOk="0">
                    <a:moveTo>
                      <a:pt x="8979" y="2127"/>
                    </a:moveTo>
                    <a:cubicBezTo>
                      <a:pt x="9247" y="2127"/>
                      <a:pt x="9515" y="2229"/>
                      <a:pt x="9704" y="2434"/>
                    </a:cubicBezTo>
                    <a:cubicBezTo>
                      <a:pt x="10113" y="2812"/>
                      <a:pt x="10113" y="3473"/>
                      <a:pt x="9704" y="3883"/>
                    </a:cubicBezTo>
                    <a:lnTo>
                      <a:pt x="8885" y="4702"/>
                    </a:lnTo>
                    <a:cubicBezTo>
                      <a:pt x="8790" y="4765"/>
                      <a:pt x="8696" y="4860"/>
                      <a:pt x="8601" y="4891"/>
                    </a:cubicBezTo>
                    <a:cubicBezTo>
                      <a:pt x="8790" y="4513"/>
                      <a:pt x="8727" y="4041"/>
                      <a:pt x="8412" y="3726"/>
                    </a:cubicBezTo>
                    <a:cubicBezTo>
                      <a:pt x="8206" y="3520"/>
                      <a:pt x="7933" y="3408"/>
                      <a:pt x="7654" y="3408"/>
                    </a:cubicBezTo>
                    <a:cubicBezTo>
                      <a:pt x="7507" y="3408"/>
                      <a:pt x="7357" y="3439"/>
                      <a:pt x="7215" y="3505"/>
                    </a:cubicBezTo>
                    <a:cubicBezTo>
                      <a:pt x="7278" y="3410"/>
                      <a:pt x="7341" y="3316"/>
                      <a:pt x="7436" y="3253"/>
                    </a:cubicBezTo>
                    <a:lnTo>
                      <a:pt x="8255" y="2434"/>
                    </a:lnTo>
                    <a:cubicBezTo>
                      <a:pt x="8444" y="2229"/>
                      <a:pt x="8711" y="2127"/>
                      <a:pt x="8979" y="2127"/>
                    </a:cubicBezTo>
                    <a:close/>
                    <a:moveTo>
                      <a:pt x="9027" y="685"/>
                    </a:moveTo>
                    <a:cubicBezTo>
                      <a:pt x="9649" y="685"/>
                      <a:pt x="10271" y="922"/>
                      <a:pt x="10744" y="1394"/>
                    </a:cubicBezTo>
                    <a:cubicBezTo>
                      <a:pt x="11689" y="2339"/>
                      <a:pt x="11689" y="3883"/>
                      <a:pt x="10744" y="4828"/>
                    </a:cubicBezTo>
                    <a:lnTo>
                      <a:pt x="9893" y="5647"/>
                    </a:lnTo>
                    <a:cubicBezTo>
                      <a:pt x="9431" y="6109"/>
                      <a:pt x="8816" y="6356"/>
                      <a:pt x="8187" y="6356"/>
                    </a:cubicBezTo>
                    <a:cubicBezTo>
                      <a:pt x="7914" y="6356"/>
                      <a:pt x="7639" y="6310"/>
                      <a:pt x="7373" y="6214"/>
                    </a:cubicBezTo>
                    <a:lnTo>
                      <a:pt x="7940" y="5647"/>
                    </a:lnTo>
                    <a:cubicBezTo>
                      <a:pt x="8008" y="5655"/>
                      <a:pt x="8077" y="5659"/>
                      <a:pt x="8146" y="5659"/>
                    </a:cubicBezTo>
                    <a:cubicBezTo>
                      <a:pt x="8617" y="5659"/>
                      <a:pt x="9087" y="5477"/>
                      <a:pt x="9389" y="5175"/>
                    </a:cubicBezTo>
                    <a:lnTo>
                      <a:pt x="10208" y="4356"/>
                    </a:lnTo>
                    <a:cubicBezTo>
                      <a:pt x="10901" y="3694"/>
                      <a:pt x="10901" y="2591"/>
                      <a:pt x="10208" y="1898"/>
                    </a:cubicBezTo>
                    <a:cubicBezTo>
                      <a:pt x="9877" y="1567"/>
                      <a:pt x="9436" y="1402"/>
                      <a:pt x="8995" y="1402"/>
                    </a:cubicBezTo>
                    <a:cubicBezTo>
                      <a:pt x="8554" y="1402"/>
                      <a:pt x="8113" y="1567"/>
                      <a:pt x="7782" y="1898"/>
                    </a:cubicBezTo>
                    <a:lnTo>
                      <a:pt x="6931" y="2749"/>
                    </a:lnTo>
                    <a:cubicBezTo>
                      <a:pt x="6553" y="3127"/>
                      <a:pt x="6396" y="3694"/>
                      <a:pt x="6490" y="4198"/>
                    </a:cubicBezTo>
                    <a:lnTo>
                      <a:pt x="5923" y="4734"/>
                    </a:lnTo>
                    <a:cubicBezTo>
                      <a:pt x="5608" y="3883"/>
                      <a:pt x="5797" y="2906"/>
                      <a:pt x="6490" y="2213"/>
                    </a:cubicBezTo>
                    <a:lnTo>
                      <a:pt x="7309" y="1394"/>
                    </a:lnTo>
                    <a:cubicBezTo>
                      <a:pt x="7782" y="922"/>
                      <a:pt x="8404" y="685"/>
                      <a:pt x="9027" y="685"/>
                    </a:cubicBezTo>
                    <a:close/>
                    <a:moveTo>
                      <a:pt x="7703" y="4104"/>
                    </a:moveTo>
                    <a:cubicBezTo>
                      <a:pt x="7790" y="4104"/>
                      <a:pt x="7877" y="4135"/>
                      <a:pt x="7940" y="4198"/>
                    </a:cubicBezTo>
                    <a:cubicBezTo>
                      <a:pt x="8066" y="4324"/>
                      <a:pt x="8066" y="4545"/>
                      <a:pt x="7940" y="4671"/>
                    </a:cubicBezTo>
                    <a:lnTo>
                      <a:pt x="4978" y="7632"/>
                    </a:lnTo>
                    <a:cubicBezTo>
                      <a:pt x="4915" y="7679"/>
                      <a:pt x="4828" y="7703"/>
                      <a:pt x="4742" y="7703"/>
                    </a:cubicBezTo>
                    <a:cubicBezTo>
                      <a:pt x="4655" y="7703"/>
                      <a:pt x="4569" y="7679"/>
                      <a:pt x="4506" y="7632"/>
                    </a:cubicBezTo>
                    <a:cubicBezTo>
                      <a:pt x="4380" y="7506"/>
                      <a:pt x="4380" y="7254"/>
                      <a:pt x="4506" y="7160"/>
                    </a:cubicBezTo>
                    <a:lnTo>
                      <a:pt x="7467" y="4198"/>
                    </a:lnTo>
                    <a:cubicBezTo>
                      <a:pt x="7530" y="4135"/>
                      <a:pt x="7617" y="4104"/>
                      <a:pt x="7703" y="4104"/>
                    </a:cubicBezTo>
                    <a:close/>
                    <a:moveTo>
                      <a:pt x="3781" y="6939"/>
                    </a:moveTo>
                    <a:lnTo>
                      <a:pt x="3781" y="6939"/>
                    </a:lnTo>
                    <a:cubicBezTo>
                      <a:pt x="3592" y="7349"/>
                      <a:pt x="3686" y="7821"/>
                      <a:pt x="4001" y="8136"/>
                    </a:cubicBezTo>
                    <a:cubicBezTo>
                      <a:pt x="4198" y="8333"/>
                      <a:pt x="4457" y="8432"/>
                      <a:pt x="4715" y="8432"/>
                    </a:cubicBezTo>
                    <a:cubicBezTo>
                      <a:pt x="4870" y="8432"/>
                      <a:pt x="5025" y="8396"/>
                      <a:pt x="5167" y="8325"/>
                    </a:cubicBezTo>
                    <a:lnTo>
                      <a:pt x="5167" y="8325"/>
                    </a:lnTo>
                    <a:cubicBezTo>
                      <a:pt x="5136" y="8451"/>
                      <a:pt x="5041" y="8514"/>
                      <a:pt x="4978" y="8609"/>
                    </a:cubicBezTo>
                    <a:lnTo>
                      <a:pt x="4159" y="9428"/>
                    </a:lnTo>
                    <a:cubicBezTo>
                      <a:pt x="3954" y="9633"/>
                      <a:pt x="3686" y="9735"/>
                      <a:pt x="3419" y="9735"/>
                    </a:cubicBezTo>
                    <a:cubicBezTo>
                      <a:pt x="3151" y="9735"/>
                      <a:pt x="2883" y="9633"/>
                      <a:pt x="2678" y="9428"/>
                    </a:cubicBezTo>
                    <a:cubicBezTo>
                      <a:pt x="2300" y="9050"/>
                      <a:pt x="2300" y="8357"/>
                      <a:pt x="2678" y="7979"/>
                    </a:cubicBezTo>
                    <a:lnTo>
                      <a:pt x="3529" y="7160"/>
                    </a:lnTo>
                    <a:cubicBezTo>
                      <a:pt x="3592" y="7065"/>
                      <a:pt x="3718" y="7002"/>
                      <a:pt x="3781" y="6939"/>
                    </a:cubicBezTo>
                    <a:close/>
                    <a:moveTo>
                      <a:pt x="4212" y="5467"/>
                    </a:moveTo>
                    <a:cubicBezTo>
                      <a:pt x="4492" y="5467"/>
                      <a:pt x="4773" y="5516"/>
                      <a:pt x="5041" y="5616"/>
                    </a:cubicBezTo>
                    <a:lnTo>
                      <a:pt x="4506" y="6151"/>
                    </a:lnTo>
                    <a:cubicBezTo>
                      <a:pt x="4437" y="6143"/>
                      <a:pt x="4368" y="6139"/>
                      <a:pt x="4299" y="6139"/>
                    </a:cubicBezTo>
                    <a:cubicBezTo>
                      <a:pt x="3828" y="6139"/>
                      <a:pt x="3358" y="6322"/>
                      <a:pt x="3056" y="6624"/>
                    </a:cubicBezTo>
                    <a:lnTo>
                      <a:pt x="2206" y="7475"/>
                    </a:lnTo>
                    <a:cubicBezTo>
                      <a:pt x="1544" y="8136"/>
                      <a:pt x="1544" y="9239"/>
                      <a:pt x="2206" y="9900"/>
                    </a:cubicBezTo>
                    <a:cubicBezTo>
                      <a:pt x="2552" y="10231"/>
                      <a:pt x="3001" y="10397"/>
                      <a:pt x="3446" y="10397"/>
                    </a:cubicBezTo>
                    <a:cubicBezTo>
                      <a:pt x="3891" y="10397"/>
                      <a:pt x="4332" y="10231"/>
                      <a:pt x="4663" y="9900"/>
                    </a:cubicBezTo>
                    <a:lnTo>
                      <a:pt x="5482" y="9081"/>
                    </a:lnTo>
                    <a:cubicBezTo>
                      <a:pt x="5892" y="8672"/>
                      <a:pt x="6049" y="8136"/>
                      <a:pt x="5955" y="7632"/>
                    </a:cubicBezTo>
                    <a:lnTo>
                      <a:pt x="6522" y="7065"/>
                    </a:lnTo>
                    <a:lnTo>
                      <a:pt x="6522" y="7065"/>
                    </a:lnTo>
                    <a:cubicBezTo>
                      <a:pt x="6837" y="7947"/>
                      <a:pt x="6648" y="8924"/>
                      <a:pt x="5955" y="9585"/>
                    </a:cubicBezTo>
                    <a:lnTo>
                      <a:pt x="5136" y="10405"/>
                    </a:lnTo>
                    <a:cubicBezTo>
                      <a:pt x="4663" y="10877"/>
                      <a:pt x="4041" y="11113"/>
                      <a:pt x="3419" y="11113"/>
                    </a:cubicBezTo>
                    <a:cubicBezTo>
                      <a:pt x="2796" y="11113"/>
                      <a:pt x="2174" y="10877"/>
                      <a:pt x="1702" y="10405"/>
                    </a:cubicBezTo>
                    <a:cubicBezTo>
                      <a:pt x="756" y="9459"/>
                      <a:pt x="756" y="7916"/>
                      <a:pt x="1702" y="7002"/>
                    </a:cubicBezTo>
                    <a:lnTo>
                      <a:pt x="2552" y="6151"/>
                    </a:lnTo>
                    <a:cubicBezTo>
                      <a:pt x="3005" y="5699"/>
                      <a:pt x="3605" y="5467"/>
                      <a:pt x="4212" y="5467"/>
                    </a:cubicBezTo>
                    <a:close/>
                    <a:moveTo>
                      <a:pt x="8999" y="0"/>
                    </a:moveTo>
                    <a:cubicBezTo>
                      <a:pt x="8200" y="0"/>
                      <a:pt x="7404" y="307"/>
                      <a:pt x="6805" y="922"/>
                    </a:cubicBezTo>
                    <a:lnTo>
                      <a:pt x="5955" y="1741"/>
                    </a:lnTo>
                    <a:cubicBezTo>
                      <a:pt x="5136" y="2560"/>
                      <a:pt x="4852" y="3789"/>
                      <a:pt x="5230" y="4891"/>
                    </a:cubicBezTo>
                    <a:cubicBezTo>
                      <a:pt x="4920" y="4794"/>
                      <a:pt x="4601" y="4746"/>
                      <a:pt x="4283" y="4746"/>
                    </a:cubicBezTo>
                    <a:cubicBezTo>
                      <a:pt x="3469" y="4746"/>
                      <a:pt x="2669" y="5058"/>
                      <a:pt x="2080" y="5647"/>
                    </a:cubicBezTo>
                    <a:lnTo>
                      <a:pt x="1229" y="6466"/>
                    </a:lnTo>
                    <a:cubicBezTo>
                      <a:pt x="0" y="7695"/>
                      <a:pt x="0" y="9680"/>
                      <a:pt x="1229" y="10877"/>
                    </a:cubicBezTo>
                    <a:cubicBezTo>
                      <a:pt x="1843" y="11491"/>
                      <a:pt x="2647" y="11799"/>
                      <a:pt x="3446" y="11799"/>
                    </a:cubicBezTo>
                    <a:cubicBezTo>
                      <a:pt x="4246" y="11799"/>
                      <a:pt x="5041" y="11491"/>
                      <a:pt x="5640" y="10877"/>
                    </a:cubicBezTo>
                    <a:lnTo>
                      <a:pt x="6490" y="10058"/>
                    </a:lnTo>
                    <a:cubicBezTo>
                      <a:pt x="7309" y="9239"/>
                      <a:pt x="7593" y="8010"/>
                      <a:pt x="7215" y="6908"/>
                    </a:cubicBezTo>
                    <a:lnTo>
                      <a:pt x="7215" y="6908"/>
                    </a:lnTo>
                    <a:cubicBezTo>
                      <a:pt x="7525" y="7005"/>
                      <a:pt x="7844" y="7053"/>
                      <a:pt x="8162" y="7053"/>
                    </a:cubicBezTo>
                    <a:cubicBezTo>
                      <a:pt x="8976" y="7053"/>
                      <a:pt x="9776" y="6740"/>
                      <a:pt x="10365" y="6151"/>
                    </a:cubicBezTo>
                    <a:lnTo>
                      <a:pt x="11216" y="5332"/>
                    </a:lnTo>
                    <a:cubicBezTo>
                      <a:pt x="12413" y="4104"/>
                      <a:pt x="12413" y="2150"/>
                      <a:pt x="11216" y="922"/>
                    </a:cubicBezTo>
                    <a:cubicBezTo>
                      <a:pt x="10602" y="307"/>
                      <a:pt x="9798" y="0"/>
                      <a:pt x="8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31" name="Google Shape;9212;p73">
                <a:extLst>
                  <a:ext uri="{FF2B5EF4-FFF2-40B4-BE49-F238E27FC236}">
                    <a16:creationId xmlns:a16="http://schemas.microsoft.com/office/drawing/2014/main" id="{45123707-09EF-9690-AE50-37B62B42BE2F}"/>
                  </a:ext>
                </a:extLst>
              </p:cNvPr>
              <p:cNvSpPr/>
              <p:nvPr/>
            </p:nvSpPr>
            <p:spPr>
              <a:xfrm>
                <a:off x="5213946" y="2924655"/>
                <a:ext cx="503276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46" extrusionOk="0">
                    <a:moveTo>
                      <a:pt x="5924" y="2080"/>
                    </a:moveTo>
                    <a:cubicBezTo>
                      <a:pt x="6302" y="2080"/>
                      <a:pt x="6617" y="2395"/>
                      <a:pt x="6617" y="2773"/>
                    </a:cubicBezTo>
                    <a:cubicBezTo>
                      <a:pt x="6617" y="3182"/>
                      <a:pt x="6302" y="3497"/>
                      <a:pt x="5924" y="3497"/>
                    </a:cubicBezTo>
                    <a:cubicBezTo>
                      <a:pt x="5514" y="3497"/>
                      <a:pt x="5199" y="3182"/>
                      <a:pt x="5199" y="2773"/>
                    </a:cubicBezTo>
                    <a:cubicBezTo>
                      <a:pt x="5199" y="2395"/>
                      <a:pt x="5514" y="2080"/>
                      <a:pt x="5924" y="2080"/>
                    </a:cubicBezTo>
                    <a:close/>
                    <a:moveTo>
                      <a:pt x="5924" y="662"/>
                    </a:moveTo>
                    <a:cubicBezTo>
                      <a:pt x="7247" y="662"/>
                      <a:pt x="8318" y="1764"/>
                      <a:pt x="8318" y="3088"/>
                    </a:cubicBezTo>
                    <a:cubicBezTo>
                      <a:pt x="8318" y="3655"/>
                      <a:pt x="8129" y="4190"/>
                      <a:pt x="7783" y="4631"/>
                    </a:cubicBezTo>
                    <a:cubicBezTo>
                      <a:pt x="7562" y="4222"/>
                      <a:pt x="7310" y="3907"/>
                      <a:pt x="6900" y="3686"/>
                    </a:cubicBezTo>
                    <a:cubicBezTo>
                      <a:pt x="7153" y="3434"/>
                      <a:pt x="7310" y="3088"/>
                      <a:pt x="7310" y="2741"/>
                    </a:cubicBezTo>
                    <a:cubicBezTo>
                      <a:pt x="7310" y="1985"/>
                      <a:pt x="6680" y="1355"/>
                      <a:pt x="5924" y="1355"/>
                    </a:cubicBezTo>
                    <a:cubicBezTo>
                      <a:pt x="5168" y="1355"/>
                      <a:pt x="4538" y="1985"/>
                      <a:pt x="4538" y="2741"/>
                    </a:cubicBezTo>
                    <a:cubicBezTo>
                      <a:pt x="4538" y="3088"/>
                      <a:pt x="4695" y="3434"/>
                      <a:pt x="4947" y="3686"/>
                    </a:cubicBezTo>
                    <a:cubicBezTo>
                      <a:pt x="4538" y="3938"/>
                      <a:pt x="4223" y="4285"/>
                      <a:pt x="4034" y="4631"/>
                    </a:cubicBezTo>
                    <a:cubicBezTo>
                      <a:pt x="3592" y="4096"/>
                      <a:pt x="3403" y="3403"/>
                      <a:pt x="3498" y="2741"/>
                    </a:cubicBezTo>
                    <a:cubicBezTo>
                      <a:pt x="3655" y="1638"/>
                      <a:pt x="4664" y="662"/>
                      <a:pt x="5924" y="662"/>
                    </a:cubicBezTo>
                    <a:close/>
                    <a:moveTo>
                      <a:pt x="5924" y="4159"/>
                    </a:moveTo>
                    <a:cubicBezTo>
                      <a:pt x="6554" y="4159"/>
                      <a:pt x="7058" y="4600"/>
                      <a:pt x="7247" y="5135"/>
                    </a:cubicBezTo>
                    <a:cubicBezTo>
                      <a:pt x="6869" y="5388"/>
                      <a:pt x="6428" y="5545"/>
                      <a:pt x="5924" y="5545"/>
                    </a:cubicBezTo>
                    <a:cubicBezTo>
                      <a:pt x="5451" y="5545"/>
                      <a:pt x="4979" y="5388"/>
                      <a:pt x="4569" y="5135"/>
                    </a:cubicBezTo>
                    <a:cubicBezTo>
                      <a:pt x="4727" y="4568"/>
                      <a:pt x="5294" y="4159"/>
                      <a:pt x="5924" y="4159"/>
                    </a:cubicBezTo>
                    <a:close/>
                    <a:moveTo>
                      <a:pt x="1734" y="9042"/>
                    </a:moveTo>
                    <a:cubicBezTo>
                      <a:pt x="2301" y="9042"/>
                      <a:pt x="2773" y="9483"/>
                      <a:pt x="2773" y="10082"/>
                    </a:cubicBezTo>
                    <a:cubicBezTo>
                      <a:pt x="2773" y="10649"/>
                      <a:pt x="2301" y="11121"/>
                      <a:pt x="1734" y="11121"/>
                    </a:cubicBezTo>
                    <a:cubicBezTo>
                      <a:pt x="1198" y="11121"/>
                      <a:pt x="726" y="10649"/>
                      <a:pt x="726" y="10082"/>
                    </a:cubicBezTo>
                    <a:cubicBezTo>
                      <a:pt x="726" y="9483"/>
                      <a:pt x="1198" y="9042"/>
                      <a:pt x="1734" y="9042"/>
                    </a:cubicBezTo>
                    <a:close/>
                    <a:moveTo>
                      <a:pt x="5924" y="9042"/>
                    </a:moveTo>
                    <a:cubicBezTo>
                      <a:pt x="6522" y="9042"/>
                      <a:pt x="6932" y="9515"/>
                      <a:pt x="6932" y="10082"/>
                    </a:cubicBezTo>
                    <a:cubicBezTo>
                      <a:pt x="6932" y="10649"/>
                      <a:pt x="6459" y="11121"/>
                      <a:pt x="5924" y="11121"/>
                    </a:cubicBezTo>
                    <a:cubicBezTo>
                      <a:pt x="5357" y="11121"/>
                      <a:pt x="4884" y="10649"/>
                      <a:pt x="4884" y="10082"/>
                    </a:cubicBezTo>
                    <a:cubicBezTo>
                      <a:pt x="4884" y="9483"/>
                      <a:pt x="5325" y="9042"/>
                      <a:pt x="5924" y="9042"/>
                    </a:cubicBezTo>
                    <a:close/>
                    <a:moveTo>
                      <a:pt x="10145" y="9042"/>
                    </a:moveTo>
                    <a:cubicBezTo>
                      <a:pt x="10681" y="9042"/>
                      <a:pt x="11154" y="9483"/>
                      <a:pt x="11154" y="10082"/>
                    </a:cubicBezTo>
                    <a:cubicBezTo>
                      <a:pt x="11154" y="10649"/>
                      <a:pt x="10681" y="11121"/>
                      <a:pt x="10145" y="11121"/>
                    </a:cubicBezTo>
                    <a:cubicBezTo>
                      <a:pt x="9578" y="11121"/>
                      <a:pt x="9106" y="10649"/>
                      <a:pt x="9106" y="10082"/>
                    </a:cubicBezTo>
                    <a:cubicBezTo>
                      <a:pt x="9106" y="9483"/>
                      <a:pt x="9578" y="9042"/>
                      <a:pt x="10145" y="9042"/>
                    </a:cubicBezTo>
                    <a:close/>
                    <a:moveTo>
                      <a:pt x="5955" y="0"/>
                    </a:moveTo>
                    <a:cubicBezTo>
                      <a:pt x="4349" y="0"/>
                      <a:pt x="3088" y="1197"/>
                      <a:pt x="2868" y="2678"/>
                    </a:cubicBezTo>
                    <a:cubicBezTo>
                      <a:pt x="2647" y="4442"/>
                      <a:pt x="3908" y="6018"/>
                      <a:pt x="5640" y="6207"/>
                    </a:cubicBezTo>
                    <a:lnTo>
                      <a:pt x="5640" y="6963"/>
                    </a:lnTo>
                    <a:lnTo>
                      <a:pt x="2427" y="6963"/>
                    </a:lnTo>
                    <a:cubicBezTo>
                      <a:pt x="1828" y="6963"/>
                      <a:pt x="1387" y="7435"/>
                      <a:pt x="1387" y="7971"/>
                    </a:cubicBezTo>
                    <a:lnTo>
                      <a:pt x="1387" y="8380"/>
                    </a:lnTo>
                    <a:cubicBezTo>
                      <a:pt x="599" y="8538"/>
                      <a:pt x="1" y="9231"/>
                      <a:pt x="1" y="10082"/>
                    </a:cubicBezTo>
                    <a:cubicBezTo>
                      <a:pt x="1" y="11027"/>
                      <a:pt x="789" y="11846"/>
                      <a:pt x="1734" y="11846"/>
                    </a:cubicBezTo>
                    <a:cubicBezTo>
                      <a:pt x="2679" y="11846"/>
                      <a:pt x="3466" y="11058"/>
                      <a:pt x="3466" y="10082"/>
                    </a:cubicBezTo>
                    <a:cubicBezTo>
                      <a:pt x="3466" y="9231"/>
                      <a:pt x="2868" y="8538"/>
                      <a:pt x="2080" y="8380"/>
                    </a:cubicBezTo>
                    <a:lnTo>
                      <a:pt x="2080" y="7971"/>
                    </a:lnTo>
                    <a:cubicBezTo>
                      <a:pt x="2080" y="7782"/>
                      <a:pt x="2238" y="7624"/>
                      <a:pt x="2458" y="7624"/>
                    </a:cubicBezTo>
                    <a:lnTo>
                      <a:pt x="5609" y="7624"/>
                    </a:lnTo>
                    <a:lnTo>
                      <a:pt x="5609" y="8349"/>
                    </a:lnTo>
                    <a:cubicBezTo>
                      <a:pt x="4821" y="8506"/>
                      <a:pt x="4223" y="9200"/>
                      <a:pt x="4223" y="10019"/>
                    </a:cubicBezTo>
                    <a:cubicBezTo>
                      <a:pt x="4223" y="10964"/>
                      <a:pt x="5010" y="11814"/>
                      <a:pt x="5955" y="11814"/>
                    </a:cubicBezTo>
                    <a:cubicBezTo>
                      <a:pt x="6900" y="11814"/>
                      <a:pt x="7688" y="11027"/>
                      <a:pt x="7688" y="10019"/>
                    </a:cubicBezTo>
                    <a:cubicBezTo>
                      <a:pt x="7688" y="9200"/>
                      <a:pt x="7090" y="8506"/>
                      <a:pt x="6302" y="8349"/>
                    </a:cubicBezTo>
                    <a:lnTo>
                      <a:pt x="6302" y="7624"/>
                    </a:lnTo>
                    <a:lnTo>
                      <a:pt x="9452" y="7624"/>
                    </a:lnTo>
                    <a:cubicBezTo>
                      <a:pt x="9641" y="7624"/>
                      <a:pt x="9799" y="7782"/>
                      <a:pt x="9799" y="7971"/>
                    </a:cubicBezTo>
                    <a:lnTo>
                      <a:pt x="9799" y="8380"/>
                    </a:lnTo>
                    <a:cubicBezTo>
                      <a:pt x="9011" y="8538"/>
                      <a:pt x="8444" y="9231"/>
                      <a:pt x="8444" y="10082"/>
                    </a:cubicBezTo>
                    <a:cubicBezTo>
                      <a:pt x="8444" y="11027"/>
                      <a:pt x="9232" y="11846"/>
                      <a:pt x="10177" y="11846"/>
                    </a:cubicBezTo>
                    <a:cubicBezTo>
                      <a:pt x="11122" y="11846"/>
                      <a:pt x="11910" y="11058"/>
                      <a:pt x="11910" y="10082"/>
                    </a:cubicBezTo>
                    <a:cubicBezTo>
                      <a:pt x="11910" y="9231"/>
                      <a:pt x="11311" y="8538"/>
                      <a:pt x="10524" y="8380"/>
                    </a:cubicBezTo>
                    <a:lnTo>
                      <a:pt x="10524" y="7971"/>
                    </a:lnTo>
                    <a:cubicBezTo>
                      <a:pt x="10524" y="7404"/>
                      <a:pt x="10051" y="6963"/>
                      <a:pt x="9484" y="6963"/>
                    </a:cubicBezTo>
                    <a:lnTo>
                      <a:pt x="6333" y="6963"/>
                    </a:lnTo>
                    <a:lnTo>
                      <a:pt x="6333" y="6207"/>
                    </a:lnTo>
                    <a:cubicBezTo>
                      <a:pt x="7909" y="6049"/>
                      <a:pt x="9106" y="4726"/>
                      <a:pt x="9106" y="3088"/>
                    </a:cubicBezTo>
                    <a:cubicBezTo>
                      <a:pt x="9106" y="1355"/>
                      <a:pt x="768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32" name="Google Shape;9213;p73">
                <a:extLst>
                  <a:ext uri="{FF2B5EF4-FFF2-40B4-BE49-F238E27FC236}">
                    <a16:creationId xmlns:a16="http://schemas.microsoft.com/office/drawing/2014/main" id="{01A240E7-D24D-1C17-890B-5BA11B64CB11}"/>
                  </a:ext>
                </a:extLst>
              </p:cNvPr>
              <p:cNvGrpSpPr/>
              <p:nvPr/>
            </p:nvGrpSpPr>
            <p:grpSpPr>
              <a:xfrm>
                <a:off x="8378520" y="1688743"/>
                <a:ext cx="501923" cy="498881"/>
                <a:chOff x="5045775" y="1946400"/>
                <a:chExt cx="296950" cy="295150"/>
              </a:xfrm>
              <a:grpFill/>
            </p:grpSpPr>
            <p:sp>
              <p:nvSpPr>
                <p:cNvPr id="429" name="Google Shape;9214;p73">
                  <a:extLst>
                    <a:ext uri="{FF2B5EF4-FFF2-40B4-BE49-F238E27FC236}">
                      <a16:creationId xmlns:a16="http://schemas.microsoft.com/office/drawing/2014/main" id="{B14D291B-4B89-C78B-FA26-9C3CE0A70272}"/>
                    </a:ext>
                  </a:extLst>
                </p:cNvPr>
                <p:cNvSpPr/>
                <p:nvPr/>
              </p:nvSpPr>
              <p:spPr>
                <a:xfrm>
                  <a:off x="5113500" y="1998600"/>
                  <a:ext cx="160700" cy="1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8" extrusionOk="0">
                      <a:moveTo>
                        <a:pt x="3309" y="2079"/>
                      </a:moveTo>
                      <a:cubicBezTo>
                        <a:pt x="3718" y="2079"/>
                        <a:pt x="4033" y="2394"/>
                        <a:pt x="4033" y="2804"/>
                      </a:cubicBezTo>
                      <a:cubicBezTo>
                        <a:pt x="4033" y="3182"/>
                        <a:pt x="3718" y="3497"/>
                        <a:pt x="3309" y="3497"/>
                      </a:cubicBezTo>
                      <a:cubicBezTo>
                        <a:pt x="2931" y="3497"/>
                        <a:pt x="2616" y="3150"/>
                        <a:pt x="2616" y="2804"/>
                      </a:cubicBezTo>
                      <a:cubicBezTo>
                        <a:pt x="2616" y="2394"/>
                        <a:pt x="2931" y="2079"/>
                        <a:pt x="3309" y="2079"/>
                      </a:cubicBezTo>
                      <a:close/>
                      <a:moveTo>
                        <a:pt x="3403" y="662"/>
                      </a:moveTo>
                      <a:cubicBezTo>
                        <a:pt x="4726" y="662"/>
                        <a:pt x="5798" y="1764"/>
                        <a:pt x="5798" y="3119"/>
                      </a:cubicBezTo>
                      <a:cubicBezTo>
                        <a:pt x="5703" y="3655"/>
                        <a:pt x="5546" y="4222"/>
                        <a:pt x="5199" y="4663"/>
                      </a:cubicBezTo>
                      <a:cubicBezTo>
                        <a:pt x="5010" y="4253"/>
                        <a:pt x="4726" y="3938"/>
                        <a:pt x="4348" y="3686"/>
                      </a:cubicBezTo>
                      <a:cubicBezTo>
                        <a:pt x="4569" y="3466"/>
                        <a:pt x="4726" y="3119"/>
                        <a:pt x="4726" y="2741"/>
                      </a:cubicBezTo>
                      <a:cubicBezTo>
                        <a:pt x="4726" y="2016"/>
                        <a:pt x="4096" y="1386"/>
                        <a:pt x="3340" y="1386"/>
                      </a:cubicBezTo>
                      <a:cubicBezTo>
                        <a:pt x="2616" y="1386"/>
                        <a:pt x="1986" y="2016"/>
                        <a:pt x="1986" y="2741"/>
                      </a:cubicBezTo>
                      <a:cubicBezTo>
                        <a:pt x="1986" y="3119"/>
                        <a:pt x="2143" y="3466"/>
                        <a:pt x="2364" y="3686"/>
                      </a:cubicBezTo>
                      <a:cubicBezTo>
                        <a:pt x="1986" y="3907"/>
                        <a:pt x="1702" y="4253"/>
                        <a:pt x="1513" y="4663"/>
                      </a:cubicBezTo>
                      <a:cubicBezTo>
                        <a:pt x="1072" y="4096"/>
                        <a:pt x="883" y="3434"/>
                        <a:pt x="977" y="2772"/>
                      </a:cubicBezTo>
                      <a:cubicBezTo>
                        <a:pt x="1135" y="1670"/>
                        <a:pt x="2143" y="662"/>
                        <a:pt x="3403" y="662"/>
                      </a:cubicBezTo>
                      <a:close/>
                      <a:moveTo>
                        <a:pt x="3309" y="4190"/>
                      </a:moveTo>
                      <a:cubicBezTo>
                        <a:pt x="3939" y="4190"/>
                        <a:pt x="4443" y="4600"/>
                        <a:pt x="4663" y="5167"/>
                      </a:cubicBezTo>
                      <a:cubicBezTo>
                        <a:pt x="4254" y="5450"/>
                        <a:pt x="3781" y="5545"/>
                        <a:pt x="3309" y="5545"/>
                      </a:cubicBezTo>
                      <a:cubicBezTo>
                        <a:pt x="2836" y="5545"/>
                        <a:pt x="2364" y="5387"/>
                        <a:pt x="1986" y="5167"/>
                      </a:cubicBezTo>
                      <a:cubicBezTo>
                        <a:pt x="2143" y="4568"/>
                        <a:pt x="2679" y="4190"/>
                        <a:pt x="3309" y="4190"/>
                      </a:cubicBezTo>
                      <a:close/>
                      <a:moveTo>
                        <a:pt x="3309" y="0"/>
                      </a:moveTo>
                      <a:cubicBezTo>
                        <a:pt x="1733" y="0"/>
                        <a:pt x="410" y="1229"/>
                        <a:pt x="253" y="2678"/>
                      </a:cubicBezTo>
                      <a:cubicBezTo>
                        <a:pt x="1" y="4600"/>
                        <a:pt x="1450" y="6238"/>
                        <a:pt x="3309" y="6238"/>
                      </a:cubicBezTo>
                      <a:cubicBezTo>
                        <a:pt x="5042" y="6238"/>
                        <a:pt x="6428" y="4820"/>
                        <a:pt x="6428" y="3119"/>
                      </a:cubicBezTo>
                      <a:cubicBezTo>
                        <a:pt x="6428" y="1418"/>
                        <a:pt x="5042" y="0"/>
                        <a:pt x="33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30" name="Google Shape;9215;p73">
                  <a:extLst>
                    <a:ext uri="{FF2B5EF4-FFF2-40B4-BE49-F238E27FC236}">
                      <a16:creationId xmlns:a16="http://schemas.microsoft.com/office/drawing/2014/main" id="{C5EBFFB3-6928-1FBB-BE6B-434F872627BC}"/>
                    </a:ext>
                  </a:extLst>
                </p:cNvPr>
                <p:cNvSpPr/>
                <p:nvPr/>
              </p:nvSpPr>
              <p:spPr>
                <a:xfrm>
                  <a:off x="5045775" y="1946400"/>
                  <a:ext cx="296950" cy="2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06" extrusionOk="0">
                      <a:moveTo>
                        <a:pt x="6018" y="765"/>
                      </a:moveTo>
                      <a:lnTo>
                        <a:pt x="6868" y="1426"/>
                      </a:lnTo>
                      <a:cubicBezTo>
                        <a:pt x="6963" y="1458"/>
                        <a:pt x="7026" y="1489"/>
                        <a:pt x="7152" y="1489"/>
                      </a:cubicBezTo>
                      <a:lnTo>
                        <a:pt x="8223" y="1332"/>
                      </a:lnTo>
                      <a:lnTo>
                        <a:pt x="8664" y="2372"/>
                      </a:lnTo>
                      <a:cubicBezTo>
                        <a:pt x="8696" y="2435"/>
                        <a:pt x="8790" y="2529"/>
                        <a:pt x="8853" y="2561"/>
                      </a:cubicBezTo>
                      <a:lnTo>
                        <a:pt x="9893" y="2970"/>
                      </a:lnTo>
                      <a:lnTo>
                        <a:pt x="9735" y="4073"/>
                      </a:lnTo>
                      <a:cubicBezTo>
                        <a:pt x="9735" y="4136"/>
                        <a:pt x="9735" y="4262"/>
                        <a:pt x="9798" y="4325"/>
                      </a:cubicBezTo>
                      <a:lnTo>
                        <a:pt x="10460" y="5207"/>
                      </a:lnTo>
                      <a:lnTo>
                        <a:pt x="9798" y="6058"/>
                      </a:lnTo>
                      <a:cubicBezTo>
                        <a:pt x="9767" y="6152"/>
                        <a:pt x="9735" y="6215"/>
                        <a:pt x="9735" y="6341"/>
                      </a:cubicBezTo>
                      <a:lnTo>
                        <a:pt x="9893" y="7444"/>
                      </a:lnTo>
                      <a:lnTo>
                        <a:pt x="8853" y="7853"/>
                      </a:lnTo>
                      <a:cubicBezTo>
                        <a:pt x="8790" y="7885"/>
                        <a:pt x="8696" y="7948"/>
                        <a:pt x="8664" y="8042"/>
                      </a:cubicBezTo>
                      <a:lnTo>
                        <a:pt x="8255" y="9051"/>
                      </a:lnTo>
                      <a:lnTo>
                        <a:pt x="7120" y="8893"/>
                      </a:lnTo>
                      <a:cubicBezTo>
                        <a:pt x="7057" y="8893"/>
                        <a:pt x="6931" y="8893"/>
                        <a:pt x="6837" y="8988"/>
                      </a:cubicBezTo>
                      <a:lnTo>
                        <a:pt x="5986" y="9649"/>
                      </a:lnTo>
                      <a:lnTo>
                        <a:pt x="5104" y="8988"/>
                      </a:lnTo>
                      <a:cubicBezTo>
                        <a:pt x="5041" y="8925"/>
                        <a:pt x="5010" y="8893"/>
                        <a:pt x="4915" y="8893"/>
                      </a:cubicBezTo>
                      <a:lnTo>
                        <a:pt x="4884" y="8893"/>
                      </a:lnTo>
                      <a:lnTo>
                        <a:pt x="3781" y="9051"/>
                      </a:lnTo>
                      <a:lnTo>
                        <a:pt x="3371" y="8042"/>
                      </a:lnTo>
                      <a:cubicBezTo>
                        <a:pt x="3340" y="7948"/>
                        <a:pt x="3277" y="7885"/>
                        <a:pt x="3182" y="7853"/>
                      </a:cubicBezTo>
                      <a:lnTo>
                        <a:pt x="2143" y="7444"/>
                      </a:lnTo>
                      <a:lnTo>
                        <a:pt x="2300" y="6341"/>
                      </a:lnTo>
                      <a:cubicBezTo>
                        <a:pt x="2300" y="6278"/>
                        <a:pt x="2300" y="6152"/>
                        <a:pt x="2237" y="6058"/>
                      </a:cubicBezTo>
                      <a:lnTo>
                        <a:pt x="1576" y="5207"/>
                      </a:lnTo>
                      <a:lnTo>
                        <a:pt x="2237" y="4325"/>
                      </a:lnTo>
                      <a:cubicBezTo>
                        <a:pt x="2269" y="4262"/>
                        <a:pt x="2300" y="4167"/>
                        <a:pt x="2300" y="4073"/>
                      </a:cubicBezTo>
                      <a:lnTo>
                        <a:pt x="2143" y="2970"/>
                      </a:lnTo>
                      <a:lnTo>
                        <a:pt x="3182" y="2561"/>
                      </a:lnTo>
                      <a:cubicBezTo>
                        <a:pt x="3277" y="2529"/>
                        <a:pt x="3340" y="2435"/>
                        <a:pt x="3371" y="2372"/>
                      </a:cubicBezTo>
                      <a:lnTo>
                        <a:pt x="3812" y="1332"/>
                      </a:lnTo>
                      <a:lnTo>
                        <a:pt x="4884" y="1489"/>
                      </a:lnTo>
                      <a:cubicBezTo>
                        <a:pt x="4947" y="1489"/>
                        <a:pt x="5073" y="1489"/>
                        <a:pt x="5167" y="1426"/>
                      </a:cubicBezTo>
                      <a:lnTo>
                        <a:pt x="6018" y="765"/>
                      </a:lnTo>
                      <a:close/>
                      <a:moveTo>
                        <a:pt x="2174" y="8168"/>
                      </a:moveTo>
                      <a:lnTo>
                        <a:pt x="2804" y="8420"/>
                      </a:lnTo>
                      <a:lnTo>
                        <a:pt x="3277" y="9586"/>
                      </a:lnTo>
                      <a:cubicBezTo>
                        <a:pt x="3308" y="9681"/>
                        <a:pt x="3434" y="9775"/>
                        <a:pt x="3529" y="9775"/>
                      </a:cubicBezTo>
                      <a:lnTo>
                        <a:pt x="2647" y="10720"/>
                      </a:lnTo>
                      <a:lnTo>
                        <a:pt x="2426" y="9649"/>
                      </a:lnTo>
                      <a:cubicBezTo>
                        <a:pt x="2395" y="9523"/>
                        <a:pt x="2332" y="9429"/>
                        <a:pt x="2174" y="9366"/>
                      </a:cubicBezTo>
                      <a:lnTo>
                        <a:pt x="1134" y="9177"/>
                      </a:lnTo>
                      <a:lnTo>
                        <a:pt x="2174" y="8168"/>
                      </a:lnTo>
                      <a:close/>
                      <a:moveTo>
                        <a:pt x="9861" y="8105"/>
                      </a:moveTo>
                      <a:lnTo>
                        <a:pt x="10901" y="9145"/>
                      </a:lnTo>
                      <a:lnTo>
                        <a:pt x="9893" y="9366"/>
                      </a:lnTo>
                      <a:cubicBezTo>
                        <a:pt x="9767" y="9429"/>
                        <a:pt x="9641" y="9492"/>
                        <a:pt x="9609" y="9649"/>
                      </a:cubicBezTo>
                      <a:lnTo>
                        <a:pt x="9389" y="10720"/>
                      </a:lnTo>
                      <a:lnTo>
                        <a:pt x="8507" y="9712"/>
                      </a:lnTo>
                      <a:cubicBezTo>
                        <a:pt x="8601" y="9712"/>
                        <a:pt x="8727" y="9649"/>
                        <a:pt x="8759" y="9523"/>
                      </a:cubicBezTo>
                      <a:lnTo>
                        <a:pt x="9231" y="8389"/>
                      </a:lnTo>
                      <a:lnTo>
                        <a:pt x="9861" y="8105"/>
                      </a:lnTo>
                      <a:close/>
                      <a:moveTo>
                        <a:pt x="6002" y="1"/>
                      </a:moveTo>
                      <a:cubicBezTo>
                        <a:pt x="5923" y="1"/>
                        <a:pt x="5844" y="24"/>
                        <a:pt x="5797" y="72"/>
                      </a:cubicBezTo>
                      <a:lnTo>
                        <a:pt x="4852" y="828"/>
                      </a:lnTo>
                      <a:lnTo>
                        <a:pt x="3623" y="670"/>
                      </a:lnTo>
                      <a:cubicBezTo>
                        <a:pt x="3607" y="667"/>
                        <a:pt x="3590" y="665"/>
                        <a:pt x="3573" y="665"/>
                      </a:cubicBezTo>
                      <a:cubicBezTo>
                        <a:pt x="3434" y="665"/>
                        <a:pt x="3305" y="775"/>
                        <a:pt x="3277" y="859"/>
                      </a:cubicBezTo>
                      <a:lnTo>
                        <a:pt x="2804" y="2025"/>
                      </a:lnTo>
                      <a:lnTo>
                        <a:pt x="1639" y="2498"/>
                      </a:lnTo>
                      <a:cubicBezTo>
                        <a:pt x="1481" y="2561"/>
                        <a:pt x="1418" y="2687"/>
                        <a:pt x="1450" y="2844"/>
                      </a:cubicBezTo>
                      <a:lnTo>
                        <a:pt x="1607" y="4073"/>
                      </a:lnTo>
                      <a:lnTo>
                        <a:pt x="851" y="5018"/>
                      </a:lnTo>
                      <a:cubicBezTo>
                        <a:pt x="788" y="5112"/>
                        <a:pt x="788" y="5333"/>
                        <a:pt x="851" y="5428"/>
                      </a:cubicBezTo>
                      <a:lnTo>
                        <a:pt x="1607" y="6373"/>
                      </a:lnTo>
                      <a:lnTo>
                        <a:pt x="1450" y="7601"/>
                      </a:lnTo>
                      <a:cubicBezTo>
                        <a:pt x="1450" y="7696"/>
                        <a:pt x="1450" y="7759"/>
                        <a:pt x="1481" y="7853"/>
                      </a:cubicBezTo>
                      <a:lnTo>
                        <a:pt x="189" y="9145"/>
                      </a:lnTo>
                      <a:cubicBezTo>
                        <a:pt x="0" y="9334"/>
                        <a:pt x="126" y="9649"/>
                        <a:pt x="347" y="9744"/>
                      </a:cubicBezTo>
                      <a:lnTo>
                        <a:pt x="1765" y="10059"/>
                      </a:lnTo>
                      <a:lnTo>
                        <a:pt x="2080" y="11539"/>
                      </a:lnTo>
                      <a:cubicBezTo>
                        <a:pt x="2099" y="11714"/>
                        <a:pt x="2250" y="11805"/>
                        <a:pt x="2407" y="11805"/>
                      </a:cubicBezTo>
                      <a:cubicBezTo>
                        <a:pt x="2505" y="11805"/>
                        <a:pt x="2606" y="11770"/>
                        <a:pt x="2678" y="11697"/>
                      </a:cubicBezTo>
                      <a:cubicBezTo>
                        <a:pt x="4410" y="9858"/>
                        <a:pt x="4587" y="9665"/>
                        <a:pt x="4601" y="9649"/>
                      </a:cubicBezTo>
                      <a:lnTo>
                        <a:pt x="4601" y="9649"/>
                      </a:lnTo>
                      <a:lnTo>
                        <a:pt x="4789" y="9618"/>
                      </a:lnTo>
                      <a:lnTo>
                        <a:pt x="5734" y="10374"/>
                      </a:lnTo>
                      <a:cubicBezTo>
                        <a:pt x="5829" y="10405"/>
                        <a:pt x="5860" y="10437"/>
                        <a:pt x="5955" y="10437"/>
                      </a:cubicBezTo>
                      <a:cubicBezTo>
                        <a:pt x="6018" y="10437"/>
                        <a:pt x="6112" y="10405"/>
                        <a:pt x="6144" y="10374"/>
                      </a:cubicBezTo>
                      <a:lnTo>
                        <a:pt x="7089" y="9618"/>
                      </a:lnTo>
                      <a:lnTo>
                        <a:pt x="7278" y="9649"/>
                      </a:lnTo>
                      <a:lnTo>
                        <a:pt x="9200" y="11697"/>
                      </a:lnTo>
                      <a:cubicBezTo>
                        <a:pt x="9284" y="11770"/>
                        <a:pt x="9388" y="11805"/>
                        <a:pt x="9485" y="11805"/>
                      </a:cubicBezTo>
                      <a:cubicBezTo>
                        <a:pt x="9640" y="11805"/>
                        <a:pt x="9779" y="11714"/>
                        <a:pt x="9798" y="11539"/>
                      </a:cubicBezTo>
                      <a:lnTo>
                        <a:pt x="10113" y="10059"/>
                      </a:lnTo>
                      <a:lnTo>
                        <a:pt x="11531" y="9744"/>
                      </a:lnTo>
                      <a:cubicBezTo>
                        <a:pt x="11815" y="9681"/>
                        <a:pt x="11878" y="9334"/>
                        <a:pt x="11689" y="9145"/>
                      </a:cubicBezTo>
                      <a:lnTo>
                        <a:pt x="10523" y="7853"/>
                      </a:lnTo>
                      <a:cubicBezTo>
                        <a:pt x="10554" y="7759"/>
                        <a:pt x="10586" y="7696"/>
                        <a:pt x="10554" y="7601"/>
                      </a:cubicBezTo>
                      <a:lnTo>
                        <a:pt x="10397" y="6373"/>
                      </a:lnTo>
                      <a:lnTo>
                        <a:pt x="11153" y="5428"/>
                      </a:lnTo>
                      <a:cubicBezTo>
                        <a:pt x="11216" y="5333"/>
                        <a:pt x="11216" y="5112"/>
                        <a:pt x="11153" y="5018"/>
                      </a:cubicBezTo>
                      <a:lnTo>
                        <a:pt x="10397" y="4073"/>
                      </a:lnTo>
                      <a:lnTo>
                        <a:pt x="10554" y="2844"/>
                      </a:lnTo>
                      <a:cubicBezTo>
                        <a:pt x="10586" y="2687"/>
                        <a:pt x="10460" y="2529"/>
                        <a:pt x="10365" y="2498"/>
                      </a:cubicBezTo>
                      <a:lnTo>
                        <a:pt x="9200" y="2025"/>
                      </a:lnTo>
                      <a:lnTo>
                        <a:pt x="8727" y="859"/>
                      </a:lnTo>
                      <a:cubicBezTo>
                        <a:pt x="8675" y="728"/>
                        <a:pt x="8578" y="662"/>
                        <a:pt x="8457" y="662"/>
                      </a:cubicBezTo>
                      <a:cubicBezTo>
                        <a:pt x="8432" y="662"/>
                        <a:pt x="8407" y="665"/>
                        <a:pt x="8381" y="670"/>
                      </a:cubicBezTo>
                      <a:lnTo>
                        <a:pt x="7152" y="828"/>
                      </a:lnTo>
                      <a:lnTo>
                        <a:pt x="6207" y="72"/>
                      </a:lnTo>
                      <a:cubicBezTo>
                        <a:pt x="6160" y="24"/>
                        <a:pt x="6081" y="1"/>
                        <a:pt x="60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33" name="Google Shape;9216;p73">
                <a:extLst>
                  <a:ext uri="{FF2B5EF4-FFF2-40B4-BE49-F238E27FC236}">
                    <a16:creationId xmlns:a16="http://schemas.microsoft.com/office/drawing/2014/main" id="{CBD1ABEC-E966-3158-76BD-D3726AC9A9B1}"/>
                  </a:ext>
                </a:extLst>
              </p:cNvPr>
              <p:cNvGrpSpPr/>
              <p:nvPr/>
            </p:nvGrpSpPr>
            <p:grpSpPr>
              <a:xfrm>
                <a:off x="8376514" y="2310252"/>
                <a:ext cx="505937" cy="442045"/>
                <a:chOff x="5046550" y="2327025"/>
                <a:chExt cx="299325" cy="261525"/>
              </a:xfrm>
              <a:grpFill/>
            </p:grpSpPr>
            <p:sp>
              <p:nvSpPr>
                <p:cNvPr id="426" name="Google Shape;9217;p73">
                  <a:extLst>
                    <a:ext uri="{FF2B5EF4-FFF2-40B4-BE49-F238E27FC236}">
                      <a16:creationId xmlns:a16="http://schemas.microsoft.com/office/drawing/2014/main" id="{11DF2F8C-DA1D-0829-57AD-E49F2E691BA1}"/>
                    </a:ext>
                  </a:extLst>
                </p:cNvPr>
                <p:cNvSpPr/>
                <p:nvPr/>
              </p:nvSpPr>
              <p:spPr>
                <a:xfrm>
                  <a:off x="5046550" y="2448325"/>
                  <a:ext cx="2977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5609" extrusionOk="0">
                      <a:moveTo>
                        <a:pt x="4569" y="1386"/>
                      </a:moveTo>
                      <a:cubicBezTo>
                        <a:pt x="4538" y="1575"/>
                        <a:pt x="4506" y="1828"/>
                        <a:pt x="4443" y="2111"/>
                      </a:cubicBezTo>
                      <a:lnTo>
                        <a:pt x="757" y="2111"/>
                      </a:lnTo>
                      <a:lnTo>
                        <a:pt x="757" y="1386"/>
                      </a:lnTo>
                      <a:close/>
                      <a:moveTo>
                        <a:pt x="11185" y="1386"/>
                      </a:moveTo>
                      <a:lnTo>
                        <a:pt x="11185" y="2111"/>
                      </a:lnTo>
                      <a:lnTo>
                        <a:pt x="7530" y="2111"/>
                      </a:lnTo>
                      <a:cubicBezTo>
                        <a:pt x="7467" y="1828"/>
                        <a:pt x="7436" y="1575"/>
                        <a:pt x="7373" y="1386"/>
                      </a:cubicBezTo>
                      <a:close/>
                      <a:moveTo>
                        <a:pt x="5955" y="725"/>
                      </a:moveTo>
                      <a:cubicBezTo>
                        <a:pt x="6270" y="725"/>
                        <a:pt x="6396" y="788"/>
                        <a:pt x="6491" y="1071"/>
                      </a:cubicBezTo>
                      <a:cubicBezTo>
                        <a:pt x="6743" y="1639"/>
                        <a:pt x="6900" y="2804"/>
                        <a:pt x="7247" y="4852"/>
                      </a:cubicBezTo>
                      <a:lnTo>
                        <a:pt x="4664" y="4852"/>
                      </a:lnTo>
                      <a:cubicBezTo>
                        <a:pt x="5010" y="2804"/>
                        <a:pt x="5168" y="1639"/>
                        <a:pt x="5388" y="1071"/>
                      </a:cubicBezTo>
                      <a:cubicBezTo>
                        <a:pt x="5514" y="788"/>
                        <a:pt x="5640" y="725"/>
                        <a:pt x="5955" y="725"/>
                      </a:cubicBezTo>
                      <a:close/>
                      <a:moveTo>
                        <a:pt x="5955" y="0"/>
                      </a:moveTo>
                      <a:cubicBezTo>
                        <a:pt x="5357" y="0"/>
                        <a:pt x="5010" y="221"/>
                        <a:pt x="4758" y="725"/>
                      </a:cubicBezTo>
                      <a:lnTo>
                        <a:pt x="347" y="725"/>
                      </a:lnTo>
                      <a:cubicBezTo>
                        <a:pt x="158" y="725"/>
                        <a:pt x="1" y="882"/>
                        <a:pt x="1" y="1071"/>
                      </a:cubicBezTo>
                      <a:lnTo>
                        <a:pt x="1" y="2458"/>
                      </a:lnTo>
                      <a:cubicBezTo>
                        <a:pt x="1" y="2647"/>
                        <a:pt x="158" y="2804"/>
                        <a:pt x="347" y="2804"/>
                      </a:cubicBezTo>
                      <a:lnTo>
                        <a:pt x="4254" y="2804"/>
                      </a:lnTo>
                      <a:cubicBezTo>
                        <a:pt x="4191" y="3371"/>
                        <a:pt x="4065" y="4064"/>
                        <a:pt x="3907" y="4884"/>
                      </a:cubicBezTo>
                      <a:lnTo>
                        <a:pt x="3498" y="4884"/>
                      </a:lnTo>
                      <a:cubicBezTo>
                        <a:pt x="3309" y="4884"/>
                        <a:pt x="3151" y="5041"/>
                        <a:pt x="3151" y="5262"/>
                      </a:cubicBezTo>
                      <a:cubicBezTo>
                        <a:pt x="3151" y="5451"/>
                        <a:pt x="3309" y="5608"/>
                        <a:pt x="3498" y="5608"/>
                      </a:cubicBezTo>
                      <a:lnTo>
                        <a:pt x="8350" y="5608"/>
                      </a:lnTo>
                      <a:cubicBezTo>
                        <a:pt x="8539" y="5608"/>
                        <a:pt x="8696" y="5451"/>
                        <a:pt x="8696" y="5262"/>
                      </a:cubicBezTo>
                      <a:cubicBezTo>
                        <a:pt x="8696" y="5041"/>
                        <a:pt x="8539" y="4884"/>
                        <a:pt x="8350" y="4884"/>
                      </a:cubicBezTo>
                      <a:lnTo>
                        <a:pt x="7972" y="4884"/>
                      </a:lnTo>
                      <a:cubicBezTo>
                        <a:pt x="7814" y="4064"/>
                        <a:pt x="7688" y="3403"/>
                        <a:pt x="7593" y="2804"/>
                      </a:cubicBezTo>
                      <a:lnTo>
                        <a:pt x="11500" y="2804"/>
                      </a:lnTo>
                      <a:cubicBezTo>
                        <a:pt x="11689" y="2804"/>
                        <a:pt x="11847" y="2647"/>
                        <a:pt x="11847" y="2458"/>
                      </a:cubicBezTo>
                      <a:lnTo>
                        <a:pt x="11847" y="1071"/>
                      </a:lnTo>
                      <a:cubicBezTo>
                        <a:pt x="11910" y="882"/>
                        <a:pt x="11752" y="725"/>
                        <a:pt x="11532" y="725"/>
                      </a:cubicBezTo>
                      <a:lnTo>
                        <a:pt x="7121" y="725"/>
                      </a:lnTo>
                      <a:cubicBezTo>
                        <a:pt x="6900" y="252"/>
                        <a:pt x="655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27" name="Google Shape;9218;p73">
                  <a:extLst>
                    <a:ext uri="{FF2B5EF4-FFF2-40B4-BE49-F238E27FC236}">
                      <a16:creationId xmlns:a16="http://schemas.microsoft.com/office/drawing/2014/main" id="{EED4D9A0-1918-3CC3-E1D5-ACEF28964FF0}"/>
                    </a:ext>
                  </a:extLst>
                </p:cNvPr>
                <p:cNvSpPr/>
                <p:nvPr/>
              </p:nvSpPr>
              <p:spPr>
                <a:xfrm>
                  <a:off x="5241900" y="2327025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1985" y="725"/>
                      </a:moveTo>
                      <a:cubicBezTo>
                        <a:pt x="2394" y="725"/>
                        <a:pt x="2709" y="1040"/>
                        <a:pt x="2709" y="1450"/>
                      </a:cubicBezTo>
                      <a:cubicBezTo>
                        <a:pt x="2709" y="1828"/>
                        <a:pt x="2394" y="2143"/>
                        <a:pt x="1985" y="2143"/>
                      </a:cubicBezTo>
                      <a:cubicBezTo>
                        <a:pt x="1607" y="2143"/>
                        <a:pt x="1292" y="1828"/>
                        <a:pt x="1292" y="1450"/>
                      </a:cubicBezTo>
                      <a:cubicBezTo>
                        <a:pt x="1292" y="1040"/>
                        <a:pt x="1638" y="725"/>
                        <a:pt x="1985" y="725"/>
                      </a:cubicBezTo>
                      <a:close/>
                      <a:moveTo>
                        <a:pt x="1985" y="2804"/>
                      </a:moveTo>
                      <a:cubicBezTo>
                        <a:pt x="2741" y="2804"/>
                        <a:pt x="3371" y="3435"/>
                        <a:pt x="3371" y="4191"/>
                      </a:cubicBezTo>
                      <a:lnTo>
                        <a:pt x="630" y="4191"/>
                      </a:lnTo>
                      <a:cubicBezTo>
                        <a:pt x="630" y="3435"/>
                        <a:pt x="1260" y="2804"/>
                        <a:pt x="1985" y="2804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65"/>
                        <a:pt x="819" y="2111"/>
                        <a:pt x="1040" y="2332"/>
                      </a:cubicBezTo>
                      <a:cubicBezTo>
                        <a:pt x="410" y="2710"/>
                        <a:pt x="0" y="3372"/>
                        <a:pt x="0" y="4159"/>
                      </a:cubicBezTo>
                      <a:lnTo>
                        <a:pt x="0" y="4506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506"/>
                      </a:cubicBezTo>
                      <a:lnTo>
                        <a:pt x="4159" y="4159"/>
                      </a:lnTo>
                      <a:cubicBezTo>
                        <a:pt x="4096" y="3403"/>
                        <a:pt x="3655" y="2710"/>
                        <a:pt x="3025" y="2332"/>
                      </a:cubicBezTo>
                      <a:cubicBezTo>
                        <a:pt x="3245" y="2111"/>
                        <a:pt x="3403" y="1765"/>
                        <a:pt x="3403" y="1387"/>
                      </a:cubicBezTo>
                      <a:cubicBezTo>
                        <a:pt x="3403" y="631"/>
                        <a:pt x="2772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28" name="Google Shape;9219;p73">
                  <a:extLst>
                    <a:ext uri="{FF2B5EF4-FFF2-40B4-BE49-F238E27FC236}">
                      <a16:creationId xmlns:a16="http://schemas.microsoft.com/office/drawing/2014/main" id="{17509E23-F843-D838-363E-DDB597B8852F}"/>
                    </a:ext>
                  </a:extLst>
                </p:cNvPr>
                <p:cNvSpPr/>
                <p:nvPr/>
              </p:nvSpPr>
              <p:spPr>
                <a:xfrm>
                  <a:off x="5048925" y="2328600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2048" y="662"/>
                      </a:moveTo>
                      <a:cubicBezTo>
                        <a:pt x="2426" y="662"/>
                        <a:pt x="2741" y="977"/>
                        <a:pt x="2741" y="1387"/>
                      </a:cubicBezTo>
                      <a:cubicBezTo>
                        <a:pt x="2741" y="1765"/>
                        <a:pt x="2426" y="2080"/>
                        <a:pt x="2048" y="2080"/>
                      </a:cubicBezTo>
                      <a:cubicBezTo>
                        <a:pt x="1639" y="2080"/>
                        <a:pt x="1324" y="1765"/>
                        <a:pt x="1324" y="1387"/>
                      </a:cubicBezTo>
                      <a:cubicBezTo>
                        <a:pt x="1324" y="977"/>
                        <a:pt x="1670" y="662"/>
                        <a:pt x="2048" y="662"/>
                      </a:cubicBezTo>
                      <a:close/>
                      <a:moveTo>
                        <a:pt x="2048" y="2710"/>
                      </a:moveTo>
                      <a:cubicBezTo>
                        <a:pt x="2773" y="2710"/>
                        <a:pt x="3403" y="3340"/>
                        <a:pt x="3403" y="4096"/>
                      </a:cubicBezTo>
                      <a:lnTo>
                        <a:pt x="662" y="4096"/>
                      </a:lnTo>
                      <a:cubicBezTo>
                        <a:pt x="662" y="3340"/>
                        <a:pt x="1292" y="2710"/>
                        <a:pt x="2048" y="2710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33"/>
                        <a:pt x="882" y="2080"/>
                        <a:pt x="1134" y="2332"/>
                      </a:cubicBezTo>
                      <a:cubicBezTo>
                        <a:pt x="410" y="2647"/>
                        <a:pt x="0" y="3340"/>
                        <a:pt x="0" y="4128"/>
                      </a:cubicBezTo>
                      <a:lnTo>
                        <a:pt x="0" y="4474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474"/>
                      </a:cubicBezTo>
                      <a:lnTo>
                        <a:pt x="4159" y="4128"/>
                      </a:lnTo>
                      <a:cubicBezTo>
                        <a:pt x="4159" y="3340"/>
                        <a:pt x="3718" y="2678"/>
                        <a:pt x="3088" y="2332"/>
                      </a:cubicBezTo>
                      <a:cubicBezTo>
                        <a:pt x="3340" y="2080"/>
                        <a:pt x="3497" y="1733"/>
                        <a:pt x="3497" y="1387"/>
                      </a:cubicBezTo>
                      <a:cubicBezTo>
                        <a:pt x="3497" y="631"/>
                        <a:pt x="2867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34" name="Google Shape;9220;p73">
                <a:extLst>
                  <a:ext uri="{FF2B5EF4-FFF2-40B4-BE49-F238E27FC236}">
                    <a16:creationId xmlns:a16="http://schemas.microsoft.com/office/drawing/2014/main" id="{4110D1E9-EA43-8272-5636-92BC7C6C6C01}"/>
                  </a:ext>
                </a:extLst>
              </p:cNvPr>
              <p:cNvSpPr/>
              <p:nvPr/>
            </p:nvSpPr>
            <p:spPr>
              <a:xfrm>
                <a:off x="8489608" y="2923979"/>
                <a:ext cx="279612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11878" extrusionOk="0">
                    <a:moveTo>
                      <a:pt x="2962" y="725"/>
                    </a:moveTo>
                    <a:lnTo>
                      <a:pt x="2489" y="2111"/>
                    </a:lnTo>
                    <a:lnTo>
                      <a:pt x="1575" y="2111"/>
                    </a:lnTo>
                    <a:lnTo>
                      <a:pt x="1103" y="725"/>
                    </a:lnTo>
                    <a:close/>
                    <a:moveTo>
                      <a:pt x="3277" y="3529"/>
                    </a:moveTo>
                    <a:lnTo>
                      <a:pt x="5892" y="6144"/>
                    </a:lnTo>
                    <a:lnTo>
                      <a:pt x="5892" y="6616"/>
                    </a:lnTo>
                    <a:lnTo>
                      <a:pt x="5419" y="6616"/>
                    </a:lnTo>
                    <a:lnTo>
                      <a:pt x="3434" y="4663"/>
                    </a:lnTo>
                    <a:lnTo>
                      <a:pt x="3277" y="3529"/>
                    </a:lnTo>
                    <a:close/>
                    <a:moveTo>
                      <a:pt x="2458" y="2804"/>
                    </a:moveTo>
                    <a:lnTo>
                      <a:pt x="3434" y="9357"/>
                    </a:lnTo>
                    <a:lnTo>
                      <a:pt x="2048" y="10964"/>
                    </a:lnTo>
                    <a:lnTo>
                      <a:pt x="693" y="9357"/>
                    </a:lnTo>
                    <a:lnTo>
                      <a:pt x="1670" y="2804"/>
                    </a:lnTo>
                    <a:close/>
                    <a:moveTo>
                      <a:pt x="693" y="0"/>
                    </a:moveTo>
                    <a:cubicBezTo>
                      <a:pt x="567" y="0"/>
                      <a:pt x="473" y="32"/>
                      <a:pt x="410" y="158"/>
                    </a:cubicBezTo>
                    <a:cubicBezTo>
                      <a:pt x="315" y="252"/>
                      <a:pt x="315" y="378"/>
                      <a:pt x="378" y="473"/>
                    </a:cubicBezTo>
                    <a:lnTo>
                      <a:pt x="1040" y="2489"/>
                    </a:lnTo>
                    <a:lnTo>
                      <a:pt x="0" y="9389"/>
                    </a:lnTo>
                    <a:cubicBezTo>
                      <a:pt x="0" y="9452"/>
                      <a:pt x="0" y="9578"/>
                      <a:pt x="95" y="9672"/>
                    </a:cubicBezTo>
                    <a:lnTo>
                      <a:pt x="1828" y="11751"/>
                    </a:lnTo>
                    <a:cubicBezTo>
                      <a:pt x="1891" y="11814"/>
                      <a:pt x="1985" y="11877"/>
                      <a:pt x="2080" y="11877"/>
                    </a:cubicBezTo>
                    <a:cubicBezTo>
                      <a:pt x="2206" y="11877"/>
                      <a:pt x="2300" y="11814"/>
                      <a:pt x="2363" y="11751"/>
                    </a:cubicBezTo>
                    <a:lnTo>
                      <a:pt x="4096" y="9672"/>
                    </a:lnTo>
                    <a:cubicBezTo>
                      <a:pt x="4190" y="9578"/>
                      <a:pt x="4190" y="9483"/>
                      <a:pt x="4190" y="9389"/>
                    </a:cubicBezTo>
                    <a:lnTo>
                      <a:pt x="3623" y="5797"/>
                    </a:lnTo>
                    <a:lnTo>
                      <a:pt x="5041" y="7183"/>
                    </a:lnTo>
                    <a:cubicBezTo>
                      <a:pt x="5136" y="7246"/>
                      <a:pt x="5199" y="7309"/>
                      <a:pt x="5293" y="7309"/>
                    </a:cubicBezTo>
                    <a:lnTo>
                      <a:pt x="6270" y="7309"/>
                    </a:lnTo>
                    <a:cubicBezTo>
                      <a:pt x="6459" y="7309"/>
                      <a:pt x="6616" y="7152"/>
                      <a:pt x="6616" y="6931"/>
                    </a:cubicBezTo>
                    <a:lnTo>
                      <a:pt x="6616" y="5955"/>
                    </a:lnTo>
                    <a:cubicBezTo>
                      <a:pt x="6616" y="5892"/>
                      <a:pt x="6585" y="5766"/>
                      <a:pt x="6490" y="5734"/>
                    </a:cubicBezTo>
                    <a:lnTo>
                      <a:pt x="3119" y="2426"/>
                    </a:lnTo>
                    <a:lnTo>
                      <a:pt x="3749" y="473"/>
                    </a:lnTo>
                    <a:cubicBezTo>
                      <a:pt x="3781" y="378"/>
                      <a:pt x="3749" y="252"/>
                      <a:pt x="3718" y="158"/>
                    </a:cubicBezTo>
                    <a:cubicBezTo>
                      <a:pt x="3623" y="95"/>
                      <a:pt x="3560" y="0"/>
                      <a:pt x="34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35" name="Google Shape;9221;p73">
                <a:extLst>
                  <a:ext uri="{FF2B5EF4-FFF2-40B4-BE49-F238E27FC236}">
                    <a16:creationId xmlns:a16="http://schemas.microsoft.com/office/drawing/2014/main" id="{E1F27C2D-E7EA-7687-6F93-6422F071DDFD}"/>
                  </a:ext>
                </a:extLst>
              </p:cNvPr>
              <p:cNvGrpSpPr/>
              <p:nvPr/>
            </p:nvGrpSpPr>
            <p:grpSpPr>
              <a:xfrm>
                <a:off x="10278360" y="2925316"/>
                <a:ext cx="503276" cy="499261"/>
                <a:chOff x="6167350" y="2672800"/>
                <a:chExt cx="297750" cy="295375"/>
              </a:xfrm>
              <a:grpFill/>
            </p:grpSpPr>
            <p:sp>
              <p:nvSpPr>
                <p:cNvPr id="421" name="Google Shape;9222;p73">
                  <a:extLst>
                    <a:ext uri="{FF2B5EF4-FFF2-40B4-BE49-F238E27FC236}">
                      <a16:creationId xmlns:a16="http://schemas.microsoft.com/office/drawing/2014/main" id="{3BDA6B0E-1F7A-8A9E-F3F4-75223CCDCCCF}"/>
                    </a:ext>
                  </a:extLst>
                </p:cNvPr>
                <p:cNvSpPr/>
                <p:nvPr/>
              </p:nvSpPr>
              <p:spPr>
                <a:xfrm>
                  <a:off x="6167350" y="2672800"/>
                  <a:ext cx="22685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4" h="11815" extrusionOk="0">
                      <a:moveTo>
                        <a:pt x="4537" y="725"/>
                      </a:moveTo>
                      <a:cubicBezTo>
                        <a:pt x="4758" y="725"/>
                        <a:pt x="4915" y="882"/>
                        <a:pt x="4915" y="1071"/>
                      </a:cubicBezTo>
                      <a:cubicBezTo>
                        <a:pt x="4915" y="1260"/>
                        <a:pt x="5073" y="1418"/>
                        <a:pt x="5262" y="1418"/>
                      </a:cubicBezTo>
                      <a:lnTo>
                        <a:pt x="5955" y="1418"/>
                      </a:lnTo>
                      <a:cubicBezTo>
                        <a:pt x="6175" y="1418"/>
                        <a:pt x="6333" y="1575"/>
                        <a:pt x="6333" y="1796"/>
                      </a:cubicBezTo>
                      <a:cubicBezTo>
                        <a:pt x="6333" y="1985"/>
                        <a:pt x="6175" y="2142"/>
                        <a:pt x="5955" y="2142"/>
                      </a:cubicBezTo>
                      <a:lnTo>
                        <a:pt x="3119" y="2142"/>
                      </a:lnTo>
                      <a:cubicBezTo>
                        <a:pt x="2930" y="2142"/>
                        <a:pt x="2773" y="1985"/>
                        <a:pt x="2773" y="1796"/>
                      </a:cubicBezTo>
                      <a:cubicBezTo>
                        <a:pt x="2773" y="1575"/>
                        <a:pt x="2930" y="1418"/>
                        <a:pt x="3151" y="1418"/>
                      </a:cubicBezTo>
                      <a:lnTo>
                        <a:pt x="3844" y="1418"/>
                      </a:lnTo>
                      <a:cubicBezTo>
                        <a:pt x="4033" y="1418"/>
                        <a:pt x="4191" y="1260"/>
                        <a:pt x="4191" y="1071"/>
                      </a:cubicBezTo>
                      <a:cubicBezTo>
                        <a:pt x="4191" y="882"/>
                        <a:pt x="4348" y="725"/>
                        <a:pt x="4537" y="725"/>
                      </a:cubicBezTo>
                      <a:close/>
                      <a:moveTo>
                        <a:pt x="8066" y="2111"/>
                      </a:moveTo>
                      <a:cubicBezTo>
                        <a:pt x="8255" y="2111"/>
                        <a:pt x="8412" y="2268"/>
                        <a:pt x="8412" y="2458"/>
                      </a:cubicBezTo>
                      <a:lnTo>
                        <a:pt x="8412" y="10806"/>
                      </a:lnTo>
                      <a:lnTo>
                        <a:pt x="8381" y="10806"/>
                      </a:lnTo>
                      <a:cubicBezTo>
                        <a:pt x="8381" y="10995"/>
                        <a:pt x="8223" y="11153"/>
                        <a:pt x="8034" y="11153"/>
                      </a:cubicBezTo>
                      <a:lnTo>
                        <a:pt x="1040" y="11153"/>
                      </a:lnTo>
                      <a:cubicBezTo>
                        <a:pt x="851" y="11153"/>
                        <a:pt x="693" y="10995"/>
                        <a:pt x="693" y="10806"/>
                      </a:cubicBezTo>
                      <a:lnTo>
                        <a:pt x="693" y="2458"/>
                      </a:lnTo>
                      <a:cubicBezTo>
                        <a:pt x="693" y="2268"/>
                        <a:pt x="851" y="2111"/>
                        <a:pt x="1040" y="2111"/>
                      </a:cubicBezTo>
                      <a:lnTo>
                        <a:pt x="2143" y="2111"/>
                      </a:lnTo>
                      <a:cubicBezTo>
                        <a:pt x="2300" y="2489"/>
                        <a:pt x="2647" y="2804"/>
                        <a:pt x="3119" y="2804"/>
                      </a:cubicBezTo>
                      <a:lnTo>
                        <a:pt x="5986" y="2804"/>
                      </a:lnTo>
                      <a:cubicBezTo>
                        <a:pt x="6396" y="2804"/>
                        <a:pt x="6805" y="2521"/>
                        <a:pt x="6963" y="2111"/>
                      </a:cubicBezTo>
                      <a:close/>
                      <a:moveTo>
                        <a:pt x="4506" y="0"/>
                      </a:moveTo>
                      <a:cubicBezTo>
                        <a:pt x="4096" y="0"/>
                        <a:pt x="3686" y="284"/>
                        <a:pt x="3529" y="725"/>
                      </a:cubicBezTo>
                      <a:lnTo>
                        <a:pt x="3088" y="725"/>
                      </a:lnTo>
                      <a:cubicBezTo>
                        <a:pt x="2678" y="725"/>
                        <a:pt x="2269" y="1008"/>
                        <a:pt x="2111" y="1418"/>
                      </a:cubicBezTo>
                      <a:lnTo>
                        <a:pt x="1009" y="1418"/>
                      </a:lnTo>
                      <a:cubicBezTo>
                        <a:pt x="410" y="1418"/>
                        <a:pt x="0" y="1890"/>
                        <a:pt x="0" y="2458"/>
                      </a:cubicBezTo>
                      <a:lnTo>
                        <a:pt x="0" y="10806"/>
                      </a:lnTo>
                      <a:cubicBezTo>
                        <a:pt x="0" y="11405"/>
                        <a:pt x="473" y="11814"/>
                        <a:pt x="1009" y="11814"/>
                      </a:cubicBezTo>
                      <a:lnTo>
                        <a:pt x="7971" y="11814"/>
                      </a:lnTo>
                      <a:cubicBezTo>
                        <a:pt x="8570" y="11814"/>
                        <a:pt x="9011" y="11342"/>
                        <a:pt x="9011" y="10806"/>
                      </a:cubicBezTo>
                      <a:lnTo>
                        <a:pt x="9011" y="2458"/>
                      </a:lnTo>
                      <a:cubicBezTo>
                        <a:pt x="9074" y="1859"/>
                        <a:pt x="8601" y="1418"/>
                        <a:pt x="8034" y="1418"/>
                      </a:cubicBezTo>
                      <a:lnTo>
                        <a:pt x="6931" y="1418"/>
                      </a:lnTo>
                      <a:cubicBezTo>
                        <a:pt x="6774" y="1040"/>
                        <a:pt x="6396" y="725"/>
                        <a:pt x="5923" y="725"/>
                      </a:cubicBezTo>
                      <a:lnTo>
                        <a:pt x="5545" y="725"/>
                      </a:lnTo>
                      <a:cubicBezTo>
                        <a:pt x="5514" y="567"/>
                        <a:pt x="5388" y="441"/>
                        <a:pt x="5262" y="315"/>
                      </a:cubicBezTo>
                      <a:cubicBezTo>
                        <a:pt x="5073" y="126"/>
                        <a:pt x="4789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22" name="Google Shape;9223;p73">
                  <a:extLst>
                    <a:ext uri="{FF2B5EF4-FFF2-40B4-BE49-F238E27FC236}">
                      <a16:creationId xmlns:a16="http://schemas.microsoft.com/office/drawing/2014/main" id="{0BA06E0F-762D-7550-9CDE-9A9731FFA3F6}"/>
                    </a:ext>
                  </a:extLst>
                </p:cNvPr>
                <p:cNvSpPr/>
                <p:nvPr/>
              </p:nvSpPr>
              <p:spPr>
                <a:xfrm>
                  <a:off x="6201225" y="2762575"/>
                  <a:ext cx="5277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1986" extrusionOk="0">
                      <a:moveTo>
                        <a:pt x="406" y="1"/>
                      </a:moveTo>
                      <a:cubicBezTo>
                        <a:pt x="315" y="1"/>
                        <a:pt x="221" y="32"/>
                        <a:pt x="158" y="95"/>
                      </a:cubicBezTo>
                      <a:cubicBezTo>
                        <a:pt x="63" y="190"/>
                        <a:pt x="63" y="442"/>
                        <a:pt x="158" y="568"/>
                      </a:cubicBezTo>
                      <a:lnTo>
                        <a:pt x="599" y="977"/>
                      </a:lnTo>
                      <a:lnTo>
                        <a:pt x="158" y="1418"/>
                      </a:lnTo>
                      <a:cubicBezTo>
                        <a:pt x="0" y="1544"/>
                        <a:pt x="0" y="1733"/>
                        <a:pt x="158" y="1891"/>
                      </a:cubicBezTo>
                      <a:cubicBezTo>
                        <a:pt x="221" y="1954"/>
                        <a:pt x="315" y="1985"/>
                        <a:pt x="406" y="1985"/>
                      </a:cubicBezTo>
                      <a:cubicBezTo>
                        <a:pt x="496" y="1985"/>
                        <a:pt x="583" y="1954"/>
                        <a:pt x="630" y="1891"/>
                      </a:cubicBezTo>
                      <a:lnTo>
                        <a:pt x="1071" y="1450"/>
                      </a:lnTo>
                      <a:lnTo>
                        <a:pt x="1512" y="1891"/>
                      </a:lnTo>
                      <a:cubicBezTo>
                        <a:pt x="1575" y="1954"/>
                        <a:pt x="1662" y="1985"/>
                        <a:pt x="1749" y="1985"/>
                      </a:cubicBezTo>
                      <a:cubicBezTo>
                        <a:pt x="1835" y="1985"/>
                        <a:pt x="1922" y="1954"/>
                        <a:pt x="1985" y="1891"/>
                      </a:cubicBezTo>
                      <a:cubicBezTo>
                        <a:pt x="2111" y="1765"/>
                        <a:pt x="2111" y="1544"/>
                        <a:pt x="1985" y="1418"/>
                      </a:cubicBezTo>
                      <a:lnTo>
                        <a:pt x="1544" y="977"/>
                      </a:lnTo>
                      <a:lnTo>
                        <a:pt x="1985" y="568"/>
                      </a:lnTo>
                      <a:cubicBezTo>
                        <a:pt x="2111" y="442"/>
                        <a:pt x="2111" y="190"/>
                        <a:pt x="1985" y="95"/>
                      </a:cubicBezTo>
                      <a:cubicBezTo>
                        <a:pt x="1922" y="32"/>
                        <a:pt x="1835" y="1"/>
                        <a:pt x="1749" y="1"/>
                      </a:cubicBezTo>
                      <a:cubicBezTo>
                        <a:pt x="1662" y="1"/>
                        <a:pt x="1575" y="32"/>
                        <a:pt x="1512" y="95"/>
                      </a:cubicBezTo>
                      <a:lnTo>
                        <a:pt x="1071" y="505"/>
                      </a:lnTo>
                      <a:lnTo>
                        <a:pt x="630" y="95"/>
                      </a:lnTo>
                      <a:cubicBezTo>
                        <a:pt x="583" y="32"/>
                        <a:pt x="496" y="1"/>
                        <a:pt x="4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23" name="Google Shape;9224;p73">
                  <a:extLst>
                    <a:ext uri="{FF2B5EF4-FFF2-40B4-BE49-F238E27FC236}">
                      <a16:creationId xmlns:a16="http://schemas.microsoft.com/office/drawing/2014/main" id="{F5D21949-6C3D-5B9C-151C-513E0DB7439D}"/>
                    </a:ext>
                  </a:extLst>
                </p:cNvPr>
                <p:cNvSpPr/>
                <p:nvPr/>
              </p:nvSpPr>
              <p:spPr>
                <a:xfrm>
                  <a:off x="6308325" y="288230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63" y="0"/>
                      </a:moveTo>
                      <a:cubicBezTo>
                        <a:pt x="276" y="0"/>
                        <a:pt x="190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lnTo>
                        <a:pt x="568" y="1009"/>
                      </a:lnTo>
                      <a:lnTo>
                        <a:pt x="127" y="1450"/>
                      </a:lnTo>
                      <a:cubicBezTo>
                        <a:pt x="1" y="1544"/>
                        <a:pt x="1" y="1796"/>
                        <a:pt x="127" y="1891"/>
                      </a:cubicBezTo>
                      <a:cubicBezTo>
                        <a:pt x="190" y="1954"/>
                        <a:pt x="276" y="1985"/>
                        <a:pt x="363" y="1985"/>
                      </a:cubicBezTo>
                      <a:cubicBezTo>
                        <a:pt x="450" y="1985"/>
                        <a:pt x="536" y="1954"/>
                        <a:pt x="599" y="1891"/>
                      </a:cubicBezTo>
                      <a:lnTo>
                        <a:pt x="1040" y="1481"/>
                      </a:lnTo>
                      <a:lnTo>
                        <a:pt x="1481" y="1891"/>
                      </a:lnTo>
                      <a:cubicBezTo>
                        <a:pt x="1529" y="1954"/>
                        <a:pt x="1615" y="1985"/>
                        <a:pt x="1706" y="1985"/>
                      </a:cubicBezTo>
                      <a:cubicBezTo>
                        <a:pt x="1797" y="1985"/>
                        <a:pt x="1891" y="1954"/>
                        <a:pt x="1954" y="1891"/>
                      </a:cubicBezTo>
                      <a:cubicBezTo>
                        <a:pt x="2049" y="1796"/>
                        <a:pt x="2049" y="1544"/>
                        <a:pt x="1954" y="1450"/>
                      </a:cubicBezTo>
                      <a:lnTo>
                        <a:pt x="1513" y="1009"/>
                      </a:lnTo>
                      <a:lnTo>
                        <a:pt x="1954" y="567"/>
                      </a:lnTo>
                      <a:cubicBezTo>
                        <a:pt x="2049" y="441"/>
                        <a:pt x="2049" y="252"/>
                        <a:pt x="1954" y="95"/>
                      </a:cubicBezTo>
                      <a:cubicBezTo>
                        <a:pt x="1891" y="32"/>
                        <a:pt x="1804" y="0"/>
                        <a:pt x="1718" y="0"/>
                      </a:cubicBezTo>
                      <a:cubicBezTo>
                        <a:pt x="1631" y="0"/>
                        <a:pt x="1544" y="32"/>
                        <a:pt x="1481" y="95"/>
                      </a:cubicBezTo>
                      <a:lnTo>
                        <a:pt x="1040" y="536"/>
                      </a:lnTo>
                      <a:lnTo>
                        <a:pt x="599" y="95"/>
                      </a:lnTo>
                      <a:cubicBezTo>
                        <a:pt x="536" y="32"/>
                        <a:pt x="450" y="0"/>
                        <a:pt x="3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24" name="Google Shape;9225;p73">
                  <a:extLst>
                    <a:ext uri="{FF2B5EF4-FFF2-40B4-BE49-F238E27FC236}">
                      <a16:creationId xmlns:a16="http://schemas.microsoft.com/office/drawing/2014/main" id="{E72FF122-980A-12C3-6630-D343A55F103E}"/>
                    </a:ext>
                  </a:extLst>
                </p:cNvPr>
                <p:cNvSpPr/>
                <p:nvPr/>
              </p:nvSpPr>
              <p:spPr>
                <a:xfrm>
                  <a:off x="6200425" y="2759425"/>
                  <a:ext cx="1567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95" extrusionOk="0">
                      <a:moveTo>
                        <a:pt x="1103" y="5609"/>
                      </a:moveTo>
                      <a:cubicBezTo>
                        <a:pt x="1292" y="5609"/>
                        <a:pt x="1450" y="5766"/>
                        <a:pt x="1450" y="5955"/>
                      </a:cubicBezTo>
                      <a:cubicBezTo>
                        <a:pt x="1450" y="6144"/>
                        <a:pt x="1292" y="6302"/>
                        <a:pt x="1103" y="6302"/>
                      </a:cubicBezTo>
                      <a:cubicBezTo>
                        <a:pt x="914" y="6302"/>
                        <a:pt x="757" y="6144"/>
                        <a:pt x="757" y="5955"/>
                      </a:cubicBezTo>
                      <a:cubicBezTo>
                        <a:pt x="757" y="5766"/>
                        <a:pt x="914" y="5609"/>
                        <a:pt x="1103" y="5609"/>
                      </a:cubicBezTo>
                      <a:close/>
                      <a:moveTo>
                        <a:pt x="5325" y="1"/>
                      </a:moveTo>
                      <a:cubicBezTo>
                        <a:pt x="5230" y="1"/>
                        <a:pt x="5136" y="64"/>
                        <a:pt x="5073" y="127"/>
                      </a:cubicBezTo>
                      <a:lnTo>
                        <a:pt x="4380" y="851"/>
                      </a:lnTo>
                      <a:cubicBezTo>
                        <a:pt x="4254" y="946"/>
                        <a:pt x="4254" y="1198"/>
                        <a:pt x="4380" y="1324"/>
                      </a:cubicBezTo>
                      <a:cubicBezTo>
                        <a:pt x="4443" y="1371"/>
                        <a:pt x="4529" y="1395"/>
                        <a:pt x="4616" y="1395"/>
                      </a:cubicBezTo>
                      <a:cubicBezTo>
                        <a:pt x="4703" y="1395"/>
                        <a:pt x="4789" y="1371"/>
                        <a:pt x="4852" y="1324"/>
                      </a:cubicBezTo>
                      <a:lnTo>
                        <a:pt x="4978" y="1198"/>
                      </a:lnTo>
                      <a:lnTo>
                        <a:pt x="4978" y="2458"/>
                      </a:lnTo>
                      <a:cubicBezTo>
                        <a:pt x="4978" y="2647"/>
                        <a:pt x="4821" y="2805"/>
                        <a:pt x="4600" y="2805"/>
                      </a:cubicBezTo>
                      <a:lnTo>
                        <a:pt x="1765" y="2805"/>
                      </a:lnTo>
                      <a:cubicBezTo>
                        <a:pt x="1513" y="2805"/>
                        <a:pt x="1229" y="2931"/>
                        <a:pt x="1040" y="3120"/>
                      </a:cubicBezTo>
                      <a:cubicBezTo>
                        <a:pt x="820" y="3309"/>
                        <a:pt x="725" y="3592"/>
                        <a:pt x="725" y="3876"/>
                      </a:cubicBezTo>
                      <a:lnTo>
                        <a:pt x="725" y="4978"/>
                      </a:lnTo>
                      <a:cubicBezTo>
                        <a:pt x="316" y="5136"/>
                        <a:pt x="1" y="5482"/>
                        <a:pt x="1" y="5955"/>
                      </a:cubicBezTo>
                      <a:cubicBezTo>
                        <a:pt x="1" y="6554"/>
                        <a:pt x="473" y="6995"/>
                        <a:pt x="1040" y="6995"/>
                      </a:cubicBezTo>
                      <a:cubicBezTo>
                        <a:pt x="1607" y="6995"/>
                        <a:pt x="2048" y="6522"/>
                        <a:pt x="2048" y="5955"/>
                      </a:cubicBezTo>
                      <a:cubicBezTo>
                        <a:pt x="2048" y="5514"/>
                        <a:pt x="1765" y="5136"/>
                        <a:pt x="1355" y="4978"/>
                      </a:cubicBezTo>
                      <a:lnTo>
                        <a:pt x="1355" y="3876"/>
                      </a:lnTo>
                      <a:cubicBezTo>
                        <a:pt x="1355" y="3687"/>
                        <a:pt x="1513" y="3529"/>
                        <a:pt x="1702" y="3529"/>
                      </a:cubicBezTo>
                      <a:lnTo>
                        <a:pt x="4537" y="3529"/>
                      </a:lnTo>
                      <a:cubicBezTo>
                        <a:pt x="5136" y="3529"/>
                        <a:pt x="5545" y="3057"/>
                        <a:pt x="5545" y="2490"/>
                      </a:cubicBezTo>
                      <a:lnTo>
                        <a:pt x="5545" y="1229"/>
                      </a:lnTo>
                      <a:lnTo>
                        <a:pt x="5671" y="1355"/>
                      </a:lnTo>
                      <a:cubicBezTo>
                        <a:pt x="5734" y="1418"/>
                        <a:pt x="5821" y="1450"/>
                        <a:pt x="5908" y="1450"/>
                      </a:cubicBezTo>
                      <a:cubicBezTo>
                        <a:pt x="5994" y="1450"/>
                        <a:pt x="6081" y="1418"/>
                        <a:pt x="6144" y="1355"/>
                      </a:cubicBezTo>
                      <a:cubicBezTo>
                        <a:pt x="6270" y="1229"/>
                        <a:pt x="6270" y="1009"/>
                        <a:pt x="6144" y="883"/>
                      </a:cubicBezTo>
                      <a:lnTo>
                        <a:pt x="5545" y="127"/>
                      </a:lnTo>
                      <a:cubicBezTo>
                        <a:pt x="5482" y="64"/>
                        <a:pt x="5388" y="1"/>
                        <a:pt x="53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25" name="Google Shape;9226;p73">
                  <a:extLst>
                    <a:ext uri="{FF2B5EF4-FFF2-40B4-BE49-F238E27FC236}">
                      <a16:creationId xmlns:a16="http://schemas.microsoft.com/office/drawing/2014/main" id="{697E65C9-5F69-1237-112E-DA20B338B4BD}"/>
                    </a:ext>
                  </a:extLst>
                </p:cNvPr>
                <p:cNvSpPr/>
                <p:nvPr/>
              </p:nvSpPr>
              <p:spPr>
                <a:xfrm>
                  <a:off x="6412300" y="2742900"/>
                  <a:ext cx="52800" cy="2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8349" extrusionOk="0">
                      <a:moveTo>
                        <a:pt x="1009" y="662"/>
                      </a:moveTo>
                      <a:cubicBezTo>
                        <a:pt x="1229" y="662"/>
                        <a:pt x="1387" y="819"/>
                        <a:pt x="1387" y="1040"/>
                      </a:cubicBezTo>
                      <a:lnTo>
                        <a:pt x="1387" y="1386"/>
                      </a:lnTo>
                      <a:lnTo>
                        <a:pt x="662" y="1386"/>
                      </a:lnTo>
                      <a:lnTo>
                        <a:pt x="662" y="1040"/>
                      </a:ln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387" y="2048"/>
                      </a:moveTo>
                      <a:lnTo>
                        <a:pt x="1387" y="6017"/>
                      </a:lnTo>
                      <a:cubicBezTo>
                        <a:pt x="1261" y="5986"/>
                        <a:pt x="1142" y="5970"/>
                        <a:pt x="1024" y="5970"/>
                      </a:cubicBezTo>
                      <a:cubicBezTo>
                        <a:pt x="906" y="5970"/>
                        <a:pt x="788" y="5986"/>
                        <a:pt x="662" y="6017"/>
                      </a:cubicBezTo>
                      <a:lnTo>
                        <a:pt x="662" y="2048"/>
                      </a:lnTo>
                      <a:close/>
                      <a:moveTo>
                        <a:pt x="1009" y="6711"/>
                      </a:moveTo>
                      <a:cubicBezTo>
                        <a:pt x="1103" y="6711"/>
                        <a:pt x="1166" y="6711"/>
                        <a:pt x="1261" y="6742"/>
                      </a:cubicBezTo>
                      <a:lnTo>
                        <a:pt x="1009" y="7246"/>
                      </a:lnTo>
                      <a:lnTo>
                        <a:pt x="788" y="6742"/>
                      </a:lnTo>
                      <a:cubicBezTo>
                        <a:pt x="851" y="6711"/>
                        <a:pt x="946" y="6711"/>
                        <a:pt x="1009" y="6711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6616"/>
                      </a:lnTo>
                      <a:cubicBezTo>
                        <a:pt x="0" y="6648"/>
                        <a:pt x="0" y="6742"/>
                        <a:pt x="32" y="6774"/>
                      </a:cubicBezTo>
                      <a:lnTo>
                        <a:pt x="757" y="8160"/>
                      </a:lnTo>
                      <a:cubicBezTo>
                        <a:pt x="788" y="8286"/>
                        <a:pt x="946" y="8349"/>
                        <a:pt x="1040" y="8349"/>
                      </a:cubicBezTo>
                      <a:cubicBezTo>
                        <a:pt x="1166" y="8349"/>
                        <a:pt x="1292" y="8286"/>
                        <a:pt x="1355" y="8160"/>
                      </a:cubicBezTo>
                      <a:lnTo>
                        <a:pt x="2080" y="6774"/>
                      </a:lnTo>
                      <a:cubicBezTo>
                        <a:pt x="2111" y="6742"/>
                        <a:pt x="2111" y="6648"/>
                        <a:pt x="2111" y="6616"/>
                      </a:cubicBezTo>
                      <a:lnTo>
                        <a:pt x="2111" y="1040"/>
                      </a:ln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36" name="Google Shape;9227;p73">
                <a:extLst>
                  <a:ext uri="{FF2B5EF4-FFF2-40B4-BE49-F238E27FC236}">
                    <a16:creationId xmlns:a16="http://schemas.microsoft.com/office/drawing/2014/main" id="{21B21E8B-4A0D-6FAA-28D4-1229938169FC}"/>
                  </a:ext>
                </a:extLst>
              </p:cNvPr>
              <p:cNvGrpSpPr/>
              <p:nvPr/>
            </p:nvGrpSpPr>
            <p:grpSpPr>
              <a:xfrm>
                <a:off x="2672056" y="1687222"/>
                <a:ext cx="497951" cy="501923"/>
                <a:chOff x="1777925" y="1953700"/>
                <a:chExt cx="294600" cy="296950"/>
              </a:xfrm>
              <a:grpFill/>
            </p:grpSpPr>
            <p:sp>
              <p:nvSpPr>
                <p:cNvPr id="417" name="Google Shape;9228;p73">
                  <a:extLst>
                    <a:ext uri="{FF2B5EF4-FFF2-40B4-BE49-F238E27FC236}">
                      <a16:creationId xmlns:a16="http://schemas.microsoft.com/office/drawing/2014/main" id="{AC74B3A4-1077-80D1-1985-58F28A9F22D8}"/>
                    </a:ext>
                  </a:extLst>
                </p:cNvPr>
                <p:cNvSpPr/>
                <p:nvPr/>
              </p:nvSpPr>
              <p:spPr>
                <a:xfrm>
                  <a:off x="1794450" y="2052125"/>
                  <a:ext cx="27807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3" h="7941" extrusionOk="0">
                      <a:moveTo>
                        <a:pt x="10545" y="1"/>
                      </a:moveTo>
                      <a:cubicBezTo>
                        <a:pt x="10499" y="1"/>
                        <a:pt x="10449" y="11"/>
                        <a:pt x="10397" y="33"/>
                      </a:cubicBezTo>
                      <a:cubicBezTo>
                        <a:pt x="10208" y="64"/>
                        <a:pt x="10145" y="253"/>
                        <a:pt x="10177" y="474"/>
                      </a:cubicBezTo>
                      <a:cubicBezTo>
                        <a:pt x="10334" y="1009"/>
                        <a:pt x="10460" y="1514"/>
                        <a:pt x="10460" y="1986"/>
                      </a:cubicBezTo>
                      <a:cubicBezTo>
                        <a:pt x="10460" y="4885"/>
                        <a:pt x="8129" y="7247"/>
                        <a:pt x="5199" y="7247"/>
                      </a:cubicBezTo>
                      <a:cubicBezTo>
                        <a:pt x="3561" y="7247"/>
                        <a:pt x="2017" y="6460"/>
                        <a:pt x="1040" y="5137"/>
                      </a:cubicBezTo>
                      <a:lnTo>
                        <a:pt x="1734" y="5137"/>
                      </a:lnTo>
                      <a:cubicBezTo>
                        <a:pt x="1954" y="5137"/>
                        <a:pt x="2112" y="4979"/>
                        <a:pt x="2112" y="4790"/>
                      </a:cubicBezTo>
                      <a:cubicBezTo>
                        <a:pt x="2112" y="4601"/>
                        <a:pt x="1954" y="4444"/>
                        <a:pt x="1734" y="4444"/>
                      </a:cubicBezTo>
                      <a:lnTo>
                        <a:pt x="379" y="4444"/>
                      </a:lnTo>
                      <a:cubicBezTo>
                        <a:pt x="158" y="4444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79" y="6523"/>
                      </a:cubicBezTo>
                      <a:cubicBezTo>
                        <a:pt x="568" y="6523"/>
                        <a:pt x="725" y="6365"/>
                        <a:pt x="725" y="6176"/>
                      </a:cubicBezTo>
                      <a:lnTo>
                        <a:pt x="725" y="5830"/>
                      </a:lnTo>
                      <a:cubicBezTo>
                        <a:pt x="1860" y="7184"/>
                        <a:pt x="3529" y="7941"/>
                        <a:pt x="5199" y="7941"/>
                      </a:cubicBezTo>
                      <a:cubicBezTo>
                        <a:pt x="8476" y="7941"/>
                        <a:pt x="11122" y="5294"/>
                        <a:pt x="11122" y="2049"/>
                      </a:cubicBezTo>
                      <a:cubicBezTo>
                        <a:pt x="11122" y="1482"/>
                        <a:pt x="11028" y="883"/>
                        <a:pt x="10839" y="253"/>
                      </a:cubicBezTo>
                      <a:cubicBezTo>
                        <a:pt x="10814" y="109"/>
                        <a:pt x="10698" y="1"/>
                        <a:pt x="105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18" name="Google Shape;9229;p73">
                  <a:extLst>
                    <a:ext uri="{FF2B5EF4-FFF2-40B4-BE49-F238E27FC236}">
                      <a16:creationId xmlns:a16="http://schemas.microsoft.com/office/drawing/2014/main" id="{49883313-9FDE-50B5-BE63-036D7C5FF1F1}"/>
                    </a:ext>
                  </a:extLst>
                </p:cNvPr>
                <p:cNvSpPr/>
                <p:nvPr/>
              </p:nvSpPr>
              <p:spPr>
                <a:xfrm>
                  <a:off x="1777925" y="1953700"/>
                  <a:ext cx="278050" cy="19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47" extrusionOk="0">
                      <a:moveTo>
                        <a:pt x="5892" y="0"/>
                      </a:moveTo>
                      <a:cubicBezTo>
                        <a:pt x="2647" y="0"/>
                        <a:pt x="0" y="2615"/>
                        <a:pt x="0" y="5892"/>
                      </a:cubicBezTo>
                      <a:cubicBezTo>
                        <a:pt x="0" y="6459"/>
                        <a:pt x="63" y="7026"/>
                        <a:pt x="284" y="7656"/>
                      </a:cubicBezTo>
                      <a:cubicBezTo>
                        <a:pt x="310" y="7869"/>
                        <a:pt x="450" y="7947"/>
                        <a:pt x="606" y="7947"/>
                      </a:cubicBezTo>
                      <a:cubicBezTo>
                        <a:pt x="635" y="7947"/>
                        <a:pt x="664" y="7944"/>
                        <a:pt x="693" y="7939"/>
                      </a:cubicBezTo>
                      <a:cubicBezTo>
                        <a:pt x="914" y="7908"/>
                        <a:pt x="977" y="7719"/>
                        <a:pt x="945" y="7498"/>
                      </a:cubicBezTo>
                      <a:cubicBezTo>
                        <a:pt x="788" y="6963"/>
                        <a:pt x="662" y="6459"/>
                        <a:pt x="662" y="5923"/>
                      </a:cubicBezTo>
                      <a:cubicBezTo>
                        <a:pt x="662" y="3056"/>
                        <a:pt x="2993" y="693"/>
                        <a:pt x="5923" y="693"/>
                      </a:cubicBezTo>
                      <a:cubicBezTo>
                        <a:pt x="7561" y="693"/>
                        <a:pt x="9105" y="1481"/>
                        <a:pt x="10082" y="2773"/>
                      </a:cubicBezTo>
                      <a:lnTo>
                        <a:pt x="9389" y="2773"/>
                      </a:lnTo>
                      <a:cubicBezTo>
                        <a:pt x="9168" y="2773"/>
                        <a:pt x="9011" y="2930"/>
                        <a:pt x="9011" y="3151"/>
                      </a:cubicBezTo>
                      <a:cubicBezTo>
                        <a:pt x="9011" y="3340"/>
                        <a:pt x="9168" y="3497"/>
                        <a:pt x="9389" y="3497"/>
                      </a:cubicBezTo>
                      <a:lnTo>
                        <a:pt x="10743" y="3497"/>
                      </a:lnTo>
                      <a:cubicBezTo>
                        <a:pt x="10964" y="3497"/>
                        <a:pt x="11121" y="3340"/>
                        <a:pt x="11121" y="3151"/>
                      </a:cubicBezTo>
                      <a:lnTo>
                        <a:pt x="11121" y="1765"/>
                      </a:lnTo>
                      <a:cubicBezTo>
                        <a:pt x="11121" y="1575"/>
                        <a:pt x="10964" y="1418"/>
                        <a:pt x="10743" y="1418"/>
                      </a:cubicBezTo>
                      <a:cubicBezTo>
                        <a:pt x="10554" y="1418"/>
                        <a:pt x="10397" y="1575"/>
                        <a:pt x="10397" y="1765"/>
                      </a:cubicBezTo>
                      <a:lnTo>
                        <a:pt x="10397" y="2111"/>
                      </a:lnTo>
                      <a:cubicBezTo>
                        <a:pt x="9263" y="725"/>
                        <a:pt x="7593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19" name="Google Shape;9230;p73">
                  <a:extLst>
                    <a:ext uri="{FF2B5EF4-FFF2-40B4-BE49-F238E27FC236}">
                      <a16:creationId xmlns:a16="http://schemas.microsoft.com/office/drawing/2014/main" id="{07209133-9D90-8BF9-7802-EAF6CC5A0431}"/>
                    </a:ext>
                  </a:extLst>
                </p:cNvPr>
                <p:cNvSpPr/>
                <p:nvPr/>
              </p:nvSpPr>
              <p:spPr>
                <a:xfrm>
                  <a:off x="1829125" y="2006475"/>
                  <a:ext cx="191400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7656" extrusionOk="0">
                      <a:moveTo>
                        <a:pt x="4190" y="693"/>
                      </a:moveTo>
                      <a:cubicBezTo>
                        <a:pt x="4757" y="788"/>
                        <a:pt x="5324" y="1008"/>
                        <a:pt x="5797" y="1386"/>
                      </a:cubicBezTo>
                      <a:lnTo>
                        <a:pt x="5545" y="1607"/>
                      </a:lnTo>
                      <a:cubicBezTo>
                        <a:pt x="5450" y="1733"/>
                        <a:pt x="5450" y="1953"/>
                        <a:pt x="5545" y="2079"/>
                      </a:cubicBezTo>
                      <a:cubicBezTo>
                        <a:pt x="5608" y="2142"/>
                        <a:pt x="5702" y="2174"/>
                        <a:pt x="5793" y="2174"/>
                      </a:cubicBezTo>
                      <a:cubicBezTo>
                        <a:pt x="5884" y="2174"/>
                        <a:pt x="5970" y="2142"/>
                        <a:pt x="6017" y="2079"/>
                      </a:cubicBezTo>
                      <a:lnTo>
                        <a:pt x="6270" y="1859"/>
                      </a:lnTo>
                      <a:cubicBezTo>
                        <a:pt x="6616" y="2268"/>
                        <a:pt x="6868" y="2835"/>
                        <a:pt x="6931" y="3466"/>
                      </a:cubicBezTo>
                      <a:lnTo>
                        <a:pt x="6616" y="3466"/>
                      </a:lnTo>
                      <a:cubicBezTo>
                        <a:pt x="6427" y="3466"/>
                        <a:pt x="6270" y="3623"/>
                        <a:pt x="6270" y="3812"/>
                      </a:cubicBezTo>
                      <a:cubicBezTo>
                        <a:pt x="6270" y="4001"/>
                        <a:pt x="6427" y="4159"/>
                        <a:pt x="6616" y="4159"/>
                      </a:cubicBezTo>
                      <a:lnTo>
                        <a:pt x="6931" y="4159"/>
                      </a:lnTo>
                      <a:cubicBezTo>
                        <a:pt x="6868" y="4757"/>
                        <a:pt x="6616" y="5324"/>
                        <a:pt x="6270" y="5797"/>
                      </a:cubicBezTo>
                      <a:lnTo>
                        <a:pt x="6017" y="5545"/>
                      </a:lnTo>
                      <a:cubicBezTo>
                        <a:pt x="5970" y="5482"/>
                        <a:pt x="5884" y="5450"/>
                        <a:pt x="5793" y="5450"/>
                      </a:cubicBezTo>
                      <a:cubicBezTo>
                        <a:pt x="5702" y="5450"/>
                        <a:pt x="5608" y="5482"/>
                        <a:pt x="5545" y="5545"/>
                      </a:cubicBezTo>
                      <a:cubicBezTo>
                        <a:pt x="5450" y="5671"/>
                        <a:pt x="5450" y="5923"/>
                        <a:pt x="5545" y="6017"/>
                      </a:cubicBezTo>
                      <a:lnTo>
                        <a:pt x="5797" y="6270"/>
                      </a:lnTo>
                      <a:cubicBezTo>
                        <a:pt x="5356" y="6616"/>
                        <a:pt x="4820" y="6837"/>
                        <a:pt x="4190" y="6931"/>
                      </a:cubicBezTo>
                      <a:lnTo>
                        <a:pt x="4190" y="6616"/>
                      </a:lnTo>
                      <a:cubicBezTo>
                        <a:pt x="4190" y="6427"/>
                        <a:pt x="4033" y="6270"/>
                        <a:pt x="3812" y="6270"/>
                      </a:cubicBezTo>
                      <a:cubicBezTo>
                        <a:pt x="3623" y="6270"/>
                        <a:pt x="3466" y="6427"/>
                        <a:pt x="3466" y="6616"/>
                      </a:cubicBezTo>
                      <a:lnTo>
                        <a:pt x="3466" y="6931"/>
                      </a:lnTo>
                      <a:cubicBezTo>
                        <a:pt x="2867" y="6837"/>
                        <a:pt x="2331" y="6616"/>
                        <a:pt x="1859" y="6270"/>
                      </a:cubicBezTo>
                      <a:lnTo>
                        <a:pt x="2079" y="6017"/>
                      </a:lnTo>
                      <a:cubicBezTo>
                        <a:pt x="2205" y="5891"/>
                        <a:pt x="2205" y="5671"/>
                        <a:pt x="2079" y="5545"/>
                      </a:cubicBezTo>
                      <a:cubicBezTo>
                        <a:pt x="2032" y="5482"/>
                        <a:pt x="1945" y="5450"/>
                        <a:pt x="1855" y="5450"/>
                      </a:cubicBezTo>
                      <a:cubicBezTo>
                        <a:pt x="1764" y="5450"/>
                        <a:pt x="1670" y="5482"/>
                        <a:pt x="1607" y="5545"/>
                      </a:cubicBezTo>
                      <a:lnTo>
                        <a:pt x="1386" y="5797"/>
                      </a:lnTo>
                      <a:cubicBezTo>
                        <a:pt x="1040" y="5356"/>
                        <a:pt x="788" y="4789"/>
                        <a:pt x="725" y="4159"/>
                      </a:cubicBezTo>
                      <a:lnTo>
                        <a:pt x="1040" y="4159"/>
                      </a:lnTo>
                      <a:cubicBezTo>
                        <a:pt x="1229" y="4159"/>
                        <a:pt x="1386" y="4001"/>
                        <a:pt x="1386" y="3812"/>
                      </a:cubicBezTo>
                      <a:cubicBezTo>
                        <a:pt x="1386" y="3623"/>
                        <a:pt x="1229" y="3466"/>
                        <a:pt x="1040" y="3466"/>
                      </a:cubicBezTo>
                      <a:lnTo>
                        <a:pt x="725" y="3466"/>
                      </a:lnTo>
                      <a:cubicBezTo>
                        <a:pt x="788" y="2867"/>
                        <a:pt x="1040" y="2331"/>
                        <a:pt x="1386" y="1859"/>
                      </a:cubicBezTo>
                      <a:lnTo>
                        <a:pt x="1607" y="2079"/>
                      </a:lnTo>
                      <a:cubicBezTo>
                        <a:pt x="1701" y="2174"/>
                        <a:pt x="1764" y="2205"/>
                        <a:pt x="1859" y="2205"/>
                      </a:cubicBezTo>
                      <a:cubicBezTo>
                        <a:pt x="1922" y="2205"/>
                        <a:pt x="2048" y="2174"/>
                        <a:pt x="2079" y="2079"/>
                      </a:cubicBezTo>
                      <a:cubicBezTo>
                        <a:pt x="2205" y="1953"/>
                        <a:pt x="2205" y="1733"/>
                        <a:pt x="2079" y="1607"/>
                      </a:cubicBezTo>
                      <a:lnTo>
                        <a:pt x="1859" y="1386"/>
                      </a:lnTo>
                      <a:cubicBezTo>
                        <a:pt x="2300" y="1008"/>
                        <a:pt x="2835" y="788"/>
                        <a:pt x="3466" y="693"/>
                      </a:cubicBezTo>
                      <a:lnTo>
                        <a:pt x="3466" y="1008"/>
                      </a:lnTo>
                      <a:cubicBezTo>
                        <a:pt x="3466" y="1229"/>
                        <a:pt x="3623" y="1386"/>
                        <a:pt x="3812" y="1386"/>
                      </a:cubicBezTo>
                      <a:cubicBezTo>
                        <a:pt x="4033" y="1386"/>
                        <a:pt x="4190" y="1229"/>
                        <a:pt x="4190" y="1008"/>
                      </a:cubicBezTo>
                      <a:lnTo>
                        <a:pt x="4190" y="693"/>
                      </a:lnTo>
                      <a:close/>
                      <a:moveTo>
                        <a:pt x="3812" y="0"/>
                      </a:moveTo>
                      <a:cubicBezTo>
                        <a:pt x="1733" y="0"/>
                        <a:pt x="0" y="1701"/>
                        <a:pt x="0" y="3812"/>
                      </a:cubicBezTo>
                      <a:cubicBezTo>
                        <a:pt x="0" y="5923"/>
                        <a:pt x="1701" y="7656"/>
                        <a:pt x="3812" y="7656"/>
                      </a:cubicBezTo>
                      <a:cubicBezTo>
                        <a:pt x="5923" y="7656"/>
                        <a:pt x="7656" y="5954"/>
                        <a:pt x="7656" y="3812"/>
                      </a:cubicBezTo>
                      <a:cubicBezTo>
                        <a:pt x="7656" y="1733"/>
                        <a:pt x="5954" y="0"/>
                        <a:pt x="38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20" name="Google Shape;9231;p73">
                  <a:extLst>
                    <a:ext uri="{FF2B5EF4-FFF2-40B4-BE49-F238E27FC236}">
                      <a16:creationId xmlns:a16="http://schemas.microsoft.com/office/drawing/2014/main" id="{226B3458-8F99-50E2-991E-949467CE9983}"/>
                    </a:ext>
                  </a:extLst>
                </p:cNvPr>
                <p:cNvSpPr/>
                <p:nvPr/>
              </p:nvSpPr>
              <p:spPr>
                <a:xfrm>
                  <a:off x="1915750" y="2058450"/>
                  <a:ext cx="354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2112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47" y="2111"/>
                      </a:cubicBezTo>
                      <a:lnTo>
                        <a:pt x="1072" y="2111"/>
                      </a:lnTo>
                      <a:cubicBezTo>
                        <a:pt x="1261" y="2111"/>
                        <a:pt x="1418" y="1954"/>
                        <a:pt x="1418" y="1733"/>
                      </a:cubicBezTo>
                      <a:cubicBezTo>
                        <a:pt x="1418" y="1544"/>
                        <a:pt x="1261" y="1387"/>
                        <a:pt x="1072" y="1387"/>
                      </a:cubicBezTo>
                      <a:lnTo>
                        <a:pt x="725" y="1387"/>
                      </a:lnTo>
                      <a:lnTo>
                        <a:pt x="725" y="378"/>
                      </a:lnTo>
                      <a:cubicBezTo>
                        <a:pt x="725" y="158"/>
                        <a:pt x="568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37" name="Google Shape;9232;p73">
                <a:extLst>
                  <a:ext uri="{FF2B5EF4-FFF2-40B4-BE49-F238E27FC236}">
                    <a16:creationId xmlns:a16="http://schemas.microsoft.com/office/drawing/2014/main" id="{115B02D6-41BA-A960-82AC-D4035E816FFB}"/>
                  </a:ext>
                </a:extLst>
              </p:cNvPr>
              <p:cNvGrpSpPr/>
              <p:nvPr/>
            </p:nvGrpSpPr>
            <p:grpSpPr>
              <a:xfrm>
                <a:off x="2694705" y="2282300"/>
                <a:ext cx="452652" cy="497951"/>
                <a:chOff x="1790525" y="2319150"/>
                <a:chExt cx="267800" cy="294600"/>
              </a:xfrm>
              <a:grpFill/>
            </p:grpSpPr>
            <p:sp>
              <p:nvSpPr>
                <p:cNvPr id="415" name="Google Shape;9233;p73">
                  <a:extLst>
                    <a:ext uri="{FF2B5EF4-FFF2-40B4-BE49-F238E27FC236}">
                      <a16:creationId xmlns:a16="http://schemas.microsoft.com/office/drawing/2014/main" id="{00F926A4-2318-DEBB-C965-6C91CED57694}"/>
                    </a:ext>
                  </a:extLst>
                </p:cNvPr>
                <p:cNvSpPr/>
                <p:nvPr/>
              </p:nvSpPr>
              <p:spPr>
                <a:xfrm>
                  <a:off x="1881100" y="2423125"/>
                  <a:ext cx="882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207" extrusionOk="0">
                      <a:moveTo>
                        <a:pt x="1418" y="1323"/>
                      </a:moveTo>
                      <a:lnTo>
                        <a:pt x="1418" y="2741"/>
                      </a:lnTo>
                      <a:lnTo>
                        <a:pt x="1072" y="2741"/>
                      </a:lnTo>
                      <a:cubicBezTo>
                        <a:pt x="882" y="2741"/>
                        <a:pt x="725" y="2583"/>
                        <a:pt x="725" y="2394"/>
                      </a:cubicBezTo>
                      <a:lnTo>
                        <a:pt x="725" y="1701"/>
                      </a:lnTo>
                      <a:cubicBezTo>
                        <a:pt x="725" y="1481"/>
                        <a:pt x="882" y="1323"/>
                        <a:pt x="1072" y="1323"/>
                      </a:cubicBezTo>
                      <a:close/>
                      <a:moveTo>
                        <a:pt x="2458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lnTo>
                        <a:pt x="2804" y="4537"/>
                      </a:lnTo>
                      <a:cubicBezTo>
                        <a:pt x="2804" y="4726"/>
                        <a:pt x="2647" y="4883"/>
                        <a:pt x="2458" y="4883"/>
                      </a:cubicBezTo>
                      <a:lnTo>
                        <a:pt x="2111" y="4883"/>
                      </a:lnTo>
                      <a:lnTo>
                        <a:pt x="2111" y="3466"/>
                      </a:lnTo>
                      <a:close/>
                      <a:moveTo>
                        <a:pt x="1796" y="0"/>
                      </a:moveTo>
                      <a:cubicBezTo>
                        <a:pt x="1576" y="0"/>
                        <a:pt x="1418" y="158"/>
                        <a:pt x="1418" y="347"/>
                      </a:cubicBezTo>
                      <a:lnTo>
                        <a:pt x="1418" y="693"/>
                      </a:lnTo>
                      <a:lnTo>
                        <a:pt x="1072" y="693"/>
                      </a:lnTo>
                      <a:cubicBezTo>
                        <a:pt x="473" y="693"/>
                        <a:pt x="63" y="1166"/>
                        <a:pt x="63" y="1733"/>
                      </a:cubicBezTo>
                      <a:lnTo>
                        <a:pt x="63" y="2426"/>
                      </a:lnTo>
                      <a:cubicBezTo>
                        <a:pt x="63" y="3025"/>
                        <a:pt x="536" y="3466"/>
                        <a:pt x="1072" y="3466"/>
                      </a:cubicBezTo>
                      <a:lnTo>
                        <a:pt x="1418" y="3466"/>
                      </a:lnTo>
                      <a:lnTo>
                        <a:pt x="1418" y="4852"/>
                      </a:lnTo>
                      <a:lnTo>
                        <a:pt x="1072" y="4852"/>
                      </a:lnTo>
                      <a:cubicBezTo>
                        <a:pt x="882" y="4852"/>
                        <a:pt x="725" y="4694"/>
                        <a:pt x="725" y="4474"/>
                      </a:cubicBezTo>
                      <a:cubicBezTo>
                        <a:pt x="725" y="4285"/>
                        <a:pt x="567" y="4127"/>
                        <a:pt x="378" y="4127"/>
                      </a:cubicBezTo>
                      <a:cubicBezTo>
                        <a:pt x="158" y="4127"/>
                        <a:pt x="0" y="4285"/>
                        <a:pt x="0" y="4474"/>
                      </a:cubicBezTo>
                      <a:cubicBezTo>
                        <a:pt x="0" y="5072"/>
                        <a:pt x="473" y="5513"/>
                        <a:pt x="1040" y="5513"/>
                      </a:cubicBezTo>
                      <a:lnTo>
                        <a:pt x="1387" y="5513"/>
                      </a:lnTo>
                      <a:lnTo>
                        <a:pt x="1387" y="5860"/>
                      </a:lnTo>
                      <a:cubicBezTo>
                        <a:pt x="1387" y="6049"/>
                        <a:pt x="1544" y="6207"/>
                        <a:pt x="1733" y="6207"/>
                      </a:cubicBezTo>
                      <a:cubicBezTo>
                        <a:pt x="1954" y="6207"/>
                        <a:pt x="2111" y="6049"/>
                        <a:pt x="2111" y="5860"/>
                      </a:cubicBezTo>
                      <a:lnTo>
                        <a:pt x="2111" y="5545"/>
                      </a:lnTo>
                      <a:lnTo>
                        <a:pt x="2458" y="5545"/>
                      </a:lnTo>
                      <a:cubicBezTo>
                        <a:pt x="3056" y="5545"/>
                        <a:pt x="3466" y="5072"/>
                        <a:pt x="3466" y="4537"/>
                      </a:cubicBezTo>
                      <a:lnTo>
                        <a:pt x="3466" y="3812"/>
                      </a:lnTo>
                      <a:cubicBezTo>
                        <a:pt x="3466" y="3214"/>
                        <a:pt x="2993" y="2804"/>
                        <a:pt x="2458" y="2804"/>
                      </a:cubicBezTo>
                      <a:lnTo>
                        <a:pt x="2111" y="2804"/>
                      </a:lnTo>
                      <a:lnTo>
                        <a:pt x="2111" y="1386"/>
                      </a:lnTo>
                      <a:lnTo>
                        <a:pt x="2458" y="1386"/>
                      </a:lnTo>
                      <a:cubicBezTo>
                        <a:pt x="2647" y="1386"/>
                        <a:pt x="2804" y="1544"/>
                        <a:pt x="2804" y="1733"/>
                      </a:cubicBezTo>
                      <a:cubicBezTo>
                        <a:pt x="2804" y="1922"/>
                        <a:pt x="2962" y="2079"/>
                        <a:pt x="3151" y="2079"/>
                      </a:cubicBezTo>
                      <a:cubicBezTo>
                        <a:pt x="3371" y="2079"/>
                        <a:pt x="3529" y="1922"/>
                        <a:pt x="3529" y="1733"/>
                      </a:cubicBezTo>
                      <a:cubicBezTo>
                        <a:pt x="3529" y="1134"/>
                        <a:pt x="3056" y="693"/>
                        <a:pt x="2489" y="693"/>
                      </a:cubicBezTo>
                      <a:lnTo>
                        <a:pt x="2143" y="693"/>
                      </a:lnTo>
                      <a:lnTo>
                        <a:pt x="2143" y="347"/>
                      </a:lnTo>
                      <a:cubicBezTo>
                        <a:pt x="2143" y="158"/>
                        <a:pt x="1985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16" name="Google Shape;9234;p73">
                  <a:extLst>
                    <a:ext uri="{FF2B5EF4-FFF2-40B4-BE49-F238E27FC236}">
                      <a16:creationId xmlns:a16="http://schemas.microsoft.com/office/drawing/2014/main" id="{F6978BD2-2A76-7D7D-0886-51702FA148E5}"/>
                    </a:ext>
                  </a:extLst>
                </p:cNvPr>
                <p:cNvSpPr/>
                <p:nvPr/>
              </p:nvSpPr>
              <p:spPr>
                <a:xfrm>
                  <a:off x="1790525" y="2319150"/>
                  <a:ext cx="2678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" h="11784" extrusionOk="0">
                      <a:moveTo>
                        <a:pt x="6427" y="662"/>
                      </a:moveTo>
                      <a:cubicBezTo>
                        <a:pt x="6837" y="662"/>
                        <a:pt x="7152" y="977"/>
                        <a:pt x="7152" y="1355"/>
                      </a:cubicBezTo>
                      <a:cubicBezTo>
                        <a:pt x="7152" y="1765"/>
                        <a:pt x="6837" y="2080"/>
                        <a:pt x="6427" y="2080"/>
                      </a:cubicBezTo>
                      <a:lnTo>
                        <a:pt x="6427" y="1702"/>
                      </a:lnTo>
                      <a:cubicBezTo>
                        <a:pt x="6427" y="1513"/>
                        <a:pt x="6270" y="1355"/>
                        <a:pt x="6081" y="1355"/>
                      </a:cubicBezTo>
                      <a:lnTo>
                        <a:pt x="4695" y="1355"/>
                      </a:lnTo>
                      <a:cubicBezTo>
                        <a:pt x="4505" y="1355"/>
                        <a:pt x="4348" y="1513"/>
                        <a:pt x="4348" y="1702"/>
                      </a:cubicBezTo>
                      <a:lnTo>
                        <a:pt x="4348" y="2080"/>
                      </a:lnTo>
                      <a:cubicBezTo>
                        <a:pt x="3938" y="2017"/>
                        <a:pt x="3623" y="1765"/>
                        <a:pt x="3623" y="1355"/>
                      </a:cubicBezTo>
                      <a:cubicBezTo>
                        <a:pt x="3623" y="977"/>
                        <a:pt x="3938" y="662"/>
                        <a:pt x="4348" y="662"/>
                      </a:cubicBezTo>
                      <a:close/>
                      <a:moveTo>
                        <a:pt x="5734" y="2017"/>
                      </a:moveTo>
                      <a:lnTo>
                        <a:pt x="5734" y="2741"/>
                      </a:lnTo>
                      <a:lnTo>
                        <a:pt x="5010" y="2741"/>
                      </a:lnTo>
                      <a:lnTo>
                        <a:pt x="5010" y="2017"/>
                      </a:lnTo>
                      <a:close/>
                      <a:moveTo>
                        <a:pt x="1418" y="1985"/>
                      </a:moveTo>
                      <a:lnTo>
                        <a:pt x="1859" y="2489"/>
                      </a:lnTo>
                      <a:lnTo>
                        <a:pt x="1355" y="2930"/>
                      </a:lnTo>
                      <a:lnTo>
                        <a:pt x="914" y="2426"/>
                      </a:lnTo>
                      <a:lnTo>
                        <a:pt x="1418" y="1985"/>
                      </a:lnTo>
                      <a:close/>
                      <a:moveTo>
                        <a:pt x="9357" y="1985"/>
                      </a:moveTo>
                      <a:lnTo>
                        <a:pt x="9861" y="2426"/>
                      </a:lnTo>
                      <a:lnTo>
                        <a:pt x="9420" y="2930"/>
                      </a:lnTo>
                      <a:lnTo>
                        <a:pt x="8916" y="2489"/>
                      </a:lnTo>
                      <a:lnTo>
                        <a:pt x="9357" y="1985"/>
                      </a:lnTo>
                      <a:close/>
                      <a:moveTo>
                        <a:pt x="5356" y="3434"/>
                      </a:moveTo>
                      <a:cubicBezTo>
                        <a:pt x="7467" y="3434"/>
                        <a:pt x="9200" y="5167"/>
                        <a:pt x="9200" y="7278"/>
                      </a:cubicBezTo>
                      <a:cubicBezTo>
                        <a:pt x="9200" y="9389"/>
                        <a:pt x="7498" y="11090"/>
                        <a:pt x="5356" y="11090"/>
                      </a:cubicBezTo>
                      <a:cubicBezTo>
                        <a:pt x="3277" y="11090"/>
                        <a:pt x="1544" y="9357"/>
                        <a:pt x="1544" y="7278"/>
                      </a:cubicBezTo>
                      <a:cubicBezTo>
                        <a:pt x="1576" y="5136"/>
                        <a:pt x="3277" y="3434"/>
                        <a:pt x="5356" y="3434"/>
                      </a:cubicBezTo>
                      <a:close/>
                      <a:moveTo>
                        <a:pt x="4316" y="0"/>
                      </a:moveTo>
                      <a:cubicBezTo>
                        <a:pt x="3560" y="0"/>
                        <a:pt x="2930" y="631"/>
                        <a:pt x="2930" y="1387"/>
                      </a:cubicBezTo>
                      <a:cubicBezTo>
                        <a:pt x="2930" y="2143"/>
                        <a:pt x="3560" y="2773"/>
                        <a:pt x="4316" y="2773"/>
                      </a:cubicBezTo>
                      <a:lnTo>
                        <a:pt x="4316" y="2899"/>
                      </a:lnTo>
                      <a:cubicBezTo>
                        <a:pt x="3749" y="3025"/>
                        <a:pt x="3214" y="3277"/>
                        <a:pt x="2741" y="3592"/>
                      </a:cubicBezTo>
                      <a:lnTo>
                        <a:pt x="2269" y="3056"/>
                      </a:lnTo>
                      <a:lnTo>
                        <a:pt x="2521" y="2804"/>
                      </a:lnTo>
                      <a:cubicBezTo>
                        <a:pt x="2741" y="2678"/>
                        <a:pt x="2741" y="2458"/>
                        <a:pt x="2615" y="2332"/>
                      </a:cubicBezTo>
                      <a:lnTo>
                        <a:pt x="1702" y="1292"/>
                      </a:lnTo>
                      <a:cubicBezTo>
                        <a:pt x="1631" y="1203"/>
                        <a:pt x="1530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7"/>
                      </a:lnTo>
                      <a:cubicBezTo>
                        <a:pt x="1106" y="3770"/>
                        <a:pt x="1199" y="3809"/>
                        <a:pt x="1291" y="3809"/>
                      </a:cubicBezTo>
                      <a:cubicBezTo>
                        <a:pt x="1372" y="3809"/>
                        <a:pt x="1453" y="3778"/>
                        <a:pt x="1513" y="3718"/>
                      </a:cubicBezTo>
                      <a:lnTo>
                        <a:pt x="1796" y="3498"/>
                      </a:lnTo>
                      <a:lnTo>
                        <a:pt x="2269" y="4033"/>
                      </a:lnTo>
                      <a:cubicBezTo>
                        <a:pt x="1387" y="4852"/>
                        <a:pt x="882" y="6018"/>
                        <a:pt x="882" y="7278"/>
                      </a:cubicBezTo>
                      <a:cubicBezTo>
                        <a:pt x="882" y="9735"/>
                        <a:pt x="2899" y="11783"/>
                        <a:pt x="5356" y="11783"/>
                      </a:cubicBezTo>
                      <a:cubicBezTo>
                        <a:pt x="7845" y="11783"/>
                        <a:pt x="9861" y="9735"/>
                        <a:pt x="9861" y="7278"/>
                      </a:cubicBezTo>
                      <a:cubicBezTo>
                        <a:pt x="9861" y="6081"/>
                        <a:pt x="9389" y="4915"/>
                        <a:pt x="8475" y="4033"/>
                      </a:cubicBezTo>
                      <a:lnTo>
                        <a:pt x="8948" y="3498"/>
                      </a:lnTo>
                      <a:lnTo>
                        <a:pt x="9231" y="3718"/>
                      </a:lnTo>
                      <a:cubicBezTo>
                        <a:pt x="9306" y="3778"/>
                        <a:pt x="9387" y="3809"/>
                        <a:pt x="9465" y="3809"/>
                      </a:cubicBezTo>
                      <a:cubicBezTo>
                        <a:pt x="9553" y="3809"/>
                        <a:pt x="9637" y="3770"/>
                        <a:pt x="9704" y="3687"/>
                      </a:cubicBezTo>
                      <a:lnTo>
                        <a:pt x="10617" y="2615"/>
                      </a:lnTo>
                      <a:cubicBezTo>
                        <a:pt x="10712" y="2458"/>
                        <a:pt x="10712" y="2269"/>
                        <a:pt x="10554" y="2143"/>
                      </a:cubicBezTo>
                      <a:lnTo>
                        <a:pt x="9515" y="1229"/>
                      </a:lnTo>
                      <a:cubicBezTo>
                        <a:pt x="9446" y="1188"/>
                        <a:pt x="9365" y="1165"/>
                        <a:pt x="9288" y="1165"/>
                      </a:cubicBezTo>
                      <a:cubicBezTo>
                        <a:pt x="9189" y="1165"/>
                        <a:pt x="9095" y="1203"/>
                        <a:pt x="9042" y="1292"/>
                      </a:cubicBezTo>
                      <a:lnTo>
                        <a:pt x="8129" y="2332"/>
                      </a:lnTo>
                      <a:cubicBezTo>
                        <a:pt x="8003" y="2489"/>
                        <a:pt x="8003" y="2710"/>
                        <a:pt x="8160" y="2804"/>
                      </a:cubicBezTo>
                      <a:lnTo>
                        <a:pt x="8444" y="3056"/>
                      </a:lnTo>
                      <a:lnTo>
                        <a:pt x="7971" y="3592"/>
                      </a:lnTo>
                      <a:cubicBezTo>
                        <a:pt x="7498" y="3245"/>
                        <a:pt x="6931" y="3025"/>
                        <a:pt x="6396" y="2899"/>
                      </a:cubicBezTo>
                      <a:lnTo>
                        <a:pt x="6396" y="2773"/>
                      </a:lnTo>
                      <a:cubicBezTo>
                        <a:pt x="7152" y="2773"/>
                        <a:pt x="7782" y="2143"/>
                        <a:pt x="7782" y="1387"/>
                      </a:cubicBezTo>
                      <a:cubicBezTo>
                        <a:pt x="7782" y="631"/>
                        <a:pt x="7152" y="0"/>
                        <a:pt x="6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38" name="Google Shape;9235;p73">
                <a:extLst>
                  <a:ext uri="{FF2B5EF4-FFF2-40B4-BE49-F238E27FC236}">
                    <a16:creationId xmlns:a16="http://schemas.microsoft.com/office/drawing/2014/main" id="{5B055716-160A-9833-6E59-6D6719DA701D}"/>
                  </a:ext>
                </a:extLst>
              </p:cNvPr>
              <p:cNvSpPr/>
              <p:nvPr/>
            </p:nvSpPr>
            <p:spPr>
              <a:xfrm>
                <a:off x="2670025" y="2923979"/>
                <a:ext cx="501965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1879" h="11878" extrusionOk="0">
                    <a:moveTo>
                      <a:pt x="5892" y="693"/>
                    </a:moveTo>
                    <a:cubicBezTo>
                      <a:pt x="6302" y="693"/>
                      <a:pt x="6617" y="1008"/>
                      <a:pt x="6617" y="1418"/>
                    </a:cubicBezTo>
                    <a:cubicBezTo>
                      <a:pt x="6617" y="1796"/>
                      <a:pt x="6302" y="2111"/>
                      <a:pt x="5892" y="2111"/>
                    </a:cubicBezTo>
                    <a:cubicBezTo>
                      <a:pt x="5514" y="2111"/>
                      <a:pt x="5199" y="1796"/>
                      <a:pt x="5199" y="1418"/>
                    </a:cubicBezTo>
                    <a:cubicBezTo>
                      <a:pt x="5231" y="1008"/>
                      <a:pt x="5546" y="693"/>
                      <a:pt x="5892" y="693"/>
                    </a:cubicBezTo>
                    <a:close/>
                    <a:moveTo>
                      <a:pt x="5892" y="2741"/>
                    </a:moveTo>
                    <a:cubicBezTo>
                      <a:pt x="6837" y="2741"/>
                      <a:pt x="7625" y="3529"/>
                      <a:pt x="7625" y="4505"/>
                    </a:cubicBezTo>
                    <a:lnTo>
                      <a:pt x="7625" y="5545"/>
                    </a:lnTo>
                    <a:lnTo>
                      <a:pt x="4159" y="5545"/>
                    </a:lnTo>
                    <a:lnTo>
                      <a:pt x="4159" y="4505"/>
                    </a:lnTo>
                    <a:cubicBezTo>
                      <a:pt x="4159" y="3529"/>
                      <a:pt x="4947" y="2741"/>
                      <a:pt x="5892" y="2741"/>
                    </a:cubicBezTo>
                    <a:close/>
                    <a:moveTo>
                      <a:pt x="8381" y="5104"/>
                    </a:moveTo>
                    <a:cubicBezTo>
                      <a:pt x="9326" y="5356"/>
                      <a:pt x="9767" y="5703"/>
                      <a:pt x="9767" y="5892"/>
                    </a:cubicBezTo>
                    <a:cubicBezTo>
                      <a:pt x="9767" y="6238"/>
                      <a:pt x="8381" y="6931"/>
                      <a:pt x="5955" y="6931"/>
                    </a:cubicBezTo>
                    <a:cubicBezTo>
                      <a:pt x="5898" y="6932"/>
                      <a:pt x="5842" y="6932"/>
                      <a:pt x="5787" y="6932"/>
                    </a:cubicBezTo>
                    <a:cubicBezTo>
                      <a:pt x="3434" y="6932"/>
                      <a:pt x="2112" y="6292"/>
                      <a:pt x="2112" y="5892"/>
                    </a:cubicBezTo>
                    <a:cubicBezTo>
                      <a:pt x="2112" y="5703"/>
                      <a:pt x="2553" y="5388"/>
                      <a:pt x="3498" y="5104"/>
                    </a:cubicBezTo>
                    <a:lnTo>
                      <a:pt x="3498" y="5892"/>
                    </a:lnTo>
                    <a:cubicBezTo>
                      <a:pt x="3498" y="6081"/>
                      <a:pt x="3655" y="6238"/>
                      <a:pt x="3844" y="6238"/>
                    </a:cubicBezTo>
                    <a:lnTo>
                      <a:pt x="8034" y="6238"/>
                    </a:lnTo>
                    <a:cubicBezTo>
                      <a:pt x="8223" y="6238"/>
                      <a:pt x="8381" y="6081"/>
                      <a:pt x="8381" y="5892"/>
                    </a:cubicBezTo>
                    <a:lnTo>
                      <a:pt x="8381" y="5104"/>
                    </a:lnTo>
                    <a:close/>
                    <a:moveTo>
                      <a:pt x="1765" y="10428"/>
                    </a:moveTo>
                    <a:cubicBezTo>
                      <a:pt x="2427" y="10428"/>
                      <a:pt x="2805" y="10680"/>
                      <a:pt x="2805" y="10775"/>
                    </a:cubicBezTo>
                    <a:cubicBezTo>
                      <a:pt x="2805" y="10869"/>
                      <a:pt x="2427" y="11121"/>
                      <a:pt x="1765" y="11121"/>
                    </a:cubicBezTo>
                    <a:cubicBezTo>
                      <a:pt x="1072" y="11121"/>
                      <a:pt x="694" y="10869"/>
                      <a:pt x="694" y="10775"/>
                    </a:cubicBezTo>
                    <a:cubicBezTo>
                      <a:pt x="694" y="10712"/>
                      <a:pt x="1072" y="10428"/>
                      <a:pt x="1765" y="10428"/>
                    </a:cubicBezTo>
                    <a:close/>
                    <a:moveTo>
                      <a:pt x="5955" y="10428"/>
                    </a:moveTo>
                    <a:cubicBezTo>
                      <a:pt x="6617" y="10428"/>
                      <a:pt x="6963" y="10712"/>
                      <a:pt x="6963" y="10775"/>
                    </a:cubicBezTo>
                    <a:cubicBezTo>
                      <a:pt x="6963" y="10869"/>
                      <a:pt x="6617" y="11121"/>
                      <a:pt x="5955" y="11121"/>
                    </a:cubicBezTo>
                    <a:cubicBezTo>
                      <a:pt x="5262" y="11121"/>
                      <a:pt x="4915" y="10869"/>
                      <a:pt x="4915" y="10775"/>
                    </a:cubicBezTo>
                    <a:cubicBezTo>
                      <a:pt x="4915" y="10712"/>
                      <a:pt x="5262" y="10428"/>
                      <a:pt x="5955" y="10428"/>
                    </a:cubicBezTo>
                    <a:close/>
                    <a:moveTo>
                      <a:pt x="10082" y="10428"/>
                    </a:moveTo>
                    <a:cubicBezTo>
                      <a:pt x="10775" y="10428"/>
                      <a:pt x="11153" y="10680"/>
                      <a:pt x="11153" y="10775"/>
                    </a:cubicBezTo>
                    <a:cubicBezTo>
                      <a:pt x="11153" y="10869"/>
                      <a:pt x="10775" y="11121"/>
                      <a:pt x="10082" y="11121"/>
                    </a:cubicBezTo>
                    <a:cubicBezTo>
                      <a:pt x="9421" y="11121"/>
                      <a:pt x="9043" y="10869"/>
                      <a:pt x="9043" y="10775"/>
                    </a:cubicBezTo>
                    <a:cubicBezTo>
                      <a:pt x="9043" y="10712"/>
                      <a:pt x="9421" y="10428"/>
                      <a:pt x="10082" y="10428"/>
                    </a:cubicBezTo>
                    <a:close/>
                    <a:moveTo>
                      <a:pt x="5987" y="0"/>
                    </a:moveTo>
                    <a:cubicBezTo>
                      <a:pt x="5231" y="0"/>
                      <a:pt x="4600" y="630"/>
                      <a:pt x="4600" y="1355"/>
                    </a:cubicBezTo>
                    <a:cubicBezTo>
                      <a:pt x="4600" y="1733"/>
                      <a:pt x="4726" y="2016"/>
                      <a:pt x="4947" y="2300"/>
                    </a:cubicBezTo>
                    <a:cubicBezTo>
                      <a:pt x="4159" y="2710"/>
                      <a:pt x="3624" y="3497"/>
                      <a:pt x="3561" y="4442"/>
                    </a:cubicBezTo>
                    <a:cubicBezTo>
                      <a:pt x="2742" y="4631"/>
                      <a:pt x="1481" y="5072"/>
                      <a:pt x="1481" y="5923"/>
                    </a:cubicBezTo>
                    <a:cubicBezTo>
                      <a:pt x="1481" y="6679"/>
                      <a:pt x="2427" y="7120"/>
                      <a:pt x="3151" y="7309"/>
                    </a:cubicBezTo>
                    <a:lnTo>
                      <a:pt x="1954" y="9798"/>
                    </a:lnTo>
                    <a:lnTo>
                      <a:pt x="1828" y="9798"/>
                    </a:lnTo>
                    <a:cubicBezTo>
                      <a:pt x="851" y="9798"/>
                      <a:pt x="64" y="10239"/>
                      <a:pt x="64" y="10806"/>
                    </a:cubicBezTo>
                    <a:cubicBezTo>
                      <a:pt x="1" y="11373"/>
                      <a:pt x="725" y="11846"/>
                      <a:pt x="1765" y="11846"/>
                    </a:cubicBezTo>
                    <a:cubicBezTo>
                      <a:pt x="2679" y="11846"/>
                      <a:pt x="3498" y="11436"/>
                      <a:pt x="3498" y="10806"/>
                    </a:cubicBezTo>
                    <a:cubicBezTo>
                      <a:pt x="3498" y="10334"/>
                      <a:pt x="3057" y="10019"/>
                      <a:pt x="2584" y="9924"/>
                    </a:cubicBezTo>
                    <a:lnTo>
                      <a:pt x="3781" y="7498"/>
                    </a:lnTo>
                    <a:cubicBezTo>
                      <a:pt x="4317" y="7624"/>
                      <a:pt x="4947" y="7656"/>
                      <a:pt x="5577" y="7719"/>
                    </a:cubicBezTo>
                    <a:lnTo>
                      <a:pt x="5577" y="9830"/>
                    </a:lnTo>
                    <a:cubicBezTo>
                      <a:pt x="4947" y="9924"/>
                      <a:pt x="4222" y="10239"/>
                      <a:pt x="4222" y="10869"/>
                    </a:cubicBezTo>
                    <a:cubicBezTo>
                      <a:pt x="4222" y="11499"/>
                      <a:pt x="5041" y="11877"/>
                      <a:pt x="5955" y="11877"/>
                    </a:cubicBezTo>
                    <a:cubicBezTo>
                      <a:pt x="6837" y="11877"/>
                      <a:pt x="7688" y="11499"/>
                      <a:pt x="7688" y="10869"/>
                    </a:cubicBezTo>
                    <a:cubicBezTo>
                      <a:pt x="7688" y="10239"/>
                      <a:pt x="6932" y="9924"/>
                      <a:pt x="6302" y="9830"/>
                    </a:cubicBezTo>
                    <a:lnTo>
                      <a:pt x="6302" y="7719"/>
                    </a:lnTo>
                    <a:cubicBezTo>
                      <a:pt x="6932" y="7719"/>
                      <a:pt x="7562" y="7624"/>
                      <a:pt x="8097" y="7498"/>
                    </a:cubicBezTo>
                    <a:lnTo>
                      <a:pt x="9295" y="9924"/>
                    </a:lnTo>
                    <a:cubicBezTo>
                      <a:pt x="8822" y="10082"/>
                      <a:pt x="8381" y="10334"/>
                      <a:pt x="8381" y="10806"/>
                    </a:cubicBezTo>
                    <a:cubicBezTo>
                      <a:pt x="8381" y="11436"/>
                      <a:pt x="9200" y="11846"/>
                      <a:pt x="10114" y="11846"/>
                    </a:cubicBezTo>
                    <a:cubicBezTo>
                      <a:pt x="11090" y="11846"/>
                      <a:pt x="11878" y="11405"/>
                      <a:pt x="11878" y="10806"/>
                    </a:cubicBezTo>
                    <a:cubicBezTo>
                      <a:pt x="11878" y="10239"/>
                      <a:pt x="11153" y="9798"/>
                      <a:pt x="10114" y="9798"/>
                    </a:cubicBezTo>
                    <a:lnTo>
                      <a:pt x="9988" y="9798"/>
                    </a:lnTo>
                    <a:lnTo>
                      <a:pt x="8822" y="7309"/>
                    </a:lnTo>
                    <a:cubicBezTo>
                      <a:pt x="9515" y="7120"/>
                      <a:pt x="10460" y="6679"/>
                      <a:pt x="10460" y="5923"/>
                    </a:cubicBezTo>
                    <a:cubicBezTo>
                      <a:pt x="10460" y="5072"/>
                      <a:pt x="9200" y="4631"/>
                      <a:pt x="8381" y="4442"/>
                    </a:cubicBezTo>
                    <a:cubicBezTo>
                      <a:pt x="8350" y="3497"/>
                      <a:pt x="7782" y="2710"/>
                      <a:pt x="6995" y="2300"/>
                    </a:cubicBezTo>
                    <a:cubicBezTo>
                      <a:pt x="7247" y="2080"/>
                      <a:pt x="7341" y="1764"/>
                      <a:pt x="7341" y="1355"/>
                    </a:cubicBezTo>
                    <a:cubicBezTo>
                      <a:pt x="7341" y="630"/>
                      <a:pt x="6711" y="0"/>
                      <a:pt x="59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39" name="Google Shape;9236;p73">
                <a:extLst>
                  <a:ext uri="{FF2B5EF4-FFF2-40B4-BE49-F238E27FC236}">
                    <a16:creationId xmlns:a16="http://schemas.microsoft.com/office/drawing/2014/main" id="{B3ED77C1-0660-8997-9A0C-DD796332D2AC}"/>
                  </a:ext>
                </a:extLst>
              </p:cNvPr>
              <p:cNvGrpSpPr/>
              <p:nvPr/>
            </p:nvGrpSpPr>
            <p:grpSpPr>
              <a:xfrm>
                <a:off x="5851480" y="1688532"/>
                <a:ext cx="500612" cy="499303"/>
                <a:chOff x="3599700" y="1954475"/>
                <a:chExt cx="296175" cy="295400"/>
              </a:xfrm>
              <a:grpFill/>
            </p:grpSpPr>
            <p:sp>
              <p:nvSpPr>
                <p:cNvPr id="412" name="Google Shape;9237;p73">
                  <a:extLst>
                    <a:ext uri="{FF2B5EF4-FFF2-40B4-BE49-F238E27FC236}">
                      <a16:creationId xmlns:a16="http://schemas.microsoft.com/office/drawing/2014/main" id="{B3867194-EC80-EF5C-D7B8-89825B27A376}"/>
                    </a:ext>
                  </a:extLst>
                </p:cNvPr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16" extrusionOk="0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13" name="Google Shape;9238;p73">
                  <a:extLst>
                    <a:ext uri="{FF2B5EF4-FFF2-40B4-BE49-F238E27FC236}">
                      <a16:creationId xmlns:a16="http://schemas.microsoft.com/office/drawing/2014/main" id="{AA27DF64-CF30-0D28-A582-D5EC53776FAA}"/>
                    </a:ext>
                  </a:extLst>
                </p:cNvPr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14" name="Google Shape;9239;p73">
                  <a:extLst>
                    <a:ext uri="{FF2B5EF4-FFF2-40B4-BE49-F238E27FC236}">
                      <a16:creationId xmlns:a16="http://schemas.microsoft.com/office/drawing/2014/main" id="{552290A4-0558-3C19-0A10-4C10F2990062}"/>
                    </a:ext>
                  </a:extLst>
                </p:cNvPr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40" name="Google Shape;9240;p73">
                <a:extLst>
                  <a:ext uri="{FF2B5EF4-FFF2-40B4-BE49-F238E27FC236}">
                    <a16:creationId xmlns:a16="http://schemas.microsoft.com/office/drawing/2014/main" id="{2E6CBC17-CD97-40FD-2CF5-FE7493DC0A7B}"/>
                  </a:ext>
                </a:extLst>
              </p:cNvPr>
              <p:cNvGrpSpPr/>
              <p:nvPr/>
            </p:nvGrpSpPr>
            <p:grpSpPr>
              <a:xfrm>
                <a:off x="5852810" y="2282300"/>
                <a:ext cx="497951" cy="497951"/>
                <a:chOff x="3601275" y="2319150"/>
                <a:chExt cx="294600" cy="294600"/>
              </a:xfrm>
              <a:grpFill/>
            </p:grpSpPr>
            <p:sp>
              <p:nvSpPr>
                <p:cNvPr id="410" name="Google Shape;9241;p73">
                  <a:extLst>
                    <a:ext uri="{FF2B5EF4-FFF2-40B4-BE49-F238E27FC236}">
                      <a16:creationId xmlns:a16="http://schemas.microsoft.com/office/drawing/2014/main" id="{6733EBEA-95F6-E945-EB07-95E0497758A7}"/>
                    </a:ext>
                  </a:extLst>
                </p:cNvPr>
                <p:cNvSpPr/>
                <p:nvPr/>
              </p:nvSpPr>
              <p:spPr>
                <a:xfrm>
                  <a:off x="3601275" y="2319150"/>
                  <a:ext cx="2946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84" extrusionOk="0">
                      <a:moveTo>
                        <a:pt x="8223" y="694"/>
                      </a:moveTo>
                      <a:cubicBezTo>
                        <a:pt x="8696" y="725"/>
                        <a:pt x="9168" y="914"/>
                        <a:pt x="9546" y="1198"/>
                      </a:cubicBezTo>
                      <a:lnTo>
                        <a:pt x="7057" y="3687"/>
                      </a:lnTo>
                      <a:cubicBezTo>
                        <a:pt x="6774" y="3498"/>
                        <a:pt x="6459" y="3340"/>
                        <a:pt x="6144" y="3245"/>
                      </a:cubicBezTo>
                      <a:lnTo>
                        <a:pt x="8223" y="694"/>
                      </a:lnTo>
                      <a:close/>
                      <a:moveTo>
                        <a:pt x="10523" y="1198"/>
                      </a:moveTo>
                      <a:cubicBezTo>
                        <a:pt x="10838" y="1576"/>
                        <a:pt x="11027" y="2111"/>
                        <a:pt x="11027" y="2615"/>
                      </a:cubicBezTo>
                      <a:lnTo>
                        <a:pt x="8286" y="4852"/>
                      </a:lnTo>
                      <a:lnTo>
                        <a:pt x="7561" y="4159"/>
                      </a:lnTo>
                      <a:lnTo>
                        <a:pt x="10523" y="1198"/>
                      </a:lnTo>
                      <a:close/>
                      <a:moveTo>
                        <a:pt x="5592" y="3923"/>
                      </a:moveTo>
                      <a:cubicBezTo>
                        <a:pt x="6033" y="3923"/>
                        <a:pt x="6474" y="4096"/>
                        <a:pt x="6805" y="4443"/>
                      </a:cubicBezTo>
                      <a:cubicBezTo>
                        <a:pt x="7498" y="5104"/>
                        <a:pt x="7498" y="6207"/>
                        <a:pt x="6805" y="6869"/>
                      </a:cubicBezTo>
                      <a:cubicBezTo>
                        <a:pt x="6474" y="7199"/>
                        <a:pt x="6033" y="7365"/>
                        <a:pt x="5592" y="7365"/>
                      </a:cubicBezTo>
                      <a:cubicBezTo>
                        <a:pt x="5151" y="7365"/>
                        <a:pt x="4710" y="7199"/>
                        <a:pt x="4379" y="6869"/>
                      </a:cubicBezTo>
                      <a:cubicBezTo>
                        <a:pt x="3718" y="6207"/>
                        <a:pt x="3718" y="5104"/>
                        <a:pt x="4379" y="4443"/>
                      </a:cubicBezTo>
                      <a:cubicBezTo>
                        <a:pt x="4710" y="4096"/>
                        <a:pt x="5151" y="3923"/>
                        <a:pt x="5592" y="3923"/>
                      </a:cubicBezTo>
                      <a:close/>
                      <a:moveTo>
                        <a:pt x="8034" y="5577"/>
                      </a:moveTo>
                      <a:lnTo>
                        <a:pt x="8191" y="5734"/>
                      </a:lnTo>
                      <a:cubicBezTo>
                        <a:pt x="8696" y="6270"/>
                        <a:pt x="9326" y="6742"/>
                        <a:pt x="10019" y="7058"/>
                      </a:cubicBezTo>
                      <a:lnTo>
                        <a:pt x="9420" y="7278"/>
                      </a:lnTo>
                      <a:cubicBezTo>
                        <a:pt x="9263" y="7310"/>
                        <a:pt x="9168" y="7467"/>
                        <a:pt x="9168" y="7593"/>
                      </a:cubicBezTo>
                      <a:lnTo>
                        <a:pt x="9168" y="8066"/>
                      </a:lnTo>
                      <a:cubicBezTo>
                        <a:pt x="8601" y="7814"/>
                        <a:pt x="8034" y="7467"/>
                        <a:pt x="7561" y="7058"/>
                      </a:cubicBezTo>
                      <a:cubicBezTo>
                        <a:pt x="7876" y="6648"/>
                        <a:pt x="8034" y="6175"/>
                        <a:pt x="8034" y="5608"/>
                      </a:cubicBezTo>
                      <a:lnTo>
                        <a:pt x="8034" y="5577"/>
                      </a:lnTo>
                      <a:close/>
                      <a:moveTo>
                        <a:pt x="3245" y="6081"/>
                      </a:moveTo>
                      <a:cubicBezTo>
                        <a:pt x="3308" y="6427"/>
                        <a:pt x="3466" y="6806"/>
                        <a:pt x="3655" y="7058"/>
                      </a:cubicBezTo>
                      <a:lnTo>
                        <a:pt x="1197" y="9546"/>
                      </a:lnTo>
                      <a:cubicBezTo>
                        <a:pt x="882" y="9200"/>
                        <a:pt x="662" y="8696"/>
                        <a:pt x="630" y="8160"/>
                      </a:cubicBezTo>
                      <a:lnTo>
                        <a:pt x="3245" y="6081"/>
                      </a:lnTo>
                      <a:close/>
                      <a:moveTo>
                        <a:pt x="7057" y="7593"/>
                      </a:moveTo>
                      <a:cubicBezTo>
                        <a:pt x="7435" y="8066"/>
                        <a:pt x="7813" y="8601"/>
                        <a:pt x="8034" y="9200"/>
                      </a:cubicBezTo>
                      <a:lnTo>
                        <a:pt x="7561" y="9200"/>
                      </a:lnTo>
                      <a:cubicBezTo>
                        <a:pt x="7404" y="9200"/>
                        <a:pt x="7278" y="9263"/>
                        <a:pt x="7246" y="9420"/>
                      </a:cubicBezTo>
                      <a:lnTo>
                        <a:pt x="7057" y="10019"/>
                      </a:lnTo>
                      <a:cubicBezTo>
                        <a:pt x="6742" y="9357"/>
                        <a:pt x="6270" y="8727"/>
                        <a:pt x="5766" y="8223"/>
                      </a:cubicBezTo>
                      <a:lnTo>
                        <a:pt x="5608" y="8066"/>
                      </a:lnTo>
                      <a:lnTo>
                        <a:pt x="5640" y="8066"/>
                      </a:lnTo>
                      <a:cubicBezTo>
                        <a:pt x="6144" y="8066"/>
                        <a:pt x="6648" y="7877"/>
                        <a:pt x="7057" y="7593"/>
                      </a:cubicBezTo>
                      <a:close/>
                      <a:moveTo>
                        <a:pt x="4096" y="7625"/>
                      </a:moveTo>
                      <a:lnTo>
                        <a:pt x="4820" y="8318"/>
                      </a:lnTo>
                      <a:lnTo>
                        <a:pt x="2552" y="11090"/>
                      </a:lnTo>
                      <a:cubicBezTo>
                        <a:pt x="2048" y="11059"/>
                        <a:pt x="1575" y="10901"/>
                        <a:pt x="1134" y="10586"/>
                      </a:cubicBezTo>
                      <a:lnTo>
                        <a:pt x="4096" y="7625"/>
                      </a:lnTo>
                      <a:close/>
                      <a:moveTo>
                        <a:pt x="8160" y="0"/>
                      </a:moveTo>
                      <a:cubicBezTo>
                        <a:pt x="8034" y="0"/>
                        <a:pt x="7971" y="63"/>
                        <a:pt x="7876" y="126"/>
                      </a:cubicBezTo>
                      <a:lnTo>
                        <a:pt x="5356" y="3245"/>
                      </a:lnTo>
                      <a:cubicBezTo>
                        <a:pt x="4852" y="3308"/>
                        <a:pt x="4348" y="3529"/>
                        <a:pt x="3938" y="3970"/>
                      </a:cubicBezTo>
                      <a:cubicBezTo>
                        <a:pt x="3592" y="4317"/>
                        <a:pt x="3340" y="4758"/>
                        <a:pt x="3277" y="5262"/>
                      </a:cubicBezTo>
                      <a:lnTo>
                        <a:pt x="126" y="7782"/>
                      </a:lnTo>
                      <a:cubicBezTo>
                        <a:pt x="32" y="7845"/>
                        <a:pt x="0" y="7940"/>
                        <a:pt x="0" y="8066"/>
                      </a:cubicBezTo>
                      <a:cubicBezTo>
                        <a:pt x="0" y="8790"/>
                        <a:pt x="284" y="9546"/>
                        <a:pt x="756" y="10114"/>
                      </a:cubicBezTo>
                      <a:lnTo>
                        <a:pt x="473" y="10366"/>
                      </a:lnTo>
                      <a:cubicBezTo>
                        <a:pt x="410" y="10460"/>
                        <a:pt x="347" y="10523"/>
                        <a:pt x="347" y="10618"/>
                      </a:cubicBezTo>
                      <a:cubicBezTo>
                        <a:pt x="347" y="10681"/>
                        <a:pt x="410" y="10807"/>
                        <a:pt x="473" y="10838"/>
                      </a:cubicBezTo>
                      <a:cubicBezTo>
                        <a:pt x="1103" y="11468"/>
                        <a:pt x="1922" y="11783"/>
                        <a:pt x="2804" y="11783"/>
                      </a:cubicBezTo>
                      <a:cubicBezTo>
                        <a:pt x="2930" y="11783"/>
                        <a:pt x="2993" y="11752"/>
                        <a:pt x="3088" y="11657"/>
                      </a:cubicBezTo>
                      <a:lnTo>
                        <a:pt x="5388" y="8790"/>
                      </a:lnTo>
                      <a:cubicBezTo>
                        <a:pt x="6018" y="9452"/>
                        <a:pt x="6553" y="10303"/>
                        <a:pt x="6805" y="11153"/>
                      </a:cubicBezTo>
                      <a:cubicBezTo>
                        <a:pt x="6868" y="11311"/>
                        <a:pt x="7026" y="11405"/>
                        <a:pt x="7120" y="11405"/>
                      </a:cubicBezTo>
                      <a:cubicBezTo>
                        <a:pt x="7278" y="11405"/>
                        <a:pt x="7404" y="11311"/>
                        <a:pt x="7435" y="11153"/>
                      </a:cubicBezTo>
                      <a:lnTo>
                        <a:pt x="7845" y="9924"/>
                      </a:lnTo>
                      <a:lnTo>
                        <a:pt x="8601" y="9924"/>
                      </a:lnTo>
                      <a:cubicBezTo>
                        <a:pt x="8696" y="9924"/>
                        <a:pt x="8790" y="9893"/>
                        <a:pt x="8853" y="9767"/>
                      </a:cubicBezTo>
                      <a:cubicBezTo>
                        <a:pt x="8948" y="9704"/>
                        <a:pt x="8948" y="9578"/>
                        <a:pt x="8916" y="9452"/>
                      </a:cubicBezTo>
                      <a:cubicBezTo>
                        <a:pt x="8790" y="9137"/>
                        <a:pt x="8664" y="8822"/>
                        <a:pt x="8507" y="8507"/>
                      </a:cubicBezTo>
                      <a:lnTo>
                        <a:pt x="8507" y="8507"/>
                      </a:lnTo>
                      <a:cubicBezTo>
                        <a:pt x="8822" y="8664"/>
                        <a:pt x="9137" y="8790"/>
                        <a:pt x="9452" y="8916"/>
                      </a:cubicBezTo>
                      <a:cubicBezTo>
                        <a:pt x="9489" y="8926"/>
                        <a:pt x="9526" y="8929"/>
                        <a:pt x="9561" y="8929"/>
                      </a:cubicBezTo>
                      <a:cubicBezTo>
                        <a:pt x="9646" y="8929"/>
                        <a:pt x="9722" y="8907"/>
                        <a:pt x="9767" y="8885"/>
                      </a:cubicBezTo>
                      <a:cubicBezTo>
                        <a:pt x="9861" y="8790"/>
                        <a:pt x="9924" y="8727"/>
                        <a:pt x="9924" y="8601"/>
                      </a:cubicBezTo>
                      <a:lnTo>
                        <a:pt x="9924" y="7845"/>
                      </a:lnTo>
                      <a:lnTo>
                        <a:pt x="11153" y="7467"/>
                      </a:lnTo>
                      <a:cubicBezTo>
                        <a:pt x="11310" y="7404"/>
                        <a:pt x="11373" y="7247"/>
                        <a:pt x="11373" y="7152"/>
                      </a:cubicBezTo>
                      <a:cubicBezTo>
                        <a:pt x="11373" y="6995"/>
                        <a:pt x="11310" y="6869"/>
                        <a:pt x="11153" y="6837"/>
                      </a:cubicBezTo>
                      <a:cubicBezTo>
                        <a:pt x="10271" y="6553"/>
                        <a:pt x="9452" y="6049"/>
                        <a:pt x="8790" y="5419"/>
                      </a:cubicBezTo>
                      <a:lnTo>
                        <a:pt x="11657" y="3088"/>
                      </a:lnTo>
                      <a:cubicBezTo>
                        <a:pt x="11689" y="2962"/>
                        <a:pt x="11783" y="2867"/>
                        <a:pt x="11783" y="2773"/>
                      </a:cubicBezTo>
                      <a:cubicBezTo>
                        <a:pt x="11783" y="1922"/>
                        <a:pt x="11436" y="1072"/>
                        <a:pt x="10838" y="442"/>
                      </a:cubicBezTo>
                      <a:cubicBezTo>
                        <a:pt x="10775" y="379"/>
                        <a:pt x="10688" y="347"/>
                        <a:pt x="10602" y="347"/>
                      </a:cubicBezTo>
                      <a:cubicBezTo>
                        <a:pt x="10515" y="347"/>
                        <a:pt x="10428" y="379"/>
                        <a:pt x="10365" y="442"/>
                      </a:cubicBezTo>
                      <a:lnTo>
                        <a:pt x="10082" y="725"/>
                      </a:lnTo>
                      <a:cubicBezTo>
                        <a:pt x="9546" y="284"/>
                        <a:pt x="8853" y="0"/>
                        <a:pt x="81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11" name="Google Shape;9242;p73">
                  <a:extLst>
                    <a:ext uri="{FF2B5EF4-FFF2-40B4-BE49-F238E27FC236}">
                      <a16:creationId xmlns:a16="http://schemas.microsoft.com/office/drawing/2014/main" id="{91F04397-F705-D502-979E-FED1F9598FF9}"/>
                    </a:ext>
                  </a:extLst>
                </p:cNvPr>
                <p:cNvSpPr/>
                <p:nvPr/>
              </p:nvSpPr>
              <p:spPr>
                <a:xfrm>
                  <a:off x="3713900" y="2434350"/>
                  <a:ext cx="5595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88" extrusionOk="0">
                      <a:moveTo>
                        <a:pt x="1087" y="685"/>
                      </a:moveTo>
                      <a:cubicBezTo>
                        <a:pt x="1174" y="685"/>
                        <a:pt x="1261" y="717"/>
                        <a:pt x="1324" y="780"/>
                      </a:cubicBezTo>
                      <a:cubicBezTo>
                        <a:pt x="1450" y="874"/>
                        <a:pt x="1450" y="1126"/>
                        <a:pt x="1324" y="1252"/>
                      </a:cubicBezTo>
                      <a:cubicBezTo>
                        <a:pt x="1261" y="1300"/>
                        <a:pt x="1174" y="1323"/>
                        <a:pt x="1087" y="1323"/>
                      </a:cubicBezTo>
                      <a:cubicBezTo>
                        <a:pt x="1001" y="1323"/>
                        <a:pt x="914" y="1300"/>
                        <a:pt x="851" y="1252"/>
                      </a:cubicBezTo>
                      <a:cubicBezTo>
                        <a:pt x="725" y="1126"/>
                        <a:pt x="725" y="937"/>
                        <a:pt x="851" y="780"/>
                      </a:cubicBezTo>
                      <a:cubicBezTo>
                        <a:pt x="914" y="717"/>
                        <a:pt x="1001" y="685"/>
                        <a:pt x="1087" y="685"/>
                      </a:cubicBezTo>
                      <a:close/>
                      <a:moveTo>
                        <a:pt x="1115" y="0"/>
                      </a:moveTo>
                      <a:cubicBezTo>
                        <a:pt x="851" y="0"/>
                        <a:pt x="583" y="102"/>
                        <a:pt x="378" y="307"/>
                      </a:cubicBezTo>
                      <a:cubicBezTo>
                        <a:pt x="0" y="685"/>
                        <a:pt x="0" y="1347"/>
                        <a:pt x="378" y="1756"/>
                      </a:cubicBezTo>
                      <a:cubicBezTo>
                        <a:pt x="583" y="1977"/>
                        <a:pt x="851" y="2087"/>
                        <a:pt x="1115" y="2087"/>
                      </a:cubicBezTo>
                      <a:cubicBezTo>
                        <a:pt x="1379" y="2087"/>
                        <a:pt x="1639" y="1977"/>
                        <a:pt x="1828" y="1756"/>
                      </a:cubicBezTo>
                      <a:cubicBezTo>
                        <a:pt x="2237" y="1347"/>
                        <a:pt x="2237" y="685"/>
                        <a:pt x="1828" y="307"/>
                      </a:cubicBezTo>
                      <a:cubicBezTo>
                        <a:pt x="1639" y="102"/>
                        <a:pt x="1379" y="0"/>
                        <a:pt x="11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41" name="Google Shape;9243;p73">
                <a:extLst>
                  <a:ext uri="{FF2B5EF4-FFF2-40B4-BE49-F238E27FC236}">
                    <a16:creationId xmlns:a16="http://schemas.microsoft.com/office/drawing/2014/main" id="{C9D65D8C-7CEA-5C47-7417-70CBE1865DBE}"/>
                  </a:ext>
                </a:extLst>
              </p:cNvPr>
              <p:cNvSpPr/>
              <p:nvPr/>
            </p:nvSpPr>
            <p:spPr>
              <a:xfrm>
                <a:off x="5852086" y="2925310"/>
                <a:ext cx="499303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815" extrusionOk="0">
                    <a:moveTo>
                      <a:pt x="6207" y="693"/>
                    </a:moveTo>
                    <a:cubicBezTo>
                      <a:pt x="7877" y="819"/>
                      <a:pt x="9326" y="1670"/>
                      <a:pt x="10208" y="2993"/>
                    </a:cubicBezTo>
                    <a:lnTo>
                      <a:pt x="6207" y="5293"/>
                    </a:lnTo>
                    <a:lnTo>
                      <a:pt x="6207" y="693"/>
                    </a:lnTo>
                    <a:close/>
                    <a:moveTo>
                      <a:pt x="10555" y="3623"/>
                    </a:moveTo>
                    <a:cubicBezTo>
                      <a:pt x="10901" y="4316"/>
                      <a:pt x="11090" y="5104"/>
                      <a:pt x="11090" y="5923"/>
                    </a:cubicBezTo>
                    <a:cubicBezTo>
                      <a:pt x="11090" y="7026"/>
                      <a:pt x="10744" y="8097"/>
                      <a:pt x="10114" y="8979"/>
                    </a:cubicBezTo>
                    <a:lnTo>
                      <a:pt x="6491" y="5986"/>
                    </a:lnTo>
                    <a:lnTo>
                      <a:pt x="10555" y="3623"/>
                    </a:lnTo>
                    <a:close/>
                    <a:moveTo>
                      <a:pt x="5546" y="693"/>
                    </a:moveTo>
                    <a:lnTo>
                      <a:pt x="5546" y="5892"/>
                    </a:lnTo>
                    <a:cubicBezTo>
                      <a:pt x="5546" y="6018"/>
                      <a:pt x="5577" y="6081"/>
                      <a:pt x="5672" y="6175"/>
                    </a:cubicBezTo>
                    <a:lnTo>
                      <a:pt x="9673" y="9483"/>
                    </a:lnTo>
                    <a:cubicBezTo>
                      <a:pt x="8728" y="10491"/>
                      <a:pt x="7373" y="11121"/>
                      <a:pt x="5892" y="11121"/>
                    </a:cubicBezTo>
                    <a:cubicBezTo>
                      <a:pt x="3025" y="11121"/>
                      <a:pt x="662" y="8822"/>
                      <a:pt x="662" y="5892"/>
                    </a:cubicBezTo>
                    <a:cubicBezTo>
                      <a:pt x="662" y="3151"/>
                      <a:pt x="2836" y="851"/>
                      <a:pt x="5546" y="693"/>
                    </a:cubicBezTo>
                    <a:close/>
                    <a:moveTo>
                      <a:pt x="5892" y="0"/>
                    </a:moveTo>
                    <a:cubicBezTo>
                      <a:pt x="2647" y="0"/>
                      <a:pt x="1" y="2615"/>
                      <a:pt x="1" y="5892"/>
                    </a:cubicBezTo>
                    <a:cubicBezTo>
                      <a:pt x="1" y="9168"/>
                      <a:pt x="2647" y="11814"/>
                      <a:pt x="5892" y="11814"/>
                    </a:cubicBezTo>
                    <a:cubicBezTo>
                      <a:pt x="9169" y="11814"/>
                      <a:pt x="11815" y="9168"/>
                      <a:pt x="11815" y="5892"/>
                    </a:cubicBezTo>
                    <a:cubicBezTo>
                      <a:pt x="11815" y="2678"/>
                      <a:pt x="9137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42" name="Google Shape;9244;p73">
                <a:extLst>
                  <a:ext uri="{FF2B5EF4-FFF2-40B4-BE49-F238E27FC236}">
                    <a16:creationId xmlns:a16="http://schemas.microsoft.com/office/drawing/2014/main" id="{E43EB300-6310-C594-0931-E631700D227E}"/>
                  </a:ext>
                </a:extLst>
              </p:cNvPr>
              <p:cNvGrpSpPr/>
              <p:nvPr/>
            </p:nvGrpSpPr>
            <p:grpSpPr>
              <a:xfrm>
                <a:off x="9032639" y="1687898"/>
                <a:ext cx="469977" cy="500571"/>
                <a:chOff x="5421475" y="1945825"/>
                <a:chExt cx="278050" cy="296150"/>
              </a:xfrm>
              <a:grpFill/>
            </p:grpSpPr>
            <p:sp>
              <p:nvSpPr>
                <p:cNvPr id="402" name="Google Shape;9245;p73">
                  <a:extLst>
                    <a:ext uri="{FF2B5EF4-FFF2-40B4-BE49-F238E27FC236}">
                      <a16:creationId xmlns:a16="http://schemas.microsoft.com/office/drawing/2014/main" id="{17090342-063D-97CA-4E36-A7955E671002}"/>
                    </a:ext>
                  </a:extLst>
                </p:cNvPr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9704" extrusionOk="0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3" name="Google Shape;9246;p73">
                  <a:extLst>
                    <a:ext uri="{FF2B5EF4-FFF2-40B4-BE49-F238E27FC236}">
                      <a16:creationId xmlns:a16="http://schemas.microsoft.com/office/drawing/2014/main" id="{D7049224-4C5A-71A1-C374-F6EEA14805E6}"/>
                    </a:ext>
                  </a:extLst>
                </p:cNvPr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76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4" name="Google Shape;9247;p73">
                  <a:extLst>
                    <a:ext uri="{FF2B5EF4-FFF2-40B4-BE49-F238E27FC236}">
                      <a16:creationId xmlns:a16="http://schemas.microsoft.com/office/drawing/2014/main" id="{1BBA1047-2736-DE10-6715-3666439B3394}"/>
                    </a:ext>
                  </a:extLst>
                </p:cNvPr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5" name="Google Shape;9248;p73">
                  <a:extLst>
                    <a:ext uri="{FF2B5EF4-FFF2-40B4-BE49-F238E27FC236}">
                      <a16:creationId xmlns:a16="http://schemas.microsoft.com/office/drawing/2014/main" id="{35A3FEF5-A5FA-2597-9C82-52A70860B599}"/>
                    </a:ext>
                  </a:extLst>
                </p:cNvPr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6" name="Google Shape;9249;p73">
                  <a:extLst>
                    <a:ext uri="{FF2B5EF4-FFF2-40B4-BE49-F238E27FC236}">
                      <a16:creationId xmlns:a16="http://schemas.microsoft.com/office/drawing/2014/main" id="{C549D0AF-8F73-306C-C3A1-DDE2B5AF2A0F}"/>
                    </a:ext>
                  </a:extLst>
                </p:cNvPr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7" name="Google Shape;9250;p73">
                  <a:extLst>
                    <a:ext uri="{FF2B5EF4-FFF2-40B4-BE49-F238E27FC236}">
                      <a16:creationId xmlns:a16="http://schemas.microsoft.com/office/drawing/2014/main" id="{EC2DDB59-683E-F8BC-BD99-66ABFCE22198}"/>
                    </a:ext>
                  </a:extLst>
                </p:cNvPr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5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8" name="Google Shape;9251;p73">
                  <a:extLst>
                    <a:ext uri="{FF2B5EF4-FFF2-40B4-BE49-F238E27FC236}">
                      <a16:creationId xmlns:a16="http://schemas.microsoft.com/office/drawing/2014/main" id="{FEAE633F-C189-B0E5-3068-293A0A348269}"/>
                    </a:ext>
                  </a:extLst>
                </p:cNvPr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53" extrusionOk="0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9" name="Google Shape;9252;p73">
                  <a:extLst>
                    <a:ext uri="{FF2B5EF4-FFF2-40B4-BE49-F238E27FC236}">
                      <a16:creationId xmlns:a16="http://schemas.microsoft.com/office/drawing/2014/main" id="{CA46A9FE-07CC-6AC9-3158-50E55D5B7BE2}"/>
                    </a:ext>
                  </a:extLst>
                </p:cNvPr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76" extrusionOk="0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43" name="Google Shape;9253;p73">
                <a:extLst>
                  <a:ext uri="{FF2B5EF4-FFF2-40B4-BE49-F238E27FC236}">
                    <a16:creationId xmlns:a16="http://schemas.microsoft.com/office/drawing/2014/main" id="{9F92F8A3-4135-69A5-6481-3F5D30B2EEAC}"/>
                  </a:ext>
                </a:extLst>
              </p:cNvPr>
              <p:cNvSpPr/>
              <p:nvPr/>
            </p:nvSpPr>
            <p:spPr>
              <a:xfrm>
                <a:off x="9014587" y="2279632"/>
                <a:ext cx="505937" cy="503276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10" extrusionOk="0">
                    <a:moveTo>
                      <a:pt x="11027" y="662"/>
                    </a:moveTo>
                    <a:lnTo>
                      <a:pt x="11027" y="1387"/>
                    </a:lnTo>
                    <a:lnTo>
                      <a:pt x="8601" y="1387"/>
                    </a:lnTo>
                    <a:cubicBezTo>
                      <a:pt x="8412" y="1387"/>
                      <a:pt x="8255" y="1229"/>
                      <a:pt x="8255" y="1040"/>
                    </a:cubicBezTo>
                    <a:cubicBezTo>
                      <a:pt x="8255" y="820"/>
                      <a:pt x="8412" y="662"/>
                      <a:pt x="8601" y="662"/>
                    </a:cubicBezTo>
                    <a:close/>
                    <a:moveTo>
                      <a:pt x="10366" y="2048"/>
                    </a:moveTo>
                    <a:lnTo>
                      <a:pt x="10366" y="2773"/>
                    </a:lnTo>
                    <a:lnTo>
                      <a:pt x="7940" y="2773"/>
                    </a:lnTo>
                    <a:cubicBezTo>
                      <a:pt x="7926" y="2775"/>
                      <a:pt x="7912" y="2776"/>
                      <a:pt x="7899" y="2776"/>
                    </a:cubicBezTo>
                    <a:cubicBezTo>
                      <a:pt x="7728" y="2776"/>
                      <a:pt x="7593" y="2599"/>
                      <a:pt x="7593" y="2395"/>
                    </a:cubicBezTo>
                    <a:cubicBezTo>
                      <a:pt x="7593" y="2206"/>
                      <a:pt x="7751" y="2048"/>
                      <a:pt x="7940" y="2048"/>
                    </a:cubicBezTo>
                    <a:close/>
                    <a:moveTo>
                      <a:pt x="11027" y="3466"/>
                    </a:moveTo>
                    <a:lnTo>
                      <a:pt x="11027" y="4191"/>
                    </a:lnTo>
                    <a:lnTo>
                      <a:pt x="8601" y="4191"/>
                    </a:lnTo>
                    <a:cubicBezTo>
                      <a:pt x="8412" y="4191"/>
                      <a:pt x="8255" y="4033"/>
                      <a:pt x="8255" y="3812"/>
                    </a:cubicBezTo>
                    <a:cubicBezTo>
                      <a:pt x="8255" y="3623"/>
                      <a:pt x="8412" y="3466"/>
                      <a:pt x="8601" y="3466"/>
                    </a:cubicBezTo>
                    <a:close/>
                    <a:moveTo>
                      <a:pt x="1292" y="4884"/>
                    </a:moveTo>
                    <a:lnTo>
                      <a:pt x="1292" y="5608"/>
                    </a:lnTo>
                    <a:lnTo>
                      <a:pt x="568" y="5608"/>
                    </a:lnTo>
                    <a:lnTo>
                      <a:pt x="568" y="4884"/>
                    </a:lnTo>
                    <a:close/>
                    <a:moveTo>
                      <a:pt x="11027" y="4884"/>
                    </a:moveTo>
                    <a:lnTo>
                      <a:pt x="11027" y="5608"/>
                    </a:lnTo>
                    <a:lnTo>
                      <a:pt x="6207" y="5608"/>
                    </a:lnTo>
                    <a:lnTo>
                      <a:pt x="6207" y="4884"/>
                    </a:lnTo>
                    <a:close/>
                    <a:moveTo>
                      <a:pt x="3718" y="2080"/>
                    </a:moveTo>
                    <a:cubicBezTo>
                      <a:pt x="4663" y="2080"/>
                      <a:pt x="5482" y="2867"/>
                      <a:pt x="5482" y="3844"/>
                    </a:cubicBezTo>
                    <a:lnTo>
                      <a:pt x="5482" y="5955"/>
                    </a:lnTo>
                    <a:cubicBezTo>
                      <a:pt x="5482" y="6144"/>
                      <a:pt x="5325" y="6301"/>
                      <a:pt x="5136" y="6301"/>
                    </a:cubicBezTo>
                    <a:lnTo>
                      <a:pt x="2300" y="6301"/>
                    </a:lnTo>
                    <a:cubicBezTo>
                      <a:pt x="2111" y="6301"/>
                      <a:pt x="1954" y="6144"/>
                      <a:pt x="1954" y="5955"/>
                    </a:cubicBezTo>
                    <a:lnTo>
                      <a:pt x="1954" y="3844"/>
                    </a:lnTo>
                    <a:cubicBezTo>
                      <a:pt x="1954" y="2899"/>
                      <a:pt x="2742" y="2080"/>
                      <a:pt x="3718" y="2080"/>
                    </a:cubicBezTo>
                    <a:close/>
                    <a:moveTo>
                      <a:pt x="11027" y="6301"/>
                    </a:moveTo>
                    <a:lnTo>
                      <a:pt x="11027" y="7688"/>
                    </a:lnTo>
                    <a:lnTo>
                      <a:pt x="7593" y="7688"/>
                    </a:lnTo>
                    <a:lnTo>
                      <a:pt x="7593" y="6301"/>
                    </a:lnTo>
                    <a:lnTo>
                      <a:pt x="8948" y="6301"/>
                    </a:lnTo>
                    <a:lnTo>
                      <a:pt x="8948" y="6648"/>
                    </a:lnTo>
                    <a:cubicBezTo>
                      <a:pt x="8948" y="6868"/>
                      <a:pt x="9106" y="7026"/>
                      <a:pt x="9326" y="7026"/>
                    </a:cubicBezTo>
                    <a:cubicBezTo>
                      <a:pt x="9515" y="7026"/>
                      <a:pt x="9673" y="6868"/>
                      <a:pt x="9673" y="6648"/>
                    </a:cubicBezTo>
                    <a:lnTo>
                      <a:pt x="9673" y="6301"/>
                    </a:lnTo>
                    <a:close/>
                    <a:moveTo>
                      <a:pt x="4443" y="8349"/>
                    </a:moveTo>
                    <a:cubicBezTo>
                      <a:pt x="4852" y="8349"/>
                      <a:pt x="5293" y="8633"/>
                      <a:pt x="5419" y="9074"/>
                    </a:cubicBezTo>
                    <a:lnTo>
                      <a:pt x="2080" y="9074"/>
                    </a:lnTo>
                    <a:cubicBezTo>
                      <a:pt x="2237" y="8664"/>
                      <a:pt x="2616" y="8349"/>
                      <a:pt x="3057" y="8349"/>
                    </a:cubicBezTo>
                    <a:close/>
                    <a:moveTo>
                      <a:pt x="11027" y="8349"/>
                    </a:moveTo>
                    <a:lnTo>
                      <a:pt x="11027" y="9735"/>
                    </a:lnTo>
                    <a:lnTo>
                      <a:pt x="7593" y="9735"/>
                    </a:lnTo>
                    <a:lnTo>
                      <a:pt x="7593" y="8349"/>
                    </a:lnTo>
                    <a:lnTo>
                      <a:pt x="8948" y="8349"/>
                    </a:lnTo>
                    <a:lnTo>
                      <a:pt x="8948" y="8696"/>
                    </a:lnTo>
                    <a:cubicBezTo>
                      <a:pt x="8948" y="8916"/>
                      <a:pt x="9106" y="9074"/>
                      <a:pt x="9326" y="9074"/>
                    </a:cubicBezTo>
                    <a:cubicBezTo>
                      <a:pt x="9515" y="9074"/>
                      <a:pt x="9673" y="8916"/>
                      <a:pt x="9673" y="8696"/>
                    </a:cubicBezTo>
                    <a:lnTo>
                      <a:pt x="9673" y="8349"/>
                    </a:lnTo>
                    <a:close/>
                    <a:moveTo>
                      <a:pt x="8633" y="0"/>
                    </a:moveTo>
                    <a:cubicBezTo>
                      <a:pt x="8066" y="0"/>
                      <a:pt x="7625" y="473"/>
                      <a:pt x="7625" y="1040"/>
                    </a:cubicBezTo>
                    <a:cubicBezTo>
                      <a:pt x="7625" y="1135"/>
                      <a:pt x="7656" y="1292"/>
                      <a:pt x="7688" y="1418"/>
                    </a:cubicBezTo>
                    <a:cubicBezTo>
                      <a:pt x="7278" y="1544"/>
                      <a:pt x="6963" y="1922"/>
                      <a:pt x="6963" y="2395"/>
                    </a:cubicBezTo>
                    <a:cubicBezTo>
                      <a:pt x="6963" y="2678"/>
                      <a:pt x="7058" y="2962"/>
                      <a:pt x="7278" y="3151"/>
                    </a:cubicBezTo>
                    <a:cubicBezTo>
                      <a:pt x="7373" y="3308"/>
                      <a:pt x="7530" y="3403"/>
                      <a:pt x="7751" y="3434"/>
                    </a:cubicBezTo>
                    <a:cubicBezTo>
                      <a:pt x="7688" y="3560"/>
                      <a:pt x="7656" y="3655"/>
                      <a:pt x="7656" y="3812"/>
                    </a:cubicBezTo>
                    <a:cubicBezTo>
                      <a:pt x="7656" y="3939"/>
                      <a:pt x="7688" y="4065"/>
                      <a:pt x="7751" y="4191"/>
                    </a:cubicBezTo>
                    <a:lnTo>
                      <a:pt x="6270" y="4191"/>
                    </a:lnTo>
                    <a:lnTo>
                      <a:pt x="6270" y="3812"/>
                    </a:lnTo>
                    <a:cubicBezTo>
                      <a:pt x="6270" y="2489"/>
                      <a:pt x="5167" y="1387"/>
                      <a:pt x="3844" y="1387"/>
                    </a:cubicBezTo>
                    <a:cubicBezTo>
                      <a:pt x="2490" y="1387"/>
                      <a:pt x="1387" y="2489"/>
                      <a:pt x="1387" y="3812"/>
                    </a:cubicBezTo>
                    <a:lnTo>
                      <a:pt x="1387" y="4191"/>
                    </a:lnTo>
                    <a:lnTo>
                      <a:pt x="379" y="4191"/>
                    </a:lnTo>
                    <a:cubicBezTo>
                      <a:pt x="158" y="4191"/>
                      <a:pt x="1" y="4348"/>
                      <a:pt x="1" y="4537"/>
                    </a:cubicBezTo>
                    <a:lnTo>
                      <a:pt x="1" y="11500"/>
                    </a:lnTo>
                    <a:cubicBezTo>
                      <a:pt x="1" y="11689"/>
                      <a:pt x="158" y="11846"/>
                      <a:pt x="379" y="11846"/>
                    </a:cubicBezTo>
                    <a:cubicBezTo>
                      <a:pt x="568" y="11846"/>
                      <a:pt x="725" y="11689"/>
                      <a:pt x="725" y="11500"/>
                    </a:cubicBezTo>
                    <a:lnTo>
                      <a:pt x="725" y="6301"/>
                    </a:lnTo>
                    <a:lnTo>
                      <a:pt x="1481" y="6301"/>
                    </a:lnTo>
                    <a:cubicBezTo>
                      <a:pt x="1639" y="6711"/>
                      <a:pt x="1985" y="7026"/>
                      <a:pt x="2458" y="7026"/>
                    </a:cubicBezTo>
                    <a:lnTo>
                      <a:pt x="3529" y="7026"/>
                    </a:lnTo>
                    <a:lnTo>
                      <a:pt x="3529" y="7719"/>
                    </a:lnTo>
                    <a:lnTo>
                      <a:pt x="3151" y="7719"/>
                    </a:lnTo>
                    <a:cubicBezTo>
                      <a:pt x="2237" y="7719"/>
                      <a:pt x="1387" y="8507"/>
                      <a:pt x="1387" y="9452"/>
                    </a:cubicBezTo>
                    <a:cubicBezTo>
                      <a:pt x="1387" y="9641"/>
                      <a:pt x="1544" y="9798"/>
                      <a:pt x="1733" y="9798"/>
                    </a:cubicBezTo>
                    <a:lnTo>
                      <a:pt x="3529" y="9798"/>
                    </a:lnTo>
                    <a:lnTo>
                      <a:pt x="3529" y="10523"/>
                    </a:lnTo>
                    <a:lnTo>
                      <a:pt x="2458" y="10523"/>
                    </a:lnTo>
                    <a:cubicBezTo>
                      <a:pt x="1859" y="10523"/>
                      <a:pt x="1418" y="10996"/>
                      <a:pt x="1418" y="11531"/>
                    </a:cubicBezTo>
                    <a:cubicBezTo>
                      <a:pt x="1418" y="11752"/>
                      <a:pt x="1576" y="11909"/>
                      <a:pt x="1796" y="11909"/>
                    </a:cubicBezTo>
                    <a:cubicBezTo>
                      <a:pt x="1985" y="11909"/>
                      <a:pt x="2143" y="11752"/>
                      <a:pt x="2143" y="11531"/>
                    </a:cubicBezTo>
                    <a:cubicBezTo>
                      <a:pt x="2143" y="11342"/>
                      <a:pt x="2300" y="11185"/>
                      <a:pt x="2490" y="11185"/>
                    </a:cubicBezTo>
                    <a:lnTo>
                      <a:pt x="3561" y="11185"/>
                    </a:lnTo>
                    <a:lnTo>
                      <a:pt x="3561" y="11531"/>
                    </a:lnTo>
                    <a:cubicBezTo>
                      <a:pt x="3561" y="11752"/>
                      <a:pt x="3718" y="11909"/>
                      <a:pt x="3907" y="11909"/>
                    </a:cubicBezTo>
                    <a:cubicBezTo>
                      <a:pt x="4096" y="11909"/>
                      <a:pt x="4254" y="11752"/>
                      <a:pt x="4254" y="11531"/>
                    </a:cubicBezTo>
                    <a:lnTo>
                      <a:pt x="4254" y="11185"/>
                    </a:lnTo>
                    <a:lnTo>
                      <a:pt x="5325" y="11185"/>
                    </a:lnTo>
                    <a:cubicBezTo>
                      <a:pt x="5514" y="11185"/>
                      <a:pt x="5672" y="11342"/>
                      <a:pt x="5672" y="11531"/>
                    </a:cubicBezTo>
                    <a:cubicBezTo>
                      <a:pt x="5672" y="11752"/>
                      <a:pt x="5829" y="11909"/>
                      <a:pt x="6050" y="11909"/>
                    </a:cubicBezTo>
                    <a:cubicBezTo>
                      <a:pt x="6239" y="11909"/>
                      <a:pt x="6396" y="11752"/>
                      <a:pt x="6396" y="11531"/>
                    </a:cubicBezTo>
                    <a:cubicBezTo>
                      <a:pt x="6396" y="10964"/>
                      <a:pt x="5924" y="10523"/>
                      <a:pt x="5356" y="10523"/>
                    </a:cubicBezTo>
                    <a:lnTo>
                      <a:pt x="4317" y="10523"/>
                    </a:lnTo>
                    <a:lnTo>
                      <a:pt x="4317" y="9798"/>
                    </a:lnTo>
                    <a:lnTo>
                      <a:pt x="6081" y="9798"/>
                    </a:lnTo>
                    <a:cubicBezTo>
                      <a:pt x="6270" y="9798"/>
                      <a:pt x="6428" y="9641"/>
                      <a:pt x="6428" y="9452"/>
                    </a:cubicBezTo>
                    <a:cubicBezTo>
                      <a:pt x="6428" y="8507"/>
                      <a:pt x="5640" y="7719"/>
                      <a:pt x="4663" y="7719"/>
                    </a:cubicBezTo>
                    <a:lnTo>
                      <a:pt x="4317" y="7719"/>
                    </a:lnTo>
                    <a:lnTo>
                      <a:pt x="4317" y="7026"/>
                    </a:lnTo>
                    <a:lnTo>
                      <a:pt x="5356" y="7026"/>
                    </a:lnTo>
                    <a:cubicBezTo>
                      <a:pt x="5798" y="7026"/>
                      <a:pt x="6207" y="6742"/>
                      <a:pt x="6365" y="6301"/>
                    </a:cubicBezTo>
                    <a:lnTo>
                      <a:pt x="7089" y="6301"/>
                    </a:lnTo>
                    <a:lnTo>
                      <a:pt x="7089" y="11500"/>
                    </a:lnTo>
                    <a:cubicBezTo>
                      <a:pt x="7089" y="11689"/>
                      <a:pt x="7247" y="11846"/>
                      <a:pt x="7467" y="11846"/>
                    </a:cubicBezTo>
                    <a:cubicBezTo>
                      <a:pt x="7656" y="11846"/>
                      <a:pt x="7814" y="11689"/>
                      <a:pt x="7814" y="11500"/>
                    </a:cubicBezTo>
                    <a:lnTo>
                      <a:pt x="7814" y="10492"/>
                    </a:lnTo>
                    <a:lnTo>
                      <a:pt x="11279" y="10492"/>
                    </a:lnTo>
                    <a:lnTo>
                      <a:pt x="11279" y="11500"/>
                    </a:lnTo>
                    <a:cubicBezTo>
                      <a:pt x="11279" y="11689"/>
                      <a:pt x="11437" y="11846"/>
                      <a:pt x="11626" y="11846"/>
                    </a:cubicBezTo>
                    <a:cubicBezTo>
                      <a:pt x="11815" y="11846"/>
                      <a:pt x="11972" y="11689"/>
                      <a:pt x="11972" y="11500"/>
                    </a:cubicBezTo>
                    <a:lnTo>
                      <a:pt x="11972" y="3151"/>
                    </a:lnTo>
                    <a:cubicBezTo>
                      <a:pt x="11972" y="2962"/>
                      <a:pt x="11815" y="2804"/>
                      <a:pt x="11626" y="2804"/>
                    </a:cubicBezTo>
                    <a:lnTo>
                      <a:pt x="11279" y="2804"/>
                    </a:lnTo>
                    <a:lnTo>
                      <a:pt x="11279" y="2080"/>
                    </a:lnTo>
                    <a:lnTo>
                      <a:pt x="11626" y="2080"/>
                    </a:lnTo>
                    <a:cubicBezTo>
                      <a:pt x="11815" y="2080"/>
                      <a:pt x="11972" y="1922"/>
                      <a:pt x="11972" y="1733"/>
                    </a:cubicBezTo>
                    <a:lnTo>
                      <a:pt x="11972" y="347"/>
                    </a:lnTo>
                    <a:cubicBezTo>
                      <a:pt x="11752" y="158"/>
                      <a:pt x="11594" y="0"/>
                      <a:pt x="114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44" name="Google Shape;9254;p73">
                <a:extLst>
                  <a:ext uri="{FF2B5EF4-FFF2-40B4-BE49-F238E27FC236}">
                    <a16:creationId xmlns:a16="http://schemas.microsoft.com/office/drawing/2014/main" id="{C2181F49-0B20-91F8-A284-ECF7D0E4C97D}"/>
                  </a:ext>
                </a:extLst>
              </p:cNvPr>
              <p:cNvGrpSpPr/>
              <p:nvPr/>
            </p:nvGrpSpPr>
            <p:grpSpPr>
              <a:xfrm>
                <a:off x="9016666" y="3013844"/>
                <a:ext cx="501923" cy="322206"/>
                <a:chOff x="5411225" y="2726350"/>
                <a:chExt cx="296950" cy="190625"/>
              </a:xfrm>
              <a:grpFill/>
            </p:grpSpPr>
            <p:sp>
              <p:nvSpPr>
                <p:cNvPr id="400" name="Google Shape;9255;p73">
                  <a:extLst>
                    <a:ext uri="{FF2B5EF4-FFF2-40B4-BE49-F238E27FC236}">
                      <a16:creationId xmlns:a16="http://schemas.microsoft.com/office/drawing/2014/main" id="{34EFEBDA-9BD0-BD63-6108-0C34AE799FB4}"/>
                    </a:ext>
                  </a:extLst>
                </p:cNvPr>
                <p:cNvSpPr/>
                <p:nvPr/>
              </p:nvSpPr>
              <p:spPr>
                <a:xfrm>
                  <a:off x="5534100" y="2794875"/>
                  <a:ext cx="520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2049" extrusionOk="0">
                      <a:moveTo>
                        <a:pt x="1009" y="662"/>
                      </a:moveTo>
                      <a:cubicBezTo>
                        <a:pt x="1229" y="662"/>
                        <a:pt x="1387" y="851"/>
                        <a:pt x="1387" y="1040"/>
                      </a:cubicBezTo>
                      <a:cubicBezTo>
                        <a:pt x="1387" y="1229"/>
                        <a:pt x="1229" y="1387"/>
                        <a:pt x="1009" y="1387"/>
                      </a:cubicBezTo>
                      <a:cubicBezTo>
                        <a:pt x="819" y="1387"/>
                        <a:pt x="662" y="1229"/>
                        <a:pt x="662" y="1040"/>
                      </a:cubicBezTo>
                      <a:cubicBezTo>
                        <a:pt x="662" y="851"/>
                        <a:pt x="819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9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80" y="473"/>
                        <a:pt x="1607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401" name="Google Shape;9256;p73">
                  <a:extLst>
                    <a:ext uri="{FF2B5EF4-FFF2-40B4-BE49-F238E27FC236}">
                      <a16:creationId xmlns:a16="http://schemas.microsoft.com/office/drawing/2014/main" id="{8B9E3245-9AC4-1986-09E5-B20641B6FD1B}"/>
                    </a:ext>
                  </a:extLst>
                </p:cNvPr>
                <p:cNvSpPr/>
                <p:nvPr/>
              </p:nvSpPr>
              <p:spPr>
                <a:xfrm>
                  <a:off x="5411225" y="2726350"/>
                  <a:ext cx="296950" cy="19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7625" extrusionOk="0">
                      <a:moveTo>
                        <a:pt x="5924" y="662"/>
                      </a:moveTo>
                      <a:cubicBezTo>
                        <a:pt x="7404" y="662"/>
                        <a:pt x="8759" y="1576"/>
                        <a:pt x="9641" y="2332"/>
                      </a:cubicBezTo>
                      <a:cubicBezTo>
                        <a:pt x="9736" y="2395"/>
                        <a:pt x="9830" y="2489"/>
                        <a:pt x="9925" y="2584"/>
                      </a:cubicBezTo>
                      <a:cubicBezTo>
                        <a:pt x="8696" y="2080"/>
                        <a:pt x="7278" y="1733"/>
                        <a:pt x="5924" y="1733"/>
                      </a:cubicBezTo>
                      <a:cubicBezTo>
                        <a:pt x="4569" y="1733"/>
                        <a:pt x="3183" y="2080"/>
                        <a:pt x="1954" y="2584"/>
                      </a:cubicBezTo>
                      <a:cubicBezTo>
                        <a:pt x="2048" y="2521"/>
                        <a:pt x="2111" y="2458"/>
                        <a:pt x="2206" y="2395"/>
                      </a:cubicBezTo>
                      <a:cubicBezTo>
                        <a:pt x="3151" y="1544"/>
                        <a:pt x="4474" y="662"/>
                        <a:pt x="5924" y="662"/>
                      </a:cubicBezTo>
                      <a:close/>
                      <a:moveTo>
                        <a:pt x="5924" y="2426"/>
                      </a:moveTo>
                      <a:cubicBezTo>
                        <a:pt x="6333" y="2426"/>
                        <a:pt x="6711" y="2489"/>
                        <a:pt x="7089" y="2521"/>
                      </a:cubicBezTo>
                      <a:cubicBezTo>
                        <a:pt x="7467" y="2836"/>
                        <a:pt x="7656" y="3308"/>
                        <a:pt x="7656" y="3813"/>
                      </a:cubicBezTo>
                      <a:cubicBezTo>
                        <a:pt x="7656" y="4758"/>
                        <a:pt x="6869" y="5545"/>
                        <a:pt x="5924" y="5545"/>
                      </a:cubicBezTo>
                      <a:cubicBezTo>
                        <a:pt x="4978" y="5545"/>
                        <a:pt x="4191" y="4758"/>
                        <a:pt x="4191" y="3813"/>
                      </a:cubicBezTo>
                      <a:cubicBezTo>
                        <a:pt x="4191" y="3308"/>
                        <a:pt x="4411" y="2836"/>
                        <a:pt x="4789" y="2521"/>
                      </a:cubicBezTo>
                      <a:cubicBezTo>
                        <a:pt x="5136" y="2489"/>
                        <a:pt x="5545" y="2426"/>
                        <a:pt x="5924" y="2426"/>
                      </a:cubicBezTo>
                      <a:close/>
                      <a:moveTo>
                        <a:pt x="3781" y="2710"/>
                      </a:moveTo>
                      <a:lnTo>
                        <a:pt x="3781" y="2710"/>
                      </a:lnTo>
                      <a:cubicBezTo>
                        <a:pt x="3624" y="3056"/>
                        <a:pt x="3498" y="3434"/>
                        <a:pt x="3498" y="3813"/>
                      </a:cubicBezTo>
                      <a:cubicBezTo>
                        <a:pt x="3498" y="5167"/>
                        <a:pt x="4600" y="6270"/>
                        <a:pt x="5924" y="6270"/>
                      </a:cubicBezTo>
                      <a:cubicBezTo>
                        <a:pt x="7278" y="6270"/>
                        <a:pt x="8381" y="5167"/>
                        <a:pt x="8381" y="3813"/>
                      </a:cubicBezTo>
                      <a:cubicBezTo>
                        <a:pt x="8381" y="3434"/>
                        <a:pt x="8286" y="3056"/>
                        <a:pt x="8097" y="2710"/>
                      </a:cubicBezTo>
                      <a:lnTo>
                        <a:pt x="8097" y="2710"/>
                      </a:lnTo>
                      <a:cubicBezTo>
                        <a:pt x="9137" y="2993"/>
                        <a:pt x="10145" y="3434"/>
                        <a:pt x="11027" y="3907"/>
                      </a:cubicBezTo>
                      <a:cubicBezTo>
                        <a:pt x="10744" y="4222"/>
                        <a:pt x="10240" y="4789"/>
                        <a:pt x="9547" y="5356"/>
                      </a:cubicBezTo>
                      <a:cubicBezTo>
                        <a:pt x="8601" y="6144"/>
                        <a:pt x="7310" y="6932"/>
                        <a:pt x="5924" y="6932"/>
                      </a:cubicBezTo>
                      <a:cubicBezTo>
                        <a:pt x="4474" y="6932"/>
                        <a:pt x="3088" y="6018"/>
                        <a:pt x="2237" y="5262"/>
                      </a:cubicBezTo>
                      <a:cubicBezTo>
                        <a:pt x="1607" y="4726"/>
                        <a:pt x="1135" y="4222"/>
                        <a:pt x="851" y="3907"/>
                      </a:cubicBezTo>
                      <a:cubicBezTo>
                        <a:pt x="1733" y="3371"/>
                        <a:pt x="2710" y="2962"/>
                        <a:pt x="3781" y="2710"/>
                      </a:cubicBezTo>
                      <a:close/>
                      <a:moveTo>
                        <a:pt x="5924" y="0"/>
                      </a:moveTo>
                      <a:cubicBezTo>
                        <a:pt x="4411" y="0"/>
                        <a:pt x="2931" y="820"/>
                        <a:pt x="1765" y="1796"/>
                      </a:cubicBezTo>
                      <a:cubicBezTo>
                        <a:pt x="725" y="2678"/>
                        <a:pt x="95" y="3592"/>
                        <a:pt x="64" y="3624"/>
                      </a:cubicBezTo>
                      <a:cubicBezTo>
                        <a:pt x="1" y="3750"/>
                        <a:pt x="1" y="3907"/>
                        <a:pt x="64" y="4002"/>
                      </a:cubicBezTo>
                      <a:cubicBezTo>
                        <a:pt x="95" y="4065"/>
                        <a:pt x="725" y="4915"/>
                        <a:pt x="1765" y="5829"/>
                      </a:cubicBezTo>
                      <a:cubicBezTo>
                        <a:pt x="2931" y="6805"/>
                        <a:pt x="4348" y="7625"/>
                        <a:pt x="5924" y="7625"/>
                      </a:cubicBezTo>
                      <a:cubicBezTo>
                        <a:pt x="7436" y="7625"/>
                        <a:pt x="8759" y="6900"/>
                        <a:pt x="9925" y="5955"/>
                      </a:cubicBezTo>
                      <a:cubicBezTo>
                        <a:pt x="10712" y="5325"/>
                        <a:pt x="11374" y="4600"/>
                        <a:pt x="11815" y="4002"/>
                      </a:cubicBezTo>
                      <a:cubicBezTo>
                        <a:pt x="11878" y="3907"/>
                        <a:pt x="11878" y="3750"/>
                        <a:pt x="11815" y="3624"/>
                      </a:cubicBezTo>
                      <a:cubicBezTo>
                        <a:pt x="11752" y="3592"/>
                        <a:pt x="11122" y="2710"/>
                        <a:pt x="10114" y="1796"/>
                      </a:cubicBezTo>
                      <a:cubicBezTo>
                        <a:pt x="8916" y="820"/>
                        <a:pt x="7499" y="0"/>
                        <a:pt x="59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45" name="Google Shape;9257;p73">
                <a:extLst>
                  <a:ext uri="{FF2B5EF4-FFF2-40B4-BE49-F238E27FC236}">
                    <a16:creationId xmlns:a16="http://schemas.microsoft.com/office/drawing/2014/main" id="{52E0DEDA-9E2F-A738-56F7-D2BFE0D7F7D5}"/>
                  </a:ext>
                </a:extLst>
              </p:cNvPr>
              <p:cNvGrpSpPr/>
              <p:nvPr/>
            </p:nvGrpSpPr>
            <p:grpSpPr>
              <a:xfrm>
                <a:off x="10924848" y="1704399"/>
                <a:ext cx="503233" cy="467568"/>
                <a:chOff x="6524150" y="1938725"/>
                <a:chExt cx="297725" cy="276625"/>
              </a:xfrm>
              <a:grpFill/>
            </p:grpSpPr>
            <p:sp>
              <p:nvSpPr>
                <p:cNvPr id="396" name="Google Shape;9258;p73">
                  <a:extLst>
                    <a:ext uri="{FF2B5EF4-FFF2-40B4-BE49-F238E27FC236}">
                      <a16:creationId xmlns:a16="http://schemas.microsoft.com/office/drawing/2014/main" id="{31C1FF76-925C-BEA4-D58C-7718C7DEEA94}"/>
                    </a:ext>
                  </a:extLst>
                </p:cNvPr>
                <p:cNvSpPr/>
                <p:nvPr/>
              </p:nvSpPr>
              <p:spPr>
                <a:xfrm>
                  <a:off x="6524150" y="2025375"/>
                  <a:ext cx="297725" cy="1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7599" extrusionOk="0">
                      <a:moveTo>
                        <a:pt x="9767" y="2079"/>
                      </a:moveTo>
                      <a:lnTo>
                        <a:pt x="9767" y="5198"/>
                      </a:lnTo>
                      <a:cubicBezTo>
                        <a:pt x="9735" y="5041"/>
                        <a:pt x="9672" y="4915"/>
                        <a:pt x="9546" y="4789"/>
                      </a:cubicBezTo>
                      <a:lnTo>
                        <a:pt x="7813" y="3056"/>
                      </a:lnTo>
                      <a:cubicBezTo>
                        <a:pt x="7624" y="2867"/>
                        <a:pt x="7341" y="2741"/>
                        <a:pt x="7057" y="2741"/>
                      </a:cubicBezTo>
                      <a:lnTo>
                        <a:pt x="6018" y="2741"/>
                      </a:lnTo>
                      <a:cubicBezTo>
                        <a:pt x="5923" y="2741"/>
                        <a:pt x="5797" y="2836"/>
                        <a:pt x="5734" y="2930"/>
                      </a:cubicBezTo>
                      <a:lnTo>
                        <a:pt x="5482" y="3403"/>
                      </a:lnTo>
                      <a:cubicBezTo>
                        <a:pt x="5293" y="3812"/>
                        <a:pt x="4883" y="4001"/>
                        <a:pt x="4505" y="4001"/>
                      </a:cubicBezTo>
                      <a:lnTo>
                        <a:pt x="5356" y="2269"/>
                      </a:lnTo>
                      <a:cubicBezTo>
                        <a:pt x="5419" y="2143"/>
                        <a:pt x="5576" y="2079"/>
                        <a:pt x="5671" y="2079"/>
                      </a:cubicBezTo>
                      <a:close/>
                      <a:moveTo>
                        <a:pt x="1418" y="2079"/>
                      </a:moveTo>
                      <a:lnTo>
                        <a:pt x="1418" y="5545"/>
                      </a:lnTo>
                      <a:lnTo>
                        <a:pt x="725" y="5545"/>
                      </a:lnTo>
                      <a:lnTo>
                        <a:pt x="725" y="2079"/>
                      </a:lnTo>
                      <a:close/>
                      <a:moveTo>
                        <a:pt x="11153" y="2079"/>
                      </a:moveTo>
                      <a:lnTo>
                        <a:pt x="11153" y="5545"/>
                      </a:lnTo>
                      <a:lnTo>
                        <a:pt x="10460" y="5545"/>
                      </a:lnTo>
                      <a:lnTo>
                        <a:pt x="10460" y="2079"/>
                      </a:lnTo>
                      <a:close/>
                      <a:moveTo>
                        <a:pt x="6931" y="630"/>
                      </a:moveTo>
                      <a:cubicBezTo>
                        <a:pt x="6774" y="1008"/>
                        <a:pt x="6427" y="1323"/>
                        <a:pt x="5955" y="1323"/>
                      </a:cubicBezTo>
                      <a:lnTo>
                        <a:pt x="5671" y="1323"/>
                      </a:lnTo>
                      <a:cubicBezTo>
                        <a:pt x="5293" y="1323"/>
                        <a:pt x="4946" y="1575"/>
                        <a:pt x="4726" y="1922"/>
                      </a:cubicBezTo>
                      <a:lnTo>
                        <a:pt x="3655" y="4064"/>
                      </a:lnTo>
                      <a:cubicBezTo>
                        <a:pt x="3623" y="4127"/>
                        <a:pt x="3623" y="4253"/>
                        <a:pt x="3655" y="4316"/>
                      </a:cubicBezTo>
                      <a:cubicBezTo>
                        <a:pt x="3718" y="4411"/>
                        <a:pt x="3781" y="4474"/>
                        <a:pt x="3875" y="4537"/>
                      </a:cubicBezTo>
                      <a:cubicBezTo>
                        <a:pt x="4088" y="4627"/>
                        <a:pt x="4310" y="4670"/>
                        <a:pt x="4532" y="4670"/>
                      </a:cubicBezTo>
                      <a:cubicBezTo>
                        <a:pt x="5165" y="4670"/>
                        <a:pt x="5785" y="4316"/>
                        <a:pt x="6112" y="3686"/>
                      </a:cubicBezTo>
                      <a:lnTo>
                        <a:pt x="6238" y="3434"/>
                      </a:lnTo>
                      <a:lnTo>
                        <a:pt x="7026" y="3434"/>
                      </a:lnTo>
                      <a:cubicBezTo>
                        <a:pt x="7089" y="3434"/>
                        <a:pt x="7215" y="3466"/>
                        <a:pt x="7246" y="3529"/>
                      </a:cubicBezTo>
                      <a:lnTo>
                        <a:pt x="8979" y="5261"/>
                      </a:lnTo>
                      <a:cubicBezTo>
                        <a:pt x="9137" y="5419"/>
                        <a:pt x="9137" y="5545"/>
                        <a:pt x="9105" y="5640"/>
                      </a:cubicBezTo>
                      <a:cubicBezTo>
                        <a:pt x="9105" y="5671"/>
                        <a:pt x="9042" y="5829"/>
                        <a:pt x="8885" y="5860"/>
                      </a:cubicBezTo>
                      <a:lnTo>
                        <a:pt x="5576" y="6805"/>
                      </a:lnTo>
                      <a:cubicBezTo>
                        <a:pt x="5543" y="6814"/>
                        <a:pt x="5507" y="6818"/>
                        <a:pt x="5470" y="6818"/>
                      </a:cubicBezTo>
                      <a:cubicBezTo>
                        <a:pt x="5371" y="6818"/>
                        <a:pt x="5268" y="6788"/>
                        <a:pt x="5198" y="6742"/>
                      </a:cubicBezTo>
                      <a:lnTo>
                        <a:pt x="4096" y="5640"/>
                      </a:lnTo>
                      <a:cubicBezTo>
                        <a:pt x="4033" y="5545"/>
                        <a:pt x="3938" y="5514"/>
                        <a:pt x="3875" y="5514"/>
                      </a:cubicBezTo>
                      <a:lnTo>
                        <a:pt x="2111" y="5514"/>
                      </a:lnTo>
                      <a:lnTo>
                        <a:pt x="2111" y="2048"/>
                      </a:lnTo>
                      <a:lnTo>
                        <a:pt x="2741" y="2048"/>
                      </a:lnTo>
                      <a:cubicBezTo>
                        <a:pt x="3119" y="2048"/>
                        <a:pt x="3466" y="1796"/>
                        <a:pt x="3686" y="1449"/>
                      </a:cubicBezTo>
                      <a:lnTo>
                        <a:pt x="4001" y="819"/>
                      </a:lnTo>
                      <a:cubicBezTo>
                        <a:pt x="4064" y="693"/>
                        <a:pt x="4190" y="630"/>
                        <a:pt x="4316" y="630"/>
                      </a:cubicBezTo>
                      <a:close/>
                      <a:moveTo>
                        <a:pt x="4316" y="0"/>
                      </a:moveTo>
                      <a:cubicBezTo>
                        <a:pt x="3907" y="0"/>
                        <a:pt x="3560" y="221"/>
                        <a:pt x="3371" y="599"/>
                      </a:cubicBezTo>
                      <a:lnTo>
                        <a:pt x="3056" y="1229"/>
                      </a:lnTo>
                      <a:cubicBezTo>
                        <a:pt x="2962" y="1323"/>
                        <a:pt x="2836" y="1418"/>
                        <a:pt x="2741" y="1418"/>
                      </a:cubicBezTo>
                      <a:lnTo>
                        <a:pt x="378" y="1418"/>
                      </a:lnTo>
                      <a:cubicBezTo>
                        <a:pt x="158" y="1418"/>
                        <a:pt x="0" y="1575"/>
                        <a:pt x="0" y="1764"/>
                      </a:cubicBezTo>
                      <a:lnTo>
                        <a:pt x="0" y="5955"/>
                      </a:lnTo>
                      <a:cubicBezTo>
                        <a:pt x="0" y="6144"/>
                        <a:pt x="158" y="6301"/>
                        <a:pt x="378" y="6301"/>
                      </a:cubicBezTo>
                      <a:lnTo>
                        <a:pt x="3718" y="6301"/>
                      </a:lnTo>
                      <a:lnTo>
                        <a:pt x="4694" y="7278"/>
                      </a:lnTo>
                      <a:cubicBezTo>
                        <a:pt x="4894" y="7477"/>
                        <a:pt x="5139" y="7598"/>
                        <a:pt x="5410" y="7598"/>
                      </a:cubicBezTo>
                      <a:cubicBezTo>
                        <a:pt x="5525" y="7598"/>
                        <a:pt x="5644" y="7577"/>
                        <a:pt x="5766" y="7530"/>
                      </a:cubicBezTo>
                      <a:lnTo>
                        <a:pt x="9074" y="6553"/>
                      </a:lnTo>
                      <a:cubicBezTo>
                        <a:pt x="9263" y="6522"/>
                        <a:pt x="9420" y="6396"/>
                        <a:pt x="9578" y="6238"/>
                      </a:cubicBezTo>
                      <a:lnTo>
                        <a:pt x="11562" y="6238"/>
                      </a:lnTo>
                      <a:cubicBezTo>
                        <a:pt x="11751" y="6238"/>
                        <a:pt x="11909" y="6081"/>
                        <a:pt x="11909" y="5892"/>
                      </a:cubicBezTo>
                      <a:lnTo>
                        <a:pt x="11909" y="1733"/>
                      </a:lnTo>
                      <a:cubicBezTo>
                        <a:pt x="11877" y="1544"/>
                        <a:pt x="11720" y="1386"/>
                        <a:pt x="11499" y="1386"/>
                      </a:cubicBezTo>
                      <a:lnTo>
                        <a:pt x="7341" y="1386"/>
                      </a:lnTo>
                      <a:cubicBezTo>
                        <a:pt x="7561" y="1103"/>
                        <a:pt x="7687" y="693"/>
                        <a:pt x="7687" y="347"/>
                      </a:cubicBezTo>
                      <a:cubicBezTo>
                        <a:pt x="7687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97" name="Google Shape;9259;p73">
                  <a:extLst>
                    <a:ext uri="{FF2B5EF4-FFF2-40B4-BE49-F238E27FC236}">
                      <a16:creationId xmlns:a16="http://schemas.microsoft.com/office/drawing/2014/main" id="{8A502650-6F85-0863-FA6F-03C3DA8C6E7B}"/>
                    </a:ext>
                  </a:extLst>
                </p:cNvPr>
                <p:cNvSpPr/>
                <p:nvPr/>
              </p:nvSpPr>
              <p:spPr>
                <a:xfrm>
                  <a:off x="6664325" y="1938725"/>
                  <a:ext cx="17375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1734" extrusionOk="0"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1355"/>
                      </a:lnTo>
                      <a:cubicBezTo>
                        <a:pt x="1" y="1576"/>
                        <a:pt x="159" y="1733"/>
                        <a:pt x="348" y="1733"/>
                      </a:cubicBezTo>
                      <a:cubicBezTo>
                        <a:pt x="537" y="1733"/>
                        <a:pt x="694" y="1576"/>
                        <a:pt x="694" y="1355"/>
                      </a:cubicBezTo>
                      <a:lnTo>
                        <a:pt x="694" y="347"/>
                      </a:lnTo>
                      <a:cubicBezTo>
                        <a:pt x="694" y="158"/>
                        <a:pt x="537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98" name="Google Shape;9260;p73">
                  <a:extLst>
                    <a:ext uri="{FF2B5EF4-FFF2-40B4-BE49-F238E27FC236}">
                      <a16:creationId xmlns:a16="http://schemas.microsoft.com/office/drawing/2014/main" id="{2406F68A-D7D0-2729-E30A-DFB99220CDD1}"/>
                    </a:ext>
                  </a:extLst>
                </p:cNvPr>
                <p:cNvSpPr/>
                <p:nvPr/>
              </p:nvSpPr>
              <p:spPr>
                <a:xfrm>
                  <a:off x="6594250" y="1972800"/>
                  <a:ext cx="35450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1" extrusionOk="0">
                      <a:moveTo>
                        <a:pt x="374" y="0"/>
                      </a:moveTo>
                      <a:cubicBezTo>
                        <a:pt x="291" y="0"/>
                        <a:pt x="205" y="40"/>
                        <a:pt x="126" y="118"/>
                      </a:cubicBezTo>
                      <a:cubicBezTo>
                        <a:pt x="0" y="244"/>
                        <a:pt x="0" y="496"/>
                        <a:pt x="126" y="591"/>
                      </a:cubicBezTo>
                      <a:lnTo>
                        <a:pt x="819" y="1316"/>
                      </a:lnTo>
                      <a:cubicBezTo>
                        <a:pt x="882" y="1379"/>
                        <a:pt x="969" y="1410"/>
                        <a:pt x="1055" y="1410"/>
                      </a:cubicBezTo>
                      <a:cubicBezTo>
                        <a:pt x="1142" y="1410"/>
                        <a:pt x="1229" y="1379"/>
                        <a:pt x="1292" y="1316"/>
                      </a:cubicBezTo>
                      <a:cubicBezTo>
                        <a:pt x="1418" y="1190"/>
                        <a:pt x="1418" y="969"/>
                        <a:pt x="1292" y="843"/>
                      </a:cubicBezTo>
                      <a:lnTo>
                        <a:pt x="599" y="118"/>
                      </a:lnTo>
                      <a:cubicBezTo>
                        <a:pt x="536" y="40"/>
                        <a:pt x="457" y="0"/>
                        <a:pt x="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99" name="Google Shape;9261;p73">
                  <a:extLst>
                    <a:ext uri="{FF2B5EF4-FFF2-40B4-BE49-F238E27FC236}">
                      <a16:creationId xmlns:a16="http://schemas.microsoft.com/office/drawing/2014/main" id="{71D90847-2895-9CEC-505E-A25EFFF0C3FD}"/>
                    </a:ext>
                  </a:extLst>
                </p:cNvPr>
                <p:cNvSpPr/>
                <p:nvPr/>
              </p:nvSpPr>
              <p:spPr>
                <a:xfrm>
                  <a:off x="6715525" y="1972800"/>
                  <a:ext cx="35475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1" extrusionOk="0">
                      <a:moveTo>
                        <a:pt x="1056" y="0"/>
                      </a:moveTo>
                      <a:cubicBezTo>
                        <a:pt x="970" y="0"/>
                        <a:pt x="883" y="40"/>
                        <a:pt x="820" y="118"/>
                      </a:cubicBezTo>
                      <a:lnTo>
                        <a:pt x="127" y="843"/>
                      </a:lnTo>
                      <a:cubicBezTo>
                        <a:pt x="1" y="969"/>
                        <a:pt x="1" y="1190"/>
                        <a:pt x="127" y="1316"/>
                      </a:cubicBezTo>
                      <a:cubicBezTo>
                        <a:pt x="174" y="1379"/>
                        <a:pt x="261" y="1410"/>
                        <a:pt x="351" y="1410"/>
                      </a:cubicBezTo>
                      <a:cubicBezTo>
                        <a:pt x="442" y="1410"/>
                        <a:pt x="536" y="1379"/>
                        <a:pt x="599" y="1316"/>
                      </a:cubicBezTo>
                      <a:lnTo>
                        <a:pt x="1293" y="591"/>
                      </a:lnTo>
                      <a:cubicBezTo>
                        <a:pt x="1419" y="496"/>
                        <a:pt x="1419" y="244"/>
                        <a:pt x="1293" y="118"/>
                      </a:cubicBezTo>
                      <a:cubicBezTo>
                        <a:pt x="1230" y="40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46" name="Google Shape;9262;p73">
                <a:extLst>
                  <a:ext uri="{FF2B5EF4-FFF2-40B4-BE49-F238E27FC236}">
                    <a16:creationId xmlns:a16="http://schemas.microsoft.com/office/drawing/2014/main" id="{DB10099D-9C9F-89D5-846E-A1D802B06862}"/>
                  </a:ext>
                </a:extLst>
              </p:cNvPr>
              <p:cNvGrpSpPr/>
              <p:nvPr/>
            </p:nvGrpSpPr>
            <p:grpSpPr>
              <a:xfrm>
                <a:off x="3302285" y="1687877"/>
                <a:ext cx="501965" cy="500612"/>
                <a:chOff x="2141000" y="1954475"/>
                <a:chExt cx="296975" cy="296175"/>
              </a:xfrm>
              <a:grpFill/>
            </p:grpSpPr>
            <p:sp>
              <p:nvSpPr>
                <p:cNvPr id="392" name="Google Shape;9263;p73">
                  <a:extLst>
                    <a:ext uri="{FF2B5EF4-FFF2-40B4-BE49-F238E27FC236}">
                      <a16:creationId xmlns:a16="http://schemas.microsoft.com/office/drawing/2014/main" id="{0031D3C6-6FFD-003E-6E32-7E8840EB729E}"/>
                    </a:ext>
                  </a:extLst>
                </p:cNvPr>
                <p:cNvSpPr/>
                <p:nvPr/>
              </p:nvSpPr>
              <p:spPr>
                <a:xfrm>
                  <a:off x="2280425" y="1989925"/>
                  <a:ext cx="1047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742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05"/>
                        <a:pt x="158" y="662"/>
                        <a:pt x="315" y="662"/>
                      </a:cubicBezTo>
                      <a:lnTo>
                        <a:pt x="2426" y="662"/>
                      </a:lnTo>
                      <a:cubicBezTo>
                        <a:pt x="2615" y="662"/>
                        <a:pt x="2773" y="820"/>
                        <a:pt x="2773" y="1009"/>
                      </a:cubicBezTo>
                      <a:lnTo>
                        <a:pt x="2773" y="1576"/>
                      </a:lnTo>
                      <a:lnTo>
                        <a:pt x="2678" y="1450"/>
                      </a:lnTo>
                      <a:cubicBezTo>
                        <a:pt x="2615" y="1387"/>
                        <a:pt x="2521" y="1355"/>
                        <a:pt x="2430" y="1355"/>
                      </a:cubicBezTo>
                      <a:cubicBezTo>
                        <a:pt x="2340" y="1355"/>
                        <a:pt x="2253" y="1387"/>
                        <a:pt x="2206" y="1450"/>
                      </a:cubicBezTo>
                      <a:cubicBezTo>
                        <a:pt x="2080" y="1576"/>
                        <a:pt x="2080" y="1796"/>
                        <a:pt x="2206" y="1922"/>
                      </a:cubicBezTo>
                      <a:lnTo>
                        <a:pt x="2899" y="2647"/>
                      </a:lnTo>
                      <a:cubicBezTo>
                        <a:pt x="2993" y="2710"/>
                        <a:pt x="3056" y="2741"/>
                        <a:pt x="3151" y="2741"/>
                      </a:cubicBezTo>
                      <a:cubicBezTo>
                        <a:pt x="3214" y="2741"/>
                        <a:pt x="3340" y="2710"/>
                        <a:pt x="3371" y="2647"/>
                      </a:cubicBezTo>
                      <a:lnTo>
                        <a:pt x="4096" y="1922"/>
                      </a:lnTo>
                      <a:cubicBezTo>
                        <a:pt x="4191" y="1796"/>
                        <a:pt x="4191" y="1576"/>
                        <a:pt x="4096" y="1450"/>
                      </a:cubicBezTo>
                      <a:cubicBezTo>
                        <a:pt x="4033" y="1387"/>
                        <a:pt x="3938" y="1355"/>
                        <a:pt x="3848" y="1355"/>
                      </a:cubicBezTo>
                      <a:cubicBezTo>
                        <a:pt x="3757" y="1355"/>
                        <a:pt x="3671" y="1387"/>
                        <a:pt x="3623" y="1450"/>
                      </a:cubicBezTo>
                      <a:lnTo>
                        <a:pt x="3497" y="1576"/>
                      </a:lnTo>
                      <a:lnTo>
                        <a:pt x="3497" y="1009"/>
                      </a:lnTo>
                      <a:cubicBezTo>
                        <a:pt x="3497" y="442"/>
                        <a:pt x="3025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93" name="Google Shape;9264;p73">
                  <a:extLst>
                    <a:ext uri="{FF2B5EF4-FFF2-40B4-BE49-F238E27FC236}">
                      <a16:creationId xmlns:a16="http://schemas.microsoft.com/office/drawing/2014/main" id="{B263881A-DCF4-2279-9A8A-182BE706F7E0}"/>
                    </a:ext>
                  </a:extLst>
                </p:cNvPr>
                <p:cNvSpPr/>
                <p:nvPr/>
              </p:nvSpPr>
              <p:spPr>
                <a:xfrm>
                  <a:off x="2174875" y="2145875"/>
                  <a:ext cx="1055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3" h="2773" extrusionOk="0">
                      <a:moveTo>
                        <a:pt x="1056" y="0"/>
                      </a:moveTo>
                      <a:cubicBezTo>
                        <a:pt x="969" y="0"/>
                        <a:pt x="883" y="32"/>
                        <a:pt x="820" y="95"/>
                      </a:cubicBezTo>
                      <a:lnTo>
                        <a:pt x="95" y="820"/>
                      </a:lnTo>
                      <a:cubicBezTo>
                        <a:pt x="1" y="914"/>
                        <a:pt x="1" y="1166"/>
                        <a:pt x="95" y="1292"/>
                      </a:cubicBezTo>
                      <a:cubicBezTo>
                        <a:pt x="158" y="1339"/>
                        <a:pt x="253" y="1363"/>
                        <a:pt x="343" y="1363"/>
                      </a:cubicBezTo>
                      <a:cubicBezTo>
                        <a:pt x="434" y="1363"/>
                        <a:pt x="521" y="1339"/>
                        <a:pt x="568" y="1292"/>
                      </a:cubicBezTo>
                      <a:lnTo>
                        <a:pt x="694" y="1166"/>
                      </a:lnTo>
                      <a:lnTo>
                        <a:pt x="694" y="1702"/>
                      </a:lnTo>
                      <a:cubicBezTo>
                        <a:pt x="757" y="2300"/>
                        <a:pt x="1229" y="2773"/>
                        <a:pt x="1765" y="2773"/>
                      </a:cubicBezTo>
                      <a:lnTo>
                        <a:pt x="3844" y="2773"/>
                      </a:lnTo>
                      <a:cubicBezTo>
                        <a:pt x="4065" y="2773"/>
                        <a:pt x="4222" y="2615"/>
                        <a:pt x="4222" y="2426"/>
                      </a:cubicBezTo>
                      <a:cubicBezTo>
                        <a:pt x="4222" y="2237"/>
                        <a:pt x="4065" y="2080"/>
                        <a:pt x="3844" y="2080"/>
                      </a:cubicBezTo>
                      <a:lnTo>
                        <a:pt x="1765" y="2080"/>
                      </a:lnTo>
                      <a:cubicBezTo>
                        <a:pt x="1576" y="2080"/>
                        <a:pt x="1418" y="1922"/>
                        <a:pt x="1418" y="1702"/>
                      </a:cubicBezTo>
                      <a:lnTo>
                        <a:pt x="1418" y="1166"/>
                      </a:lnTo>
                      <a:lnTo>
                        <a:pt x="1544" y="1292"/>
                      </a:lnTo>
                      <a:cubicBezTo>
                        <a:pt x="1592" y="1339"/>
                        <a:pt x="1678" y="1363"/>
                        <a:pt x="1769" y="1363"/>
                      </a:cubicBezTo>
                      <a:cubicBezTo>
                        <a:pt x="1859" y="1363"/>
                        <a:pt x="1954" y="1339"/>
                        <a:pt x="2017" y="1292"/>
                      </a:cubicBezTo>
                      <a:cubicBezTo>
                        <a:pt x="2112" y="1166"/>
                        <a:pt x="2112" y="914"/>
                        <a:pt x="2017" y="820"/>
                      </a:cubicBezTo>
                      <a:lnTo>
                        <a:pt x="1292" y="95"/>
                      </a:lnTo>
                      <a:cubicBezTo>
                        <a:pt x="1229" y="32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94" name="Google Shape;9265;p73">
                  <a:extLst>
                    <a:ext uri="{FF2B5EF4-FFF2-40B4-BE49-F238E27FC236}">
                      <a16:creationId xmlns:a16="http://schemas.microsoft.com/office/drawing/2014/main" id="{F7AFAA64-011E-C75A-E009-AEE9B222366A}"/>
                    </a:ext>
                  </a:extLst>
                </p:cNvPr>
                <p:cNvSpPr/>
                <p:nvPr/>
              </p:nvSpPr>
              <p:spPr>
                <a:xfrm>
                  <a:off x="2141000" y="1954475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94"/>
                      </a:moveTo>
                      <a:cubicBezTo>
                        <a:pt x="3372" y="694"/>
                        <a:pt x="3782" y="1166"/>
                        <a:pt x="3782" y="1734"/>
                      </a:cubicBezTo>
                      <a:cubicBezTo>
                        <a:pt x="3782" y="2301"/>
                        <a:pt x="3309" y="2742"/>
                        <a:pt x="2773" y="2742"/>
                      </a:cubicBezTo>
                      <a:cubicBezTo>
                        <a:pt x="2175" y="2742"/>
                        <a:pt x="1734" y="2269"/>
                        <a:pt x="1734" y="1734"/>
                      </a:cubicBezTo>
                      <a:cubicBezTo>
                        <a:pt x="1734" y="1166"/>
                        <a:pt x="2206" y="694"/>
                        <a:pt x="2773" y="694"/>
                      </a:cubicBezTo>
                      <a:close/>
                      <a:moveTo>
                        <a:pt x="2773" y="3466"/>
                      </a:moveTo>
                      <a:cubicBezTo>
                        <a:pt x="3908" y="3466"/>
                        <a:pt x="4853" y="4411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1"/>
                        <a:pt x="1639" y="3466"/>
                        <a:pt x="2773" y="3466"/>
                      </a:cubicBezTo>
                      <a:close/>
                      <a:moveTo>
                        <a:pt x="2805" y="1"/>
                      </a:moveTo>
                      <a:cubicBezTo>
                        <a:pt x="1860" y="1"/>
                        <a:pt x="1072" y="788"/>
                        <a:pt x="1072" y="1734"/>
                      </a:cubicBezTo>
                      <a:cubicBezTo>
                        <a:pt x="1072" y="2238"/>
                        <a:pt x="1324" y="2710"/>
                        <a:pt x="1671" y="3025"/>
                      </a:cubicBezTo>
                      <a:cubicBezTo>
                        <a:pt x="726" y="3466"/>
                        <a:pt x="64" y="4443"/>
                        <a:pt x="64" y="5577"/>
                      </a:cubicBezTo>
                      <a:lnTo>
                        <a:pt x="64" y="6617"/>
                      </a:lnTo>
                      <a:cubicBezTo>
                        <a:pt x="1" y="6806"/>
                        <a:pt x="159" y="6963"/>
                        <a:pt x="379" y="6963"/>
                      </a:cubicBezTo>
                      <a:lnTo>
                        <a:pt x="5199" y="6963"/>
                      </a:lnTo>
                      <a:cubicBezTo>
                        <a:pt x="5420" y="6963"/>
                        <a:pt x="5577" y="6806"/>
                        <a:pt x="5577" y="6617"/>
                      </a:cubicBezTo>
                      <a:lnTo>
                        <a:pt x="5577" y="5577"/>
                      </a:lnTo>
                      <a:cubicBezTo>
                        <a:pt x="5577" y="4443"/>
                        <a:pt x="4884" y="3498"/>
                        <a:pt x="3939" y="3025"/>
                      </a:cubicBezTo>
                      <a:cubicBezTo>
                        <a:pt x="4317" y="2710"/>
                        <a:pt x="4538" y="2238"/>
                        <a:pt x="4538" y="1734"/>
                      </a:cubicBezTo>
                      <a:cubicBezTo>
                        <a:pt x="4538" y="788"/>
                        <a:pt x="3750" y="1"/>
                        <a:pt x="28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95" name="Google Shape;9266;p73">
                  <a:extLst>
                    <a:ext uri="{FF2B5EF4-FFF2-40B4-BE49-F238E27FC236}">
                      <a16:creationId xmlns:a16="http://schemas.microsoft.com/office/drawing/2014/main" id="{FB5F08F8-E4F3-6E8B-7288-CDC82155565C}"/>
                    </a:ext>
                  </a:extLst>
                </p:cNvPr>
                <p:cNvSpPr/>
                <p:nvPr/>
              </p:nvSpPr>
              <p:spPr>
                <a:xfrm>
                  <a:off x="2298525" y="2076550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63"/>
                      </a:moveTo>
                      <a:cubicBezTo>
                        <a:pt x="3372" y="663"/>
                        <a:pt x="3782" y="1135"/>
                        <a:pt x="3782" y="1702"/>
                      </a:cubicBezTo>
                      <a:cubicBezTo>
                        <a:pt x="3782" y="2238"/>
                        <a:pt x="3309" y="2710"/>
                        <a:pt x="2773" y="2710"/>
                      </a:cubicBezTo>
                      <a:cubicBezTo>
                        <a:pt x="2175" y="2710"/>
                        <a:pt x="1734" y="2238"/>
                        <a:pt x="1734" y="1702"/>
                      </a:cubicBezTo>
                      <a:cubicBezTo>
                        <a:pt x="1734" y="1135"/>
                        <a:pt x="2175" y="663"/>
                        <a:pt x="2773" y="663"/>
                      </a:cubicBezTo>
                      <a:close/>
                      <a:moveTo>
                        <a:pt x="2773" y="3467"/>
                      </a:moveTo>
                      <a:cubicBezTo>
                        <a:pt x="3908" y="3467"/>
                        <a:pt x="4853" y="4412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2"/>
                        <a:pt x="1639" y="3467"/>
                        <a:pt x="2773" y="3467"/>
                      </a:cubicBezTo>
                      <a:close/>
                      <a:moveTo>
                        <a:pt x="2773" y="1"/>
                      </a:moveTo>
                      <a:cubicBezTo>
                        <a:pt x="1828" y="1"/>
                        <a:pt x="1041" y="789"/>
                        <a:pt x="1041" y="1734"/>
                      </a:cubicBezTo>
                      <a:cubicBezTo>
                        <a:pt x="1041" y="2238"/>
                        <a:pt x="1261" y="2710"/>
                        <a:pt x="1608" y="3025"/>
                      </a:cubicBezTo>
                      <a:cubicBezTo>
                        <a:pt x="663" y="3467"/>
                        <a:pt x="1" y="4443"/>
                        <a:pt x="1" y="5546"/>
                      </a:cubicBezTo>
                      <a:lnTo>
                        <a:pt x="1" y="6617"/>
                      </a:lnTo>
                      <a:cubicBezTo>
                        <a:pt x="1" y="6806"/>
                        <a:pt x="159" y="6964"/>
                        <a:pt x="379" y="6964"/>
                      </a:cubicBezTo>
                      <a:lnTo>
                        <a:pt x="5199" y="6964"/>
                      </a:lnTo>
                      <a:cubicBezTo>
                        <a:pt x="5420" y="6964"/>
                        <a:pt x="5577" y="6806"/>
                        <a:pt x="5577" y="6617"/>
                      </a:cubicBezTo>
                      <a:lnTo>
                        <a:pt x="5577" y="5546"/>
                      </a:lnTo>
                      <a:cubicBezTo>
                        <a:pt x="5514" y="4412"/>
                        <a:pt x="4853" y="3467"/>
                        <a:pt x="3908" y="3025"/>
                      </a:cubicBezTo>
                      <a:cubicBezTo>
                        <a:pt x="4254" y="2710"/>
                        <a:pt x="4506" y="2238"/>
                        <a:pt x="4506" y="1734"/>
                      </a:cubicBezTo>
                      <a:cubicBezTo>
                        <a:pt x="4506" y="789"/>
                        <a:pt x="3719" y="1"/>
                        <a:pt x="27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47" name="Google Shape;9267;p73">
                <a:extLst>
                  <a:ext uri="{FF2B5EF4-FFF2-40B4-BE49-F238E27FC236}">
                    <a16:creationId xmlns:a16="http://schemas.microsoft.com/office/drawing/2014/main" id="{857A0D7C-C383-8FDC-9756-1D6EBA5FB485}"/>
                  </a:ext>
                </a:extLst>
              </p:cNvPr>
              <p:cNvGrpSpPr/>
              <p:nvPr/>
            </p:nvGrpSpPr>
            <p:grpSpPr>
              <a:xfrm>
                <a:off x="3292988" y="2281454"/>
                <a:ext cx="520558" cy="499641"/>
                <a:chOff x="2140225" y="2318650"/>
                <a:chExt cx="307975" cy="295600"/>
              </a:xfrm>
              <a:grpFill/>
            </p:grpSpPr>
            <p:sp>
              <p:nvSpPr>
                <p:cNvPr id="390" name="Google Shape;9268;p73">
                  <a:extLst>
                    <a:ext uri="{FF2B5EF4-FFF2-40B4-BE49-F238E27FC236}">
                      <a16:creationId xmlns:a16="http://schemas.microsoft.com/office/drawing/2014/main" id="{4210B595-7F8F-225B-BF80-0C001438536A}"/>
                    </a:ext>
                  </a:extLst>
                </p:cNvPr>
                <p:cNvSpPr/>
                <p:nvPr/>
              </p:nvSpPr>
              <p:spPr>
                <a:xfrm>
                  <a:off x="2281200" y="2353025"/>
                  <a:ext cx="10400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852" extrusionOk="0">
                      <a:moveTo>
                        <a:pt x="2080" y="662"/>
                      </a:moveTo>
                      <a:cubicBezTo>
                        <a:pt x="2490" y="662"/>
                        <a:pt x="2805" y="977"/>
                        <a:pt x="2805" y="1386"/>
                      </a:cubicBezTo>
                      <a:cubicBezTo>
                        <a:pt x="2805" y="1764"/>
                        <a:pt x="2490" y="2079"/>
                        <a:pt x="2080" y="2079"/>
                      </a:cubicBezTo>
                      <a:cubicBezTo>
                        <a:pt x="1702" y="2079"/>
                        <a:pt x="1387" y="1764"/>
                        <a:pt x="1387" y="1386"/>
                      </a:cubicBezTo>
                      <a:cubicBezTo>
                        <a:pt x="1387" y="977"/>
                        <a:pt x="1702" y="662"/>
                        <a:pt x="2080" y="662"/>
                      </a:cubicBezTo>
                      <a:close/>
                      <a:moveTo>
                        <a:pt x="2080" y="2773"/>
                      </a:moveTo>
                      <a:cubicBezTo>
                        <a:pt x="2836" y="2773"/>
                        <a:pt x="3466" y="3403"/>
                        <a:pt x="3466" y="4127"/>
                      </a:cubicBezTo>
                      <a:lnTo>
                        <a:pt x="662" y="4127"/>
                      </a:lnTo>
                      <a:cubicBezTo>
                        <a:pt x="662" y="3403"/>
                        <a:pt x="1293" y="2773"/>
                        <a:pt x="2080" y="2773"/>
                      </a:cubicBezTo>
                      <a:close/>
                      <a:moveTo>
                        <a:pt x="2112" y="0"/>
                      </a:moveTo>
                      <a:cubicBezTo>
                        <a:pt x="1387" y="0"/>
                        <a:pt x="757" y="630"/>
                        <a:pt x="757" y="1386"/>
                      </a:cubicBezTo>
                      <a:cubicBezTo>
                        <a:pt x="757" y="1733"/>
                        <a:pt x="915" y="2079"/>
                        <a:pt x="1135" y="2332"/>
                      </a:cubicBezTo>
                      <a:cubicBezTo>
                        <a:pt x="505" y="2678"/>
                        <a:pt x="64" y="3340"/>
                        <a:pt x="64" y="4127"/>
                      </a:cubicBezTo>
                      <a:lnTo>
                        <a:pt x="64" y="4505"/>
                      </a:lnTo>
                      <a:cubicBezTo>
                        <a:pt x="1" y="4694"/>
                        <a:pt x="158" y="4852"/>
                        <a:pt x="347" y="4852"/>
                      </a:cubicBezTo>
                      <a:lnTo>
                        <a:pt x="3813" y="4852"/>
                      </a:lnTo>
                      <a:cubicBezTo>
                        <a:pt x="4002" y="4852"/>
                        <a:pt x="4160" y="4694"/>
                        <a:pt x="4160" y="4505"/>
                      </a:cubicBezTo>
                      <a:lnTo>
                        <a:pt x="4160" y="4127"/>
                      </a:lnTo>
                      <a:cubicBezTo>
                        <a:pt x="4160" y="3340"/>
                        <a:pt x="3750" y="2678"/>
                        <a:pt x="3120" y="2332"/>
                      </a:cubicBezTo>
                      <a:cubicBezTo>
                        <a:pt x="3340" y="2079"/>
                        <a:pt x="3498" y="1733"/>
                        <a:pt x="3498" y="1386"/>
                      </a:cubicBezTo>
                      <a:cubicBezTo>
                        <a:pt x="3498" y="630"/>
                        <a:pt x="2868" y="0"/>
                        <a:pt x="21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91" name="Google Shape;9269;p73">
                  <a:extLst>
                    <a:ext uri="{FF2B5EF4-FFF2-40B4-BE49-F238E27FC236}">
                      <a16:creationId xmlns:a16="http://schemas.microsoft.com/office/drawing/2014/main" id="{6282E64B-69D4-F48B-AD35-063035BB23E4}"/>
                    </a:ext>
                  </a:extLst>
                </p:cNvPr>
                <p:cNvSpPr/>
                <p:nvPr/>
              </p:nvSpPr>
              <p:spPr>
                <a:xfrm>
                  <a:off x="2140225" y="2318650"/>
                  <a:ext cx="307975" cy="2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9" h="11824" extrusionOk="0">
                      <a:moveTo>
                        <a:pt x="7712" y="682"/>
                      </a:moveTo>
                      <a:cubicBezTo>
                        <a:pt x="8607" y="682"/>
                        <a:pt x="9499" y="1029"/>
                        <a:pt x="10177" y="1690"/>
                      </a:cubicBezTo>
                      <a:cubicBezTo>
                        <a:pt x="11468" y="2982"/>
                        <a:pt x="11531" y="5187"/>
                        <a:pt x="10177" y="6573"/>
                      </a:cubicBezTo>
                      <a:cubicBezTo>
                        <a:pt x="9500" y="7266"/>
                        <a:pt x="8627" y="7590"/>
                        <a:pt x="7754" y="7590"/>
                      </a:cubicBezTo>
                      <a:cubicBezTo>
                        <a:pt x="6839" y="7590"/>
                        <a:pt x="5923" y="7234"/>
                        <a:pt x="5230" y="6573"/>
                      </a:cubicBezTo>
                      <a:cubicBezTo>
                        <a:pt x="3939" y="5282"/>
                        <a:pt x="3876" y="3045"/>
                        <a:pt x="5325" y="1659"/>
                      </a:cubicBezTo>
                      <a:cubicBezTo>
                        <a:pt x="6001" y="997"/>
                        <a:pt x="6858" y="682"/>
                        <a:pt x="7712" y="682"/>
                      </a:cubicBezTo>
                      <a:close/>
                      <a:moveTo>
                        <a:pt x="4128" y="6258"/>
                      </a:moveTo>
                      <a:cubicBezTo>
                        <a:pt x="4285" y="6573"/>
                        <a:pt x="4537" y="6857"/>
                        <a:pt x="4758" y="7078"/>
                      </a:cubicBezTo>
                      <a:cubicBezTo>
                        <a:pt x="5010" y="7330"/>
                        <a:pt x="5293" y="7550"/>
                        <a:pt x="5577" y="7708"/>
                      </a:cubicBezTo>
                      <a:lnTo>
                        <a:pt x="5136" y="8180"/>
                      </a:lnTo>
                      <a:cubicBezTo>
                        <a:pt x="5073" y="8243"/>
                        <a:pt x="4978" y="8275"/>
                        <a:pt x="4888" y="8275"/>
                      </a:cubicBezTo>
                      <a:cubicBezTo>
                        <a:pt x="4797" y="8275"/>
                        <a:pt x="4710" y="8243"/>
                        <a:pt x="4663" y="8180"/>
                      </a:cubicBezTo>
                      <a:lnTo>
                        <a:pt x="3655" y="7204"/>
                      </a:lnTo>
                      <a:cubicBezTo>
                        <a:pt x="3498" y="7078"/>
                        <a:pt x="3498" y="6857"/>
                        <a:pt x="3655" y="6731"/>
                      </a:cubicBezTo>
                      <a:lnTo>
                        <a:pt x="4128" y="6258"/>
                      </a:lnTo>
                      <a:close/>
                      <a:moveTo>
                        <a:pt x="3403" y="7960"/>
                      </a:moveTo>
                      <a:lnTo>
                        <a:pt x="3876" y="8432"/>
                      </a:lnTo>
                      <a:lnTo>
                        <a:pt x="3309" y="8968"/>
                      </a:lnTo>
                      <a:lnTo>
                        <a:pt x="2836" y="8495"/>
                      </a:lnTo>
                      <a:lnTo>
                        <a:pt x="3403" y="7960"/>
                      </a:lnTo>
                      <a:close/>
                      <a:moveTo>
                        <a:pt x="2363" y="8968"/>
                      </a:moveTo>
                      <a:lnTo>
                        <a:pt x="2836" y="9440"/>
                      </a:lnTo>
                      <a:lnTo>
                        <a:pt x="1292" y="10984"/>
                      </a:lnTo>
                      <a:cubicBezTo>
                        <a:pt x="1245" y="11047"/>
                        <a:pt x="1158" y="11079"/>
                        <a:pt x="1068" y="11079"/>
                      </a:cubicBezTo>
                      <a:cubicBezTo>
                        <a:pt x="977" y="11079"/>
                        <a:pt x="883" y="11047"/>
                        <a:pt x="820" y="10984"/>
                      </a:cubicBezTo>
                      <a:cubicBezTo>
                        <a:pt x="725" y="10858"/>
                        <a:pt x="725" y="10669"/>
                        <a:pt x="820" y="10512"/>
                      </a:cubicBezTo>
                      <a:lnTo>
                        <a:pt x="2363" y="8968"/>
                      </a:lnTo>
                      <a:close/>
                      <a:moveTo>
                        <a:pt x="7731" y="1"/>
                      </a:moveTo>
                      <a:cubicBezTo>
                        <a:pt x="6669" y="1"/>
                        <a:pt x="5604" y="403"/>
                        <a:pt x="4789" y="1218"/>
                      </a:cubicBezTo>
                      <a:cubicBezTo>
                        <a:pt x="3592" y="2446"/>
                        <a:pt x="3309" y="4179"/>
                        <a:pt x="3844" y="5628"/>
                      </a:cubicBezTo>
                      <a:lnTo>
                        <a:pt x="3182" y="6290"/>
                      </a:lnTo>
                      <a:cubicBezTo>
                        <a:pt x="2867" y="6605"/>
                        <a:pt x="2804" y="7078"/>
                        <a:pt x="2993" y="7487"/>
                      </a:cubicBezTo>
                      <a:lnTo>
                        <a:pt x="410" y="10071"/>
                      </a:lnTo>
                      <a:cubicBezTo>
                        <a:pt x="0" y="10480"/>
                        <a:pt x="0" y="11142"/>
                        <a:pt x="410" y="11520"/>
                      </a:cubicBezTo>
                      <a:cubicBezTo>
                        <a:pt x="580" y="11721"/>
                        <a:pt x="826" y="11823"/>
                        <a:pt x="1081" y="11823"/>
                      </a:cubicBezTo>
                      <a:cubicBezTo>
                        <a:pt x="1345" y="11823"/>
                        <a:pt x="1619" y="11713"/>
                        <a:pt x="1828" y="11488"/>
                      </a:cubicBezTo>
                      <a:lnTo>
                        <a:pt x="4411" y="8905"/>
                      </a:lnTo>
                      <a:cubicBezTo>
                        <a:pt x="4565" y="8976"/>
                        <a:pt x="4727" y="9011"/>
                        <a:pt x="4887" y="9011"/>
                      </a:cubicBezTo>
                      <a:cubicBezTo>
                        <a:pt x="5153" y="9011"/>
                        <a:pt x="5411" y="8913"/>
                        <a:pt x="5608" y="8716"/>
                      </a:cubicBezTo>
                      <a:lnTo>
                        <a:pt x="6270" y="8023"/>
                      </a:lnTo>
                      <a:cubicBezTo>
                        <a:pt x="6736" y="8205"/>
                        <a:pt x="7231" y="8296"/>
                        <a:pt x="7729" y="8296"/>
                      </a:cubicBezTo>
                      <a:cubicBezTo>
                        <a:pt x="8781" y="8296"/>
                        <a:pt x="9847" y="7890"/>
                        <a:pt x="10681" y="7078"/>
                      </a:cubicBezTo>
                      <a:cubicBezTo>
                        <a:pt x="12319" y="5439"/>
                        <a:pt x="12287" y="2793"/>
                        <a:pt x="10681" y="1218"/>
                      </a:cubicBezTo>
                      <a:cubicBezTo>
                        <a:pt x="9873" y="410"/>
                        <a:pt x="8804" y="1"/>
                        <a:pt x="7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48" name="Google Shape;9270;p73">
                <a:extLst>
                  <a:ext uri="{FF2B5EF4-FFF2-40B4-BE49-F238E27FC236}">
                    <a16:creationId xmlns:a16="http://schemas.microsoft.com/office/drawing/2014/main" id="{3EE209D7-ABCD-865F-A28A-64BC39E5B131}"/>
                  </a:ext>
                </a:extLst>
              </p:cNvPr>
              <p:cNvGrpSpPr/>
              <p:nvPr/>
            </p:nvGrpSpPr>
            <p:grpSpPr>
              <a:xfrm>
                <a:off x="3300954" y="2924662"/>
                <a:ext cx="504627" cy="500571"/>
                <a:chOff x="2139425" y="2682250"/>
                <a:chExt cx="298550" cy="296150"/>
              </a:xfrm>
              <a:grpFill/>
            </p:grpSpPr>
            <p:sp>
              <p:nvSpPr>
                <p:cNvPr id="386" name="Google Shape;9271;p73">
                  <a:extLst>
                    <a:ext uri="{FF2B5EF4-FFF2-40B4-BE49-F238E27FC236}">
                      <a16:creationId xmlns:a16="http://schemas.microsoft.com/office/drawing/2014/main" id="{93EC80D0-82E5-2D06-B7A7-77889A73D422}"/>
                    </a:ext>
                  </a:extLst>
                </p:cNvPr>
                <p:cNvSpPr/>
                <p:nvPr/>
              </p:nvSpPr>
              <p:spPr>
                <a:xfrm>
                  <a:off x="2139425" y="2787000"/>
                  <a:ext cx="159125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5" h="7656" extrusionOk="0">
                      <a:moveTo>
                        <a:pt x="3214" y="630"/>
                      </a:moveTo>
                      <a:cubicBezTo>
                        <a:pt x="3813" y="630"/>
                        <a:pt x="4286" y="1103"/>
                        <a:pt x="4286" y="1670"/>
                      </a:cubicBezTo>
                      <a:cubicBezTo>
                        <a:pt x="4286" y="2206"/>
                        <a:pt x="3813" y="2678"/>
                        <a:pt x="3214" y="2678"/>
                      </a:cubicBezTo>
                      <a:cubicBezTo>
                        <a:pt x="2647" y="2678"/>
                        <a:pt x="2175" y="2206"/>
                        <a:pt x="2175" y="1670"/>
                      </a:cubicBezTo>
                      <a:cubicBezTo>
                        <a:pt x="2175" y="1166"/>
                        <a:pt x="2647" y="630"/>
                        <a:pt x="3214" y="630"/>
                      </a:cubicBezTo>
                      <a:close/>
                      <a:moveTo>
                        <a:pt x="3183" y="3403"/>
                      </a:moveTo>
                      <a:cubicBezTo>
                        <a:pt x="4538" y="3403"/>
                        <a:pt x="5609" y="4506"/>
                        <a:pt x="5609" y="5829"/>
                      </a:cubicBezTo>
                      <a:lnTo>
                        <a:pt x="5609" y="6931"/>
                      </a:lnTo>
                      <a:lnTo>
                        <a:pt x="757" y="6931"/>
                      </a:lnTo>
                      <a:lnTo>
                        <a:pt x="757" y="5829"/>
                      </a:lnTo>
                      <a:cubicBezTo>
                        <a:pt x="757" y="4506"/>
                        <a:pt x="1860" y="3403"/>
                        <a:pt x="3183" y="3403"/>
                      </a:cubicBezTo>
                      <a:close/>
                      <a:moveTo>
                        <a:pt x="3183" y="0"/>
                      </a:moveTo>
                      <a:cubicBezTo>
                        <a:pt x="2238" y="0"/>
                        <a:pt x="1419" y="788"/>
                        <a:pt x="1419" y="1733"/>
                      </a:cubicBezTo>
                      <a:cubicBezTo>
                        <a:pt x="1419" y="2206"/>
                        <a:pt x="1608" y="2678"/>
                        <a:pt x="1954" y="2993"/>
                      </a:cubicBezTo>
                      <a:cubicBezTo>
                        <a:pt x="820" y="3466"/>
                        <a:pt x="1" y="4569"/>
                        <a:pt x="1" y="5892"/>
                      </a:cubicBezTo>
                      <a:lnTo>
                        <a:pt x="1" y="7309"/>
                      </a:lnTo>
                      <a:cubicBezTo>
                        <a:pt x="64" y="7498"/>
                        <a:pt x="222" y="7656"/>
                        <a:pt x="442" y="7656"/>
                      </a:cubicBezTo>
                      <a:lnTo>
                        <a:pt x="6018" y="7656"/>
                      </a:lnTo>
                      <a:cubicBezTo>
                        <a:pt x="6207" y="7656"/>
                        <a:pt x="6365" y="7498"/>
                        <a:pt x="6365" y="7309"/>
                      </a:cubicBezTo>
                      <a:lnTo>
                        <a:pt x="6365" y="5892"/>
                      </a:lnTo>
                      <a:cubicBezTo>
                        <a:pt x="6365" y="4569"/>
                        <a:pt x="5546" y="3466"/>
                        <a:pt x="4412" y="2993"/>
                      </a:cubicBezTo>
                      <a:cubicBezTo>
                        <a:pt x="4758" y="2647"/>
                        <a:pt x="4947" y="2206"/>
                        <a:pt x="4947" y="1733"/>
                      </a:cubicBezTo>
                      <a:cubicBezTo>
                        <a:pt x="4947" y="788"/>
                        <a:pt x="4160" y="0"/>
                        <a:pt x="31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7" name="Google Shape;9272;p73">
                  <a:extLst>
                    <a:ext uri="{FF2B5EF4-FFF2-40B4-BE49-F238E27FC236}">
                      <a16:creationId xmlns:a16="http://schemas.microsoft.com/office/drawing/2014/main" id="{4C65326A-27CD-72F0-DCC9-20BEC10CC64B}"/>
                    </a:ext>
                  </a:extLst>
                </p:cNvPr>
                <p:cNvSpPr/>
                <p:nvPr/>
              </p:nvSpPr>
              <p:spPr>
                <a:xfrm>
                  <a:off x="2280425" y="26822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82" y="662"/>
                      </a:moveTo>
                      <a:cubicBezTo>
                        <a:pt x="4506" y="662"/>
                        <a:pt x="5608" y="1764"/>
                        <a:pt x="5608" y="3088"/>
                      </a:cubicBezTo>
                      <a:cubicBezTo>
                        <a:pt x="5577" y="4442"/>
                        <a:pt x="4474" y="5545"/>
                        <a:pt x="3151" y="5545"/>
                      </a:cubicBezTo>
                      <a:cubicBezTo>
                        <a:pt x="2710" y="5545"/>
                        <a:pt x="2300" y="5419"/>
                        <a:pt x="1954" y="5230"/>
                      </a:cubicBezTo>
                      <a:cubicBezTo>
                        <a:pt x="1891" y="5198"/>
                        <a:pt x="1796" y="5198"/>
                        <a:pt x="1733" y="5198"/>
                      </a:cubicBezTo>
                      <a:lnTo>
                        <a:pt x="946" y="5388"/>
                      </a:lnTo>
                      <a:lnTo>
                        <a:pt x="1166" y="4663"/>
                      </a:lnTo>
                      <a:cubicBezTo>
                        <a:pt x="1198" y="4568"/>
                        <a:pt x="1166" y="4474"/>
                        <a:pt x="1135" y="4411"/>
                      </a:cubicBezTo>
                      <a:cubicBezTo>
                        <a:pt x="883" y="4001"/>
                        <a:pt x="725" y="3560"/>
                        <a:pt x="725" y="3088"/>
                      </a:cubicBezTo>
                      <a:cubicBezTo>
                        <a:pt x="725" y="1764"/>
                        <a:pt x="1828" y="662"/>
                        <a:pt x="3182" y="662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32" y="1418"/>
                        <a:pt x="32" y="3088"/>
                      </a:cubicBezTo>
                      <a:cubicBezTo>
                        <a:pt x="32" y="3655"/>
                        <a:pt x="158" y="4159"/>
                        <a:pt x="410" y="4631"/>
                      </a:cubicBezTo>
                      <a:lnTo>
                        <a:pt x="32" y="5766"/>
                      </a:lnTo>
                      <a:cubicBezTo>
                        <a:pt x="0" y="5892"/>
                        <a:pt x="32" y="6018"/>
                        <a:pt x="95" y="6144"/>
                      </a:cubicBezTo>
                      <a:cubicBezTo>
                        <a:pt x="189" y="6207"/>
                        <a:pt x="315" y="6238"/>
                        <a:pt x="473" y="6238"/>
                      </a:cubicBezTo>
                      <a:lnTo>
                        <a:pt x="1765" y="5923"/>
                      </a:lnTo>
                      <a:cubicBezTo>
                        <a:pt x="2206" y="6175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51"/>
                      </a:cubicBezTo>
                      <a:cubicBezTo>
                        <a:pt x="6238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8" name="Google Shape;9273;p73">
                  <a:extLst>
                    <a:ext uri="{FF2B5EF4-FFF2-40B4-BE49-F238E27FC236}">
                      <a16:creationId xmlns:a16="http://schemas.microsoft.com/office/drawing/2014/main" id="{2919B7EC-A4B2-E98A-A3CA-B0DF09736A84}"/>
                    </a:ext>
                  </a:extLst>
                </p:cNvPr>
                <p:cNvSpPr/>
                <p:nvPr/>
              </p:nvSpPr>
              <p:spPr>
                <a:xfrm>
                  <a:off x="2349725" y="2725550"/>
                  <a:ext cx="1815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5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cubicBezTo>
                        <a:pt x="568" y="694"/>
                        <a:pt x="725" y="537"/>
                        <a:pt x="725" y="348"/>
                      </a:cubicBez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9" name="Google Shape;9274;p73">
                  <a:extLst>
                    <a:ext uri="{FF2B5EF4-FFF2-40B4-BE49-F238E27FC236}">
                      <a16:creationId xmlns:a16="http://schemas.microsoft.com/office/drawing/2014/main" id="{F06BEC33-0B02-C8F6-A2C8-5B2D2F3E0E72}"/>
                    </a:ext>
                  </a:extLst>
                </p:cNvPr>
                <p:cNvSpPr/>
                <p:nvPr/>
              </p:nvSpPr>
              <p:spPr>
                <a:xfrm>
                  <a:off x="2349725" y="2751550"/>
                  <a:ext cx="181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2112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79" y="2111"/>
                      </a:cubicBezTo>
                      <a:cubicBezTo>
                        <a:pt x="568" y="2111"/>
                        <a:pt x="725" y="1954"/>
                        <a:pt x="725" y="1733"/>
                      </a:cubicBezTo>
                      <a:lnTo>
                        <a:pt x="725" y="379"/>
                      </a:ln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49" name="Google Shape;9275;p73">
                <a:extLst>
                  <a:ext uri="{FF2B5EF4-FFF2-40B4-BE49-F238E27FC236}">
                    <a16:creationId xmlns:a16="http://schemas.microsoft.com/office/drawing/2014/main" id="{D28A62C3-1363-E4FB-BE18-B6475510CE93}"/>
                  </a:ext>
                </a:extLst>
              </p:cNvPr>
              <p:cNvGrpSpPr/>
              <p:nvPr/>
            </p:nvGrpSpPr>
            <p:grpSpPr>
              <a:xfrm>
                <a:off x="6474398" y="1748451"/>
                <a:ext cx="501965" cy="379464"/>
                <a:chOff x="3962775" y="1990700"/>
                <a:chExt cx="296975" cy="224500"/>
              </a:xfrm>
              <a:grpFill/>
            </p:grpSpPr>
            <p:sp>
              <p:nvSpPr>
                <p:cNvPr id="382" name="Google Shape;9276;p73">
                  <a:extLst>
                    <a:ext uri="{FF2B5EF4-FFF2-40B4-BE49-F238E27FC236}">
                      <a16:creationId xmlns:a16="http://schemas.microsoft.com/office/drawing/2014/main" id="{4B1A13B8-0FD3-90BC-D5F0-1E6C53CBF3A5}"/>
                    </a:ext>
                  </a:extLst>
                </p:cNvPr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3" name="Google Shape;9277;p73">
                  <a:extLst>
                    <a:ext uri="{FF2B5EF4-FFF2-40B4-BE49-F238E27FC236}">
                      <a16:creationId xmlns:a16="http://schemas.microsoft.com/office/drawing/2014/main" id="{A73F3E2D-8EAD-9CE2-44D9-8F931947B8AB}"/>
                    </a:ext>
                  </a:extLst>
                </p:cNvPr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56" extrusionOk="0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4" name="Google Shape;9278;p73">
                  <a:extLst>
                    <a:ext uri="{FF2B5EF4-FFF2-40B4-BE49-F238E27FC236}">
                      <a16:creationId xmlns:a16="http://schemas.microsoft.com/office/drawing/2014/main" id="{7A1D9D2C-85BD-E237-43D3-C46C9ACF7200}"/>
                    </a:ext>
                  </a:extLst>
                </p:cNvPr>
                <p:cNvSpPr/>
                <p:nvPr/>
              </p:nvSpPr>
              <p:spPr>
                <a:xfrm>
                  <a:off x="4207750" y="2041900"/>
                  <a:ext cx="35450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80" extrusionOk="0">
                      <a:moveTo>
                        <a:pt x="1067" y="1"/>
                      </a:moveTo>
                      <a:cubicBezTo>
                        <a:pt x="977" y="1"/>
                        <a:pt x="882" y="32"/>
                        <a:pt x="819" y="95"/>
                      </a:cubicBezTo>
                      <a:lnTo>
                        <a:pt x="126" y="788"/>
                      </a:lnTo>
                      <a:cubicBezTo>
                        <a:pt x="0" y="914"/>
                        <a:pt x="0" y="1135"/>
                        <a:pt x="126" y="1261"/>
                      </a:cubicBezTo>
                      <a:cubicBezTo>
                        <a:pt x="189" y="1340"/>
                        <a:pt x="268" y="1379"/>
                        <a:pt x="351" y="1379"/>
                      </a:cubicBezTo>
                      <a:cubicBezTo>
                        <a:pt x="433" y="1379"/>
                        <a:pt x="520" y="1340"/>
                        <a:pt x="599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5"/>
                      </a:cubicBezTo>
                      <a:cubicBezTo>
                        <a:pt x="1244" y="32"/>
                        <a:pt x="1158" y="1"/>
                        <a:pt x="10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5" name="Google Shape;9279;p73">
                  <a:extLst>
                    <a:ext uri="{FF2B5EF4-FFF2-40B4-BE49-F238E27FC236}">
                      <a16:creationId xmlns:a16="http://schemas.microsoft.com/office/drawing/2014/main" id="{C07143E7-2CC6-1CB5-C0B0-6854A7A5EF57}"/>
                    </a:ext>
                  </a:extLst>
                </p:cNvPr>
                <p:cNvSpPr/>
                <p:nvPr/>
              </p:nvSpPr>
              <p:spPr>
                <a:xfrm>
                  <a:off x="3962775" y="1990700"/>
                  <a:ext cx="2260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8980" extrusionOk="0">
                      <a:moveTo>
                        <a:pt x="1419" y="3403"/>
                      </a:moveTo>
                      <a:lnTo>
                        <a:pt x="1419" y="4790"/>
                      </a:lnTo>
                      <a:cubicBezTo>
                        <a:pt x="1009" y="4790"/>
                        <a:pt x="694" y="4506"/>
                        <a:pt x="694" y="4097"/>
                      </a:cubicBezTo>
                      <a:cubicBezTo>
                        <a:pt x="694" y="3719"/>
                        <a:pt x="1009" y="3403"/>
                        <a:pt x="1419" y="3403"/>
                      </a:cubicBezTo>
                      <a:close/>
                      <a:moveTo>
                        <a:pt x="4191" y="2710"/>
                      </a:moveTo>
                      <a:lnTo>
                        <a:pt x="4191" y="5483"/>
                      </a:lnTo>
                      <a:lnTo>
                        <a:pt x="2490" y="5483"/>
                      </a:lnTo>
                      <a:cubicBezTo>
                        <a:pt x="2269" y="5483"/>
                        <a:pt x="2112" y="5325"/>
                        <a:pt x="2112" y="5105"/>
                      </a:cubicBezTo>
                      <a:lnTo>
                        <a:pt x="2112" y="3088"/>
                      </a:lnTo>
                      <a:cubicBezTo>
                        <a:pt x="2112" y="2868"/>
                        <a:pt x="2269" y="2710"/>
                        <a:pt x="2490" y="2710"/>
                      </a:cubicBezTo>
                      <a:close/>
                      <a:moveTo>
                        <a:pt x="6995" y="1828"/>
                      </a:moveTo>
                      <a:lnTo>
                        <a:pt x="6995" y="6428"/>
                      </a:lnTo>
                      <a:cubicBezTo>
                        <a:pt x="6428" y="5924"/>
                        <a:pt x="5672" y="5609"/>
                        <a:pt x="4884" y="5514"/>
                      </a:cubicBezTo>
                      <a:lnTo>
                        <a:pt x="4884" y="2710"/>
                      </a:lnTo>
                      <a:cubicBezTo>
                        <a:pt x="5672" y="2647"/>
                        <a:pt x="6428" y="2332"/>
                        <a:pt x="6995" y="1828"/>
                      </a:cubicBezTo>
                      <a:close/>
                      <a:moveTo>
                        <a:pt x="8066" y="631"/>
                      </a:moveTo>
                      <a:cubicBezTo>
                        <a:pt x="8255" y="631"/>
                        <a:pt x="8413" y="789"/>
                        <a:pt x="8413" y="978"/>
                      </a:cubicBezTo>
                      <a:lnTo>
                        <a:pt x="8413" y="7216"/>
                      </a:lnTo>
                      <a:cubicBezTo>
                        <a:pt x="8413" y="7405"/>
                        <a:pt x="8255" y="7562"/>
                        <a:pt x="8066" y="7562"/>
                      </a:cubicBezTo>
                      <a:cubicBezTo>
                        <a:pt x="7877" y="7562"/>
                        <a:pt x="7720" y="7405"/>
                        <a:pt x="7720" y="7216"/>
                      </a:cubicBezTo>
                      <a:lnTo>
                        <a:pt x="7720" y="978"/>
                      </a:lnTo>
                      <a:cubicBezTo>
                        <a:pt x="7720" y="789"/>
                        <a:pt x="7877" y="631"/>
                        <a:pt x="8066" y="631"/>
                      </a:cubicBezTo>
                      <a:close/>
                      <a:moveTo>
                        <a:pt x="3498" y="6176"/>
                      </a:moveTo>
                      <a:lnTo>
                        <a:pt x="3498" y="7909"/>
                      </a:lnTo>
                      <a:cubicBezTo>
                        <a:pt x="3498" y="8129"/>
                        <a:pt x="3340" y="8287"/>
                        <a:pt x="3151" y="8287"/>
                      </a:cubicBezTo>
                      <a:cubicBezTo>
                        <a:pt x="2962" y="8287"/>
                        <a:pt x="2805" y="8129"/>
                        <a:pt x="2805" y="7909"/>
                      </a:cubicBezTo>
                      <a:lnTo>
                        <a:pt x="2805" y="6176"/>
                      </a:lnTo>
                      <a:close/>
                      <a:moveTo>
                        <a:pt x="8035" y="1"/>
                      </a:moveTo>
                      <a:cubicBezTo>
                        <a:pt x="7531" y="1"/>
                        <a:pt x="7090" y="411"/>
                        <a:pt x="6995" y="883"/>
                      </a:cubicBezTo>
                      <a:lnTo>
                        <a:pt x="6680" y="1198"/>
                      </a:lnTo>
                      <a:cubicBezTo>
                        <a:pt x="6144" y="1734"/>
                        <a:pt x="5325" y="2049"/>
                        <a:pt x="4538" y="2049"/>
                      </a:cubicBezTo>
                      <a:lnTo>
                        <a:pt x="2427" y="2049"/>
                      </a:lnTo>
                      <a:cubicBezTo>
                        <a:pt x="2017" y="2049"/>
                        <a:pt x="1608" y="2332"/>
                        <a:pt x="1450" y="2773"/>
                      </a:cubicBezTo>
                      <a:lnTo>
                        <a:pt x="1387" y="2773"/>
                      </a:lnTo>
                      <a:cubicBezTo>
                        <a:pt x="631" y="2773"/>
                        <a:pt x="1" y="3403"/>
                        <a:pt x="1" y="4128"/>
                      </a:cubicBezTo>
                      <a:cubicBezTo>
                        <a:pt x="1" y="4884"/>
                        <a:pt x="631" y="5514"/>
                        <a:pt x="1387" y="5514"/>
                      </a:cubicBezTo>
                      <a:lnTo>
                        <a:pt x="1450" y="5514"/>
                      </a:lnTo>
                      <a:cubicBezTo>
                        <a:pt x="1576" y="5798"/>
                        <a:pt x="1797" y="6018"/>
                        <a:pt x="2080" y="6144"/>
                      </a:cubicBezTo>
                      <a:lnTo>
                        <a:pt x="2080" y="7940"/>
                      </a:lnTo>
                      <a:cubicBezTo>
                        <a:pt x="2112" y="8507"/>
                        <a:pt x="2584" y="8980"/>
                        <a:pt x="3151" y="8980"/>
                      </a:cubicBezTo>
                      <a:cubicBezTo>
                        <a:pt x="3750" y="8980"/>
                        <a:pt x="4160" y="8507"/>
                        <a:pt x="4160" y="7972"/>
                      </a:cubicBezTo>
                      <a:lnTo>
                        <a:pt x="4160" y="6239"/>
                      </a:lnTo>
                      <a:lnTo>
                        <a:pt x="4538" y="6239"/>
                      </a:lnTo>
                      <a:cubicBezTo>
                        <a:pt x="5325" y="6239"/>
                        <a:pt x="6144" y="6554"/>
                        <a:pt x="6680" y="7090"/>
                      </a:cubicBezTo>
                      <a:lnTo>
                        <a:pt x="6995" y="7405"/>
                      </a:lnTo>
                      <a:cubicBezTo>
                        <a:pt x="7090" y="7909"/>
                        <a:pt x="7531" y="8287"/>
                        <a:pt x="8035" y="8287"/>
                      </a:cubicBezTo>
                      <a:cubicBezTo>
                        <a:pt x="8633" y="8287"/>
                        <a:pt x="9043" y="7814"/>
                        <a:pt x="9043" y="7247"/>
                      </a:cubicBezTo>
                      <a:lnTo>
                        <a:pt x="9043" y="1041"/>
                      </a:lnTo>
                      <a:cubicBezTo>
                        <a:pt x="9043" y="442"/>
                        <a:pt x="8570" y="1"/>
                        <a:pt x="80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50" name="Google Shape;9280;p73">
                <a:extLst>
                  <a:ext uri="{FF2B5EF4-FFF2-40B4-BE49-F238E27FC236}">
                    <a16:creationId xmlns:a16="http://schemas.microsoft.com/office/drawing/2014/main" id="{93524B1E-905A-6F73-1E79-FF8C4D754202}"/>
                  </a:ext>
                </a:extLst>
              </p:cNvPr>
              <p:cNvGrpSpPr/>
              <p:nvPr/>
            </p:nvGrpSpPr>
            <p:grpSpPr>
              <a:xfrm>
                <a:off x="6475075" y="2280968"/>
                <a:ext cx="500612" cy="500612"/>
                <a:chOff x="3963575" y="2317575"/>
                <a:chExt cx="296175" cy="296175"/>
              </a:xfrm>
              <a:grpFill/>
            </p:grpSpPr>
            <p:sp>
              <p:nvSpPr>
                <p:cNvPr id="366" name="Google Shape;9281;p73">
                  <a:extLst>
                    <a:ext uri="{FF2B5EF4-FFF2-40B4-BE49-F238E27FC236}">
                      <a16:creationId xmlns:a16="http://schemas.microsoft.com/office/drawing/2014/main" id="{875486CF-EE39-7473-DCB2-2904A4DD7394}"/>
                    </a:ext>
                  </a:extLst>
                </p:cNvPr>
                <p:cNvSpPr/>
                <p:nvPr/>
              </p:nvSpPr>
              <p:spPr>
                <a:xfrm>
                  <a:off x="3963575" y="2317575"/>
                  <a:ext cx="29617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47" extrusionOk="0">
                      <a:moveTo>
                        <a:pt x="9483" y="1418"/>
                      </a:moveTo>
                      <a:cubicBezTo>
                        <a:pt x="9672" y="1418"/>
                        <a:pt x="9830" y="1576"/>
                        <a:pt x="9830" y="1765"/>
                      </a:cubicBezTo>
                      <a:lnTo>
                        <a:pt x="9830" y="2836"/>
                      </a:lnTo>
                      <a:lnTo>
                        <a:pt x="788" y="2836"/>
                      </a:lnTo>
                      <a:lnTo>
                        <a:pt x="788" y="1765"/>
                      </a:lnTo>
                      <a:lnTo>
                        <a:pt x="725" y="1765"/>
                      </a:lnTo>
                      <a:cubicBezTo>
                        <a:pt x="725" y="1576"/>
                        <a:pt x="883" y="1418"/>
                        <a:pt x="1072" y="1418"/>
                      </a:cubicBezTo>
                      <a:lnTo>
                        <a:pt x="1418" y="1418"/>
                      </a:lnTo>
                      <a:lnTo>
                        <a:pt x="1418" y="1765"/>
                      </a:lnTo>
                      <a:cubicBezTo>
                        <a:pt x="1418" y="1954"/>
                        <a:pt x="1576" y="2143"/>
                        <a:pt x="1765" y="2143"/>
                      </a:cubicBezTo>
                      <a:cubicBezTo>
                        <a:pt x="1954" y="2143"/>
                        <a:pt x="2111" y="1954"/>
                        <a:pt x="2111" y="1765"/>
                      </a:cubicBezTo>
                      <a:lnTo>
                        <a:pt x="2111" y="1418"/>
                      </a:lnTo>
                      <a:lnTo>
                        <a:pt x="3498" y="1418"/>
                      </a:lnTo>
                      <a:lnTo>
                        <a:pt x="3498" y="1765"/>
                      </a:lnTo>
                      <a:cubicBezTo>
                        <a:pt x="3498" y="1954"/>
                        <a:pt x="3655" y="2143"/>
                        <a:pt x="3844" y="2143"/>
                      </a:cubicBezTo>
                      <a:cubicBezTo>
                        <a:pt x="4065" y="2143"/>
                        <a:pt x="4222" y="1954"/>
                        <a:pt x="4222" y="1765"/>
                      </a:cubicBezTo>
                      <a:lnTo>
                        <a:pt x="4222" y="1418"/>
                      </a:lnTo>
                      <a:lnTo>
                        <a:pt x="6333" y="1418"/>
                      </a:lnTo>
                      <a:lnTo>
                        <a:pt x="6333" y="1765"/>
                      </a:lnTo>
                      <a:cubicBezTo>
                        <a:pt x="6333" y="1954"/>
                        <a:pt x="6490" y="2143"/>
                        <a:pt x="6680" y="2143"/>
                      </a:cubicBezTo>
                      <a:cubicBezTo>
                        <a:pt x="6900" y="2143"/>
                        <a:pt x="7058" y="1954"/>
                        <a:pt x="7058" y="1765"/>
                      </a:cubicBezTo>
                      <a:lnTo>
                        <a:pt x="7058" y="1418"/>
                      </a:lnTo>
                      <a:lnTo>
                        <a:pt x="8412" y="1418"/>
                      </a:lnTo>
                      <a:lnTo>
                        <a:pt x="8412" y="1765"/>
                      </a:lnTo>
                      <a:cubicBezTo>
                        <a:pt x="8412" y="1954"/>
                        <a:pt x="8570" y="2143"/>
                        <a:pt x="8790" y="2143"/>
                      </a:cubicBezTo>
                      <a:cubicBezTo>
                        <a:pt x="8979" y="2143"/>
                        <a:pt x="9137" y="1954"/>
                        <a:pt x="9137" y="1765"/>
                      </a:cubicBezTo>
                      <a:lnTo>
                        <a:pt x="9137" y="1418"/>
                      </a:lnTo>
                      <a:close/>
                      <a:moveTo>
                        <a:pt x="9767" y="3497"/>
                      </a:moveTo>
                      <a:lnTo>
                        <a:pt x="9767" y="7026"/>
                      </a:lnTo>
                      <a:cubicBezTo>
                        <a:pt x="9641" y="7026"/>
                        <a:pt x="9546" y="6963"/>
                        <a:pt x="9420" y="6963"/>
                      </a:cubicBezTo>
                      <a:cubicBezTo>
                        <a:pt x="8066" y="6963"/>
                        <a:pt x="6963" y="8066"/>
                        <a:pt x="6963" y="9420"/>
                      </a:cubicBezTo>
                      <a:cubicBezTo>
                        <a:pt x="6963" y="9546"/>
                        <a:pt x="6963" y="9641"/>
                        <a:pt x="7026" y="9767"/>
                      </a:cubicBezTo>
                      <a:lnTo>
                        <a:pt x="1040" y="9767"/>
                      </a:lnTo>
                      <a:cubicBezTo>
                        <a:pt x="820" y="9767"/>
                        <a:pt x="662" y="9609"/>
                        <a:pt x="662" y="9420"/>
                      </a:cubicBezTo>
                      <a:lnTo>
                        <a:pt x="662" y="3497"/>
                      </a:lnTo>
                      <a:close/>
                      <a:moveTo>
                        <a:pt x="9420" y="7688"/>
                      </a:moveTo>
                      <a:cubicBezTo>
                        <a:pt x="10366" y="7688"/>
                        <a:pt x="11153" y="8475"/>
                        <a:pt x="11153" y="9420"/>
                      </a:cubicBezTo>
                      <a:cubicBezTo>
                        <a:pt x="11153" y="10397"/>
                        <a:pt x="10366" y="11185"/>
                        <a:pt x="9420" y="11185"/>
                      </a:cubicBezTo>
                      <a:cubicBezTo>
                        <a:pt x="8475" y="11185"/>
                        <a:pt x="7688" y="10397"/>
                        <a:pt x="7688" y="9420"/>
                      </a:cubicBezTo>
                      <a:cubicBezTo>
                        <a:pt x="7688" y="8475"/>
                        <a:pt x="8475" y="7688"/>
                        <a:pt x="9420" y="7688"/>
                      </a:cubicBez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lnTo>
                        <a:pt x="1387" y="725"/>
                      </a:lnTo>
                      <a:lnTo>
                        <a:pt x="1040" y="725"/>
                      </a:lnTo>
                      <a:cubicBezTo>
                        <a:pt x="442" y="725"/>
                        <a:pt x="0" y="1166"/>
                        <a:pt x="0" y="1733"/>
                      </a:cubicBezTo>
                      <a:lnTo>
                        <a:pt x="0" y="9389"/>
                      </a:lnTo>
                      <a:cubicBezTo>
                        <a:pt x="0" y="9956"/>
                        <a:pt x="473" y="10429"/>
                        <a:pt x="1040" y="10429"/>
                      </a:cubicBezTo>
                      <a:lnTo>
                        <a:pt x="7215" y="10429"/>
                      </a:lnTo>
                      <a:cubicBezTo>
                        <a:pt x="7593" y="11279"/>
                        <a:pt x="8444" y="11846"/>
                        <a:pt x="9420" y="11846"/>
                      </a:cubicBezTo>
                      <a:cubicBezTo>
                        <a:pt x="10744" y="11846"/>
                        <a:pt x="11846" y="10744"/>
                        <a:pt x="11846" y="9420"/>
                      </a:cubicBezTo>
                      <a:cubicBezTo>
                        <a:pt x="11846" y="8444"/>
                        <a:pt x="11311" y="7593"/>
                        <a:pt x="10492" y="7215"/>
                      </a:cubicBezTo>
                      <a:lnTo>
                        <a:pt x="10492" y="1733"/>
                      </a:lnTo>
                      <a:cubicBezTo>
                        <a:pt x="10492" y="1135"/>
                        <a:pt x="10019" y="725"/>
                        <a:pt x="9452" y="725"/>
                      </a:cubicBezTo>
                      <a:lnTo>
                        <a:pt x="9105" y="725"/>
                      </a:lnTo>
                      <a:lnTo>
                        <a:pt x="9105" y="347"/>
                      </a:lnTo>
                      <a:cubicBezTo>
                        <a:pt x="9105" y="158"/>
                        <a:pt x="8948" y="0"/>
                        <a:pt x="8759" y="0"/>
                      </a:cubicBezTo>
                      <a:cubicBezTo>
                        <a:pt x="8538" y="0"/>
                        <a:pt x="8381" y="158"/>
                        <a:pt x="8381" y="347"/>
                      </a:cubicBezTo>
                      <a:lnTo>
                        <a:pt x="8381" y="725"/>
                      </a:lnTo>
                      <a:lnTo>
                        <a:pt x="7026" y="725"/>
                      </a:lnTo>
                      <a:lnTo>
                        <a:pt x="7026" y="347"/>
                      </a:lnTo>
                      <a:cubicBezTo>
                        <a:pt x="7026" y="158"/>
                        <a:pt x="6869" y="0"/>
                        <a:pt x="6648" y="0"/>
                      </a:cubicBezTo>
                      <a:cubicBezTo>
                        <a:pt x="6459" y="0"/>
                        <a:pt x="6301" y="158"/>
                        <a:pt x="6301" y="347"/>
                      </a:cubicBezTo>
                      <a:lnTo>
                        <a:pt x="6301" y="725"/>
                      </a:lnTo>
                      <a:lnTo>
                        <a:pt x="4191" y="725"/>
                      </a:lnTo>
                      <a:lnTo>
                        <a:pt x="4191" y="347"/>
                      </a:lnTo>
                      <a:cubicBezTo>
                        <a:pt x="4191" y="158"/>
                        <a:pt x="4033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725"/>
                      </a:lnTo>
                      <a:lnTo>
                        <a:pt x="2080" y="725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7" name="Google Shape;9282;p73">
                  <a:extLst>
                    <a:ext uri="{FF2B5EF4-FFF2-40B4-BE49-F238E27FC236}">
                      <a16:creationId xmlns:a16="http://schemas.microsoft.com/office/drawing/2014/main" id="{834D7033-D0BB-E97A-093F-C550F2769FD0}"/>
                    </a:ext>
                  </a:extLst>
                </p:cNvPr>
                <p:cNvSpPr/>
                <p:nvPr/>
              </p:nvSpPr>
              <p:spPr>
                <a:xfrm>
                  <a:off x="4190400" y="2526300"/>
                  <a:ext cx="3470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71"/>
                      </a:lnTo>
                      <a:cubicBezTo>
                        <a:pt x="1" y="1260"/>
                        <a:pt x="127" y="1418"/>
                        <a:pt x="347" y="1418"/>
                      </a:cubicBezTo>
                      <a:lnTo>
                        <a:pt x="1041" y="1418"/>
                      </a:lnTo>
                      <a:cubicBezTo>
                        <a:pt x="1261" y="1418"/>
                        <a:pt x="1387" y="1260"/>
                        <a:pt x="1387" y="1071"/>
                      </a:cubicBezTo>
                      <a:cubicBezTo>
                        <a:pt x="1387" y="882"/>
                        <a:pt x="1261" y="725"/>
                        <a:pt x="1041" y="725"/>
                      </a:cubicBezTo>
                      <a:lnTo>
                        <a:pt x="694" y="725"/>
                      </a:lnTo>
                      <a:lnTo>
                        <a:pt x="694" y="347"/>
                      </a:lnTo>
                      <a:cubicBezTo>
                        <a:pt x="694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8" name="Google Shape;9283;p73">
                  <a:extLst>
                    <a:ext uri="{FF2B5EF4-FFF2-40B4-BE49-F238E27FC236}">
                      <a16:creationId xmlns:a16="http://schemas.microsoft.com/office/drawing/2014/main" id="{6E4C742E-71D4-4D44-8311-46E89A991CB5}"/>
                    </a:ext>
                  </a:extLst>
                </p:cNvPr>
                <p:cNvSpPr/>
                <p:nvPr/>
              </p:nvSpPr>
              <p:spPr>
                <a:xfrm>
                  <a:off x="3998225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9" name="Google Shape;9284;p73">
                  <a:extLst>
                    <a:ext uri="{FF2B5EF4-FFF2-40B4-BE49-F238E27FC236}">
                      <a16:creationId xmlns:a16="http://schemas.microsoft.com/office/drawing/2014/main" id="{E9F053CA-B36C-0B31-14AA-5673DF95B51C}"/>
                    </a:ext>
                  </a:extLst>
                </p:cNvPr>
                <p:cNvSpPr/>
                <p:nvPr/>
              </p:nvSpPr>
              <p:spPr>
                <a:xfrm>
                  <a:off x="4050225" y="24215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0" name="Google Shape;9285;p73">
                  <a:extLst>
                    <a:ext uri="{FF2B5EF4-FFF2-40B4-BE49-F238E27FC236}">
                      <a16:creationId xmlns:a16="http://schemas.microsoft.com/office/drawing/2014/main" id="{674B6DD2-1FDA-F47F-5B26-61D9F15ADA2C}"/>
                    </a:ext>
                  </a:extLst>
                </p:cNvPr>
                <p:cNvSpPr/>
                <p:nvPr/>
              </p:nvSpPr>
              <p:spPr>
                <a:xfrm>
                  <a:off x="410220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1" name="Google Shape;9286;p73">
                  <a:extLst>
                    <a:ext uri="{FF2B5EF4-FFF2-40B4-BE49-F238E27FC236}">
                      <a16:creationId xmlns:a16="http://schemas.microsoft.com/office/drawing/2014/main" id="{C094EE4A-3D2C-9558-ECAF-6ABC3648BF1E}"/>
                    </a:ext>
                  </a:extLst>
                </p:cNvPr>
                <p:cNvSpPr/>
                <p:nvPr/>
              </p:nvSpPr>
              <p:spPr>
                <a:xfrm>
                  <a:off x="415575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2" name="Google Shape;9287;p73">
                  <a:extLst>
                    <a:ext uri="{FF2B5EF4-FFF2-40B4-BE49-F238E27FC236}">
                      <a16:creationId xmlns:a16="http://schemas.microsoft.com/office/drawing/2014/main" id="{A9C5900B-317F-37E7-89F3-E8015288C441}"/>
                    </a:ext>
                  </a:extLst>
                </p:cNvPr>
                <p:cNvSpPr/>
                <p:nvPr/>
              </p:nvSpPr>
              <p:spPr>
                <a:xfrm>
                  <a:off x="3998225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3" name="Google Shape;9288;p73">
                  <a:extLst>
                    <a:ext uri="{FF2B5EF4-FFF2-40B4-BE49-F238E27FC236}">
                      <a16:creationId xmlns:a16="http://schemas.microsoft.com/office/drawing/2014/main" id="{E1F33692-62DF-828C-8C7B-1DFF53AB350D}"/>
                    </a:ext>
                  </a:extLst>
                </p:cNvPr>
                <p:cNvSpPr/>
                <p:nvPr/>
              </p:nvSpPr>
              <p:spPr>
                <a:xfrm>
                  <a:off x="4050225" y="2456975"/>
                  <a:ext cx="354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8"/>
                        <a:pt x="1418" y="379"/>
                      </a:cubicBezTo>
                      <a:cubicBezTo>
                        <a:pt x="1418" y="158"/>
                        <a:pt x="1260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4" name="Google Shape;9289;p73">
                  <a:extLst>
                    <a:ext uri="{FF2B5EF4-FFF2-40B4-BE49-F238E27FC236}">
                      <a16:creationId xmlns:a16="http://schemas.microsoft.com/office/drawing/2014/main" id="{9BEC74D6-A688-58BA-5274-7F4A80994756}"/>
                    </a:ext>
                  </a:extLst>
                </p:cNvPr>
                <p:cNvSpPr/>
                <p:nvPr/>
              </p:nvSpPr>
              <p:spPr>
                <a:xfrm>
                  <a:off x="410220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5" name="Google Shape;9290;p73">
                  <a:extLst>
                    <a:ext uri="{FF2B5EF4-FFF2-40B4-BE49-F238E27FC236}">
                      <a16:creationId xmlns:a16="http://schemas.microsoft.com/office/drawing/2014/main" id="{EE89F57A-090B-0919-CC30-10C5379922B4}"/>
                    </a:ext>
                  </a:extLst>
                </p:cNvPr>
                <p:cNvSpPr/>
                <p:nvPr/>
              </p:nvSpPr>
              <p:spPr>
                <a:xfrm>
                  <a:off x="415575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6" name="Google Shape;9291;p73">
                  <a:extLst>
                    <a:ext uri="{FF2B5EF4-FFF2-40B4-BE49-F238E27FC236}">
                      <a16:creationId xmlns:a16="http://schemas.microsoft.com/office/drawing/2014/main" id="{53991E43-89E6-B622-5341-79EEB4045A1C}"/>
                    </a:ext>
                  </a:extLst>
                </p:cNvPr>
                <p:cNvSpPr/>
                <p:nvPr/>
              </p:nvSpPr>
              <p:spPr>
                <a:xfrm>
                  <a:off x="3998225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7" name="Google Shape;9292;p73">
                  <a:extLst>
                    <a:ext uri="{FF2B5EF4-FFF2-40B4-BE49-F238E27FC236}">
                      <a16:creationId xmlns:a16="http://schemas.microsoft.com/office/drawing/2014/main" id="{5109D0A1-9DF8-1E96-9534-2EA8FB962B61}"/>
                    </a:ext>
                  </a:extLst>
                </p:cNvPr>
                <p:cNvSpPr/>
                <p:nvPr/>
              </p:nvSpPr>
              <p:spPr>
                <a:xfrm>
                  <a:off x="4050225" y="24916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8" name="Google Shape;9293;p73">
                  <a:extLst>
                    <a:ext uri="{FF2B5EF4-FFF2-40B4-BE49-F238E27FC236}">
                      <a16:creationId xmlns:a16="http://schemas.microsoft.com/office/drawing/2014/main" id="{04C94613-26FB-3E18-080B-85245D9CF4E7}"/>
                    </a:ext>
                  </a:extLst>
                </p:cNvPr>
                <p:cNvSpPr/>
                <p:nvPr/>
              </p:nvSpPr>
              <p:spPr>
                <a:xfrm>
                  <a:off x="4102200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79" name="Google Shape;9294;p73">
                  <a:extLst>
                    <a:ext uri="{FF2B5EF4-FFF2-40B4-BE49-F238E27FC236}">
                      <a16:creationId xmlns:a16="http://schemas.microsoft.com/office/drawing/2014/main" id="{03F4A07F-C884-6D40-F1F5-C2AB78F19422}"/>
                    </a:ext>
                  </a:extLst>
                </p:cNvPr>
                <p:cNvSpPr/>
                <p:nvPr/>
              </p:nvSpPr>
              <p:spPr>
                <a:xfrm>
                  <a:off x="3998225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0" name="Google Shape;9295;p73">
                  <a:extLst>
                    <a:ext uri="{FF2B5EF4-FFF2-40B4-BE49-F238E27FC236}">
                      <a16:creationId xmlns:a16="http://schemas.microsoft.com/office/drawing/2014/main" id="{6D53E99A-04DE-7F6F-C651-59CB200C6F2E}"/>
                    </a:ext>
                  </a:extLst>
                </p:cNvPr>
                <p:cNvSpPr/>
                <p:nvPr/>
              </p:nvSpPr>
              <p:spPr>
                <a:xfrm>
                  <a:off x="4050225" y="252630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81" name="Google Shape;9296;p73">
                  <a:extLst>
                    <a:ext uri="{FF2B5EF4-FFF2-40B4-BE49-F238E27FC236}">
                      <a16:creationId xmlns:a16="http://schemas.microsoft.com/office/drawing/2014/main" id="{A255DC0E-2067-83B9-86F6-C30F276F2938}"/>
                    </a:ext>
                  </a:extLst>
                </p:cNvPr>
                <p:cNvSpPr/>
                <p:nvPr/>
              </p:nvSpPr>
              <p:spPr>
                <a:xfrm>
                  <a:off x="4102200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51" name="Google Shape;9297;p73">
                <a:extLst>
                  <a:ext uri="{FF2B5EF4-FFF2-40B4-BE49-F238E27FC236}">
                    <a16:creationId xmlns:a16="http://schemas.microsoft.com/office/drawing/2014/main" id="{40DAF096-3BAF-FFF6-9DD8-BD51467E8232}"/>
                  </a:ext>
                </a:extLst>
              </p:cNvPr>
              <p:cNvGrpSpPr/>
              <p:nvPr/>
            </p:nvGrpSpPr>
            <p:grpSpPr>
              <a:xfrm>
                <a:off x="6475075" y="2925316"/>
                <a:ext cx="500612" cy="499261"/>
                <a:chOff x="3962775" y="2683025"/>
                <a:chExt cx="296175" cy="295375"/>
              </a:xfrm>
              <a:grpFill/>
            </p:grpSpPr>
            <p:sp>
              <p:nvSpPr>
                <p:cNvPr id="363" name="Google Shape;9298;p73">
                  <a:extLst>
                    <a:ext uri="{FF2B5EF4-FFF2-40B4-BE49-F238E27FC236}">
                      <a16:creationId xmlns:a16="http://schemas.microsoft.com/office/drawing/2014/main" id="{AAD9EA12-103D-3B24-5322-A37B0E621EAA}"/>
                    </a:ext>
                  </a:extLst>
                </p:cNvPr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5608" extrusionOk="0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4" name="Google Shape;9299;p73">
                  <a:extLst>
                    <a:ext uri="{FF2B5EF4-FFF2-40B4-BE49-F238E27FC236}">
                      <a16:creationId xmlns:a16="http://schemas.microsoft.com/office/drawing/2014/main" id="{DE32D4B4-25C3-73CB-F154-01618A4F3539}"/>
                    </a:ext>
                  </a:extLst>
                </p:cNvPr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5" name="Google Shape;9300;p73">
                  <a:extLst>
                    <a:ext uri="{FF2B5EF4-FFF2-40B4-BE49-F238E27FC236}">
                      <a16:creationId xmlns:a16="http://schemas.microsoft.com/office/drawing/2014/main" id="{3ED6C3ED-F987-24E1-9034-9C3067EA76D2}"/>
                    </a:ext>
                  </a:extLst>
                </p:cNvPr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791" extrusionOk="0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52" name="Google Shape;9301;p73">
                <a:extLst>
                  <a:ext uri="{FF2B5EF4-FFF2-40B4-BE49-F238E27FC236}">
                    <a16:creationId xmlns:a16="http://schemas.microsoft.com/office/drawing/2014/main" id="{CC043E19-F9FE-7FC2-D3E4-AE446D723002}"/>
                  </a:ext>
                </a:extLst>
              </p:cNvPr>
              <p:cNvSpPr/>
              <p:nvPr/>
            </p:nvSpPr>
            <p:spPr>
              <a:xfrm>
                <a:off x="9643409" y="1688548"/>
                <a:ext cx="507290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815" extrusionOk="0">
                    <a:moveTo>
                      <a:pt x="6003" y="693"/>
                    </a:moveTo>
                    <a:cubicBezTo>
                      <a:pt x="6089" y="693"/>
                      <a:pt x="6176" y="725"/>
                      <a:pt x="6239" y="788"/>
                    </a:cubicBezTo>
                    <a:lnTo>
                      <a:pt x="8444" y="2993"/>
                    </a:lnTo>
                    <a:lnTo>
                      <a:pt x="7972" y="3466"/>
                    </a:lnTo>
                    <a:lnTo>
                      <a:pt x="7751" y="3214"/>
                    </a:lnTo>
                    <a:cubicBezTo>
                      <a:pt x="7562" y="3025"/>
                      <a:pt x="7279" y="2899"/>
                      <a:pt x="6995" y="2899"/>
                    </a:cubicBezTo>
                    <a:cubicBezTo>
                      <a:pt x="6711" y="2899"/>
                      <a:pt x="6459" y="3025"/>
                      <a:pt x="6239" y="3214"/>
                    </a:cubicBezTo>
                    <a:cubicBezTo>
                      <a:pt x="5861" y="3623"/>
                      <a:pt x="5861" y="4285"/>
                      <a:pt x="6239" y="4663"/>
                    </a:cubicBezTo>
                    <a:lnTo>
                      <a:pt x="6491" y="4915"/>
                    </a:lnTo>
                    <a:lnTo>
                      <a:pt x="6018" y="5388"/>
                    </a:lnTo>
                    <a:lnTo>
                      <a:pt x="5262" y="4631"/>
                    </a:lnTo>
                    <a:cubicBezTo>
                      <a:pt x="5199" y="4568"/>
                      <a:pt x="5113" y="4537"/>
                      <a:pt x="5026" y="4537"/>
                    </a:cubicBezTo>
                    <a:cubicBezTo>
                      <a:pt x="4939" y="4537"/>
                      <a:pt x="4853" y="4568"/>
                      <a:pt x="4790" y="4631"/>
                    </a:cubicBezTo>
                    <a:lnTo>
                      <a:pt x="4317" y="5104"/>
                    </a:lnTo>
                    <a:cubicBezTo>
                      <a:pt x="4254" y="5167"/>
                      <a:pt x="4167" y="5198"/>
                      <a:pt x="4081" y="5198"/>
                    </a:cubicBezTo>
                    <a:cubicBezTo>
                      <a:pt x="3994" y="5198"/>
                      <a:pt x="3907" y="5167"/>
                      <a:pt x="3844" y="5104"/>
                    </a:cubicBezTo>
                    <a:cubicBezTo>
                      <a:pt x="3718" y="4978"/>
                      <a:pt x="3718" y="4757"/>
                      <a:pt x="3844" y="4631"/>
                    </a:cubicBezTo>
                    <a:lnTo>
                      <a:pt x="4317" y="4159"/>
                    </a:lnTo>
                    <a:cubicBezTo>
                      <a:pt x="4443" y="4033"/>
                      <a:pt x="4443" y="3812"/>
                      <a:pt x="4317" y="3686"/>
                    </a:cubicBezTo>
                    <a:lnTo>
                      <a:pt x="3624" y="2993"/>
                    </a:lnTo>
                    <a:lnTo>
                      <a:pt x="5766" y="788"/>
                    </a:lnTo>
                    <a:cubicBezTo>
                      <a:pt x="5829" y="725"/>
                      <a:pt x="5916" y="693"/>
                      <a:pt x="6003" y="693"/>
                    </a:cubicBezTo>
                    <a:close/>
                    <a:moveTo>
                      <a:pt x="3088" y="3466"/>
                    </a:moveTo>
                    <a:lnTo>
                      <a:pt x="3561" y="3938"/>
                    </a:lnTo>
                    <a:lnTo>
                      <a:pt x="3340" y="4159"/>
                    </a:lnTo>
                    <a:cubicBezTo>
                      <a:pt x="2931" y="4568"/>
                      <a:pt x="2931" y="5230"/>
                      <a:pt x="3340" y="5608"/>
                    </a:cubicBezTo>
                    <a:cubicBezTo>
                      <a:pt x="3529" y="5813"/>
                      <a:pt x="3797" y="5915"/>
                      <a:pt x="4065" y="5915"/>
                    </a:cubicBezTo>
                    <a:cubicBezTo>
                      <a:pt x="4333" y="5915"/>
                      <a:pt x="4601" y="5813"/>
                      <a:pt x="4790" y="5608"/>
                    </a:cubicBezTo>
                    <a:lnTo>
                      <a:pt x="5042" y="5388"/>
                    </a:lnTo>
                    <a:lnTo>
                      <a:pt x="5514" y="5860"/>
                    </a:lnTo>
                    <a:lnTo>
                      <a:pt x="4758" y="6616"/>
                    </a:lnTo>
                    <a:cubicBezTo>
                      <a:pt x="4632" y="6711"/>
                      <a:pt x="4632" y="6963"/>
                      <a:pt x="4758" y="7089"/>
                    </a:cubicBezTo>
                    <a:lnTo>
                      <a:pt x="5231" y="7561"/>
                    </a:lnTo>
                    <a:cubicBezTo>
                      <a:pt x="5357" y="7656"/>
                      <a:pt x="5357" y="7908"/>
                      <a:pt x="5231" y="8002"/>
                    </a:cubicBezTo>
                    <a:cubicBezTo>
                      <a:pt x="5168" y="8065"/>
                      <a:pt x="5081" y="8097"/>
                      <a:pt x="4994" y="8097"/>
                    </a:cubicBezTo>
                    <a:cubicBezTo>
                      <a:pt x="4908" y="8097"/>
                      <a:pt x="4821" y="8065"/>
                      <a:pt x="4758" y="8002"/>
                    </a:cubicBezTo>
                    <a:lnTo>
                      <a:pt x="4286" y="7561"/>
                    </a:lnTo>
                    <a:cubicBezTo>
                      <a:pt x="4223" y="7498"/>
                      <a:pt x="4136" y="7467"/>
                      <a:pt x="4049" y="7467"/>
                    </a:cubicBezTo>
                    <a:cubicBezTo>
                      <a:pt x="3963" y="7467"/>
                      <a:pt x="3876" y="7498"/>
                      <a:pt x="3813" y="7561"/>
                    </a:cubicBezTo>
                    <a:lnTo>
                      <a:pt x="3088" y="8254"/>
                    </a:lnTo>
                    <a:lnTo>
                      <a:pt x="883" y="6049"/>
                    </a:lnTo>
                    <a:cubicBezTo>
                      <a:pt x="789" y="6018"/>
                      <a:pt x="789" y="5829"/>
                      <a:pt x="883" y="5671"/>
                    </a:cubicBezTo>
                    <a:lnTo>
                      <a:pt x="3088" y="3466"/>
                    </a:lnTo>
                    <a:close/>
                    <a:moveTo>
                      <a:pt x="8917" y="3529"/>
                    </a:moveTo>
                    <a:lnTo>
                      <a:pt x="11122" y="5671"/>
                    </a:lnTo>
                    <a:cubicBezTo>
                      <a:pt x="11248" y="5766"/>
                      <a:pt x="11248" y="6018"/>
                      <a:pt x="11122" y="6144"/>
                    </a:cubicBezTo>
                    <a:lnTo>
                      <a:pt x="8917" y="8349"/>
                    </a:lnTo>
                    <a:lnTo>
                      <a:pt x="8444" y="7876"/>
                    </a:lnTo>
                    <a:lnTo>
                      <a:pt x="8696" y="7624"/>
                    </a:lnTo>
                    <a:cubicBezTo>
                      <a:pt x="9074" y="7246"/>
                      <a:pt x="9074" y="6553"/>
                      <a:pt x="8696" y="6175"/>
                    </a:cubicBezTo>
                    <a:cubicBezTo>
                      <a:pt x="8491" y="5970"/>
                      <a:pt x="8224" y="5868"/>
                      <a:pt x="7956" y="5868"/>
                    </a:cubicBezTo>
                    <a:cubicBezTo>
                      <a:pt x="7688" y="5868"/>
                      <a:pt x="7420" y="5970"/>
                      <a:pt x="7216" y="6175"/>
                    </a:cubicBezTo>
                    <a:lnTo>
                      <a:pt x="6995" y="6396"/>
                    </a:lnTo>
                    <a:lnTo>
                      <a:pt x="6522" y="5923"/>
                    </a:lnTo>
                    <a:lnTo>
                      <a:pt x="7279" y="5198"/>
                    </a:lnTo>
                    <a:cubicBezTo>
                      <a:pt x="7373" y="5072"/>
                      <a:pt x="7373" y="4820"/>
                      <a:pt x="7279" y="4726"/>
                    </a:cubicBezTo>
                    <a:lnTo>
                      <a:pt x="6806" y="4222"/>
                    </a:lnTo>
                    <a:cubicBezTo>
                      <a:pt x="6680" y="4127"/>
                      <a:pt x="6680" y="3875"/>
                      <a:pt x="6806" y="3749"/>
                    </a:cubicBezTo>
                    <a:cubicBezTo>
                      <a:pt x="6869" y="3686"/>
                      <a:pt x="6963" y="3655"/>
                      <a:pt x="7026" y="3655"/>
                    </a:cubicBezTo>
                    <a:cubicBezTo>
                      <a:pt x="7121" y="3655"/>
                      <a:pt x="7216" y="3686"/>
                      <a:pt x="7279" y="3749"/>
                    </a:cubicBezTo>
                    <a:lnTo>
                      <a:pt x="7751" y="4222"/>
                    </a:lnTo>
                    <a:cubicBezTo>
                      <a:pt x="7798" y="4285"/>
                      <a:pt x="7885" y="4316"/>
                      <a:pt x="7976" y="4316"/>
                    </a:cubicBezTo>
                    <a:cubicBezTo>
                      <a:pt x="8066" y="4316"/>
                      <a:pt x="8161" y="4285"/>
                      <a:pt x="8224" y="4222"/>
                    </a:cubicBezTo>
                    <a:lnTo>
                      <a:pt x="8917" y="3529"/>
                    </a:lnTo>
                    <a:close/>
                    <a:moveTo>
                      <a:pt x="5987" y="6396"/>
                    </a:moveTo>
                    <a:lnTo>
                      <a:pt x="6711" y="7152"/>
                    </a:lnTo>
                    <a:cubicBezTo>
                      <a:pt x="6774" y="7215"/>
                      <a:pt x="6869" y="7246"/>
                      <a:pt x="6960" y="7246"/>
                    </a:cubicBezTo>
                    <a:cubicBezTo>
                      <a:pt x="7050" y="7246"/>
                      <a:pt x="7137" y="7215"/>
                      <a:pt x="7184" y="7152"/>
                    </a:cubicBezTo>
                    <a:lnTo>
                      <a:pt x="7657" y="6679"/>
                    </a:lnTo>
                    <a:cubicBezTo>
                      <a:pt x="7720" y="6616"/>
                      <a:pt x="7814" y="6585"/>
                      <a:pt x="7905" y="6585"/>
                    </a:cubicBezTo>
                    <a:cubicBezTo>
                      <a:pt x="7995" y="6585"/>
                      <a:pt x="8082" y="6616"/>
                      <a:pt x="8129" y="6679"/>
                    </a:cubicBezTo>
                    <a:cubicBezTo>
                      <a:pt x="8255" y="6805"/>
                      <a:pt x="8255" y="7026"/>
                      <a:pt x="8129" y="7152"/>
                    </a:cubicBezTo>
                    <a:lnTo>
                      <a:pt x="7657" y="7624"/>
                    </a:lnTo>
                    <a:cubicBezTo>
                      <a:pt x="7562" y="7750"/>
                      <a:pt x="7562" y="7971"/>
                      <a:pt x="7657" y="8097"/>
                    </a:cubicBezTo>
                    <a:lnTo>
                      <a:pt x="8381" y="8822"/>
                    </a:lnTo>
                    <a:lnTo>
                      <a:pt x="6239" y="11027"/>
                    </a:lnTo>
                    <a:cubicBezTo>
                      <a:pt x="6192" y="11074"/>
                      <a:pt x="6105" y="11098"/>
                      <a:pt x="6014" y="11098"/>
                    </a:cubicBezTo>
                    <a:cubicBezTo>
                      <a:pt x="5924" y="11098"/>
                      <a:pt x="5829" y="11074"/>
                      <a:pt x="5766" y="11027"/>
                    </a:cubicBezTo>
                    <a:lnTo>
                      <a:pt x="3561" y="8822"/>
                    </a:lnTo>
                    <a:lnTo>
                      <a:pt x="4034" y="8349"/>
                    </a:lnTo>
                    <a:lnTo>
                      <a:pt x="4286" y="8570"/>
                    </a:lnTo>
                    <a:cubicBezTo>
                      <a:pt x="4475" y="8774"/>
                      <a:pt x="4742" y="8877"/>
                      <a:pt x="5010" y="8877"/>
                    </a:cubicBezTo>
                    <a:cubicBezTo>
                      <a:pt x="5278" y="8877"/>
                      <a:pt x="5546" y="8774"/>
                      <a:pt x="5735" y="8570"/>
                    </a:cubicBezTo>
                    <a:cubicBezTo>
                      <a:pt x="6144" y="8191"/>
                      <a:pt x="6144" y="7498"/>
                      <a:pt x="5735" y="7120"/>
                    </a:cubicBezTo>
                    <a:lnTo>
                      <a:pt x="5514" y="6868"/>
                    </a:lnTo>
                    <a:lnTo>
                      <a:pt x="5987" y="6396"/>
                    </a:lnTo>
                    <a:close/>
                    <a:moveTo>
                      <a:pt x="5999" y="0"/>
                    </a:moveTo>
                    <a:cubicBezTo>
                      <a:pt x="5735" y="0"/>
                      <a:pt x="5467" y="95"/>
                      <a:pt x="5262" y="284"/>
                    </a:cubicBezTo>
                    <a:lnTo>
                      <a:pt x="379" y="5167"/>
                    </a:lnTo>
                    <a:cubicBezTo>
                      <a:pt x="1" y="5577"/>
                      <a:pt x="1" y="6238"/>
                      <a:pt x="379" y="6648"/>
                    </a:cubicBezTo>
                    <a:lnTo>
                      <a:pt x="5262" y="11531"/>
                    </a:lnTo>
                    <a:cubicBezTo>
                      <a:pt x="5467" y="11720"/>
                      <a:pt x="5735" y="11814"/>
                      <a:pt x="5999" y="11814"/>
                    </a:cubicBezTo>
                    <a:cubicBezTo>
                      <a:pt x="6262" y="11814"/>
                      <a:pt x="6522" y="11720"/>
                      <a:pt x="6711" y="11531"/>
                    </a:cubicBezTo>
                    <a:lnTo>
                      <a:pt x="11595" y="6648"/>
                    </a:lnTo>
                    <a:cubicBezTo>
                      <a:pt x="12004" y="6238"/>
                      <a:pt x="12004" y="5577"/>
                      <a:pt x="11595" y="5167"/>
                    </a:cubicBezTo>
                    <a:lnTo>
                      <a:pt x="6711" y="284"/>
                    </a:lnTo>
                    <a:cubicBezTo>
                      <a:pt x="6522" y="95"/>
                      <a:pt x="6262" y="0"/>
                      <a:pt x="5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53" name="Google Shape;9302;p73">
                <a:extLst>
                  <a:ext uri="{FF2B5EF4-FFF2-40B4-BE49-F238E27FC236}">
                    <a16:creationId xmlns:a16="http://schemas.microsoft.com/office/drawing/2014/main" id="{FF568AA5-B113-AE43-CBCB-5AA178F4A040}"/>
                  </a:ext>
                </a:extLst>
              </p:cNvPr>
              <p:cNvGrpSpPr/>
              <p:nvPr/>
            </p:nvGrpSpPr>
            <p:grpSpPr>
              <a:xfrm>
                <a:off x="9647501" y="2281645"/>
                <a:ext cx="499261" cy="499261"/>
                <a:chOff x="5775900" y="2308125"/>
                <a:chExt cx="295375" cy="295375"/>
              </a:xfrm>
              <a:grpFill/>
            </p:grpSpPr>
            <p:sp>
              <p:nvSpPr>
                <p:cNvPr id="358" name="Google Shape;9303;p73">
                  <a:extLst>
                    <a:ext uri="{FF2B5EF4-FFF2-40B4-BE49-F238E27FC236}">
                      <a16:creationId xmlns:a16="http://schemas.microsoft.com/office/drawing/2014/main" id="{6A151154-BF88-7150-EB8D-5FCED852C6FD}"/>
                    </a:ext>
                  </a:extLst>
                </p:cNvPr>
                <p:cNvSpPr/>
                <p:nvPr/>
              </p:nvSpPr>
              <p:spPr>
                <a:xfrm>
                  <a:off x="5984625" y="2482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cubicBezTo>
                        <a:pt x="567" y="725"/>
                        <a:pt x="725" y="568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59" name="Google Shape;9304;p73">
                  <a:extLst>
                    <a:ext uri="{FF2B5EF4-FFF2-40B4-BE49-F238E27FC236}">
                      <a16:creationId xmlns:a16="http://schemas.microsoft.com/office/drawing/2014/main" id="{EE8D1C8F-3D03-3918-2EED-4A9EB0382499}"/>
                    </a:ext>
                  </a:extLst>
                </p:cNvPr>
                <p:cNvSpPr/>
                <p:nvPr/>
              </p:nvSpPr>
              <p:spPr>
                <a:xfrm>
                  <a:off x="5775900" y="2308125"/>
                  <a:ext cx="2953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815" extrusionOk="0">
                      <a:moveTo>
                        <a:pt x="7845" y="725"/>
                      </a:moveTo>
                      <a:cubicBezTo>
                        <a:pt x="7719" y="914"/>
                        <a:pt x="7656" y="1166"/>
                        <a:pt x="7656" y="1450"/>
                      </a:cubicBezTo>
                      <a:cubicBezTo>
                        <a:pt x="7656" y="1670"/>
                        <a:pt x="7719" y="1922"/>
                        <a:pt x="7845" y="2143"/>
                      </a:cubicBezTo>
                      <a:lnTo>
                        <a:pt x="1387" y="2143"/>
                      </a:lnTo>
                      <a:cubicBezTo>
                        <a:pt x="1009" y="2143"/>
                        <a:pt x="694" y="1828"/>
                        <a:pt x="694" y="1450"/>
                      </a:cubicBezTo>
                      <a:cubicBezTo>
                        <a:pt x="694" y="1040"/>
                        <a:pt x="1009" y="725"/>
                        <a:pt x="1387" y="725"/>
                      </a:cubicBezTo>
                      <a:close/>
                      <a:moveTo>
                        <a:pt x="6112" y="6994"/>
                      </a:moveTo>
                      <a:cubicBezTo>
                        <a:pt x="5955" y="7183"/>
                        <a:pt x="5829" y="7436"/>
                        <a:pt x="5766" y="7719"/>
                      </a:cubicBezTo>
                      <a:lnTo>
                        <a:pt x="3466" y="7719"/>
                      </a:lnTo>
                      <a:lnTo>
                        <a:pt x="3466" y="6994"/>
                      </a:lnTo>
                      <a:close/>
                      <a:moveTo>
                        <a:pt x="694" y="2678"/>
                      </a:moveTo>
                      <a:cubicBezTo>
                        <a:pt x="883" y="2773"/>
                        <a:pt x="1103" y="2867"/>
                        <a:pt x="1387" y="2867"/>
                      </a:cubicBezTo>
                      <a:lnTo>
                        <a:pt x="1387" y="10460"/>
                      </a:lnTo>
                      <a:cubicBezTo>
                        <a:pt x="1009" y="10460"/>
                        <a:pt x="694" y="10145"/>
                        <a:pt x="694" y="9767"/>
                      </a:cubicBezTo>
                      <a:lnTo>
                        <a:pt x="694" y="2678"/>
                      </a:lnTo>
                      <a:close/>
                      <a:moveTo>
                        <a:pt x="8381" y="2836"/>
                      </a:moveTo>
                      <a:lnTo>
                        <a:pt x="8381" y="5608"/>
                      </a:lnTo>
                      <a:cubicBezTo>
                        <a:pt x="7814" y="5703"/>
                        <a:pt x="7247" y="5923"/>
                        <a:pt x="6774" y="6301"/>
                      </a:cubicBezTo>
                      <a:lnTo>
                        <a:pt x="3151" y="6301"/>
                      </a:lnTo>
                      <a:cubicBezTo>
                        <a:pt x="2962" y="6301"/>
                        <a:pt x="2804" y="6459"/>
                        <a:pt x="2804" y="6648"/>
                      </a:cubicBezTo>
                      <a:lnTo>
                        <a:pt x="2804" y="8034"/>
                      </a:lnTo>
                      <a:cubicBezTo>
                        <a:pt x="2804" y="8223"/>
                        <a:pt x="2962" y="8381"/>
                        <a:pt x="3151" y="8381"/>
                      </a:cubicBezTo>
                      <a:lnTo>
                        <a:pt x="5640" y="8381"/>
                      </a:lnTo>
                      <a:lnTo>
                        <a:pt x="5640" y="8727"/>
                      </a:lnTo>
                      <a:cubicBezTo>
                        <a:pt x="5640" y="9357"/>
                        <a:pt x="5829" y="9956"/>
                        <a:pt x="6144" y="10492"/>
                      </a:cubicBezTo>
                      <a:lnTo>
                        <a:pt x="2080" y="10492"/>
                      </a:lnTo>
                      <a:lnTo>
                        <a:pt x="2080" y="10460"/>
                      </a:lnTo>
                      <a:lnTo>
                        <a:pt x="2080" y="2836"/>
                      </a:lnTo>
                      <a:close/>
                      <a:moveTo>
                        <a:pt x="8727" y="6301"/>
                      </a:moveTo>
                      <a:cubicBezTo>
                        <a:pt x="10050" y="6301"/>
                        <a:pt x="11153" y="7404"/>
                        <a:pt x="11153" y="8727"/>
                      </a:cubicBezTo>
                      <a:cubicBezTo>
                        <a:pt x="11153" y="10082"/>
                        <a:pt x="10050" y="11216"/>
                        <a:pt x="8727" y="11216"/>
                      </a:cubicBezTo>
                      <a:cubicBezTo>
                        <a:pt x="7373" y="11216"/>
                        <a:pt x="6270" y="10113"/>
                        <a:pt x="6270" y="8727"/>
                      </a:cubicBezTo>
                      <a:cubicBezTo>
                        <a:pt x="6270" y="7373"/>
                        <a:pt x="7373" y="6301"/>
                        <a:pt x="8727" y="6301"/>
                      </a:cubicBezTo>
                      <a:close/>
                      <a:moveTo>
                        <a:pt x="1387" y="0"/>
                      </a:moveTo>
                      <a:cubicBezTo>
                        <a:pt x="630" y="0"/>
                        <a:pt x="0" y="630"/>
                        <a:pt x="0" y="1355"/>
                      </a:cubicBezTo>
                      <a:lnTo>
                        <a:pt x="0" y="9704"/>
                      </a:lnTo>
                      <a:cubicBezTo>
                        <a:pt x="0" y="10460"/>
                        <a:pt x="630" y="11090"/>
                        <a:pt x="1387" y="11090"/>
                      </a:cubicBezTo>
                      <a:lnTo>
                        <a:pt x="6742" y="11090"/>
                      </a:lnTo>
                      <a:cubicBezTo>
                        <a:pt x="7310" y="11563"/>
                        <a:pt x="8003" y="11815"/>
                        <a:pt x="8727" y="11815"/>
                      </a:cubicBezTo>
                      <a:cubicBezTo>
                        <a:pt x="10460" y="11815"/>
                        <a:pt x="11815" y="10334"/>
                        <a:pt x="11815" y="8664"/>
                      </a:cubicBezTo>
                      <a:cubicBezTo>
                        <a:pt x="11815" y="7120"/>
                        <a:pt x="10618" y="5829"/>
                        <a:pt x="9074" y="5608"/>
                      </a:cubicBezTo>
                      <a:lnTo>
                        <a:pt x="9074" y="2458"/>
                      </a:lnTo>
                      <a:cubicBezTo>
                        <a:pt x="9074" y="2269"/>
                        <a:pt x="9042" y="2143"/>
                        <a:pt x="8822" y="2080"/>
                      </a:cubicBezTo>
                      <a:cubicBezTo>
                        <a:pt x="8538" y="1985"/>
                        <a:pt x="8349" y="1733"/>
                        <a:pt x="8349" y="1418"/>
                      </a:cubicBezTo>
                      <a:cubicBezTo>
                        <a:pt x="8349" y="1135"/>
                        <a:pt x="8538" y="851"/>
                        <a:pt x="8822" y="725"/>
                      </a:cubicBezTo>
                      <a:cubicBezTo>
                        <a:pt x="8979" y="694"/>
                        <a:pt x="9074" y="536"/>
                        <a:pt x="9074" y="410"/>
                      </a:cubicBezTo>
                      <a:lnTo>
                        <a:pt x="9074" y="347"/>
                      </a:lnTo>
                      <a:cubicBezTo>
                        <a:pt x="9074" y="158"/>
                        <a:pt x="8916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0" name="Google Shape;9305;p73">
                  <a:extLst>
                    <a:ext uri="{FF2B5EF4-FFF2-40B4-BE49-F238E27FC236}">
                      <a16:creationId xmlns:a16="http://schemas.microsoft.com/office/drawing/2014/main" id="{AEEACFDA-671B-B96B-E116-C35659691C18}"/>
                    </a:ext>
                  </a:extLst>
                </p:cNvPr>
                <p:cNvSpPr/>
                <p:nvPr/>
              </p:nvSpPr>
              <p:spPr>
                <a:xfrm>
                  <a:off x="5984625" y="2508975"/>
                  <a:ext cx="18125" cy="6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458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2111"/>
                      </a:lnTo>
                      <a:cubicBezTo>
                        <a:pt x="0" y="2300"/>
                        <a:pt x="158" y="2458"/>
                        <a:pt x="378" y="2458"/>
                      </a:cubicBezTo>
                      <a:cubicBezTo>
                        <a:pt x="567" y="2458"/>
                        <a:pt x="725" y="2300"/>
                        <a:pt x="725" y="2111"/>
                      </a:cubicBezTo>
                      <a:lnTo>
                        <a:pt x="725" y="347"/>
                      </a:ln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1" name="Google Shape;9306;p73">
                  <a:extLst>
                    <a:ext uri="{FF2B5EF4-FFF2-40B4-BE49-F238E27FC236}">
                      <a16:creationId xmlns:a16="http://schemas.microsoft.com/office/drawing/2014/main" id="{9ADCE2EF-EA6D-23CE-81E6-EE0241F4BDF9}"/>
                    </a:ext>
                  </a:extLst>
                </p:cNvPr>
                <p:cNvSpPr/>
                <p:nvPr/>
              </p:nvSpPr>
              <p:spPr>
                <a:xfrm>
                  <a:off x="5845200" y="239555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694"/>
                        <a:pt x="347" y="694"/>
                      </a:cubicBezTo>
                      <a:lnTo>
                        <a:pt x="4569" y="694"/>
                      </a:lnTo>
                      <a:cubicBezTo>
                        <a:pt x="4758" y="694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62" name="Google Shape;9307;p73">
                  <a:extLst>
                    <a:ext uri="{FF2B5EF4-FFF2-40B4-BE49-F238E27FC236}">
                      <a16:creationId xmlns:a16="http://schemas.microsoft.com/office/drawing/2014/main" id="{16E3BC58-E4F9-3927-330C-9206FA792805}"/>
                    </a:ext>
                  </a:extLst>
                </p:cNvPr>
                <p:cNvSpPr/>
                <p:nvPr/>
              </p:nvSpPr>
              <p:spPr>
                <a:xfrm>
                  <a:off x="5845200" y="243100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569" y="693"/>
                      </a:lnTo>
                      <a:cubicBezTo>
                        <a:pt x="4758" y="693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54" name="Google Shape;9308;p73">
                <a:extLst>
                  <a:ext uri="{FF2B5EF4-FFF2-40B4-BE49-F238E27FC236}">
                    <a16:creationId xmlns:a16="http://schemas.microsoft.com/office/drawing/2014/main" id="{5D7BADAD-191B-2E4B-BB59-A5B15BBDA6DB}"/>
                  </a:ext>
                </a:extLst>
              </p:cNvPr>
              <p:cNvGrpSpPr/>
              <p:nvPr/>
            </p:nvGrpSpPr>
            <p:grpSpPr>
              <a:xfrm>
                <a:off x="9677461" y="2924641"/>
                <a:ext cx="439341" cy="500612"/>
                <a:chOff x="5794025" y="2673575"/>
                <a:chExt cx="259925" cy="296175"/>
              </a:xfrm>
              <a:grpFill/>
            </p:grpSpPr>
            <p:sp>
              <p:nvSpPr>
                <p:cNvPr id="356" name="Google Shape;9309;p73">
                  <a:extLst>
                    <a:ext uri="{FF2B5EF4-FFF2-40B4-BE49-F238E27FC236}">
                      <a16:creationId xmlns:a16="http://schemas.microsoft.com/office/drawing/2014/main" id="{B2C8639B-4E61-0101-8513-8CCC5DA40F06}"/>
                    </a:ext>
                  </a:extLst>
                </p:cNvPr>
                <p:cNvSpPr/>
                <p:nvPr/>
              </p:nvSpPr>
              <p:spPr>
                <a:xfrm>
                  <a:off x="5794025" y="2673575"/>
                  <a:ext cx="25992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47" extrusionOk="0">
                      <a:moveTo>
                        <a:pt x="5860" y="694"/>
                      </a:moveTo>
                      <a:cubicBezTo>
                        <a:pt x="7089" y="694"/>
                        <a:pt x="8097" y="1639"/>
                        <a:pt x="8254" y="2805"/>
                      </a:cubicBezTo>
                      <a:cubicBezTo>
                        <a:pt x="8160" y="2773"/>
                        <a:pt x="8065" y="2773"/>
                        <a:pt x="7939" y="2773"/>
                      </a:cubicBezTo>
                      <a:lnTo>
                        <a:pt x="7561" y="2773"/>
                      </a:lnTo>
                      <a:cubicBezTo>
                        <a:pt x="7404" y="1985"/>
                        <a:pt x="6679" y="1387"/>
                        <a:pt x="5860" y="1387"/>
                      </a:cubicBezTo>
                      <a:lnTo>
                        <a:pt x="4474" y="1387"/>
                      </a:lnTo>
                      <a:cubicBezTo>
                        <a:pt x="3655" y="1387"/>
                        <a:pt x="2930" y="1985"/>
                        <a:pt x="2804" y="2773"/>
                      </a:cubicBezTo>
                      <a:lnTo>
                        <a:pt x="2394" y="2773"/>
                      </a:lnTo>
                      <a:cubicBezTo>
                        <a:pt x="2268" y="2773"/>
                        <a:pt x="2142" y="2773"/>
                        <a:pt x="2079" y="2805"/>
                      </a:cubicBezTo>
                      <a:cubicBezTo>
                        <a:pt x="2237" y="1639"/>
                        <a:pt x="3277" y="694"/>
                        <a:pt x="4474" y="694"/>
                      </a:cubicBezTo>
                      <a:close/>
                      <a:moveTo>
                        <a:pt x="6206" y="2143"/>
                      </a:moveTo>
                      <a:cubicBezTo>
                        <a:pt x="6616" y="2300"/>
                        <a:pt x="6931" y="2647"/>
                        <a:pt x="6931" y="3120"/>
                      </a:cubicBezTo>
                      <a:lnTo>
                        <a:pt x="6931" y="3403"/>
                      </a:lnTo>
                      <a:cubicBezTo>
                        <a:pt x="6522" y="3246"/>
                        <a:pt x="6206" y="2899"/>
                        <a:pt x="6206" y="2427"/>
                      </a:cubicBezTo>
                      <a:lnTo>
                        <a:pt x="6206" y="2143"/>
                      </a:lnTo>
                      <a:close/>
                      <a:moveTo>
                        <a:pt x="5513" y="2080"/>
                      </a:moveTo>
                      <a:lnTo>
                        <a:pt x="5513" y="2427"/>
                      </a:lnTo>
                      <a:cubicBezTo>
                        <a:pt x="5513" y="3025"/>
                        <a:pt x="5041" y="3435"/>
                        <a:pt x="4474" y="3435"/>
                      </a:cubicBezTo>
                      <a:lnTo>
                        <a:pt x="3466" y="3435"/>
                      </a:lnTo>
                      <a:lnTo>
                        <a:pt x="3466" y="3088"/>
                      </a:lnTo>
                      <a:cubicBezTo>
                        <a:pt x="3466" y="2490"/>
                        <a:pt x="3938" y="2080"/>
                        <a:pt x="4474" y="2080"/>
                      </a:cubicBezTo>
                      <a:close/>
                      <a:moveTo>
                        <a:pt x="2741" y="3435"/>
                      </a:moveTo>
                      <a:lnTo>
                        <a:pt x="2741" y="5451"/>
                      </a:lnTo>
                      <a:cubicBezTo>
                        <a:pt x="2363" y="5293"/>
                        <a:pt x="2048" y="4947"/>
                        <a:pt x="2048" y="4474"/>
                      </a:cubicBezTo>
                      <a:lnTo>
                        <a:pt x="2048" y="3813"/>
                      </a:lnTo>
                      <a:cubicBezTo>
                        <a:pt x="2048" y="3592"/>
                        <a:pt x="2205" y="3435"/>
                        <a:pt x="2394" y="3435"/>
                      </a:cubicBezTo>
                      <a:close/>
                      <a:moveTo>
                        <a:pt x="7939" y="3498"/>
                      </a:moveTo>
                      <a:cubicBezTo>
                        <a:pt x="8160" y="3498"/>
                        <a:pt x="8317" y="3655"/>
                        <a:pt x="8317" y="3844"/>
                      </a:cubicBezTo>
                      <a:lnTo>
                        <a:pt x="8317" y="4506"/>
                      </a:lnTo>
                      <a:cubicBezTo>
                        <a:pt x="8317" y="4947"/>
                        <a:pt x="8034" y="5325"/>
                        <a:pt x="7593" y="5482"/>
                      </a:cubicBezTo>
                      <a:lnTo>
                        <a:pt x="7593" y="3498"/>
                      </a:lnTo>
                      <a:close/>
                      <a:moveTo>
                        <a:pt x="5891" y="3435"/>
                      </a:moveTo>
                      <a:cubicBezTo>
                        <a:pt x="6143" y="3750"/>
                        <a:pt x="6522" y="4033"/>
                        <a:pt x="6931" y="4128"/>
                      </a:cubicBezTo>
                      <a:lnTo>
                        <a:pt x="6931" y="5892"/>
                      </a:lnTo>
                      <a:cubicBezTo>
                        <a:pt x="6931" y="6491"/>
                        <a:pt x="6459" y="6900"/>
                        <a:pt x="5891" y="6900"/>
                      </a:cubicBezTo>
                      <a:lnTo>
                        <a:pt x="4505" y="6900"/>
                      </a:lnTo>
                      <a:cubicBezTo>
                        <a:pt x="3938" y="6900"/>
                        <a:pt x="3497" y="6428"/>
                        <a:pt x="3497" y="5892"/>
                      </a:cubicBezTo>
                      <a:lnTo>
                        <a:pt x="3497" y="4159"/>
                      </a:lnTo>
                      <a:lnTo>
                        <a:pt x="4505" y="4159"/>
                      </a:lnTo>
                      <a:cubicBezTo>
                        <a:pt x="5072" y="4159"/>
                        <a:pt x="5576" y="3876"/>
                        <a:pt x="5891" y="3435"/>
                      </a:cubicBezTo>
                      <a:close/>
                      <a:moveTo>
                        <a:pt x="6238" y="7593"/>
                      </a:moveTo>
                      <a:cubicBezTo>
                        <a:pt x="6333" y="7782"/>
                        <a:pt x="6459" y="7971"/>
                        <a:pt x="6616" y="8097"/>
                      </a:cubicBezTo>
                      <a:lnTo>
                        <a:pt x="5198" y="9547"/>
                      </a:lnTo>
                      <a:lnTo>
                        <a:pt x="3718" y="8097"/>
                      </a:lnTo>
                      <a:cubicBezTo>
                        <a:pt x="3875" y="7971"/>
                        <a:pt x="4033" y="7782"/>
                        <a:pt x="4096" y="7593"/>
                      </a:cubicBezTo>
                      <a:cubicBezTo>
                        <a:pt x="4190" y="7625"/>
                        <a:pt x="4379" y="7625"/>
                        <a:pt x="4474" y="7625"/>
                      </a:cubicBezTo>
                      <a:lnTo>
                        <a:pt x="5860" y="7625"/>
                      </a:lnTo>
                      <a:cubicBezTo>
                        <a:pt x="5986" y="7625"/>
                        <a:pt x="6143" y="7625"/>
                        <a:pt x="6238" y="7593"/>
                      </a:cubicBezTo>
                      <a:close/>
                      <a:moveTo>
                        <a:pt x="2961" y="8318"/>
                      </a:moveTo>
                      <a:lnTo>
                        <a:pt x="4852" y="10177"/>
                      </a:lnTo>
                      <a:lnTo>
                        <a:pt x="4852" y="11122"/>
                      </a:lnTo>
                      <a:lnTo>
                        <a:pt x="662" y="11122"/>
                      </a:lnTo>
                      <a:lnTo>
                        <a:pt x="662" y="9358"/>
                      </a:lnTo>
                      <a:cubicBezTo>
                        <a:pt x="662" y="8759"/>
                        <a:pt x="1134" y="8318"/>
                        <a:pt x="1701" y="8318"/>
                      </a:cubicBezTo>
                      <a:close/>
                      <a:moveTo>
                        <a:pt x="8664" y="8318"/>
                      </a:moveTo>
                      <a:cubicBezTo>
                        <a:pt x="9262" y="8318"/>
                        <a:pt x="9672" y="8790"/>
                        <a:pt x="9672" y="9358"/>
                      </a:cubicBezTo>
                      <a:lnTo>
                        <a:pt x="9672" y="11122"/>
                      </a:lnTo>
                      <a:lnTo>
                        <a:pt x="5513" y="11122"/>
                      </a:lnTo>
                      <a:lnTo>
                        <a:pt x="5513" y="10177"/>
                      </a:lnTo>
                      <a:lnTo>
                        <a:pt x="7404" y="8318"/>
                      </a:lnTo>
                      <a:close/>
                      <a:moveTo>
                        <a:pt x="4537" y="1"/>
                      </a:moveTo>
                      <a:cubicBezTo>
                        <a:pt x="2804" y="1"/>
                        <a:pt x="1418" y="1418"/>
                        <a:pt x="1418" y="3120"/>
                      </a:cubicBezTo>
                      <a:lnTo>
                        <a:pt x="1418" y="4506"/>
                      </a:lnTo>
                      <a:cubicBezTo>
                        <a:pt x="1418" y="5356"/>
                        <a:pt x="2048" y="6050"/>
                        <a:pt x="2835" y="6207"/>
                      </a:cubicBezTo>
                      <a:cubicBezTo>
                        <a:pt x="2898" y="6648"/>
                        <a:pt x="3151" y="7026"/>
                        <a:pt x="3497" y="7278"/>
                      </a:cubicBezTo>
                      <a:cubicBezTo>
                        <a:pt x="3466" y="7467"/>
                        <a:pt x="3308" y="7625"/>
                        <a:pt x="3119" y="7625"/>
                      </a:cubicBezTo>
                      <a:lnTo>
                        <a:pt x="1733" y="7625"/>
                      </a:lnTo>
                      <a:cubicBezTo>
                        <a:pt x="788" y="7625"/>
                        <a:pt x="0" y="8412"/>
                        <a:pt x="0" y="9358"/>
                      </a:cubicBezTo>
                      <a:lnTo>
                        <a:pt x="0" y="11468"/>
                      </a:lnTo>
                      <a:cubicBezTo>
                        <a:pt x="0" y="11689"/>
                        <a:pt x="158" y="11846"/>
                        <a:pt x="347" y="11846"/>
                      </a:cubicBezTo>
                      <a:lnTo>
                        <a:pt x="10050" y="11846"/>
                      </a:lnTo>
                      <a:cubicBezTo>
                        <a:pt x="10239" y="11846"/>
                        <a:pt x="10397" y="11689"/>
                        <a:pt x="10397" y="11468"/>
                      </a:cubicBezTo>
                      <a:lnTo>
                        <a:pt x="10397" y="9358"/>
                      </a:lnTo>
                      <a:cubicBezTo>
                        <a:pt x="10397" y="8412"/>
                        <a:pt x="9609" y="7625"/>
                        <a:pt x="8664" y="7625"/>
                      </a:cubicBezTo>
                      <a:lnTo>
                        <a:pt x="7278" y="7625"/>
                      </a:lnTo>
                      <a:cubicBezTo>
                        <a:pt x="7089" y="7625"/>
                        <a:pt x="6931" y="7467"/>
                        <a:pt x="6931" y="7278"/>
                      </a:cubicBezTo>
                      <a:cubicBezTo>
                        <a:pt x="7278" y="7026"/>
                        <a:pt x="7530" y="6648"/>
                        <a:pt x="7593" y="6207"/>
                      </a:cubicBezTo>
                      <a:cubicBezTo>
                        <a:pt x="8380" y="6050"/>
                        <a:pt x="9010" y="5325"/>
                        <a:pt x="9010" y="4506"/>
                      </a:cubicBezTo>
                      <a:lnTo>
                        <a:pt x="9010" y="3120"/>
                      </a:lnTo>
                      <a:cubicBezTo>
                        <a:pt x="9010" y="1387"/>
                        <a:pt x="7593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57" name="Google Shape;9310;p73">
                  <a:extLst>
                    <a:ext uri="{FF2B5EF4-FFF2-40B4-BE49-F238E27FC236}">
                      <a16:creationId xmlns:a16="http://schemas.microsoft.com/office/drawing/2014/main" id="{62DDBE8D-0D0B-B70F-7695-95E740398107}"/>
                    </a:ext>
                  </a:extLst>
                </p:cNvPr>
                <p:cNvSpPr/>
                <p:nvPr/>
              </p:nvSpPr>
              <p:spPr>
                <a:xfrm>
                  <a:off x="5967300" y="2915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355" name="Google Shape;9311;p73">
                <a:extLst>
                  <a:ext uri="{FF2B5EF4-FFF2-40B4-BE49-F238E27FC236}">
                    <a16:creationId xmlns:a16="http://schemas.microsoft.com/office/drawing/2014/main" id="{A47AA9AB-86B0-07D4-F3BD-B9C1768A3F18}"/>
                  </a:ext>
                </a:extLst>
              </p:cNvPr>
              <p:cNvSpPr/>
              <p:nvPr/>
            </p:nvSpPr>
            <p:spPr>
              <a:xfrm>
                <a:off x="10926070" y="2281639"/>
                <a:ext cx="500612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5" extrusionOk="0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65B338-0323-9475-9F64-E3214313C1AB}"/>
                </a:ext>
              </a:extLst>
            </p:cNvPr>
            <p:cNvGrpSpPr/>
            <p:nvPr/>
          </p:nvGrpSpPr>
          <p:grpSpPr>
            <a:xfrm>
              <a:off x="764236" y="3833082"/>
              <a:ext cx="10663528" cy="1739406"/>
              <a:chOff x="763919" y="3746993"/>
              <a:chExt cx="10663528" cy="1739406"/>
            </a:xfrm>
            <a:grpFill/>
          </p:grpSpPr>
          <p:grpSp>
            <p:nvGrpSpPr>
              <p:cNvPr id="5" name="Google Shape;9312;p73">
                <a:extLst>
                  <a:ext uri="{FF2B5EF4-FFF2-40B4-BE49-F238E27FC236}">
                    <a16:creationId xmlns:a16="http://schemas.microsoft.com/office/drawing/2014/main" id="{109CBB98-D239-E6C2-0A4C-AB9A67B79B0F}"/>
                  </a:ext>
                </a:extLst>
              </p:cNvPr>
              <p:cNvGrpSpPr/>
              <p:nvPr/>
            </p:nvGrpSpPr>
            <p:grpSpPr>
              <a:xfrm>
                <a:off x="765249" y="3749233"/>
                <a:ext cx="503276" cy="497908"/>
                <a:chOff x="581525" y="3254850"/>
                <a:chExt cx="297750" cy="294575"/>
              </a:xfrm>
              <a:grpFill/>
            </p:grpSpPr>
            <p:sp>
              <p:nvSpPr>
                <p:cNvPr id="303" name="Google Shape;9313;p73">
                  <a:extLst>
                    <a:ext uri="{FF2B5EF4-FFF2-40B4-BE49-F238E27FC236}">
                      <a16:creationId xmlns:a16="http://schemas.microsoft.com/office/drawing/2014/main" id="{B4875645-642E-1082-7CA9-388B44718BBE}"/>
                    </a:ext>
                  </a:extLst>
                </p:cNvPr>
                <p:cNvSpPr/>
                <p:nvPr/>
              </p:nvSpPr>
              <p:spPr>
                <a:xfrm>
                  <a:off x="616950" y="3358025"/>
                  <a:ext cx="890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66" extrusionOk="0">
                      <a:moveTo>
                        <a:pt x="1797" y="0"/>
                      </a:moveTo>
                      <a:cubicBezTo>
                        <a:pt x="789" y="0"/>
                        <a:pt x="1" y="788"/>
                        <a:pt x="1" y="1733"/>
                      </a:cubicBezTo>
                      <a:cubicBezTo>
                        <a:pt x="1" y="2710"/>
                        <a:pt x="789" y="3466"/>
                        <a:pt x="1797" y="3466"/>
                      </a:cubicBezTo>
                      <a:cubicBezTo>
                        <a:pt x="2773" y="3466"/>
                        <a:pt x="3561" y="2710"/>
                        <a:pt x="3561" y="1733"/>
                      </a:cubicBezTo>
                      <a:cubicBezTo>
                        <a:pt x="3561" y="788"/>
                        <a:pt x="2773" y="0"/>
                        <a:pt x="17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04" name="Google Shape;9314;p73">
                  <a:extLst>
                    <a:ext uri="{FF2B5EF4-FFF2-40B4-BE49-F238E27FC236}">
                      <a16:creationId xmlns:a16="http://schemas.microsoft.com/office/drawing/2014/main" id="{0691BC30-FCBA-2C2F-26EF-1711A97BCE23}"/>
                    </a:ext>
                  </a:extLst>
                </p:cNvPr>
                <p:cNvSpPr/>
                <p:nvPr/>
              </p:nvSpPr>
              <p:spPr>
                <a:xfrm>
                  <a:off x="721725" y="32548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355"/>
                      </a:moveTo>
                      <a:cubicBezTo>
                        <a:pt x="3749" y="1355"/>
                        <a:pt x="4159" y="1827"/>
                        <a:pt x="4159" y="2363"/>
                      </a:cubicBezTo>
                      <a:cubicBezTo>
                        <a:pt x="4159" y="2773"/>
                        <a:pt x="3970" y="3119"/>
                        <a:pt x="3623" y="3277"/>
                      </a:cubicBezTo>
                      <a:cubicBezTo>
                        <a:pt x="3529" y="3308"/>
                        <a:pt x="3497" y="3434"/>
                        <a:pt x="3497" y="3560"/>
                      </a:cubicBezTo>
                      <a:cubicBezTo>
                        <a:pt x="3497" y="3749"/>
                        <a:pt x="3340" y="3907"/>
                        <a:pt x="3151" y="3907"/>
                      </a:cubicBezTo>
                      <a:cubicBezTo>
                        <a:pt x="2962" y="3907"/>
                        <a:pt x="2804" y="3749"/>
                        <a:pt x="2804" y="3560"/>
                      </a:cubicBezTo>
                      <a:cubicBezTo>
                        <a:pt x="2804" y="3151"/>
                        <a:pt x="2993" y="2836"/>
                        <a:pt x="3308" y="2647"/>
                      </a:cubicBezTo>
                      <a:cubicBezTo>
                        <a:pt x="3434" y="2552"/>
                        <a:pt x="3497" y="2458"/>
                        <a:pt x="3497" y="2332"/>
                      </a:cubicBezTo>
                      <a:cubicBezTo>
                        <a:pt x="3497" y="2143"/>
                        <a:pt x="3340" y="1953"/>
                        <a:pt x="3151" y="1953"/>
                      </a:cubicBezTo>
                      <a:cubicBezTo>
                        <a:pt x="2962" y="1953"/>
                        <a:pt x="2804" y="2143"/>
                        <a:pt x="2804" y="2332"/>
                      </a:cubicBezTo>
                      <a:cubicBezTo>
                        <a:pt x="2804" y="2521"/>
                        <a:pt x="2646" y="2678"/>
                        <a:pt x="2426" y="2678"/>
                      </a:cubicBezTo>
                      <a:cubicBezTo>
                        <a:pt x="2237" y="2678"/>
                        <a:pt x="2079" y="2521"/>
                        <a:pt x="2079" y="2332"/>
                      </a:cubicBezTo>
                      <a:cubicBezTo>
                        <a:pt x="2079" y="1827"/>
                        <a:pt x="2552" y="1355"/>
                        <a:pt x="3151" y="1355"/>
                      </a:cubicBezTo>
                      <a:close/>
                      <a:moveTo>
                        <a:pt x="3151" y="4096"/>
                      </a:moveTo>
                      <a:cubicBezTo>
                        <a:pt x="3340" y="4096"/>
                        <a:pt x="3497" y="4253"/>
                        <a:pt x="3497" y="4442"/>
                      </a:cubicBezTo>
                      <a:cubicBezTo>
                        <a:pt x="3497" y="4663"/>
                        <a:pt x="3340" y="4820"/>
                        <a:pt x="3151" y="4820"/>
                      </a:cubicBezTo>
                      <a:cubicBezTo>
                        <a:pt x="2962" y="4820"/>
                        <a:pt x="2804" y="4663"/>
                        <a:pt x="2804" y="4442"/>
                      </a:cubicBezTo>
                      <a:cubicBezTo>
                        <a:pt x="2804" y="4253"/>
                        <a:pt x="2962" y="4096"/>
                        <a:pt x="3151" y="4096"/>
                      </a:cubicBezTo>
                      <a:close/>
                      <a:moveTo>
                        <a:pt x="3182" y="0"/>
                      </a:moveTo>
                      <a:cubicBezTo>
                        <a:pt x="1481" y="0"/>
                        <a:pt x="63" y="1418"/>
                        <a:pt x="63" y="3119"/>
                      </a:cubicBezTo>
                      <a:cubicBezTo>
                        <a:pt x="63" y="3655"/>
                        <a:pt x="189" y="4159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47" y="6238"/>
                        <a:pt x="473" y="6238"/>
                      </a:cubicBezTo>
                      <a:lnTo>
                        <a:pt x="1764" y="5892"/>
                      </a:lnTo>
                      <a:cubicBezTo>
                        <a:pt x="2205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789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05" name="Google Shape;9315;p73">
                  <a:extLst>
                    <a:ext uri="{FF2B5EF4-FFF2-40B4-BE49-F238E27FC236}">
                      <a16:creationId xmlns:a16="http://schemas.microsoft.com/office/drawing/2014/main" id="{53A14EE5-9BB2-463F-0885-1ACEC9A46178}"/>
                    </a:ext>
                  </a:extLst>
                </p:cNvPr>
                <p:cNvSpPr/>
                <p:nvPr/>
              </p:nvSpPr>
              <p:spPr>
                <a:xfrm>
                  <a:off x="581525" y="3440725"/>
                  <a:ext cx="1575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8" extrusionOk="0">
                      <a:moveTo>
                        <a:pt x="1355" y="0"/>
                      </a:moveTo>
                      <a:cubicBezTo>
                        <a:pt x="567" y="567"/>
                        <a:pt x="0" y="1513"/>
                        <a:pt x="0" y="2584"/>
                      </a:cubicBezTo>
                      <a:lnTo>
                        <a:pt x="0" y="4001"/>
                      </a:lnTo>
                      <a:cubicBezTo>
                        <a:pt x="63" y="4190"/>
                        <a:pt x="221" y="4348"/>
                        <a:pt x="410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1" y="4190"/>
                        <a:pt x="6301" y="4001"/>
                      </a:cubicBezTo>
                      <a:lnTo>
                        <a:pt x="6301" y="2584"/>
                      </a:lnTo>
                      <a:cubicBezTo>
                        <a:pt x="6301" y="1513"/>
                        <a:pt x="5797" y="599"/>
                        <a:pt x="4978" y="0"/>
                      </a:cubicBezTo>
                      <a:cubicBezTo>
                        <a:pt x="4537" y="536"/>
                        <a:pt x="3875" y="851"/>
                        <a:pt x="3151" y="851"/>
                      </a:cubicBezTo>
                      <a:cubicBezTo>
                        <a:pt x="2458" y="851"/>
                        <a:pt x="1796" y="536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6" name="Google Shape;9316;p73">
                <a:extLst>
                  <a:ext uri="{FF2B5EF4-FFF2-40B4-BE49-F238E27FC236}">
                    <a16:creationId xmlns:a16="http://schemas.microsoft.com/office/drawing/2014/main" id="{C9F7818E-8D38-C214-4C2F-681595953E66}"/>
                  </a:ext>
                </a:extLst>
              </p:cNvPr>
              <p:cNvGrpSpPr/>
              <p:nvPr/>
            </p:nvGrpSpPr>
            <p:grpSpPr>
              <a:xfrm>
                <a:off x="763919" y="4376911"/>
                <a:ext cx="505937" cy="502642"/>
                <a:chOff x="580725" y="3617925"/>
                <a:chExt cx="299325" cy="297375"/>
              </a:xfrm>
              <a:grpFill/>
            </p:grpSpPr>
            <p:sp>
              <p:nvSpPr>
                <p:cNvPr id="298" name="Google Shape;9317;p73">
                  <a:extLst>
                    <a:ext uri="{FF2B5EF4-FFF2-40B4-BE49-F238E27FC236}">
                      <a16:creationId xmlns:a16="http://schemas.microsoft.com/office/drawing/2014/main" id="{45F6F6D2-C273-8F10-6D7F-AE7F11D81E40}"/>
                    </a:ext>
                  </a:extLst>
                </p:cNvPr>
                <p:cNvSpPr/>
                <p:nvPr/>
              </p:nvSpPr>
              <p:spPr>
                <a:xfrm>
                  <a:off x="6090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1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41" y="2048"/>
                      </a:cubicBezTo>
                      <a:cubicBezTo>
                        <a:pt x="1608" y="2048"/>
                        <a:pt x="2049" y="1607"/>
                        <a:pt x="2049" y="1040"/>
                      </a:cubicBezTo>
                      <a:cubicBezTo>
                        <a:pt x="2049" y="473"/>
                        <a:pt x="160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9" name="Google Shape;9318;p73">
                  <a:extLst>
                    <a:ext uri="{FF2B5EF4-FFF2-40B4-BE49-F238E27FC236}">
                      <a16:creationId xmlns:a16="http://schemas.microsoft.com/office/drawing/2014/main" id="{72D823F3-F0EC-1E27-A0FA-20271D5114B1}"/>
                    </a:ext>
                  </a:extLst>
                </p:cNvPr>
                <p:cNvSpPr/>
                <p:nvPr/>
              </p:nvSpPr>
              <p:spPr>
                <a:xfrm>
                  <a:off x="668950" y="3617925"/>
                  <a:ext cx="122875" cy="10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5" h="4179" extrusionOk="0"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72"/>
                      </a:cubicBezTo>
                      <a:lnTo>
                        <a:pt x="0" y="1797"/>
                      </a:lnTo>
                      <a:cubicBezTo>
                        <a:pt x="0" y="2364"/>
                        <a:pt x="473" y="2805"/>
                        <a:pt x="1040" y="2805"/>
                      </a:cubicBezTo>
                      <a:lnTo>
                        <a:pt x="2300" y="2805"/>
                      </a:lnTo>
                      <a:lnTo>
                        <a:pt x="3592" y="4097"/>
                      </a:lnTo>
                      <a:cubicBezTo>
                        <a:pt x="3672" y="4156"/>
                        <a:pt x="3764" y="4178"/>
                        <a:pt x="3853" y="4178"/>
                      </a:cubicBezTo>
                      <a:cubicBezTo>
                        <a:pt x="3905" y="4178"/>
                        <a:pt x="3955" y="4171"/>
                        <a:pt x="4001" y="4160"/>
                      </a:cubicBezTo>
                      <a:cubicBezTo>
                        <a:pt x="4127" y="4097"/>
                        <a:pt x="4190" y="3939"/>
                        <a:pt x="4190" y="3844"/>
                      </a:cubicBezTo>
                      <a:lnTo>
                        <a:pt x="4190" y="2742"/>
                      </a:lnTo>
                      <a:cubicBezTo>
                        <a:pt x="4600" y="2584"/>
                        <a:pt x="4915" y="2206"/>
                        <a:pt x="4915" y="1734"/>
                      </a:cubicBezTo>
                      <a:lnTo>
                        <a:pt x="4915" y="1072"/>
                      </a:lnTo>
                      <a:cubicBezTo>
                        <a:pt x="4915" y="473"/>
                        <a:pt x="4411" y="1"/>
                        <a:pt x="38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00" name="Google Shape;9319;p73">
                  <a:extLst>
                    <a:ext uri="{FF2B5EF4-FFF2-40B4-BE49-F238E27FC236}">
                      <a16:creationId xmlns:a16="http://schemas.microsoft.com/office/drawing/2014/main" id="{E01D522D-3D0A-E872-BC37-CBF3CDE1D3CB}"/>
                    </a:ext>
                  </a:extLst>
                </p:cNvPr>
                <p:cNvSpPr/>
                <p:nvPr/>
              </p:nvSpPr>
              <p:spPr>
                <a:xfrm>
                  <a:off x="580725" y="3721900"/>
                  <a:ext cx="141800" cy="19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681" extrusionOk="0">
                      <a:moveTo>
                        <a:pt x="3340" y="4506"/>
                      </a:moveTo>
                      <a:lnTo>
                        <a:pt x="3718" y="5577"/>
                      </a:lnTo>
                      <a:lnTo>
                        <a:pt x="1229" y="5577"/>
                      </a:lnTo>
                      <a:lnTo>
                        <a:pt x="1450" y="4600"/>
                      </a:lnTo>
                      <a:lnTo>
                        <a:pt x="1450" y="4506"/>
                      </a:lnTo>
                      <a:close/>
                      <a:moveTo>
                        <a:pt x="1450" y="1"/>
                      </a:moveTo>
                      <a:cubicBezTo>
                        <a:pt x="1135" y="1"/>
                        <a:pt x="883" y="221"/>
                        <a:pt x="788" y="505"/>
                      </a:cubicBezTo>
                      <a:lnTo>
                        <a:pt x="95" y="3624"/>
                      </a:lnTo>
                      <a:cubicBezTo>
                        <a:pt x="1" y="4096"/>
                        <a:pt x="316" y="4506"/>
                        <a:pt x="757" y="4506"/>
                      </a:cubicBezTo>
                      <a:lnTo>
                        <a:pt x="95" y="7247"/>
                      </a:lnTo>
                      <a:cubicBezTo>
                        <a:pt x="32" y="7436"/>
                        <a:pt x="158" y="7593"/>
                        <a:pt x="316" y="7656"/>
                      </a:cubicBezTo>
                      <a:cubicBezTo>
                        <a:pt x="350" y="7668"/>
                        <a:pt x="383" y="7673"/>
                        <a:pt x="415" y="7673"/>
                      </a:cubicBezTo>
                      <a:cubicBezTo>
                        <a:pt x="559" y="7673"/>
                        <a:pt x="679" y="7565"/>
                        <a:pt x="757" y="7436"/>
                      </a:cubicBezTo>
                      <a:lnTo>
                        <a:pt x="1040" y="6301"/>
                      </a:lnTo>
                      <a:lnTo>
                        <a:pt x="3939" y="6301"/>
                      </a:lnTo>
                      <a:lnTo>
                        <a:pt x="4254" y="7152"/>
                      </a:lnTo>
                      <a:cubicBezTo>
                        <a:pt x="4358" y="7492"/>
                        <a:pt x="4637" y="7680"/>
                        <a:pt x="4908" y="7680"/>
                      </a:cubicBezTo>
                      <a:cubicBezTo>
                        <a:pt x="4964" y="7680"/>
                        <a:pt x="5019" y="7672"/>
                        <a:pt x="5073" y="7656"/>
                      </a:cubicBezTo>
                      <a:cubicBezTo>
                        <a:pt x="5451" y="7593"/>
                        <a:pt x="5672" y="7184"/>
                        <a:pt x="5609" y="6837"/>
                      </a:cubicBezTo>
                      <a:lnTo>
                        <a:pt x="4569" y="3687"/>
                      </a:lnTo>
                      <a:cubicBezTo>
                        <a:pt x="4506" y="3372"/>
                        <a:pt x="4222" y="3183"/>
                        <a:pt x="3907" y="3183"/>
                      </a:cubicBezTo>
                      <a:lnTo>
                        <a:pt x="3183" y="3183"/>
                      </a:lnTo>
                      <a:cubicBezTo>
                        <a:pt x="2994" y="3183"/>
                        <a:pt x="2836" y="3025"/>
                        <a:pt x="2836" y="2836"/>
                      </a:cubicBezTo>
                      <a:cubicBezTo>
                        <a:pt x="2836" y="2615"/>
                        <a:pt x="2994" y="2458"/>
                        <a:pt x="3183" y="2458"/>
                      </a:cubicBezTo>
                      <a:lnTo>
                        <a:pt x="4222" y="2458"/>
                      </a:lnTo>
                      <a:cubicBezTo>
                        <a:pt x="4600" y="2458"/>
                        <a:pt x="4915" y="2143"/>
                        <a:pt x="4915" y="1765"/>
                      </a:cubicBezTo>
                      <a:cubicBezTo>
                        <a:pt x="4915" y="1355"/>
                        <a:pt x="4600" y="1040"/>
                        <a:pt x="4222" y="1040"/>
                      </a:cubicBezTo>
                      <a:lnTo>
                        <a:pt x="2332" y="1040"/>
                      </a:lnTo>
                      <a:lnTo>
                        <a:pt x="2080" y="379"/>
                      </a:lnTo>
                      <a:cubicBezTo>
                        <a:pt x="1985" y="158"/>
                        <a:pt x="1733" y="1"/>
                        <a:pt x="14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01" name="Google Shape;9320;p73">
                  <a:extLst>
                    <a:ext uri="{FF2B5EF4-FFF2-40B4-BE49-F238E27FC236}">
                      <a16:creationId xmlns:a16="http://schemas.microsoft.com/office/drawing/2014/main" id="{4C0CAA32-EE8A-85D9-9C81-9F179F44244E}"/>
                    </a:ext>
                  </a:extLst>
                </p:cNvPr>
                <p:cNvSpPr/>
                <p:nvPr/>
              </p:nvSpPr>
              <p:spPr>
                <a:xfrm>
                  <a:off x="8004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09" y="0"/>
                      </a:moveTo>
                      <a:cubicBezTo>
                        <a:pt x="442" y="0"/>
                        <a:pt x="1" y="473"/>
                        <a:pt x="1" y="1040"/>
                      </a:cubicBezTo>
                      <a:cubicBezTo>
                        <a:pt x="1" y="1607"/>
                        <a:pt x="442" y="2048"/>
                        <a:pt x="1009" y="2048"/>
                      </a:cubicBezTo>
                      <a:cubicBezTo>
                        <a:pt x="1576" y="2048"/>
                        <a:pt x="2048" y="1607"/>
                        <a:pt x="2048" y="1040"/>
                      </a:cubicBez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302" name="Google Shape;9321;p73">
                  <a:extLst>
                    <a:ext uri="{FF2B5EF4-FFF2-40B4-BE49-F238E27FC236}">
                      <a16:creationId xmlns:a16="http://schemas.microsoft.com/office/drawing/2014/main" id="{49ED1BD0-FCF6-EC38-17C7-45617FD2D0DB}"/>
                    </a:ext>
                  </a:extLst>
                </p:cNvPr>
                <p:cNvSpPr/>
                <p:nvPr/>
              </p:nvSpPr>
              <p:spPr>
                <a:xfrm>
                  <a:off x="738250" y="3722700"/>
                  <a:ext cx="141800" cy="19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704" extrusionOk="0">
                      <a:moveTo>
                        <a:pt x="4222" y="4474"/>
                      </a:moveTo>
                      <a:lnTo>
                        <a:pt x="4222" y="4568"/>
                      </a:lnTo>
                      <a:lnTo>
                        <a:pt x="4443" y="5545"/>
                      </a:lnTo>
                      <a:lnTo>
                        <a:pt x="1985" y="5545"/>
                      </a:lnTo>
                      <a:lnTo>
                        <a:pt x="2332" y="4474"/>
                      </a:lnTo>
                      <a:close/>
                      <a:moveTo>
                        <a:pt x="4222" y="0"/>
                      </a:moveTo>
                      <a:cubicBezTo>
                        <a:pt x="3939" y="0"/>
                        <a:pt x="3718" y="158"/>
                        <a:pt x="3592" y="378"/>
                      </a:cubicBezTo>
                      <a:lnTo>
                        <a:pt x="3340" y="1071"/>
                      </a:lnTo>
                      <a:lnTo>
                        <a:pt x="1450" y="1071"/>
                      </a:lnTo>
                      <a:cubicBezTo>
                        <a:pt x="1072" y="1071"/>
                        <a:pt x="757" y="1386"/>
                        <a:pt x="757" y="1764"/>
                      </a:cubicBezTo>
                      <a:cubicBezTo>
                        <a:pt x="757" y="2174"/>
                        <a:pt x="1072" y="2489"/>
                        <a:pt x="1450" y="2489"/>
                      </a:cubicBezTo>
                      <a:lnTo>
                        <a:pt x="2490" y="2489"/>
                      </a:lnTo>
                      <a:cubicBezTo>
                        <a:pt x="2679" y="2489"/>
                        <a:pt x="2836" y="2646"/>
                        <a:pt x="2836" y="2835"/>
                      </a:cubicBezTo>
                      <a:cubicBezTo>
                        <a:pt x="2836" y="3024"/>
                        <a:pt x="2679" y="3182"/>
                        <a:pt x="2490" y="3182"/>
                      </a:cubicBezTo>
                      <a:lnTo>
                        <a:pt x="1765" y="3182"/>
                      </a:lnTo>
                      <a:cubicBezTo>
                        <a:pt x="1450" y="3182"/>
                        <a:pt x="1198" y="3371"/>
                        <a:pt x="1103" y="3686"/>
                      </a:cubicBezTo>
                      <a:lnTo>
                        <a:pt x="95" y="6837"/>
                      </a:lnTo>
                      <a:cubicBezTo>
                        <a:pt x="1" y="7215"/>
                        <a:pt x="190" y="7593"/>
                        <a:pt x="599" y="7687"/>
                      </a:cubicBezTo>
                      <a:cubicBezTo>
                        <a:pt x="643" y="7696"/>
                        <a:pt x="690" y="7701"/>
                        <a:pt x="738" y="7701"/>
                      </a:cubicBezTo>
                      <a:cubicBezTo>
                        <a:pt x="1030" y="7701"/>
                        <a:pt x="1364" y="7531"/>
                        <a:pt x="1418" y="7152"/>
                      </a:cubicBezTo>
                      <a:lnTo>
                        <a:pt x="1733" y="6301"/>
                      </a:lnTo>
                      <a:lnTo>
                        <a:pt x="4632" y="6301"/>
                      </a:lnTo>
                      <a:lnTo>
                        <a:pt x="4915" y="7435"/>
                      </a:lnTo>
                      <a:cubicBezTo>
                        <a:pt x="4967" y="7591"/>
                        <a:pt x="5104" y="7704"/>
                        <a:pt x="5257" y="7704"/>
                      </a:cubicBezTo>
                      <a:cubicBezTo>
                        <a:pt x="5290" y="7704"/>
                        <a:pt x="5323" y="7698"/>
                        <a:pt x="5356" y="7687"/>
                      </a:cubicBezTo>
                      <a:cubicBezTo>
                        <a:pt x="5546" y="7624"/>
                        <a:pt x="5672" y="7435"/>
                        <a:pt x="5577" y="7246"/>
                      </a:cubicBezTo>
                      <a:lnTo>
                        <a:pt x="4915" y="4537"/>
                      </a:lnTo>
                      <a:cubicBezTo>
                        <a:pt x="5356" y="4474"/>
                        <a:pt x="5672" y="4064"/>
                        <a:pt x="5609" y="3623"/>
                      </a:cubicBezTo>
                      <a:lnTo>
                        <a:pt x="4884" y="504"/>
                      </a:lnTo>
                      <a:cubicBezTo>
                        <a:pt x="4821" y="189"/>
                        <a:pt x="4537" y="0"/>
                        <a:pt x="4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7" name="Google Shape;9322;p73">
                <a:extLst>
                  <a:ext uri="{FF2B5EF4-FFF2-40B4-BE49-F238E27FC236}">
                    <a16:creationId xmlns:a16="http://schemas.microsoft.com/office/drawing/2014/main" id="{2B15F343-F783-C964-8F6E-0CCA3AECFA21}"/>
                  </a:ext>
                </a:extLst>
              </p:cNvPr>
              <p:cNvGrpSpPr/>
              <p:nvPr/>
            </p:nvGrpSpPr>
            <p:grpSpPr>
              <a:xfrm>
                <a:off x="766581" y="4984646"/>
                <a:ext cx="500612" cy="500612"/>
                <a:chOff x="583100" y="3982600"/>
                <a:chExt cx="296175" cy="296175"/>
              </a:xfrm>
              <a:grpFill/>
            </p:grpSpPr>
            <p:sp>
              <p:nvSpPr>
                <p:cNvPr id="291" name="Google Shape;9323;p73">
                  <a:extLst>
                    <a:ext uri="{FF2B5EF4-FFF2-40B4-BE49-F238E27FC236}">
                      <a16:creationId xmlns:a16="http://schemas.microsoft.com/office/drawing/2014/main" id="{A59D856E-6E54-4591-3606-8CCF0091DA2C}"/>
                    </a:ext>
                  </a:extLst>
                </p:cNvPr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2" name="Google Shape;9324;p73">
                  <a:extLst>
                    <a:ext uri="{FF2B5EF4-FFF2-40B4-BE49-F238E27FC236}">
                      <a16:creationId xmlns:a16="http://schemas.microsoft.com/office/drawing/2014/main" id="{BE24B05B-CF78-9EDA-DD49-11E0DBDA4BA6}"/>
                    </a:ext>
                  </a:extLst>
                </p:cNvPr>
                <p:cNvSpPr/>
                <p:nvPr/>
              </p:nvSpPr>
              <p:spPr>
                <a:xfrm>
                  <a:off x="609075" y="4139350"/>
                  <a:ext cx="69350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3" name="Google Shape;9325;p73">
                  <a:extLst>
                    <a:ext uri="{FF2B5EF4-FFF2-40B4-BE49-F238E27FC236}">
                      <a16:creationId xmlns:a16="http://schemas.microsoft.com/office/drawing/2014/main" id="{D2A13A3B-5F4C-4FB3-5850-861E76D2A0D0}"/>
                    </a:ext>
                  </a:extLst>
                </p:cNvPr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4" name="Google Shape;9326;p73">
                  <a:extLst>
                    <a:ext uri="{FF2B5EF4-FFF2-40B4-BE49-F238E27FC236}">
                      <a16:creationId xmlns:a16="http://schemas.microsoft.com/office/drawing/2014/main" id="{BFE9F99A-2EA1-12F4-6AC7-A21D55AD5FC2}"/>
                    </a:ext>
                  </a:extLst>
                </p:cNvPr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5" name="Google Shape;9327;p73">
                  <a:extLst>
                    <a:ext uri="{FF2B5EF4-FFF2-40B4-BE49-F238E27FC236}">
                      <a16:creationId xmlns:a16="http://schemas.microsoft.com/office/drawing/2014/main" id="{7EB7875B-F9E1-09D6-D96C-589D5B5CE0B7}"/>
                    </a:ext>
                  </a:extLst>
                </p:cNvPr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6" name="Google Shape;9328;p73">
                  <a:extLst>
                    <a:ext uri="{FF2B5EF4-FFF2-40B4-BE49-F238E27FC236}">
                      <a16:creationId xmlns:a16="http://schemas.microsoft.com/office/drawing/2014/main" id="{939036A2-EF49-0AB9-7C52-8A831269D7D2}"/>
                    </a:ext>
                  </a:extLst>
                </p:cNvPr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7" name="Google Shape;9329;p73">
                  <a:extLst>
                    <a:ext uri="{FF2B5EF4-FFF2-40B4-BE49-F238E27FC236}">
                      <a16:creationId xmlns:a16="http://schemas.microsoft.com/office/drawing/2014/main" id="{E487C826-087E-3B19-4ED1-95AD76DB7B8F}"/>
                    </a:ext>
                  </a:extLst>
                </p:cNvPr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8" name="Google Shape;9330;p73">
                <a:extLst>
                  <a:ext uri="{FF2B5EF4-FFF2-40B4-BE49-F238E27FC236}">
                    <a16:creationId xmlns:a16="http://schemas.microsoft.com/office/drawing/2014/main" id="{B92C4315-100D-F646-3057-A5348D5B1EAA}"/>
                  </a:ext>
                </a:extLst>
              </p:cNvPr>
              <p:cNvGrpSpPr/>
              <p:nvPr/>
            </p:nvGrpSpPr>
            <p:grpSpPr>
              <a:xfrm>
                <a:off x="3959219" y="3748874"/>
                <a:ext cx="439341" cy="498627"/>
                <a:chOff x="2423775" y="3226875"/>
                <a:chExt cx="259925" cy="295000"/>
              </a:xfrm>
              <a:grpFill/>
            </p:grpSpPr>
            <p:sp>
              <p:nvSpPr>
                <p:cNvPr id="288" name="Google Shape;9331;p73">
                  <a:extLst>
                    <a:ext uri="{FF2B5EF4-FFF2-40B4-BE49-F238E27FC236}">
                      <a16:creationId xmlns:a16="http://schemas.microsoft.com/office/drawing/2014/main" id="{6C95D1EF-56D1-B9D1-6C6A-6DB9479A8FCD}"/>
                    </a:ext>
                  </a:extLst>
                </p:cNvPr>
                <p:cNvSpPr/>
                <p:nvPr/>
              </p:nvSpPr>
              <p:spPr>
                <a:xfrm>
                  <a:off x="2509625" y="3365900"/>
                  <a:ext cx="866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2080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89" name="Google Shape;9332;p73">
                  <a:extLst>
                    <a:ext uri="{FF2B5EF4-FFF2-40B4-BE49-F238E27FC236}">
                      <a16:creationId xmlns:a16="http://schemas.microsoft.com/office/drawing/2014/main" id="{C3168CF9-2B86-E57B-90D2-D85635FEED2D}"/>
                    </a:ext>
                  </a:extLst>
                </p:cNvPr>
                <p:cNvSpPr/>
                <p:nvPr/>
              </p:nvSpPr>
              <p:spPr>
                <a:xfrm>
                  <a:off x="2534825" y="33139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316" y="0"/>
                        <a:pt x="0" y="315"/>
                        <a:pt x="0" y="725"/>
                      </a:cubicBezTo>
                      <a:cubicBezTo>
                        <a:pt x="0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90" name="Google Shape;9333;p73">
                  <a:extLst>
                    <a:ext uri="{FF2B5EF4-FFF2-40B4-BE49-F238E27FC236}">
                      <a16:creationId xmlns:a16="http://schemas.microsoft.com/office/drawing/2014/main" id="{5D58B334-CD6B-599A-F89F-A74F5271AFE5}"/>
                    </a:ext>
                  </a:extLst>
                </p:cNvPr>
                <p:cNvSpPr/>
                <p:nvPr/>
              </p:nvSpPr>
              <p:spPr>
                <a:xfrm>
                  <a:off x="2423775" y="3226875"/>
                  <a:ext cx="2599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00" extrusionOk="0">
                      <a:moveTo>
                        <a:pt x="5167" y="2757"/>
                      </a:moveTo>
                      <a:cubicBezTo>
                        <a:pt x="5923" y="2757"/>
                        <a:pt x="6553" y="3388"/>
                        <a:pt x="6553" y="4144"/>
                      </a:cubicBezTo>
                      <a:cubicBezTo>
                        <a:pt x="6553" y="4490"/>
                        <a:pt x="6396" y="4805"/>
                        <a:pt x="6175" y="5089"/>
                      </a:cubicBezTo>
                      <a:cubicBezTo>
                        <a:pt x="7026" y="5498"/>
                        <a:pt x="7593" y="6317"/>
                        <a:pt x="7593" y="7294"/>
                      </a:cubicBezTo>
                      <a:lnTo>
                        <a:pt x="7593" y="8019"/>
                      </a:lnTo>
                      <a:cubicBezTo>
                        <a:pt x="7593" y="8208"/>
                        <a:pt x="7435" y="8365"/>
                        <a:pt x="7246" y="8365"/>
                      </a:cubicBezTo>
                      <a:lnTo>
                        <a:pt x="3088" y="8365"/>
                      </a:lnTo>
                      <a:cubicBezTo>
                        <a:pt x="2867" y="8365"/>
                        <a:pt x="2710" y="8208"/>
                        <a:pt x="2710" y="8019"/>
                      </a:cubicBezTo>
                      <a:lnTo>
                        <a:pt x="2710" y="7294"/>
                      </a:lnTo>
                      <a:cubicBezTo>
                        <a:pt x="2710" y="6317"/>
                        <a:pt x="3308" y="5498"/>
                        <a:pt x="4127" y="5089"/>
                      </a:cubicBezTo>
                      <a:cubicBezTo>
                        <a:pt x="3907" y="4868"/>
                        <a:pt x="3781" y="4553"/>
                        <a:pt x="3781" y="4144"/>
                      </a:cubicBezTo>
                      <a:cubicBezTo>
                        <a:pt x="3781" y="3388"/>
                        <a:pt x="4411" y="2757"/>
                        <a:pt x="5167" y="2757"/>
                      </a:cubicBezTo>
                      <a:close/>
                      <a:moveTo>
                        <a:pt x="5183" y="1"/>
                      </a:moveTo>
                      <a:cubicBezTo>
                        <a:pt x="5128" y="1"/>
                        <a:pt x="5073" y="17"/>
                        <a:pt x="5010" y="48"/>
                      </a:cubicBezTo>
                      <a:cubicBezTo>
                        <a:pt x="3964" y="646"/>
                        <a:pt x="2946" y="940"/>
                        <a:pt x="1919" y="940"/>
                      </a:cubicBezTo>
                      <a:cubicBezTo>
                        <a:pt x="1430" y="940"/>
                        <a:pt x="939" y="873"/>
                        <a:pt x="441" y="741"/>
                      </a:cubicBezTo>
                      <a:cubicBezTo>
                        <a:pt x="402" y="722"/>
                        <a:pt x="363" y="714"/>
                        <a:pt x="326" y="714"/>
                      </a:cubicBezTo>
                      <a:cubicBezTo>
                        <a:pt x="243" y="714"/>
                        <a:pt x="170" y="751"/>
                        <a:pt x="126" y="773"/>
                      </a:cubicBezTo>
                      <a:cubicBezTo>
                        <a:pt x="32" y="836"/>
                        <a:pt x="0" y="930"/>
                        <a:pt x="0" y="1056"/>
                      </a:cubicBezTo>
                      <a:lnTo>
                        <a:pt x="0" y="5026"/>
                      </a:lnTo>
                      <a:cubicBezTo>
                        <a:pt x="0" y="8145"/>
                        <a:pt x="2080" y="10949"/>
                        <a:pt x="5104" y="11799"/>
                      </a:cubicBezTo>
                      <a:lnTo>
                        <a:pt x="5262" y="11799"/>
                      </a:lnTo>
                      <a:cubicBezTo>
                        <a:pt x="8255" y="10917"/>
                        <a:pt x="10397" y="8145"/>
                        <a:pt x="10397" y="5026"/>
                      </a:cubicBezTo>
                      <a:lnTo>
                        <a:pt x="10397" y="1056"/>
                      </a:lnTo>
                      <a:cubicBezTo>
                        <a:pt x="10397" y="930"/>
                        <a:pt x="10365" y="836"/>
                        <a:pt x="10271" y="773"/>
                      </a:cubicBezTo>
                      <a:cubicBezTo>
                        <a:pt x="10162" y="751"/>
                        <a:pt x="10084" y="714"/>
                        <a:pt x="10014" y="714"/>
                      </a:cubicBezTo>
                      <a:cubicBezTo>
                        <a:pt x="9983" y="714"/>
                        <a:pt x="9954" y="722"/>
                        <a:pt x="9924" y="741"/>
                      </a:cubicBezTo>
                      <a:cubicBezTo>
                        <a:pt x="9414" y="877"/>
                        <a:pt x="8910" y="946"/>
                        <a:pt x="8409" y="946"/>
                      </a:cubicBezTo>
                      <a:cubicBezTo>
                        <a:pt x="7395" y="946"/>
                        <a:pt x="6389" y="660"/>
                        <a:pt x="5356" y="48"/>
                      </a:cubicBezTo>
                      <a:cubicBezTo>
                        <a:pt x="5293" y="17"/>
                        <a:pt x="5238" y="1"/>
                        <a:pt x="5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9" name="Google Shape;9334;p73">
                <a:extLst>
                  <a:ext uri="{FF2B5EF4-FFF2-40B4-BE49-F238E27FC236}">
                    <a16:creationId xmlns:a16="http://schemas.microsoft.com/office/drawing/2014/main" id="{CB2FA64A-5E85-66AC-595A-49E5A4797C2E}"/>
                  </a:ext>
                </a:extLst>
              </p:cNvPr>
              <p:cNvGrpSpPr/>
              <p:nvPr/>
            </p:nvGrpSpPr>
            <p:grpSpPr>
              <a:xfrm>
                <a:off x="3926595" y="4379912"/>
                <a:ext cx="504585" cy="496642"/>
                <a:chOff x="2404875" y="3592725"/>
                <a:chExt cx="298525" cy="293825"/>
              </a:xfrm>
              <a:grpFill/>
            </p:grpSpPr>
            <p:sp>
              <p:nvSpPr>
                <p:cNvPr id="285" name="Google Shape;9335;p73">
                  <a:extLst>
                    <a:ext uri="{FF2B5EF4-FFF2-40B4-BE49-F238E27FC236}">
                      <a16:creationId xmlns:a16="http://schemas.microsoft.com/office/drawing/2014/main" id="{7FECFE1D-EB0A-49D5-A1E0-DBA5972F7853}"/>
                    </a:ext>
                  </a:extLst>
                </p:cNvPr>
                <p:cNvSpPr/>
                <p:nvPr/>
              </p:nvSpPr>
              <p:spPr>
                <a:xfrm>
                  <a:off x="2404875" y="3747900"/>
                  <a:ext cx="52775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554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5198"/>
                      </a:lnTo>
                      <a:cubicBezTo>
                        <a:pt x="0" y="5419"/>
                        <a:pt x="158" y="5545"/>
                        <a:pt x="378" y="5545"/>
                      </a:cubicBezTo>
                      <a:lnTo>
                        <a:pt x="1071" y="5545"/>
                      </a:lnTo>
                      <a:cubicBezTo>
                        <a:pt x="1670" y="5545"/>
                        <a:pt x="2111" y="5072"/>
                        <a:pt x="2111" y="4537"/>
                      </a:cubicBezTo>
                      <a:lnTo>
                        <a:pt x="2111" y="1040"/>
                      </a:lnTo>
                      <a:cubicBezTo>
                        <a:pt x="2111" y="441"/>
                        <a:pt x="1638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86" name="Google Shape;9336;p73">
                  <a:extLst>
                    <a:ext uri="{FF2B5EF4-FFF2-40B4-BE49-F238E27FC236}">
                      <a16:creationId xmlns:a16="http://schemas.microsoft.com/office/drawing/2014/main" id="{029A3FD8-426D-895D-D29B-852D297B417E}"/>
                    </a:ext>
                  </a:extLst>
                </p:cNvPr>
                <p:cNvSpPr/>
                <p:nvPr/>
              </p:nvSpPr>
              <p:spPr>
                <a:xfrm>
                  <a:off x="2458425" y="3592725"/>
                  <a:ext cx="190625" cy="16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428" extrusionOk="0">
                      <a:moveTo>
                        <a:pt x="3781" y="631"/>
                      </a:moveTo>
                      <a:cubicBezTo>
                        <a:pt x="3970" y="631"/>
                        <a:pt x="4128" y="788"/>
                        <a:pt x="4128" y="977"/>
                      </a:cubicBezTo>
                      <a:lnTo>
                        <a:pt x="4128" y="1418"/>
                      </a:lnTo>
                      <a:cubicBezTo>
                        <a:pt x="4380" y="1481"/>
                        <a:pt x="4569" y="1639"/>
                        <a:pt x="4758" y="1860"/>
                      </a:cubicBezTo>
                      <a:cubicBezTo>
                        <a:pt x="4884" y="2017"/>
                        <a:pt x="4884" y="2206"/>
                        <a:pt x="4726" y="2332"/>
                      </a:cubicBezTo>
                      <a:cubicBezTo>
                        <a:pt x="4657" y="2373"/>
                        <a:pt x="4583" y="2397"/>
                        <a:pt x="4510" y="2397"/>
                      </a:cubicBezTo>
                      <a:cubicBezTo>
                        <a:pt x="4416" y="2397"/>
                        <a:pt x="4325" y="2358"/>
                        <a:pt x="4254" y="2269"/>
                      </a:cubicBezTo>
                      <a:cubicBezTo>
                        <a:pt x="4114" y="2106"/>
                        <a:pt x="3957" y="2012"/>
                        <a:pt x="3821" y="2012"/>
                      </a:cubicBezTo>
                      <a:cubicBezTo>
                        <a:pt x="3773" y="2012"/>
                        <a:pt x="3728" y="2024"/>
                        <a:pt x="3687" y="2049"/>
                      </a:cubicBezTo>
                      <a:cubicBezTo>
                        <a:pt x="3592" y="2080"/>
                        <a:pt x="3466" y="2238"/>
                        <a:pt x="3466" y="2364"/>
                      </a:cubicBezTo>
                      <a:cubicBezTo>
                        <a:pt x="3466" y="2553"/>
                        <a:pt x="3624" y="2710"/>
                        <a:pt x="3813" y="2710"/>
                      </a:cubicBezTo>
                      <a:cubicBezTo>
                        <a:pt x="4411" y="2710"/>
                        <a:pt x="4852" y="3183"/>
                        <a:pt x="4852" y="3750"/>
                      </a:cubicBezTo>
                      <a:cubicBezTo>
                        <a:pt x="4852" y="4159"/>
                        <a:pt x="4600" y="4537"/>
                        <a:pt x="4222" y="4663"/>
                      </a:cubicBezTo>
                      <a:lnTo>
                        <a:pt x="4159" y="4663"/>
                      </a:lnTo>
                      <a:lnTo>
                        <a:pt x="4159" y="5073"/>
                      </a:lnTo>
                      <a:cubicBezTo>
                        <a:pt x="4159" y="5262"/>
                        <a:pt x="4002" y="5420"/>
                        <a:pt x="3813" y="5420"/>
                      </a:cubicBezTo>
                      <a:cubicBezTo>
                        <a:pt x="3624" y="5420"/>
                        <a:pt x="3466" y="5262"/>
                        <a:pt x="3466" y="5073"/>
                      </a:cubicBezTo>
                      <a:lnTo>
                        <a:pt x="3466" y="4663"/>
                      </a:lnTo>
                      <a:cubicBezTo>
                        <a:pt x="3277" y="4600"/>
                        <a:pt x="3119" y="4537"/>
                        <a:pt x="2962" y="4348"/>
                      </a:cubicBezTo>
                      <a:cubicBezTo>
                        <a:pt x="2836" y="4254"/>
                        <a:pt x="2804" y="4002"/>
                        <a:pt x="2962" y="3876"/>
                      </a:cubicBezTo>
                      <a:cubicBezTo>
                        <a:pt x="3013" y="3825"/>
                        <a:pt x="3108" y="3793"/>
                        <a:pt x="3206" y="3793"/>
                      </a:cubicBezTo>
                      <a:cubicBezTo>
                        <a:pt x="3290" y="3793"/>
                        <a:pt x="3376" y="3817"/>
                        <a:pt x="3435" y="3876"/>
                      </a:cubicBezTo>
                      <a:cubicBezTo>
                        <a:pt x="3549" y="3990"/>
                        <a:pt x="3679" y="4071"/>
                        <a:pt x="3803" y="4071"/>
                      </a:cubicBezTo>
                      <a:cubicBezTo>
                        <a:pt x="3850" y="4071"/>
                        <a:pt x="3895" y="4059"/>
                        <a:pt x="3939" y="4033"/>
                      </a:cubicBezTo>
                      <a:cubicBezTo>
                        <a:pt x="4065" y="4002"/>
                        <a:pt x="4128" y="3844"/>
                        <a:pt x="4128" y="3718"/>
                      </a:cubicBezTo>
                      <a:cubicBezTo>
                        <a:pt x="4128" y="3529"/>
                        <a:pt x="3970" y="3372"/>
                        <a:pt x="3781" y="3372"/>
                      </a:cubicBezTo>
                      <a:cubicBezTo>
                        <a:pt x="3182" y="3372"/>
                        <a:pt x="2741" y="2899"/>
                        <a:pt x="2741" y="2364"/>
                      </a:cubicBezTo>
                      <a:cubicBezTo>
                        <a:pt x="2741" y="1954"/>
                        <a:pt x="3025" y="1576"/>
                        <a:pt x="3435" y="1418"/>
                      </a:cubicBezTo>
                      <a:lnTo>
                        <a:pt x="3435" y="977"/>
                      </a:lnTo>
                      <a:cubicBezTo>
                        <a:pt x="3435" y="788"/>
                        <a:pt x="3592" y="631"/>
                        <a:pt x="3781" y="631"/>
                      </a:cubicBezTo>
                      <a:close/>
                      <a:moveTo>
                        <a:pt x="3813" y="1"/>
                      </a:moveTo>
                      <a:cubicBezTo>
                        <a:pt x="1733" y="1"/>
                        <a:pt x="0" y="1734"/>
                        <a:pt x="0" y="3813"/>
                      </a:cubicBezTo>
                      <a:cubicBezTo>
                        <a:pt x="0" y="4537"/>
                        <a:pt x="190" y="5231"/>
                        <a:pt x="536" y="5829"/>
                      </a:cubicBezTo>
                      <a:cubicBezTo>
                        <a:pt x="1009" y="5546"/>
                        <a:pt x="1544" y="5420"/>
                        <a:pt x="2080" y="5420"/>
                      </a:cubicBezTo>
                      <a:cubicBezTo>
                        <a:pt x="2146" y="5414"/>
                        <a:pt x="2213" y="5411"/>
                        <a:pt x="2279" y="5411"/>
                      </a:cubicBezTo>
                      <a:cubicBezTo>
                        <a:pt x="2936" y="5411"/>
                        <a:pt x="3587" y="5692"/>
                        <a:pt x="4159" y="6207"/>
                      </a:cubicBezTo>
                      <a:lnTo>
                        <a:pt x="5892" y="6207"/>
                      </a:lnTo>
                      <a:cubicBezTo>
                        <a:pt x="6144" y="6207"/>
                        <a:pt x="6364" y="6302"/>
                        <a:pt x="6585" y="6428"/>
                      </a:cubicBezTo>
                      <a:cubicBezTo>
                        <a:pt x="7215" y="5735"/>
                        <a:pt x="7625" y="4789"/>
                        <a:pt x="7625" y="3813"/>
                      </a:cubicBezTo>
                      <a:cubicBezTo>
                        <a:pt x="7625" y="1734"/>
                        <a:pt x="5892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87" name="Google Shape;9337;p73">
                  <a:extLst>
                    <a:ext uri="{FF2B5EF4-FFF2-40B4-BE49-F238E27FC236}">
                      <a16:creationId xmlns:a16="http://schemas.microsoft.com/office/drawing/2014/main" id="{D31DD7C2-1A2D-23FF-EBDF-7D8C52D5D174}"/>
                    </a:ext>
                  </a:extLst>
                </p:cNvPr>
                <p:cNvSpPr/>
                <p:nvPr/>
              </p:nvSpPr>
              <p:spPr>
                <a:xfrm>
                  <a:off x="2474975" y="3742775"/>
                  <a:ext cx="228425" cy="1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7" h="5026" extrusionOk="0">
                      <a:moveTo>
                        <a:pt x="1422" y="0"/>
                      </a:moveTo>
                      <a:cubicBezTo>
                        <a:pt x="918" y="0"/>
                        <a:pt x="416" y="160"/>
                        <a:pt x="0" y="457"/>
                      </a:cubicBezTo>
                      <a:lnTo>
                        <a:pt x="0" y="5025"/>
                      </a:lnTo>
                      <a:lnTo>
                        <a:pt x="5230" y="5025"/>
                      </a:lnTo>
                      <a:cubicBezTo>
                        <a:pt x="5923" y="5025"/>
                        <a:pt x="6490" y="4679"/>
                        <a:pt x="6900" y="4143"/>
                      </a:cubicBezTo>
                      <a:lnTo>
                        <a:pt x="8916" y="1245"/>
                      </a:lnTo>
                      <a:cubicBezTo>
                        <a:pt x="9137" y="930"/>
                        <a:pt x="9074" y="489"/>
                        <a:pt x="8727" y="268"/>
                      </a:cubicBezTo>
                      <a:cubicBezTo>
                        <a:pt x="8633" y="221"/>
                        <a:pt x="8517" y="196"/>
                        <a:pt x="8398" y="196"/>
                      </a:cubicBezTo>
                      <a:cubicBezTo>
                        <a:pt x="8196" y="196"/>
                        <a:pt x="7983" y="268"/>
                        <a:pt x="7845" y="426"/>
                      </a:cubicBezTo>
                      <a:lnTo>
                        <a:pt x="5955" y="2726"/>
                      </a:lnTo>
                      <a:cubicBezTo>
                        <a:pt x="5829" y="2883"/>
                        <a:pt x="5545" y="2978"/>
                        <a:pt x="5419" y="2978"/>
                      </a:cubicBezTo>
                      <a:lnTo>
                        <a:pt x="3119" y="2978"/>
                      </a:lnTo>
                      <a:cubicBezTo>
                        <a:pt x="2899" y="2978"/>
                        <a:pt x="2741" y="2820"/>
                        <a:pt x="2741" y="2631"/>
                      </a:cubicBezTo>
                      <a:cubicBezTo>
                        <a:pt x="2741" y="2411"/>
                        <a:pt x="2899" y="2253"/>
                        <a:pt x="3119" y="2253"/>
                      </a:cubicBezTo>
                      <a:lnTo>
                        <a:pt x="5198" y="2253"/>
                      </a:lnTo>
                      <a:cubicBezTo>
                        <a:pt x="5576" y="2253"/>
                        <a:pt x="5923" y="1938"/>
                        <a:pt x="5923" y="1560"/>
                      </a:cubicBezTo>
                      <a:cubicBezTo>
                        <a:pt x="5923" y="1150"/>
                        <a:pt x="5576" y="835"/>
                        <a:pt x="5198" y="835"/>
                      </a:cubicBezTo>
                      <a:lnTo>
                        <a:pt x="3340" y="835"/>
                      </a:lnTo>
                      <a:cubicBezTo>
                        <a:pt x="3182" y="835"/>
                        <a:pt x="3088" y="741"/>
                        <a:pt x="2962" y="615"/>
                      </a:cubicBezTo>
                      <a:cubicBezTo>
                        <a:pt x="2773" y="426"/>
                        <a:pt x="2520" y="300"/>
                        <a:pt x="2300" y="174"/>
                      </a:cubicBezTo>
                      <a:cubicBezTo>
                        <a:pt x="2019" y="56"/>
                        <a:pt x="1720" y="0"/>
                        <a:pt x="1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0" name="Google Shape;9338;p73">
                <a:extLst>
                  <a:ext uri="{FF2B5EF4-FFF2-40B4-BE49-F238E27FC236}">
                    <a16:creationId xmlns:a16="http://schemas.microsoft.com/office/drawing/2014/main" id="{D8F4A8CC-00F7-80CC-8443-6CA6CB5A3803}"/>
                  </a:ext>
                </a:extLst>
              </p:cNvPr>
              <p:cNvGrpSpPr/>
              <p:nvPr/>
            </p:nvGrpSpPr>
            <p:grpSpPr>
              <a:xfrm>
                <a:off x="3927927" y="4985321"/>
                <a:ext cx="501923" cy="499261"/>
                <a:chOff x="2404875" y="3955825"/>
                <a:chExt cx="296950" cy="295375"/>
              </a:xfrm>
              <a:grpFill/>
            </p:grpSpPr>
            <p:sp>
              <p:nvSpPr>
                <p:cNvPr id="281" name="Google Shape;9339;p73">
                  <a:extLst>
                    <a:ext uri="{FF2B5EF4-FFF2-40B4-BE49-F238E27FC236}">
                      <a16:creationId xmlns:a16="http://schemas.microsoft.com/office/drawing/2014/main" id="{3ADB5D3B-4341-4336-BF34-B8C7EB14332F}"/>
                    </a:ext>
                  </a:extLst>
                </p:cNvPr>
                <p:cNvSpPr/>
                <p:nvPr/>
              </p:nvSpPr>
              <p:spPr>
                <a:xfrm>
                  <a:off x="2404875" y="3955825"/>
                  <a:ext cx="2197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" h="8980" extrusionOk="0">
                      <a:moveTo>
                        <a:pt x="4537" y="0"/>
                      </a:moveTo>
                      <a:cubicBezTo>
                        <a:pt x="2048" y="0"/>
                        <a:pt x="0" y="2017"/>
                        <a:pt x="0" y="4506"/>
                      </a:cubicBezTo>
                      <a:cubicBezTo>
                        <a:pt x="0" y="6963"/>
                        <a:pt x="2048" y="8979"/>
                        <a:pt x="4537" y="8979"/>
                      </a:cubicBezTo>
                      <a:cubicBezTo>
                        <a:pt x="6459" y="8979"/>
                        <a:pt x="8160" y="7719"/>
                        <a:pt x="8790" y="5986"/>
                      </a:cubicBezTo>
                      <a:cubicBezTo>
                        <a:pt x="8633" y="5860"/>
                        <a:pt x="8443" y="5640"/>
                        <a:pt x="8286" y="5514"/>
                      </a:cubicBezTo>
                      <a:lnTo>
                        <a:pt x="7498" y="5514"/>
                      </a:lnTo>
                      <a:cubicBezTo>
                        <a:pt x="7057" y="6742"/>
                        <a:pt x="5923" y="7593"/>
                        <a:pt x="4568" y="7593"/>
                      </a:cubicBezTo>
                      <a:cubicBezTo>
                        <a:pt x="2836" y="7593"/>
                        <a:pt x="1481" y="6175"/>
                        <a:pt x="1481" y="4506"/>
                      </a:cubicBezTo>
                      <a:cubicBezTo>
                        <a:pt x="1481" y="2804"/>
                        <a:pt x="2867" y="1387"/>
                        <a:pt x="4568" y="1387"/>
                      </a:cubicBezTo>
                      <a:cubicBezTo>
                        <a:pt x="5923" y="1387"/>
                        <a:pt x="7057" y="2237"/>
                        <a:pt x="7498" y="3466"/>
                      </a:cubicBezTo>
                      <a:lnTo>
                        <a:pt x="8286" y="3466"/>
                      </a:lnTo>
                      <a:cubicBezTo>
                        <a:pt x="8443" y="3308"/>
                        <a:pt x="8633" y="3088"/>
                        <a:pt x="8790" y="2993"/>
                      </a:cubicBezTo>
                      <a:cubicBezTo>
                        <a:pt x="8160" y="1261"/>
                        <a:pt x="6522" y="0"/>
                        <a:pt x="45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82" name="Google Shape;9340;p73">
                  <a:extLst>
                    <a:ext uri="{FF2B5EF4-FFF2-40B4-BE49-F238E27FC236}">
                      <a16:creationId xmlns:a16="http://schemas.microsoft.com/office/drawing/2014/main" id="{FF1AD5B2-6390-ED47-4198-70A4E7C2DA1E}"/>
                    </a:ext>
                  </a:extLst>
                </p:cNvPr>
                <p:cNvSpPr/>
                <p:nvPr/>
              </p:nvSpPr>
              <p:spPr>
                <a:xfrm>
                  <a:off x="2510400" y="4024075"/>
                  <a:ext cx="191425" cy="8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3503" extrusionOk="0">
                      <a:moveTo>
                        <a:pt x="7260" y="0"/>
                      </a:moveTo>
                      <a:cubicBezTo>
                        <a:pt x="7232" y="0"/>
                        <a:pt x="7206" y="4"/>
                        <a:pt x="7184" y="11"/>
                      </a:cubicBezTo>
                      <a:lnTo>
                        <a:pt x="5073" y="736"/>
                      </a:lnTo>
                      <a:cubicBezTo>
                        <a:pt x="5042" y="736"/>
                        <a:pt x="5010" y="767"/>
                        <a:pt x="4947" y="799"/>
                      </a:cubicBezTo>
                      <a:lnTo>
                        <a:pt x="4380" y="1398"/>
                      </a:lnTo>
                      <a:lnTo>
                        <a:pt x="347" y="1398"/>
                      </a:lnTo>
                      <a:cubicBezTo>
                        <a:pt x="158" y="1398"/>
                        <a:pt x="1" y="1555"/>
                        <a:pt x="1" y="1744"/>
                      </a:cubicBezTo>
                      <a:cubicBezTo>
                        <a:pt x="1" y="1965"/>
                        <a:pt x="158" y="2122"/>
                        <a:pt x="347" y="2122"/>
                      </a:cubicBezTo>
                      <a:lnTo>
                        <a:pt x="4380" y="2122"/>
                      </a:lnTo>
                      <a:lnTo>
                        <a:pt x="4947" y="2689"/>
                      </a:lnTo>
                      <a:cubicBezTo>
                        <a:pt x="5010" y="2752"/>
                        <a:pt x="5042" y="2784"/>
                        <a:pt x="5073" y="2784"/>
                      </a:cubicBezTo>
                      <a:lnTo>
                        <a:pt x="7184" y="3477"/>
                      </a:lnTo>
                      <a:cubicBezTo>
                        <a:pt x="7210" y="3494"/>
                        <a:pt x="7242" y="3502"/>
                        <a:pt x="7275" y="3502"/>
                      </a:cubicBezTo>
                      <a:cubicBezTo>
                        <a:pt x="7362" y="3502"/>
                        <a:pt x="7462" y="3451"/>
                        <a:pt x="7531" y="3382"/>
                      </a:cubicBezTo>
                      <a:cubicBezTo>
                        <a:pt x="7594" y="3256"/>
                        <a:pt x="7657" y="3099"/>
                        <a:pt x="7562" y="2973"/>
                      </a:cubicBezTo>
                      <a:lnTo>
                        <a:pt x="6932" y="1744"/>
                      </a:lnTo>
                      <a:lnTo>
                        <a:pt x="7562" y="547"/>
                      </a:lnTo>
                      <a:cubicBezTo>
                        <a:pt x="7657" y="389"/>
                        <a:pt x="7594" y="232"/>
                        <a:pt x="7531" y="137"/>
                      </a:cubicBezTo>
                      <a:cubicBezTo>
                        <a:pt x="7458" y="41"/>
                        <a:pt x="7349" y="0"/>
                        <a:pt x="72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83" name="Google Shape;9341;p73">
                  <a:extLst>
                    <a:ext uri="{FF2B5EF4-FFF2-40B4-BE49-F238E27FC236}">
                      <a16:creationId xmlns:a16="http://schemas.microsoft.com/office/drawing/2014/main" id="{3A1B758A-8343-E5D1-B3EB-EE77AB662A49}"/>
                    </a:ext>
                  </a:extLst>
                </p:cNvPr>
                <p:cNvSpPr/>
                <p:nvPr/>
              </p:nvSpPr>
              <p:spPr>
                <a:xfrm>
                  <a:off x="2424550" y="4188175"/>
                  <a:ext cx="189050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2521" extrusionOk="0">
                      <a:moveTo>
                        <a:pt x="1828" y="0"/>
                      </a:moveTo>
                      <a:lnTo>
                        <a:pt x="1482" y="1135"/>
                      </a:lnTo>
                      <a:lnTo>
                        <a:pt x="1040" y="1135"/>
                      </a:lnTo>
                      <a:cubicBezTo>
                        <a:pt x="442" y="1135"/>
                        <a:pt x="1" y="1607"/>
                        <a:pt x="1" y="2174"/>
                      </a:cubicBezTo>
                      <a:cubicBezTo>
                        <a:pt x="1" y="2363"/>
                        <a:pt x="158" y="2521"/>
                        <a:pt x="379" y="2521"/>
                      </a:cubicBezTo>
                      <a:lnTo>
                        <a:pt x="7310" y="2521"/>
                      </a:lnTo>
                      <a:cubicBezTo>
                        <a:pt x="7404" y="2489"/>
                        <a:pt x="7562" y="2363"/>
                        <a:pt x="7562" y="2174"/>
                      </a:cubicBezTo>
                      <a:cubicBezTo>
                        <a:pt x="7562" y="1576"/>
                        <a:pt x="7089" y="1135"/>
                        <a:pt x="6554" y="1135"/>
                      </a:cubicBezTo>
                      <a:lnTo>
                        <a:pt x="6113" y="1135"/>
                      </a:lnTo>
                      <a:lnTo>
                        <a:pt x="5766" y="0"/>
                      </a:lnTo>
                      <a:cubicBezTo>
                        <a:pt x="5168" y="252"/>
                        <a:pt x="4506" y="410"/>
                        <a:pt x="3781" y="410"/>
                      </a:cubicBezTo>
                      <a:cubicBezTo>
                        <a:pt x="3088" y="410"/>
                        <a:pt x="2427" y="252"/>
                        <a:pt x="18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84" name="Google Shape;9342;p73">
                  <a:extLst>
                    <a:ext uri="{FF2B5EF4-FFF2-40B4-BE49-F238E27FC236}">
                      <a16:creationId xmlns:a16="http://schemas.microsoft.com/office/drawing/2014/main" id="{20651BBC-2618-BDC2-5562-40B650CD4545}"/>
                    </a:ext>
                  </a:extLst>
                </p:cNvPr>
                <p:cNvSpPr/>
                <p:nvPr/>
              </p:nvSpPr>
              <p:spPr>
                <a:xfrm>
                  <a:off x="2457625" y="4007025"/>
                  <a:ext cx="115025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1" h="4884" extrusionOk="0">
                      <a:moveTo>
                        <a:pt x="2427" y="0"/>
                      </a:moveTo>
                      <a:cubicBezTo>
                        <a:pt x="1104" y="0"/>
                        <a:pt x="1" y="1103"/>
                        <a:pt x="1" y="2458"/>
                      </a:cubicBezTo>
                      <a:cubicBezTo>
                        <a:pt x="1" y="3781"/>
                        <a:pt x="1104" y="4884"/>
                        <a:pt x="2427" y="4884"/>
                      </a:cubicBezTo>
                      <a:cubicBezTo>
                        <a:pt x="3404" y="4884"/>
                        <a:pt x="4254" y="4348"/>
                        <a:pt x="4601" y="3497"/>
                      </a:cubicBezTo>
                      <a:lnTo>
                        <a:pt x="2427" y="3497"/>
                      </a:lnTo>
                      <a:cubicBezTo>
                        <a:pt x="1828" y="3497"/>
                        <a:pt x="1419" y="3025"/>
                        <a:pt x="1419" y="2489"/>
                      </a:cubicBezTo>
                      <a:cubicBezTo>
                        <a:pt x="1356" y="1859"/>
                        <a:pt x="1828" y="1386"/>
                        <a:pt x="2427" y="1386"/>
                      </a:cubicBezTo>
                      <a:lnTo>
                        <a:pt x="4601" y="1386"/>
                      </a:lnTo>
                      <a:cubicBezTo>
                        <a:pt x="4191" y="567"/>
                        <a:pt x="3372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1" name="Google Shape;9343;p73">
                <a:extLst>
                  <a:ext uri="{FF2B5EF4-FFF2-40B4-BE49-F238E27FC236}">
                    <a16:creationId xmlns:a16="http://schemas.microsoft.com/office/drawing/2014/main" id="{7D2AF8F6-04AE-319F-A2E0-81D152435ECF}"/>
                  </a:ext>
                </a:extLst>
              </p:cNvPr>
              <p:cNvGrpSpPr/>
              <p:nvPr/>
            </p:nvGrpSpPr>
            <p:grpSpPr>
              <a:xfrm>
                <a:off x="7112857" y="3747882"/>
                <a:ext cx="499303" cy="500612"/>
                <a:chOff x="4263650" y="3235150"/>
                <a:chExt cx="295400" cy="296175"/>
              </a:xfrm>
              <a:grpFill/>
            </p:grpSpPr>
            <p:sp>
              <p:nvSpPr>
                <p:cNvPr id="276" name="Google Shape;9344;p73">
                  <a:extLst>
                    <a:ext uri="{FF2B5EF4-FFF2-40B4-BE49-F238E27FC236}">
                      <a16:creationId xmlns:a16="http://schemas.microsoft.com/office/drawing/2014/main" id="{8EE1119A-04AD-E0E3-4566-9550625E7A5A}"/>
                    </a:ext>
                  </a:extLst>
                </p:cNvPr>
                <p:cNvSpPr/>
                <p:nvPr/>
              </p:nvSpPr>
              <p:spPr>
                <a:xfrm>
                  <a:off x="4393625" y="3391100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cubicBezTo>
                        <a:pt x="63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7" name="Google Shape;9345;p73">
                  <a:extLst>
                    <a:ext uri="{FF2B5EF4-FFF2-40B4-BE49-F238E27FC236}">
                      <a16:creationId xmlns:a16="http://schemas.microsoft.com/office/drawing/2014/main" id="{0840059C-EAAB-A860-9F92-680A600F441F}"/>
                    </a:ext>
                  </a:extLst>
                </p:cNvPr>
                <p:cNvSpPr/>
                <p:nvPr/>
              </p:nvSpPr>
              <p:spPr>
                <a:xfrm>
                  <a:off x="4377075" y="3443875"/>
                  <a:ext cx="70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805" y="1387"/>
                      </a:lnTo>
                      <a:cubicBezTo>
                        <a:pt x="2805" y="630"/>
                        <a:pt x="2174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8" name="Google Shape;9346;p73">
                  <a:extLst>
                    <a:ext uri="{FF2B5EF4-FFF2-40B4-BE49-F238E27FC236}">
                      <a16:creationId xmlns:a16="http://schemas.microsoft.com/office/drawing/2014/main" id="{9834BBC6-06F2-314A-8BE0-60EFFAB4DCB7}"/>
                    </a:ext>
                  </a:extLst>
                </p:cNvPr>
                <p:cNvSpPr/>
                <p:nvPr/>
              </p:nvSpPr>
              <p:spPr>
                <a:xfrm>
                  <a:off x="4333750" y="3357225"/>
                  <a:ext cx="156775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64" extrusionOk="0">
                      <a:moveTo>
                        <a:pt x="3088" y="725"/>
                      </a:moveTo>
                      <a:cubicBezTo>
                        <a:pt x="3813" y="725"/>
                        <a:pt x="4506" y="1356"/>
                        <a:pt x="4506" y="2080"/>
                      </a:cubicBezTo>
                      <a:cubicBezTo>
                        <a:pt x="4506" y="2458"/>
                        <a:pt x="4348" y="2805"/>
                        <a:pt x="4096" y="3025"/>
                      </a:cubicBezTo>
                      <a:cubicBezTo>
                        <a:pt x="4727" y="3372"/>
                        <a:pt x="5168" y="4065"/>
                        <a:pt x="5168" y="4853"/>
                      </a:cubicBezTo>
                      <a:lnTo>
                        <a:pt x="5168" y="5199"/>
                      </a:lnTo>
                      <a:cubicBezTo>
                        <a:pt x="5168" y="5388"/>
                        <a:pt x="5010" y="5546"/>
                        <a:pt x="4821" y="5546"/>
                      </a:cubicBezTo>
                      <a:lnTo>
                        <a:pt x="1293" y="5546"/>
                      </a:lnTo>
                      <a:cubicBezTo>
                        <a:pt x="1103" y="5546"/>
                        <a:pt x="946" y="5388"/>
                        <a:pt x="946" y="5199"/>
                      </a:cubicBezTo>
                      <a:lnTo>
                        <a:pt x="946" y="4853"/>
                      </a:lnTo>
                      <a:lnTo>
                        <a:pt x="1040" y="4853"/>
                      </a:lnTo>
                      <a:cubicBezTo>
                        <a:pt x="1040" y="4065"/>
                        <a:pt x="1450" y="3403"/>
                        <a:pt x="2080" y="3025"/>
                      </a:cubicBezTo>
                      <a:cubicBezTo>
                        <a:pt x="1860" y="2805"/>
                        <a:pt x="1702" y="2458"/>
                        <a:pt x="1702" y="2080"/>
                      </a:cubicBezTo>
                      <a:cubicBezTo>
                        <a:pt x="1702" y="1356"/>
                        <a:pt x="2332" y="725"/>
                        <a:pt x="3088" y="725"/>
                      </a:cubicBezTo>
                      <a:close/>
                      <a:moveTo>
                        <a:pt x="1" y="1"/>
                      </a:moveTo>
                      <a:lnTo>
                        <a:pt x="1" y="6617"/>
                      </a:lnTo>
                      <a:cubicBezTo>
                        <a:pt x="1" y="6806"/>
                        <a:pt x="158" y="6963"/>
                        <a:pt x="347" y="6963"/>
                      </a:cubicBezTo>
                      <a:lnTo>
                        <a:pt x="5924" y="6963"/>
                      </a:lnTo>
                      <a:cubicBezTo>
                        <a:pt x="6113" y="6963"/>
                        <a:pt x="6270" y="6806"/>
                        <a:pt x="6270" y="6617"/>
                      </a:cubicBezTo>
                      <a:lnTo>
                        <a:pt x="62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9" name="Google Shape;9347;p73">
                  <a:extLst>
                    <a:ext uri="{FF2B5EF4-FFF2-40B4-BE49-F238E27FC236}">
                      <a16:creationId xmlns:a16="http://schemas.microsoft.com/office/drawing/2014/main" id="{CF1BF4EF-563F-AA77-480F-428F9FCB5768}"/>
                    </a:ext>
                  </a:extLst>
                </p:cNvPr>
                <p:cNvSpPr/>
                <p:nvPr/>
              </p:nvSpPr>
              <p:spPr>
                <a:xfrm>
                  <a:off x="4316425" y="3235150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418"/>
                      </a:lnTo>
                      <a:lnTo>
                        <a:pt x="7625" y="1418"/>
                      </a:lnTo>
                      <a:lnTo>
                        <a:pt x="7625" y="347"/>
                      </a:lnTo>
                      <a:lnTo>
                        <a:pt x="7656" y="347"/>
                      </a:lnTo>
                      <a:cubicBezTo>
                        <a:pt x="7656" y="158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80" name="Google Shape;9348;p73">
                  <a:extLst>
                    <a:ext uri="{FF2B5EF4-FFF2-40B4-BE49-F238E27FC236}">
                      <a16:creationId xmlns:a16="http://schemas.microsoft.com/office/drawing/2014/main" id="{F00B4FB4-7252-B917-045C-E0461B26B4C4}"/>
                    </a:ext>
                  </a:extLst>
                </p:cNvPr>
                <p:cNvSpPr/>
                <p:nvPr/>
              </p:nvSpPr>
              <p:spPr>
                <a:xfrm>
                  <a:off x="4263650" y="3288700"/>
                  <a:ext cx="295400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5515" extrusionOk="0">
                      <a:moveTo>
                        <a:pt x="10082" y="662"/>
                      </a:moveTo>
                      <a:cubicBezTo>
                        <a:pt x="10303" y="662"/>
                        <a:pt x="10461" y="820"/>
                        <a:pt x="10461" y="1009"/>
                      </a:cubicBezTo>
                      <a:cubicBezTo>
                        <a:pt x="10461" y="1198"/>
                        <a:pt x="10303" y="1356"/>
                        <a:pt x="10082" y="1356"/>
                      </a:cubicBezTo>
                      <a:cubicBezTo>
                        <a:pt x="9893" y="1356"/>
                        <a:pt x="9736" y="1198"/>
                        <a:pt x="9736" y="1009"/>
                      </a:cubicBezTo>
                      <a:cubicBezTo>
                        <a:pt x="9767" y="820"/>
                        <a:pt x="9893" y="662"/>
                        <a:pt x="10082" y="662"/>
                      </a:cubicBezTo>
                      <a:close/>
                      <a:moveTo>
                        <a:pt x="1041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4475"/>
                      </a:lnTo>
                      <a:cubicBezTo>
                        <a:pt x="1" y="5073"/>
                        <a:pt x="473" y="5514"/>
                        <a:pt x="1041" y="5514"/>
                      </a:cubicBezTo>
                      <a:lnTo>
                        <a:pt x="2112" y="5514"/>
                      </a:lnTo>
                      <a:lnTo>
                        <a:pt x="2112" y="2395"/>
                      </a:lnTo>
                      <a:cubicBezTo>
                        <a:pt x="2112" y="2206"/>
                        <a:pt x="2269" y="2049"/>
                        <a:pt x="2458" y="2049"/>
                      </a:cubicBezTo>
                      <a:lnTo>
                        <a:pt x="9421" y="2049"/>
                      </a:lnTo>
                      <a:cubicBezTo>
                        <a:pt x="9610" y="2049"/>
                        <a:pt x="9767" y="2206"/>
                        <a:pt x="9767" y="2395"/>
                      </a:cubicBezTo>
                      <a:lnTo>
                        <a:pt x="9767" y="5514"/>
                      </a:lnTo>
                      <a:lnTo>
                        <a:pt x="10807" y="5514"/>
                      </a:lnTo>
                      <a:cubicBezTo>
                        <a:pt x="11406" y="5514"/>
                        <a:pt x="11815" y="5042"/>
                        <a:pt x="11815" y="4475"/>
                      </a:cubicBezTo>
                      <a:lnTo>
                        <a:pt x="11815" y="1009"/>
                      </a:lnTo>
                      <a:cubicBezTo>
                        <a:pt x="11815" y="410"/>
                        <a:pt x="11343" y="1"/>
                        <a:pt x="108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2" name="Google Shape;9349;p73">
                <a:extLst>
                  <a:ext uri="{FF2B5EF4-FFF2-40B4-BE49-F238E27FC236}">
                    <a16:creationId xmlns:a16="http://schemas.microsoft.com/office/drawing/2014/main" id="{D8E2ED52-8631-FFF2-4309-F036F481CE3C}"/>
                  </a:ext>
                </a:extLst>
              </p:cNvPr>
              <p:cNvGrpSpPr/>
              <p:nvPr/>
            </p:nvGrpSpPr>
            <p:grpSpPr>
              <a:xfrm>
                <a:off x="7109540" y="4393899"/>
                <a:ext cx="505937" cy="468667"/>
                <a:chOff x="4266025" y="3609275"/>
                <a:chExt cx="299325" cy="277275"/>
              </a:xfrm>
              <a:grpFill/>
            </p:grpSpPr>
            <p:sp>
              <p:nvSpPr>
                <p:cNvPr id="274" name="Google Shape;9350;p73">
                  <a:extLst>
                    <a:ext uri="{FF2B5EF4-FFF2-40B4-BE49-F238E27FC236}">
                      <a16:creationId xmlns:a16="http://schemas.microsoft.com/office/drawing/2014/main" id="{B608FE1E-4195-B097-B20C-50BDD5A426F4}"/>
                    </a:ext>
                  </a:extLst>
                </p:cNvPr>
                <p:cNvSpPr/>
                <p:nvPr/>
              </p:nvSpPr>
              <p:spPr>
                <a:xfrm>
                  <a:off x="4266025" y="3609275"/>
                  <a:ext cx="29932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8980" extrusionOk="0">
                      <a:moveTo>
                        <a:pt x="2017" y="3749"/>
                      </a:moveTo>
                      <a:lnTo>
                        <a:pt x="3119" y="5514"/>
                      </a:lnTo>
                      <a:lnTo>
                        <a:pt x="914" y="5514"/>
                      </a:lnTo>
                      <a:lnTo>
                        <a:pt x="2017" y="3749"/>
                      </a:lnTo>
                      <a:close/>
                      <a:moveTo>
                        <a:pt x="9641" y="3749"/>
                      </a:moveTo>
                      <a:lnTo>
                        <a:pt x="10744" y="5514"/>
                      </a:lnTo>
                      <a:lnTo>
                        <a:pt x="8538" y="5514"/>
                      </a:lnTo>
                      <a:lnTo>
                        <a:pt x="9641" y="3749"/>
                      </a:lnTo>
                      <a:close/>
                      <a:moveTo>
                        <a:pt x="5892" y="0"/>
                      </a:moveTo>
                      <a:cubicBezTo>
                        <a:pt x="5325" y="0"/>
                        <a:pt x="4852" y="473"/>
                        <a:pt x="4852" y="1040"/>
                      </a:cubicBezTo>
                      <a:lnTo>
                        <a:pt x="4852" y="1166"/>
                      </a:lnTo>
                      <a:lnTo>
                        <a:pt x="4537" y="1324"/>
                      </a:lnTo>
                      <a:cubicBezTo>
                        <a:pt x="3812" y="1733"/>
                        <a:pt x="3529" y="1891"/>
                        <a:pt x="3025" y="1954"/>
                      </a:cubicBezTo>
                      <a:cubicBezTo>
                        <a:pt x="2867" y="1607"/>
                        <a:pt x="2521" y="1324"/>
                        <a:pt x="2080" y="1324"/>
                      </a:cubicBezTo>
                      <a:cubicBezTo>
                        <a:pt x="1702" y="1324"/>
                        <a:pt x="1324" y="1576"/>
                        <a:pt x="1166" y="1922"/>
                      </a:cubicBezTo>
                      <a:cubicBezTo>
                        <a:pt x="946" y="1891"/>
                        <a:pt x="693" y="1796"/>
                        <a:pt x="504" y="1733"/>
                      </a:cubicBezTo>
                      <a:cubicBezTo>
                        <a:pt x="454" y="1708"/>
                        <a:pt x="403" y="1696"/>
                        <a:pt x="355" y="1696"/>
                      </a:cubicBezTo>
                      <a:cubicBezTo>
                        <a:pt x="223" y="1696"/>
                        <a:pt x="110" y="1784"/>
                        <a:pt x="63" y="1922"/>
                      </a:cubicBezTo>
                      <a:cubicBezTo>
                        <a:pt x="0" y="2111"/>
                        <a:pt x="63" y="2332"/>
                        <a:pt x="252" y="2363"/>
                      </a:cubicBezTo>
                      <a:cubicBezTo>
                        <a:pt x="536" y="2489"/>
                        <a:pt x="820" y="2552"/>
                        <a:pt x="1135" y="2615"/>
                      </a:cubicBezTo>
                      <a:cubicBezTo>
                        <a:pt x="1198" y="2867"/>
                        <a:pt x="1387" y="3119"/>
                        <a:pt x="1607" y="3277"/>
                      </a:cubicBezTo>
                      <a:lnTo>
                        <a:pt x="95" y="5671"/>
                      </a:lnTo>
                      <a:cubicBezTo>
                        <a:pt x="95" y="5703"/>
                        <a:pt x="63" y="5829"/>
                        <a:pt x="63" y="5860"/>
                      </a:cubicBezTo>
                      <a:lnTo>
                        <a:pt x="63" y="6238"/>
                      </a:lnTo>
                      <a:cubicBezTo>
                        <a:pt x="63" y="7372"/>
                        <a:pt x="1009" y="8318"/>
                        <a:pt x="2143" y="8318"/>
                      </a:cubicBezTo>
                      <a:cubicBezTo>
                        <a:pt x="3308" y="8318"/>
                        <a:pt x="4254" y="7372"/>
                        <a:pt x="4254" y="6238"/>
                      </a:cubicBezTo>
                      <a:lnTo>
                        <a:pt x="4254" y="5860"/>
                      </a:lnTo>
                      <a:cubicBezTo>
                        <a:pt x="4254" y="5829"/>
                        <a:pt x="4191" y="5703"/>
                        <a:pt x="4191" y="5671"/>
                      </a:cubicBezTo>
                      <a:lnTo>
                        <a:pt x="2710" y="3277"/>
                      </a:lnTo>
                      <a:cubicBezTo>
                        <a:pt x="2930" y="3151"/>
                        <a:pt x="3088" y="2930"/>
                        <a:pt x="3182" y="2647"/>
                      </a:cubicBezTo>
                      <a:cubicBezTo>
                        <a:pt x="3844" y="2521"/>
                        <a:pt x="4191" y="2363"/>
                        <a:pt x="4947" y="1922"/>
                      </a:cubicBezTo>
                      <a:lnTo>
                        <a:pt x="4947" y="8979"/>
                      </a:lnTo>
                      <a:lnTo>
                        <a:pt x="7089" y="8979"/>
                      </a:lnTo>
                      <a:lnTo>
                        <a:pt x="7089" y="1922"/>
                      </a:lnTo>
                      <a:cubicBezTo>
                        <a:pt x="7814" y="2332"/>
                        <a:pt x="8192" y="2521"/>
                        <a:pt x="8853" y="2647"/>
                      </a:cubicBezTo>
                      <a:cubicBezTo>
                        <a:pt x="8916" y="2899"/>
                        <a:pt x="9074" y="3119"/>
                        <a:pt x="9326" y="3277"/>
                      </a:cubicBezTo>
                      <a:lnTo>
                        <a:pt x="7814" y="5671"/>
                      </a:lnTo>
                      <a:cubicBezTo>
                        <a:pt x="7814" y="5703"/>
                        <a:pt x="7782" y="5829"/>
                        <a:pt x="7782" y="5860"/>
                      </a:cubicBezTo>
                      <a:lnTo>
                        <a:pt x="7782" y="6238"/>
                      </a:lnTo>
                      <a:cubicBezTo>
                        <a:pt x="7782" y="7372"/>
                        <a:pt x="8727" y="8318"/>
                        <a:pt x="9861" y="8318"/>
                      </a:cubicBezTo>
                      <a:cubicBezTo>
                        <a:pt x="11027" y="8318"/>
                        <a:pt x="11972" y="7372"/>
                        <a:pt x="11972" y="6238"/>
                      </a:cubicBezTo>
                      <a:lnTo>
                        <a:pt x="11972" y="5860"/>
                      </a:lnTo>
                      <a:cubicBezTo>
                        <a:pt x="11972" y="5829"/>
                        <a:pt x="11909" y="5703"/>
                        <a:pt x="11909" y="5671"/>
                      </a:cubicBezTo>
                      <a:lnTo>
                        <a:pt x="10429" y="3277"/>
                      </a:lnTo>
                      <a:cubicBezTo>
                        <a:pt x="10429" y="3151"/>
                        <a:pt x="10618" y="2930"/>
                        <a:pt x="10681" y="2615"/>
                      </a:cubicBezTo>
                      <a:cubicBezTo>
                        <a:pt x="10933" y="2521"/>
                        <a:pt x="11248" y="2458"/>
                        <a:pt x="11531" y="2363"/>
                      </a:cubicBezTo>
                      <a:cubicBezTo>
                        <a:pt x="11720" y="2300"/>
                        <a:pt x="11815" y="2080"/>
                        <a:pt x="11720" y="1922"/>
                      </a:cubicBezTo>
                      <a:cubicBezTo>
                        <a:pt x="11674" y="1784"/>
                        <a:pt x="11560" y="1696"/>
                        <a:pt x="11429" y="1696"/>
                      </a:cubicBezTo>
                      <a:cubicBezTo>
                        <a:pt x="11380" y="1696"/>
                        <a:pt x="11330" y="1708"/>
                        <a:pt x="11279" y="1733"/>
                      </a:cubicBezTo>
                      <a:cubicBezTo>
                        <a:pt x="11059" y="1796"/>
                        <a:pt x="10870" y="1891"/>
                        <a:pt x="10618" y="1922"/>
                      </a:cubicBezTo>
                      <a:cubicBezTo>
                        <a:pt x="10460" y="1576"/>
                        <a:pt x="10113" y="1324"/>
                        <a:pt x="9704" y="1324"/>
                      </a:cubicBezTo>
                      <a:cubicBezTo>
                        <a:pt x="9294" y="1324"/>
                        <a:pt x="8916" y="1576"/>
                        <a:pt x="8790" y="1954"/>
                      </a:cubicBezTo>
                      <a:cubicBezTo>
                        <a:pt x="8255" y="1891"/>
                        <a:pt x="8003" y="1733"/>
                        <a:pt x="7278" y="1324"/>
                      </a:cubicBezTo>
                      <a:lnTo>
                        <a:pt x="6963" y="1166"/>
                      </a:lnTo>
                      <a:lnTo>
                        <a:pt x="6963" y="1040"/>
                      </a:lnTo>
                      <a:cubicBezTo>
                        <a:pt x="6963" y="441"/>
                        <a:pt x="6490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5" name="Google Shape;9351;p73">
                  <a:extLst>
                    <a:ext uri="{FF2B5EF4-FFF2-40B4-BE49-F238E27FC236}">
                      <a16:creationId xmlns:a16="http://schemas.microsoft.com/office/drawing/2014/main" id="{29CC0A29-2D2B-6C4D-26F9-A61D7B818FC3}"/>
                    </a:ext>
                  </a:extLst>
                </p:cNvPr>
                <p:cNvSpPr/>
                <p:nvPr/>
              </p:nvSpPr>
              <p:spPr>
                <a:xfrm>
                  <a:off x="4332975" y="3851850"/>
                  <a:ext cx="1575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1388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1040"/>
                      </a:lnTo>
                      <a:cubicBezTo>
                        <a:pt x="0" y="1261"/>
                        <a:pt x="158" y="1387"/>
                        <a:pt x="347" y="1387"/>
                      </a:cubicBezTo>
                      <a:lnTo>
                        <a:pt x="5955" y="1387"/>
                      </a:lnTo>
                      <a:cubicBezTo>
                        <a:pt x="6144" y="1356"/>
                        <a:pt x="6301" y="1198"/>
                        <a:pt x="6301" y="1040"/>
                      </a:cubicBezTo>
                      <a:lnTo>
                        <a:pt x="6301" y="694"/>
                      </a:lnTo>
                      <a:cubicBezTo>
                        <a:pt x="6301" y="316"/>
                        <a:pt x="5986" y="1"/>
                        <a:pt x="55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3" name="Google Shape;9352;p73">
                <a:extLst>
                  <a:ext uri="{FF2B5EF4-FFF2-40B4-BE49-F238E27FC236}">
                    <a16:creationId xmlns:a16="http://schemas.microsoft.com/office/drawing/2014/main" id="{6E837881-A043-1BFE-3AC2-87FC700818C2}"/>
                  </a:ext>
                </a:extLst>
              </p:cNvPr>
              <p:cNvGrpSpPr/>
              <p:nvPr/>
            </p:nvGrpSpPr>
            <p:grpSpPr>
              <a:xfrm>
                <a:off x="7110195" y="4985321"/>
                <a:ext cx="504627" cy="499261"/>
                <a:chOff x="4263650" y="3963700"/>
                <a:chExt cx="298550" cy="295375"/>
              </a:xfrm>
              <a:grpFill/>
            </p:grpSpPr>
            <p:sp>
              <p:nvSpPr>
                <p:cNvPr id="267" name="Google Shape;9353;p73">
                  <a:extLst>
                    <a:ext uri="{FF2B5EF4-FFF2-40B4-BE49-F238E27FC236}">
                      <a16:creationId xmlns:a16="http://schemas.microsoft.com/office/drawing/2014/main" id="{0E1F6EDB-0E5A-1BA0-C07C-2215058193CB}"/>
                    </a:ext>
                  </a:extLst>
                </p:cNvPr>
                <p:cNvSpPr/>
                <p:nvPr/>
              </p:nvSpPr>
              <p:spPr>
                <a:xfrm>
                  <a:off x="4384950" y="3963700"/>
                  <a:ext cx="535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2049" extrusionOk="0">
                      <a:moveTo>
                        <a:pt x="1072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72" y="2048"/>
                      </a:cubicBezTo>
                      <a:cubicBezTo>
                        <a:pt x="1670" y="2048"/>
                        <a:pt x="2143" y="1576"/>
                        <a:pt x="2143" y="1040"/>
                      </a:cubicBezTo>
                      <a:cubicBezTo>
                        <a:pt x="2143" y="442"/>
                        <a:pt x="1670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8" name="Google Shape;9354;p73">
                  <a:extLst>
                    <a:ext uri="{FF2B5EF4-FFF2-40B4-BE49-F238E27FC236}">
                      <a16:creationId xmlns:a16="http://schemas.microsoft.com/office/drawing/2014/main" id="{73D1A62B-FC73-61EE-FA26-ADCEC33F60D3}"/>
                    </a:ext>
                  </a:extLst>
                </p:cNvPr>
                <p:cNvSpPr/>
                <p:nvPr/>
              </p:nvSpPr>
              <p:spPr>
                <a:xfrm>
                  <a:off x="43156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48" y="473"/>
                        <a:pt x="1607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9" name="Google Shape;9355;p73">
                  <a:extLst>
                    <a:ext uri="{FF2B5EF4-FFF2-40B4-BE49-F238E27FC236}">
                      <a16:creationId xmlns:a16="http://schemas.microsoft.com/office/drawing/2014/main" id="{FFAD9151-BCEB-3B3C-020E-6644B9FF09E2}"/>
                    </a:ext>
                  </a:extLst>
                </p:cNvPr>
                <p:cNvSpPr/>
                <p:nvPr/>
              </p:nvSpPr>
              <p:spPr>
                <a:xfrm>
                  <a:off x="44558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0" name="Google Shape;9356;p73">
                  <a:extLst>
                    <a:ext uri="{FF2B5EF4-FFF2-40B4-BE49-F238E27FC236}">
                      <a16:creationId xmlns:a16="http://schemas.microsoft.com/office/drawing/2014/main" id="{21EC47E7-D99A-662B-828A-AD5616153C4D}"/>
                    </a:ext>
                  </a:extLst>
                </p:cNvPr>
                <p:cNvSpPr/>
                <p:nvPr/>
              </p:nvSpPr>
              <p:spPr>
                <a:xfrm>
                  <a:off x="4263650" y="4085000"/>
                  <a:ext cx="2985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2" h="4884" extrusionOk="0">
                      <a:moveTo>
                        <a:pt x="1545" y="0"/>
                      </a:moveTo>
                      <a:cubicBezTo>
                        <a:pt x="1041" y="0"/>
                        <a:pt x="599" y="347"/>
                        <a:pt x="505" y="851"/>
                      </a:cubicBezTo>
                      <a:lnTo>
                        <a:pt x="64" y="3655"/>
                      </a:lnTo>
                      <a:cubicBezTo>
                        <a:pt x="1" y="3970"/>
                        <a:pt x="95" y="4253"/>
                        <a:pt x="284" y="4474"/>
                      </a:cubicBezTo>
                      <a:cubicBezTo>
                        <a:pt x="410" y="4631"/>
                        <a:pt x="599" y="4757"/>
                        <a:pt x="788" y="4789"/>
                      </a:cubicBezTo>
                      <a:cubicBezTo>
                        <a:pt x="1009" y="4442"/>
                        <a:pt x="1324" y="4127"/>
                        <a:pt x="1639" y="3938"/>
                      </a:cubicBezTo>
                      <a:cubicBezTo>
                        <a:pt x="1513" y="3686"/>
                        <a:pt x="1419" y="3434"/>
                        <a:pt x="1419" y="3151"/>
                      </a:cubicBezTo>
                      <a:cubicBezTo>
                        <a:pt x="1419" y="2206"/>
                        <a:pt x="2206" y="1418"/>
                        <a:pt x="3151" y="1418"/>
                      </a:cubicBezTo>
                      <a:cubicBezTo>
                        <a:pt x="4097" y="1418"/>
                        <a:pt x="4884" y="2206"/>
                        <a:pt x="4884" y="3151"/>
                      </a:cubicBezTo>
                      <a:cubicBezTo>
                        <a:pt x="4884" y="3434"/>
                        <a:pt x="4821" y="3686"/>
                        <a:pt x="4695" y="3938"/>
                      </a:cubicBezTo>
                      <a:cubicBezTo>
                        <a:pt x="5042" y="4159"/>
                        <a:pt x="5325" y="4474"/>
                        <a:pt x="5577" y="4883"/>
                      </a:cubicBezTo>
                      <a:lnTo>
                        <a:pt x="6396" y="4883"/>
                      </a:lnTo>
                      <a:cubicBezTo>
                        <a:pt x="6585" y="4537"/>
                        <a:pt x="6900" y="4159"/>
                        <a:pt x="7247" y="3938"/>
                      </a:cubicBezTo>
                      <a:cubicBezTo>
                        <a:pt x="7152" y="3686"/>
                        <a:pt x="7058" y="3434"/>
                        <a:pt x="7058" y="3151"/>
                      </a:cubicBezTo>
                      <a:cubicBezTo>
                        <a:pt x="7058" y="2206"/>
                        <a:pt x="7846" y="1418"/>
                        <a:pt x="8791" y="1418"/>
                      </a:cubicBezTo>
                      <a:cubicBezTo>
                        <a:pt x="9736" y="1418"/>
                        <a:pt x="10524" y="2206"/>
                        <a:pt x="10524" y="3151"/>
                      </a:cubicBezTo>
                      <a:cubicBezTo>
                        <a:pt x="10524" y="3434"/>
                        <a:pt x="10461" y="3686"/>
                        <a:pt x="10334" y="3938"/>
                      </a:cubicBezTo>
                      <a:cubicBezTo>
                        <a:pt x="10681" y="4159"/>
                        <a:pt x="10965" y="4442"/>
                        <a:pt x="11154" y="4789"/>
                      </a:cubicBezTo>
                      <a:cubicBezTo>
                        <a:pt x="11343" y="4757"/>
                        <a:pt x="11563" y="4631"/>
                        <a:pt x="11658" y="4474"/>
                      </a:cubicBezTo>
                      <a:cubicBezTo>
                        <a:pt x="11878" y="4253"/>
                        <a:pt x="11941" y="3938"/>
                        <a:pt x="11910" y="3655"/>
                      </a:cubicBezTo>
                      <a:lnTo>
                        <a:pt x="11343" y="851"/>
                      </a:lnTo>
                      <a:cubicBezTo>
                        <a:pt x="11280" y="347"/>
                        <a:pt x="10839" y="0"/>
                        <a:pt x="103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1" name="Google Shape;9357;p73">
                  <a:extLst>
                    <a:ext uri="{FF2B5EF4-FFF2-40B4-BE49-F238E27FC236}">
                      <a16:creationId xmlns:a16="http://schemas.microsoft.com/office/drawing/2014/main" id="{CCE1690A-F960-E5FB-BCAA-6482587E1F95}"/>
                    </a:ext>
                  </a:extLst>
                </p:cNvPr>
                <p:cNvSpPr/>
                <p:nvPr/>
              </p:nvSpPr>
              <p:spPr>
                <a:xfrm>
                  <a:off x="4431425" y="4196825"/>
                  <a:ext cx="104000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490" extrusionOk="0">
                      <a:moveTo>
                        <a:pt x="977" y="1"/>
                      </a:moveTo>
                      <a:cubicBezTo>
                        <a:pt x="536" y="284"/>
                        <a:pt x="189" y="694"/>
                        <a:pt x="63" y="1198"/>
                      </a:cubicBezTo>
                      <a:cubicBezTo>
                        <a:pt x="32" y="1387"/>
                        <a:pt x="0" y="1576"/>
                        <a:pt x="0" y="1797"/>
                      </a:cubicBezTo>
                      <a:lnTo>
                        <a:pt x="0" y="2143"/>
                      </a:lnTo>
                      <a:cubicBezTo>
                        <a:pt x="0" y="2332"/>
                        <a:pt x="158" y="2490"/>
                        <a:pt x="347" y="2490"/>
                      </a:cubicBezTo>
                      <a:lnTo>
                        <a:pt x="3813" y="2490"/>
                      </a:lnTo>
                      <a:cubicBezTo>
                        <a:pt x="4002" y="2490"/>
                        <a:pt x="4159" y="2332"/>
                        <a:pt x="4159" y="2143"/>
                      </a:cubicBezTo>
                      <a:lnTo>
                        <a:pt x="4159" y="1797"/>
                      </a:lnTo>
                      <a:cubicBezTo>
                        <a:pt x="4096" y="1576"/>
                        <a:pt x="4065" y="1356"/>
                        <a:pt x="4002" y="1198"/>
                      </a:cubicBezTo>
                      <a:cubicBezTo>
                        <a:pt x="3844" y="694"/>
                        <a:pt x="3529" y="284"/>
                        <a:pt x="3119" y="1"/>
                      </a:cubicBezTo>
                      <a:cubicBezTo>
                        <a:pt x="2804" y="253"/>
                        <a:pt x="2426" y="410"/>
                        <a:pt x="2048" y="410"/>
                      </a:cubicBezTo>
                      <a:cubicBezTo>
                        <a:pt x="1639" y="410"/>
                        <a:pt x="1261" y="253"/>
                        <a:pt x="9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2" name="Google Shape;9358;p73">
                  <a:extLst>
                    <a:ext uri="{FF2B5EF4-FFF2-40B4-BE49-F238E27FC236}">
                      <a16:creationId xmlns:a16="http://schemas.microsoft.com/office/drawing/2014/main" id="{DE7BED35-405C-771E-C855-0D908B46FDB5}"/>
                    </a:ext>
                  </a:extLst>
                </p:cNvPr>
                <p:cNvSpPr/>
                <p:nvPr/>
              </p:nvSpPr>
              <p:spPr>
                <a:xfrm>
                  <a:off x="4359750" y="4022775"/>
                  <a:ext cx="104775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1765" extrusionOk="0">
                      <a:moveTo>
                        <a:pt x="1009" y="0"/>
                      </a:moveTo>
                      <a:cubicBezTo>
                        <a:pt x="379" y="347"/>
                        <a:pt x="0" y="1040"/>
                        <a:pt x="0" y="1765"/>
                      </a:cubicBezTo>
                      <a:lnTo>
                        <a:pt x="4191" y="1765"/>
                      </a:lnTo>
                      <a:cubicBezTo>
                        <a:pt x="4191" y="1040"/>
                        <a:pt x="3813" y="347"/>
                        <a:pt x="3214" y="0"/>
                      </a:cubicBezTo>
                      <a:cubicBezTo>
                        <a:pt x="2899" y="252"/>
                        <a:pt x="2521" y="378"/>
                        <a:pt x="2111" y="378"/>
                      </a:cubicBezTo>
                      <a:cubicBezTo>
                        <a:pt x="1733" y="378"/>
                        <a:pt x="1324" y="252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73" name="Google Shape;9359;p73">
                  <a:extLst>
                    <a:ext uri="{FF2B5EF4-FFF2-40B4-BE49-F238E27FC236}">
                      <a16:creationId xmlns:a16="http://schemas.microsoft.com/office/drawing/2014/main" id="{527441D2-1DFD-71EA-3E6F-B3D1123FE101}"/>
                    </a:ext>
                  </a:extLst>
                </p:cNvPr>
                <p:cNvSpPr/>
                <p:nvPr/>
              </p:nvSpPr>
              <p:spPr>
                <a:xfrm>
                  <a:off x="4291225" y="4196825"/>
                  <a:ext cx="102425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2490" extrusionOk="0">
                      <a:moveTo>
                        <a:pt x="1009" y="1"/>
                      </a:moveTo>
                      <a:cubicBezTo>
                        <a:pt x="568" y="284"/>
                        <a:pt x="221" y="694"/>
                        <a:pt x="95" y="1198"/>
                      </a:cubicBezTo>
                      <a:cubicBezTo>
                        <a:pt x="64" y="1387"/>
                        <a:pt x="1" y="1576"/>
                        <a:pt x="1" y="1797"/>
                      </a:cubicBezTo>
                      <a:lnTo>
                        <a:pt x="1" y="2143"/>
                      </a:lnTo>
                      <a:cubicBezTo>
                        <a:pt x="1" y="2332"/>
                        <a:pt x="158" y="2490"/>
                        <a:pt x="379" y="2490"/>
                      </a:cubicBezTo>
                      <a:lnTo>
                        <a:pt x="3844" y="2490"/>
                      </a:lnTo>
                      <a:cubicBezTo>
                        <a:pt x="3939" y="2490"/>
                        <a:pt x="4096" y="2332"/>
                        <a:pt x="4096" y="2143"/>
                      </a:cubicBezTo>
                      <a:lnTo>
                        <a:pt x="4096" y="1797"/>
                      </a:lnTo>
                      <a:cubicBezTo>
                        <a:pt x="4096" y="1576"/>
                        <a:pt x="4065" y="1356"/>
                        <a:pt x="4033" y="1198"/>
                      </a:cubicBezTo>
                      <a:cubicBezTo>
                        <a:pt x="3876" y="694"/>
                        <a:pt x="3561" y="284"/>
                        <a:pt x="3120" y="1"/>
                      </a:cubicBezTo>
                      <a:cubicBezTo>
                        <a:pt x="2804" y="253"/>
                        <a:pt x="2458" y="410"/>
                        <a:pt x="2048" y="410"/>
                      </a:cubicBezTo>
                      <a:cubicBezTo>
                        <a:pt x="1670" y="410"/>
                        <a:pt x="1261" y="253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4" name="Google Shape;9360;p73">
                <a:extLst>
                  <a:ext uri="{FF2B5EF4-FFF2-40B4-BE49-F238E27FC236}">
                    <a16:creationId xmlns:a16="http://schemas.microsoft.com/office/drawing/2014/main" id="{08DE67FC-6C6C-A13B-D3A1-3665478A7254}"/>
                  </a:ext>
                </a:extLst>
              </p:cNvPr>
              <p:cNvGrpSpPr/>
              <p:nvPr/>
            </p:nvGrpSpPr>
            <p:grpSpPr>
              <a:xfrm>
                <a:off x="10368218" y="3747882"/>
                <a:ext cx="323559" cy="500612"/>
                <a:chOff x="6164975" y="3211525"/>
                <a:chExt cx="191425" cy="296175"/>
              </a:xfrm>
              <a:grpFill/>
            </p:grpSpPr>
            <p:sp>
              <p:nvSpPr>
                <p:cNvPr id="260" name="Google Shape;9361;p73">
                  <a:extLst>
                    <a:ext uri="{FF2B5EF4-FFF2-40B4-BE49-F238E27FC236}">
                      <a16:creationId xmlns:a16="http://schemas.microsoft.com/office/drawing/2014/main" id="{F48DC3D1-8F5F-85B7-CD91-D95FE5C9A9FD}"/>
                    </a:ext>
                  </a:extLst>
                </p:cNvPr>
                <p:cNvSpPr/>
                <p:nvPr/>
              </p:nvSpPr>
              <p:spPr>
                <a:xfrm>
                  <a:off x="6269750" y="3371400"/>
                  <a:ext cx="68525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3372" extrusionOk="0">
                      <a:moveTo>
                        <a:pt x="1670" y="1"/>
                      </a:moveTo>
                      <a:cubicBezTo>
                        <a:pt x="1166" y="316"/>
                        <a:pt x="599" y="505"/>
                        <a:pt x="0" y="568"/>
                      </a:cubicBezTo>
                      <a:lnTo>
                        <a:pt x="0" y="1482"/>
                      </a:lnTo>
                      <a:lnTo>
                        <a:pt x="1890" y="3372"/>
                      </a:lnTo>
                      <a:lnTo>
                        <a:pt x="2741" y="3372"/>
                      </a:lnTo>
                      <a:lnTo>
                        <a:pt x="2741" y="3340"/>
                      </a:lnTo>
                      <a:lnTo>
                        <a:pt x="2741" y="2301"/>
                      </a:lnTo>
                      <a:cubicBezTo>
                        <a:pt x="2741" y="1356"/>
                        <a:pt x="2300" y="536"/>
                        <a:pt x="16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1" name="Google Shape;9362;p73">
                  <a:extLst>
                    <a:ext uri="{FF2B5EF4-FFF2-40B4-BE49-F238E27FC236}">
                      <a16:creationId xmlns:a16="http://schemas.microsoft.com/office/drawing/2014/main" id="{4918EAEB-9B8A-DA80-FAF4-A79FCF110EA8}"/>
                    </a:ext>
                  </a:extLst>
                </p:cNvPr>
                <p:cNvSpPr/>
                <p:nvPr/>
              </p:nvSpPr>
              <p:spPr>
                <a:xfrm>
                  <a:off x="6228775" y="3424175"/>
                  <a:ext cx="62250" cy="3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230" extrusionOk="0">
                      <a:moveTo>
                        <a:pt x="1229" y="1"/>
                      </a:moveTo>
                      <a:lnTo>
                        <a:pt x="1" y="1229"/>
                      </a:lnTo>
                      <a:lnTo>
                        <a:pt x="2490" y="1229"/>
                      </a:lnTo>
                      <a:lnTo>
                        <a:pt x="122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2" name="Google Shape;9363;p73">
                  <a:extLst>
                    <a:ext uri="{FF2B5EF4-FFF2-40B4-BE49-F238E27FC236}">
                      <a16:creationId xmlns:a16="http://schemas.microsoft.com/office/drawing/2014/main" id="{CB5F58A8-6027-BC1F-434F-443CEE8A8B61}"/>
                    </a:ext>
                  </a:extLst>
                </p:cNvPr>
                <p:cNvSpPr/>
                <p:nvPr/>
              </p:nvSpPr>
              <p:spPr>
                <a:xfrm>
                  <a:off x="6182300" y="3369825"/>
                  <a:ext cx="6935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3404" extrusionOk="0">
                      <a:moveTo>
                        <a:pt x="1072" y="1"/>
                      </a:moveTo>
                      <a:cubicBezTo>
                        <a:pt x="411" y="599"/>
                        <a:pt x="1" y="1419"/>
                        <a:pt x="1" y="2332"/>
                      </a:cubicBezTo>
                      <a:lnTo>
                        <a:pt x="1" y="3403"/>
                      </a:lnTo>
                      <a:lnTo>
                        <a:pt x="883" y="3403"/>
                      </a:lnTo>
                      <a:lnTo>
                        <a:pt x="2773" y="1513"/>
                      </a:lnTo>
                      <a:lnTo>
                        <a:pt x="2773" y="599"/>
                      </a:lnTo>
                      <a:cubicBezTo>
                        <a:pt x="2143" y="568"/>
                        <a:pt x="1576" y="316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3" name="Google Shape;9364;p73">
                  <a:extLst>
                    <a:ext uri="{FF2B5EF4-FFF2-40B4-BE49-F238E27FC236}">
                      <a16:creationId xmlns:a16="http://schemas.microsoft.com/office/drawing/2014/main" id="{6CA01EAA-37A7-FF2E-0FAF-4AA2F71BE298}"/>
                    </a:ext>
                  </a:extLst>
                </p:cNvPr>
                <p:cNvSpPr/>
                <p:nvPr/>
              </p:nvSpPr>
              <p:spPr>
                <a:xfrm>
                  <a:off x="6164975" y="34722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316"/>
                        <a:pt x="7278" y="1"/>
                        <a:pt x="69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4" name="Google Shape;9365;p73">
                  <a:extLst>
                    <a:ext uri="{FF2B5EF4-FFF2-40B4-BE49-F238E27FC236}">
                      <a16:creationId xmlns:a16="http://schemas.microsoft.com/office/drawing/2014/main" id="{DA9050CA-C1BB-9C71-0B3C-FA4292A68A6F}"/>
                    </a:ext>
                  </a:extLst>
                </p:cNvPr>
                <p:cNvSpPr/>
                <p:nvPr/>
              </p:nvSpPr>
              <p:spPr>
                <a:xfrm>
                  <a:off x="6164975" y="32115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0"/>
                      </a:moveTo>
                      <a:cubicBezTo>
                        <a:pt x="316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284"/>
                        <a:pt x="7278" y="0"/>
                        <a:pt x="69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5" name="Google Shape;9366;p73">
                  <a:extLst>
                    <a:ext uri="{FF2B5EF4-FFF2-40B4-BE49-F238E27FC236}">
                      <a16:creationId xmlns:a16="http://schemas.microsoft.com/office/drawing/2014/main" id="{88A457B5-4DB5-33E1-31EF-8F7F3FAF4F14}"/>
                    </a:ext>
                  </a:extLst>
                </p:cNvPr>
                <p:cNvSpPr/>
                <p:nvPr/>
              </p:nvSpPr>
              <p:spPr>
                <a:xfrm>
                  <a:off x="6183100" y="3262725"/>
                  <a:ext cx="1551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1426" extrusionOk="0">
                      <a:moveTo>
                        <a:pt x="0" y="0"/>
                      </a:moveTo>
                      <a:lnTo>
                        <a:pt x="0" y="441"/>
                      </a:lnTo>
                      <a:lnTo>
                        <a:pt x="568" y="788"/>
                      </a:lnTo>
                      <a:cubicBezTo>
                        <a:pt x="1355" y="1213"/>
                        <a:pt x="2237" y="1426"/>
                        <a:pt x="3112" y="1426"/>
                      </a:cubicBezTo>
                      <a:cubicBezTo>
                        <a:pt x="3986" y="1426"/>
                        <a:pt x="4852" y="1213"/>
                        <a:pt x="5608" y="788"/>
                      </a:cubicBezTo>
                      <a:lnTo>
                        <a:pt x="6207" y="441"/>
                      </a:lnTo>
                      <a:lnTo>
                        <a:pt x="62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66" name="Google Shape;9367;p73">
                  <a:extLst>
                    <a:ext uri="{FF2B5EF4-FFF2-40B4-BE49-F238E27FC236}">
                      <a16:creationId xmlns:a16="http://schemas.microsoft.com/office/drawing/2014/main" id="{3D41995E-3310-CE19-A1CE-6F640B102362}"/>
                    </a:ext>
                  </a:extLst>
                </p:cNvPr>
                <p:cNvSpPr/>
                <p:nvPr/>
              </p:nvSpPr>
              <p:spPr>
                <a:xfrm>
                  <a:off x="6181525" y="3294225"/>
                  <a:ext cx="155975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2962" extrusionOk="0">
                      <a:moveTo>
                        <a:pt x="0" y="0"/>
                      </a:moveTo>
                      <a:cubicBezTo>
                        <a:pt x="126" y="1607"/>
                        <a:pt x="1481" y="2962"/>
                        <a:pt x="3119" y="2962"/>
                      </a:cubicBezTo>
                      <a:cubicBezTo>
                        <a:pt x="4758" y="2962"/>
                        <a:pt x="6112" y="1607"/>
                        <a:pt x="6238" y="0"/>
                      </a:cubicBezTo>
                      <a:lnTo>
                        <a:pt x="6238" y="0"/>
                      </a:lnTo>
                      <a:lnTo>
                        <a:pt x="5986" y="126"/>
                      </a:lnTo>
                      <a:cubicBezTo>
                        <a:pt x="5136" y="631"/>
                        <a:pt x="4096" y="883"/>
                        <a:pt x="3119" y="883"/>
                      </a:cubicBezTo>
                      <a:cubicBezTo>
                        <a:pt x="2143" y="883"/>
                        <a:pt x="1166" y="631"/>
                        <a:pt x="252" y="1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5" name="Google Shape;9368;p73">
                <a:extLst>
                  <a:ext uri="{FF2B5EF4-FFF2-40B4-BE49-F238E27FC236}">
                    <a16:creationId xmlns:a16="http://schemas.microsoft.com/office/drawing/2014/main" id="{607FAD36-F504-54FF-28B2-2241BFD696F1}"/>
                  </a:ext>
                </a:extLst>
              </p:cNvPr>
              <p:cNvGrpSpPr/>
              <p:nvPr/>
            </p:nvGrpSpPr>
            <p:grpSpPr>
              <a:xfrm>
                <a:off x="1400391" y="3747903"/>
                <a:ext cx="504627" cy="500571"/>
                <a:chOff x="946175" y="3253275"/>
                <a:chExt cx="298550" cy="296150"/>
              </a:xfrm>
              <a:grpFill/>
            </p:grpSpPr>
            <p:sp>
              <p:nvSpPr>
                <p:cNvPr id="255" name="Google Shape;9369;p73">
                  <a:extLst>
                    <a:ext uri="{FF2B5EF4-FFF2-40B4-BE49-F238E27FC236}">
                      <a16:creationId xmlns:a16="http://schemas.microsoft.com/office/drawing/2014/main" id="{6667E537-214B-0950-C589-127F91FEFF78}"/>
                    </a:ext>
                  </a:extLst>
                </p:cNvPr>
                <p:cNvSpPr/>
                <p:nvPr/>
              </p:nvSpPr>
              <p:spPr>
                <a:xfrm>
                  <a:off x="946175" y="3253275"/>
                  <a:ext cx="209550" cy="2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10460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113"/>
                      </a:lnTo>
                      <a:cubicBezTo>
                        <a:pt x="1" y="10302"/>
                        <a:pt x="158" y="10460"/>
                        <a:pt x="348" y="10460"/>
                      </a:cubicBezTo>
                      <a:lnTo>
                        <a:pt x="694" y="10460"/>
                      </a:lnTo>
                      <a:lnTo>
                        <a:pt x="694" y="3875"/>
                      </a:lnTo>
                      <a:cubicBezTo>
                        <a:pt x="694" y="3623"/>
                        <a:pt x="820" y="3340"/>
                        <a:pt x="1009" y="3151"/>
                      </a:cubicBezTo>
                      <a:lnTo>
                        <a:pt x="3151" y="1008"/>
                      </a:lnTo>
                      <a:cubicBezTo>
                        <a:pt x="3340" y="819"/>
                        <a:pt x="3624" y="693"/>
                        <a:pt x="3908" y="693"/>
                      </a:cubicBezTo>
                      <a:lnTo>
                        <a:pt x="8381" y="693"/>
                      </a:lnTo>
                      <a:lnTo>
                        <a:pt x="8381" y="347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6" name="Google Shape;9370;p73">
                  <a:extLst>
                    <a:ext uri="{FF2B5EF4-FFF2-40B4-BE49-F238E27FC236}">
                      <a16:creationId xmlns:a16="http://schemas.microsoft.com/office/drawing/2014/main" id="{BDDB8A48-8891-6F05-180B-B401DE6B665A}"/>
                    </a:ext>
                  </a:extLst>
                </p:cNvPr>
                <p:cNvSpPr/>
                <p:nvPr/>
              </p:nvSpPr>
              <p:spPr>
                <a:xfrm>
                  <a:off x="986350" y="3293425"/>
                  <a:ext cx="47300" cy="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2" h="1923" extrusionOk="0">
                      <a:moveTo>
                        <a:pt x="1891" y="1"/>
                      </a:moveTo>
                      <a:lnTo>
                        <a:pt x="1" y="1923"/>
                      </a:lnTo>
                      <a:lnTo>
                        <a:pt x="1891" y="1923"/>
                      </a:lnTo>
                      <a:lnTo>
                        <a:pt x="189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7" name="Google Shape;9371;p73">
                  <a:extLst>
                    <a:ext uri="{FF2B5EF4-FFF2-40B4-BE49-F238E27FC236}">
                      <a16:creationId xmlns:a16="http://schemas.microsoft.com/office/drawing/2014/main" id="{D88D8222-B970-D219-9890-882BC4DA24F8}"/>
                    </a:ext>
                  </a:extLst>
                </p:cNvPr>
                <p:cNvSpPr/>
                <p:nvPr/>
              </p:nvSpPr>
              <p:spPr>
                <a:xfrm>
                  <a:off x="1051725" y="3359600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cubicBezTo>
                        <a:pt x="1" y="3749"/>
                        <a:pt x="1103" y="4852"/>
                        <a:pt x="2427" y="4852"/>
                      </a:cubicBezTo>
                      <a:cubicBezTo>
                        <a:pt x="3781" y="4852"/>
                        <a:pt x="4884" y="3749"/>
                        <a:pt x="4884" y="2426"/>
                      </a:cubicBez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8" name="Google Shape;9372;p73">
                  <a:extLst>
                    <a:ext uri="{FF2B5EF4-FFF2-40B4-BE49-F238E27FC236}">
                      <a16:creationId xmlns:a16="http://schemas.microsoft.com/office/drawing/2014/main" id="{1F103111-6FA2-01B5-C7CC-FB1D40DB182E}"/>
                    </a:ext>
                  </a:extLst>
                </p:cNvPr>
                <p:cNvSpPr/>
                <p:nvPr/>
              </p:nvSpPr>
              <p:spPr>
                <a:xfrm>
                  <a:off x="980050" y="3289500"/>
                  <a:ext cx="192200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9704" extrusionOk="0">
                      <a:moveTo>
                        <a:pt x="2868" y="0"/>
                      </a:moveTo>
                      <a:lnTo>
                        <a:pt x="2868" y="2426"/>
                      </a:lnTo>
                      <a:cubicBezTo>
                        <a:pt x="2868" y="2647"/>
                        <a:pt x="2679" y="2804"/>
                        <a:pt x="2490" y="2804"/>
                      </a:cubicBezTo>
                      <a:lnTo>
                        <a:pt x="1" y="2804"/>
                      </a:lnTo>
                      <a:lnTo>
                        <a:pt x="1" y="9357"/>
                      </a:lnTo>
                      <a:cubicBezTo>
                        <a:pt x="1" y="9578"/>
                        <a:pt x="190" y="9704"/>
                        <a:pt x="379" y="9704"/>
                      </a:cubicBezTo>
                      <a:lnTo>
                        <a:pt x="7341" y="9704"/>
                      </a:lnTo>
                      <a:cubicBezTo>
                        <a:pt x="7467" y="9704"/>
                        <a:pt x="7593" y="9641"/>
                        <a:pt x="7625" y="9578"/>
                      </a:cubicBezTo>
                      <a:lnTo>
                        <a:pt x="6239" y="8192"/>
                      </a:lnTo>
                      <a:cubicBezTo>
                        <a:pt x="5924" y="8318"/>
                        <a:pt x="5609" y="8349"/>
                        <a:pt x="5262" y="8349"/>
                      </a:cubicBezTo>
                      <a:cubicBezTo>
                        <a:pt x="3529" y="8349"/>
                        <a:pt x="2143" y="6931"/>
                        <a:pt x="2143" y="5230"/>
                      </a:cubicBezTo>
                      <a:cubicBezTo>
                        <a:pt x="2143" y="3529"/>
                        <a:pt x="3561" y="2111"/>
                        <a:pt x="5262" y="2111"/>
                      </a:cubicBezTo>
                      <a:cubicBezTo>
                        <a:pt x="6239" y="2111"/>
                        <a:pt x="7121" y="2584"/>
                        <a:pt x="7688" y="3308"/>
                      </a:cubicBezTo>
                      <a:lnTo>
                        <a:pt x="7688" y="347"/>
                      </a:lnTo>
                      <a:cubicBezTo>
                        <a:pt x="7688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9" name="Google Shape;9373;p73">
                  <a:extLst>
                    <a:ext uri="{FF2B5EF4-FFF2-40B4-BE49-F238E27FC236}">
                      <a16:creationId xmlns:a16="http://schemas.microsoft.com/office/drawing/2014/main" id="{67B6747D-91B3-A0F3-1056-D3DE080CE8F5}"/>
                    </a:ext>
                  </a:extLst>
                </p:cNvPr>
                <p:cNvSpPr/>
                <p:nvPr/>
              </p:nvSpPr>
              <p:spPr>
                <a:xfrm>
                  <a:off x="1154125" y="3460400"/>
                  <a:ext cx="90600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4" h="3561" extrusionOk="0">
                      <a:moveTo>
                        <a:pt x="977" y="1"/>
                      </a:moveTo>
                      <a:cubicBezTo>
                        <a:pt x="693" y="410"/>
                        <a:pt x="378" y="757"/>
                        <a:pt x="0" y="1009"/>
                      </a:cubicBezTo>
                      <a:lnTo>
                        <a:pt x="2363" y="3372"/>
                      </a:lnTo>
                      <a:cubicBezTo>
                        <a:pt x="2489" y="3498"/>
                        <a:pt x="2662" y="3561"/>
                        <a:pt x="2840" y="3561"/>
                      </a:cubicBezTo>
                      <a:cubicBezTo>
                        <a:pt x="3017" y="3561"/>
                        <a:pt x="3198" y="3498"/>
                        <a:pt x="3340" y="3372"/>
                      </a:cubicBezTo>
                      <a:cubicBezTo>
                        <a:pt x="3623" y="3088"/>
                        <a:pt x="3623" y="2647"/>
                        <a:pt x="3340" y="2364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6" name="Google Shape;9374;p73">
                <a:extLst>
                  <a:ext uri="{FF2B5EF4-FFF2-40B4-BE49-F238E27FC236}">
                    <a16:creationId xmlns:a16="http://schemas.microsoft.com/office/drawing/2014/main" id="{ADD64037-9738-A6AD-7DF5-9F6BC3923937}"/>
                  </a:ext>
                </a:extLst>
              </p:cNvPr>
              <p:cNvGrpSpPr/>
              <p:nvPr/>
            </p:nvGrpSpPr>
            <p:grpSpPr>
              <a:xfrm>
                <a:off x="1401722" y="4379912"/>
                <a:ext cx="501965" cy="496642"/>
                <a:chOff x="946175" y="3619500"/>
                <a:chExt cx="296975" cy="293825"/>
              </a:xfrm>
              <a:grpFill/>
            </p:grpSpPr>
            <p:sp>
              <p:nvSpPr>
                <p:cNvPr id="249" name="Google Shape;9375;p73">
                  <a:extLst>
                    <a:ext uri="{FF2B5EF4-FFF2-40B4-BE49-F238E27FC236}">
                      <a16:creationId xmlns:a16="http://schemas.microsoft.com/office/drawing/2014/main" id="{9A5DBEE6-15FD-CEA7-9DB0-02D300C9D84F}"/>
                    </a:ext>
                  </a:extLst>
                </p:cNvPr>
                <p:cNvSpPr/>
                <p:nvPr/>
              </p:nvSpPr>
              <p:spPr>
                <a:xfrm>
                  <a:off x="963525" y="3619500"/>
                  <a:ext cx="20795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8" h="11753" extrusionOk="0">
                      <a:moveTo>
                        <a:pt x="3828" y="2742"/>
                      </a:moveTo>
                      <a:cubicBezTo>
                        <a:pt x="3915" y="2742"/>
                        <a:pt x="4001" y="2773"/>
                        <a:pt x="4064" y="2836"/>
                      </a:cubicBezTo>
                      <a:cubicBezTo>
                        <a:pt x="4253" y="2994"/>
                        <a:pt x="4253" y="3183"/>
                        <a:pt x="4096" y="3340"/>
                      </a:cubicBezTo>
                      <a:lnTo>
                        <a:pt x="2678" y="4695"/>
                      </a:lnTo>
                      <a:cubicBezTo>
                        <a:pt x="2615" y="4790"/>
                        <a:pt x="2520" y="4821"/>
                        <a:pt x="2457" y="4821"/>
                      </a:cubicBezTo>
                      <a:cubicBezTo>
                        <a:pt x="2363" y="4821"/>
                        <a:pt x="2268" y="4790"/>
                        <a:pt x="2205" y="4695"/>
                      </a:cubicBezTo>
                      <a:lnTo>
                        <a:pt x="1512" y="4002"/>
                      </a:lnTo>
                      <a:cubicBezTo>
                        <a:pt x="1386" y="3876"/>
                        <a:pt x="1386" y="3655"/>
                        <a:pt x="1512" y="3529"/>
                      </a:cubicBezTo>
                      <a:cubicBezTo>
                        <a:pt x="1575" y="3466"/>
                        <a:pt x="1662" y="3435"/>
                        <a:pt x="1749" y="3435"/>
                      </a:cubicBezTo>
                      <a:cubicBezTo>
                        <a:pt x="1835" y="3435"/>
                        <a:pt x="1922" y="3466"/>
                        <a:pt x="1985" y="3529"/>
                      </a:cubicBezTo>
                      <a:lnTo>
                        <a:pt x="2426" y="3971"/>
                      </a:lnTo>
                      <a:lnTo>
                        <a:pt x="3592" y="2836"/>
                      </a:lnTo>
                      <a:cubicBezTo>
                        <a:pt x="3655" y="2773"/>
                        <a:pt x="3741" y="2742"/>
                        <a:pt x="3828" y="2742"/>
                      </a:cubicBezTo>
                      <a:close/>
                      <a:moveTo>
                        <a:pt x="3828" y="4790"/>
                      </a:moveTo>
                      <a:cubicBezTo>
                        <a:pt x="3915" y="4790"/>
                        <a:pt x="4001" y="4821"/>
                        <a:pt x="4064" y="4884"/>
                      </a:cubicBezTo>
                      <a:cubicBezTo>
                        <a:pt x="4253" y="5042"/>
                        <a:pt x="4253" y="5262"/>
                        <a:pt x="4096" y="5388"/>
                      </a:cubicBezTo>
                      <a:lnTo>
                        <a:pt x="2678" y="6774"/>
                      </a:lnTo>
                      <a:cubicBezTo>
                        <a:pt x="2615" y="6837"/>
                        <a:pt x="2520" y="6869"/>
                        <a:pt x="2457" y="6869"/>
                      </a:cubicBezTo>
                      <a:cubicBezTo>
                        <a:pt x="2363" y="6869"/>
                        <a:pt x="2268" y="6837"/>
                        <a:pt x="2205" y="6774"/>
                      </a:cubicBezTo>
                      <a:lnTo>
                        <a:pt x="1512" y="6050"/>
                      </a:lnTo>
                      <a:cubicBezTo>
                        <a:pt x="1386" y="5924"/>
                        <a:pt x="1386" y="5703"/>
                        <a:pt x="1512" y="5577"/>
                      </a:cubicBezTo>
                      <a:cubicBezTo>
                        <a:pt x="1575" y="5514"/>
                        <a:pt x="1662" y="5483"/>
                        <a:pt x="1749" y="5483"/>
                      </a:cubicBezTo>
                      <a:cubicBezTo>
                        <a:pt x="1835" y="5483"/>
                        <a:pt x="1922" y="5514"/>
                        <a:pt x="1985" y="5577"/>
                      </a:cubicBezTo>
                      <a:lnTo>
                        <a:pt x="2426" y="6018"/>
                      </a:lnTo>
                      <a:lnTo>
                        <a:pt x="3592" y="4884"/>
                      </a:lnTo>
                      <a:cubicBezTo>
                        <a:pt x="3655" y="4821"/>
                        <a:pt x="3741" y="4790"/>
                        <a:pt x="3828" y="4790"/>
                      </a:cubicBezTo>
                      <a:close/>
                      <a:moveTo>
                        <a:pt x="3828" y="6869"/>
                      </a:moveTo>
                      <a:cubicBezTo>
                        <a:pt x="3915" y="6869"/>
                        <a:pt x="4001" y="6900"/>
                        <a:pt x="4064" y="6963"/>
                      </a:cubicBezTo>
                      <a:cubicBezTo>
                        <a:pt x="4253" y="7121"/>
                        <a:pt x="4253" y="7342"/>
                        <a:pt x="4096" y="7468"/>
                      </a:cubicBezTo>
                      <a:lnTo>
                        <a:pt x="2678" y="8854"/>
                      </a:lnTo>
                      <a:cubicBezTo>
                        <a:pt x="2615" y="8917"/>
                        <a:pt x="2520" y="8980"/>
                        <a:pt x="2457" y="8980"/>
                      </a:cubicBezTo>
                      <a:cubicBezTo>
                        <a:pt x="2363" y="8980"/>
                        <a:pt x="2268" y="8917"/>
                        <a:pt x="2205" y="8854"/>
                      </a:cubicBezTo>
                      <a:lnTo>
                        <a:pt x="1512" y="8129"/>
                      </a:lnTo>
                      <a:cubicBezTo>
                        <a:pt x="1386" y="8003"/>
                        <a:pt x="1386" y="7783"/>
                        <a:pt x="1512" y="7657"/>
                      </a:cubicBezTo>
                      <a:cubicBezTo>
                        <a:pt x="1575" y="7594"/>
                        <a:pt x="1662" y="7562"/>
                        <a:pt x="1749" y="7562"/>
                      </a:cubicBezTo>
                      <a:cubicBezTo>
                        <a:pt x="1835" y="7562"/>
                        <a:pt x="1922" y="7594"/>
                        <a:pt x="1985" y="7657"/>
                      </a:cubicBezTo>
                      <a:lnTo>
                        <a:pt x="2426" y="8098"/>
                      </a:lnTo>
                      <a:lnTo>
                        <a:pt x="3592" y="6963"/>
                      </a:lnTo>
                      <a:cubicBezTo>
                        <a:pt x="3655" y="6900"/>
                        <a:pt x="3741" y="6869"/>
                        <a:pt x="3828" y="6869"/>
                      </a:cubicBez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673"/>
                      </a:lnTo>
                      <a:lnTo>
                        <a:pt x="6301" y="9673"/>
                      </a:lnTo>
                      <a:lnTo>
                        <a:pt x="6301" y="10397"/>
                      </a:lnTo>
                      <a:lnTo>
                        <a:pt x="6301" y="10744"/>
                      </a:lnTo>
                      <a:lnTo>
                        <a:pt x="6270" y="10744"/>
                      </a:lnTo>
                      <a:cubicBezTo>
                        <a:pt x="6270" y="11343"/>
                        <a:pt x="6742" y="11752"/>
                        <a:pt x="7278" y="11752"/>
                      </a:cubicBezTo>
                      <a:cubicBezTo>
                        <a:pt x="7876" y="11752"/>
                        <a:pt x="8317" y="11280"/>
                        <a:pt x="8317" y="10744"/>
                      </a:cubicBezTo>
                      <a:lnTo>
                        <a:pt x="8317" y="7972"/>
                      </a:lnTo>
                      <a:lnTo>
                        <a:pt x="7498" y="8822"/>
                      </a:lnTo>
                      <a:lnTo>
                        <a:pt x="5608" y="9547"/>
                      </a:lnTo>
                      <a:cubicBezTo>
                        <a:pt x="5497" y="9576"/>
                        <a:pt x="5390" y="9590"/>
                        <a:pt x="5288" y="9590"/>
                      </a:cubicBezTo>
                      <a:cubicBezTo>
                        <a:pt x="4954" y="9590"/>
                        <a:pt x="4674" y="9441"/>
                        <a:pt x="4505" y="9200"/>
                      </a:cubicBezTo>
                      <a:cubicBezTo>
                        <a:pt x="4316" y="8980"/>
                        <a:pt x="4222" y="8665"/>
                        <a:pt x="4316" y="8255"/>
                      </a:cubicBezTo>
                      <a:lnTo>
                        <a:pt x="5041" y="6365"/>
                      </a:lnTo>
                      <a:lnTo>
                        <a:pt x="8317" y="3088"/>
                      </a:lnTo>
                      <a:lnTo>
                        <a:pt x="8317" y="2773"/>
                      </a:lnTo>
                      <a:lnTo>
                        <a:pt x="5891" y="2773"/>
                      </a:lnTo>
                      <a:cubicBezTo>
                        <a:pt x="5671" y="2773"/>
                        <a:pt x="5513" y="2616"/>
                        <a:pt x="5513" y="2427"/>
                      </a:cubicBezTo>
                      <a:lnTo>
                        <a:pt x="551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0" name="Google Shape;9376;p73">
                  <a:extLst>
                    <a:ext uri="{FF2B5EF4-FFF2-40B4-BE49-F238E27FC236}">
                      <a16:creationId xmlns:a16="http://schemas.microsoft.com/office/drawing/2014/main" id="{B73F91AF-D915-9A10-AF63-1753F5C77253}"/>
                    </a:ext>
                  </a:extLst>
                </p:cNvPr>
                <p:cNvSpPr/>
                <p:nvPr/>
              </p:nvSpPr>
              <p:spPr>
                <a:xfrm>
                  <a:off x="1185625" y="3688025"/>
                  <a:ext cx="57525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8" extrusionOk="0">
                      <a:moveTo>
                        <a:pt x="1072" y="1"/>
                      </a:moveTo>
                      <a:cubicBezTo>
                        <a:pt x="890" y="1"/>
                        <a:pt x="709" y="64"/>
                        <a:pt x="568" y="190"/>
                      </a:cubicBezTo>
                      <a:lnTo>
                        <a:pt x="0" y="788"/>
                      </a:lnTo>
                      <a:lnTo>
                        <a:pt x="1450" y="2238"/>
                      </a:lnTo>
                      <a:lnTo>
                        <a:pt x="2048" y="1639"/>
                      </a:lnTo>
                      <a:cubicBezTo>
                        <a:pt x="2300" y="1387"/>
                        <a:pt x="2300" y="946"/>
                        <a:pt x="2048" y="662"/>
                      </a:cubicBezTo>
                      <a:lnTo>
                        <a:pt x="1576" y="190"/>
                      </a:lnTo>
                      <a:cubicBezTo>
                        <a:pt x="1434" y="64"/>
                        <a:pt x="1253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1" name="Google Shape;9377;p73">
                  <a:extLst>
                    <a:ext uri="{FF2B5EF4-FFF2-40B4-BE49-F238E27FC236}">
                      <a16:creationId xmlns:a16="http://schemas.microsoft.com/office/drawing/2014/main" id="{0F2A19FF-96C6-D7BF-B5F2-7D47A1425923}"/>
                    </a:ext>
                  </a:extLst>
                </p:cNvPr>
                <p:cNvSpPr/>
                <p:nvPr/>
              </p:nvSpPr>
              <p:spPr>
                <a:xfrm>
                  <a:off x="1088075" y="3795925"/>
                  <a:ext cx="46375" cy="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01" extrusionOk="0">
                      <a:moveTo>
                        <a:pt x="594" y="1"/>
                      </a:moveTo>
                      <a:lnTo>
                        <a:pt x="59" y="1387"/>
                      </a:lnTo>
                      <a:cubicBezTo>
                        <a:pt x="0" y="1621"/>
                        <a:pt x="186" y="1800"/>
                        <a:pt x="414" y="1800"/>
                      </a:cubicBezTo>
                      <a:cubicBezTo>
                        <a:pt x="432" y="1800"/>
                        <a:pt x="450" y="1799"/>
                        <a:pt x="468" y="1797"/>
                      </a:cubicBezTo>
                      <a:lnTo>
                        <a:pt x="1855" y="1261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2" name="Google Shape;9378;p73">
                  <a:extLst>
                    <a:ext uri="{FF2B5EF4-FFF2-40B4-BE49-F238E27FC236}">
                      <a16:creationId xmlns:a16="http://schemas.microsoft.com/office/drawing/2014/main" id="{F6F60258-ADFD-1FD2-1347-408A12E98383}"/>
                    </a:ext>
                  </a:extLst>
                </p:cNvPr>
                <p:cNvSpPr/>
                <p:nvPr/>
              </p:nvSpPr>
              <p:spPr>
                <a:xfrm>
                  <a:off x="1112375" y="3720325"/>
                  <a:ext cx="97700" cy="9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8" h="3908" extrusionOk="0">
                      <a:moveTo>
                        <a:pt x="2426" y="1"/>
                      </a:moveTo>
                      <a:lnTo>
                        <a:pt x="1" y="2458"/>
                      </a:lnTo>
                      <a:lnTo>
                        <a:pt x="1450" y="3907"/>
                      </a:lnTo>
                      <a:lnTo>
                        <a:pt x="3907" y="1481"/>
                      </a:lnTo>
                      <a:lnTo>
                        <a:pt x="24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3" name="Google Shape;9379;p73">
                  <a:extLst>
                    <a:ext uri="{FF2B5EF4-FFF2-40B4-BE49-F238E27FC236}">
                      <a16:creationId xmlns:a16="http://schemas.microsoft.com/office/drawing/2014/main" id="{C3DEF99C-3B7A-C2C5-60A4-36C8C3CD4110}"/>
                    </a:ext>
                  </a:extLst>
                </p:cNvPr>
                <p:cNvSpPr/>
                <p:nvPr/>
              </p:nvSpPr>
              <p:spPr>
                <a:xfrm>
                  <a:off x="1120250" y="3623450"/>
                  <a:ext cx="47275" cy="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891" extrusionOk="0">
                      <a:moveTo>
                        <a:pt x="1" y="0"/>
                      </a:moveTo>
                      <a:lnTo>
                        <a:pt x="1" y="1891"/>
                      </a:lnTo>
                      <a:lnTo>
                        <a:pt x="1891" y="18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54" name="Google Shape;9380;p73">
                  <a:extLst>
                    <a:ext uri="{FF2B5EF4-FFF2-40B4-BE49-F238E27FC236}">
                      <a16:creationId xmlns:a16="http://schemas.microsoft.com/office/drawing/2014/main" id="{466B49E3-04B1-8D92-093C-673D7588D625}"/>
                    </a:ext>
                  </a:extLst>
                </p:cNvPr>
                <p:cNvSpPr/>
                <p:nvPr/>
              </p:nvSpPr>
              <p:spPr>
                <a:xfrm>
                  <a:off x="946175" y="3879425"/>
                  <a:ext cx="166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9" h="1356" extrusionOk="0">
                      <a:moveTo>
                        <a:pt x="348" y="0"/>
                      </a:moveTo>
                      <a:cubicBezTo>
                        <a:pt x="158" y="0"/>
                        <a:pt x="1" y="190"/>
                        <a:pt x="1" y="347"/>
                      </a:cubicBezTo>
                      <a:lnTo>
                        <a:pt x="1" y="694"/>
                      </a:lnTo>
                      <a:cubicBezTo>
                        <a:pt x="1" y="1040"/>
                        <a:pt x="316" y="1355"/>
                        <a:pt x="694" y="1355"/>
                      </a:cubicBezTo>
                      <a:lnTo>
                        <a:pt x="6649" y="1355"/>
                      </a:lnTo>
                      <a:cubicBezTo>
                        <a:pt x="6428" y="1103"/>
                        <a:pt x="6302" y="725"/>
                        <a:pt x="6302" y="347"/>
                      </a:cubicBezTo>
                      <a:lnTo>
                        <a:pt x="63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7" name="Google Shape;9381;p73">
                <a:extLst>
                  <a:ext uri="{FF2B5EF4-FFF2-40B4-BE49-F238E27FC236}">
                    <a16:creationId xmlns:a16="http://schemas.microsoft.com/office/drawing/2014/main" id="{FC350AF0-129D-8956-7023-66BE731573FF}"/>
                  </a:ext>
                </a:extLst>
              </p:cNvPr>
              <p:cNvGrpSpPr/>
              <p:nvPr/>
            </p:nvGrpSpPr>
            <p:grpSpPr>
              <a:xfrm>
                <a:off x="1401067" y="4983990"/>
                <a:ext cx="503276" cy="501923"/>
                <a:chOff x="944600" y="3981825"/>
                <a:chExt cx="297750" cy="296950"/>
              </a:xfrm>
              <a:grpFill/>
            </p:grpSpPr>
            <p:sp>
              <p:nvSpPr>
                <p:cNvPr id="245" name="Google Shape;9382;p73">
                  <a:extLst>
                    <a:ext uri="{FF2B5EF4-FFF2-40B4-BE49-F238E27FC236}">
                      <a16:creationId xmlns:a16="http://schemas.microsoft.com/office/drawing/2014/main" id="{8EA150FC-F03B-7857-B408-56198D6B0647}"/>
                    </a:ext>
                  </a:extLst>
                </p:cNvPr>
                <p:cNvSpPr/>
                <p:nvPr/>
              </p:nvSpPr>
              <p:spPr>
                <a:xfrm>
                  <a:off x="944600" y="3981825"/>
                  <a:ext cx="297750" cy="29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78" extrusionOk="0">
                      <a:moveTo>
                        <a:pt x="6333" y="1418"/>
                      </a:moveTo>
                      <a:cubicBezTo>
                        <a:pt x="8539" y="1575"/>
                        <a:pt x="10303" y="3340"/>
                        <a:pt x="10461" y="5545"/>
                      </a:cubicBezTo>
                      <a:lnTo>
                        <a:pt x="10146" y="5545"/>
                      </a:lnTo>
                      <a:cubicBezTo>
                        <a:pt x="9957" y="5545"/>
                        <a:pt x="9799" y="5702"/>
                        <a:pt x="9799" y="5892"/>
                      </a:cubicBezTo>
                      <a:cubicBezTo>
                        <a:pt x="9799" y="6081"/>
                        <a:pt x="9957" y="6238"/>
                        <a:pt x="10146" y="6238"/>
                      </a:cubicBezTo>
                      <a:lnTo>
                        <a:pt x="10461" y="6238"/>
                      </a:lnTo>
                      <a:cubicBezTo>
                        <a:pt x="10303" y="8443"/>
                        <a:pt x="8539" y="10239"/>
                        <a:pt x="6333" y="10397"/>
                      </a:cubicBezTo>
                      <a:lnTo>
                        <a:pt x="6333" y="10082"/>
                      </a:lnTo>
                      <a:cubicBezTo>
                        <a:pt x="6333" y="9861"/>
                        <a:pt x="6176" y="9704"/>
                        <a:pt x="5955" y="9704"/>
                      </a:cubicBezTo>
                      <a:cubicBezTo>
                        <a:pt x="5766" y="9704"/>
                        <a:pt x="5609" y="9861"/>
                        <a:pt x="5609" y="10082"/>
                      </a:cubicBezTo>
                      <a:lnTo>
                        <a:pt x="5609" y="10397"/>
                      </a:lnTo>
                      <a:cubicBezTo>
                        <a:pt x="3403" y="10239"/>
                        <a:pt x="1639" y="8443"/>
                        <a:pt x="1482" y="6238"/>
                      </a:cubicBezTo>
                      <a:lnTo>
                        <a:pt x="1797" y="6238"/>
                      </a:lnTo>
                      <a:cubicBezTo>
                        <a:pt x="1986" y="6238"/>
                        <a:pt x="2143" y="6081"/>
                        <a:pt x="2143" y="5892"/>
                      </a:cubicBezTo>
                      <a:cubicBezTo>
                        <a:pt x="2143" y="5702"/>
                        <a:pt x="1986" y="5545"/>
                        <a:pt x="1797" y="5545"/>
                      </a:cubicBezTo>
                      <a:lnTo>
                        <a:pt x="1482" y="5545"/>
                      </a:lnTo>
                      <a:cubicBezTo>
                        <a:pt x="1639" y="3340"/>
                        <a:pt x="3403" y="1575"/>
                        <a:pt x="5609" y="1418"/>
                      </a:cubicBezTo>
                      <a:lnTo>
                        <a:pt x="5609" y="1733"/>
                      </a:lnTo>
                      <a:cubicBezTo>
                        <a:pt x="5609" y="1922"/>
                        <a:pt x="5766" y="2079"/>
                        <a:pt x="5955" y="2079"/>
                      </a:cubicBezTo>
                      <a:cubicBezTo>
                        <a:pt x="6176" y="2079"/>
                        <a:pt x="6333" y="1922"/>
                        <a:pt x="6333" y="1733"/>
                      </a:cubicBezTo>
                      <a:lnTo>
                        <a:pt x="6333" y="1418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9" y="126"/>
                        <a:pt x="5609" y="347"/>
                      </a:cubicBezTo>
                      <a:lnTo>
                        <a:pt x="5609" y="725"/>
                      </a:lnTo>
                      <a:cubicBezTo>
                        <a:pt x="2994" y="882"/>
                        <a:pt x="946" y="2962"/>
                        <a:pt x="757" y="5576"/>
                      </a:cubicBezTo>
                      <a:lnTo>
                        <a:pt x="379" y="5576"/>
                      </a:lnTo>
                      <a:cubicBezTo>
                        <a:pt x="158" y="5576"/>
                        <a:pt x="1" y="5734"/>
                        <a:pt x="1" y="5923"/>
                      </a:cubicBezTo>
                      <a:cubicBezTo>
                        <a:pt x="1" y="6112"/>
                        <a:pt x="158" y="6270"/>
                        <a:pt x="379" y="6270"/>
                      </a:cubicBezTo>
                      <a:lnTo>
                        <a:pt x="757" y="6270"/>
                      </a:lnTo>
                      <a:cubicBezTo>
                        <a:pt x="915" y="8884"/>
                        <a:pt x="2994" y="10932"/>
                        <a:pt x="5609" y="11121"/>
                      </a:cubicBezTo>
                      <a:lnTo>
                        <a:pt x="5609" y="11531"/>
                      </a:lnTo>
                      <a:cubicBezTo>
                        <a:pt x="5609" y="11720"/>
                        <a:pt x="5766" y="11877"/>
                        <a:pt x="5955" y="11877"/>
                      </a:cubicBezTo>
                      <a:cubicBezTo>
                        <a:pt x="6176" y="11877"/>
                        <a:pt x="6333" y="11720"/>
                        <a:pt x="6333" y="11531"/>
                      </a:cubicBezTo>
                      <a:lnTo>
                        <a:pt x="6333" y="11121"/>
                      </a:lnTo>
                      <a:cubicBezTo>
                        <a:pt x="8917" y="10964"/>
                        <a:pt x="10965" y="8884"/>
                        <a:pt x="11154" y="6270"/>
                      </a:cubicBezTo>
                      <a:lnTo>
                        <a:pt x="11563" y="6270"/>
                      </a:lnTo>
                      <a:cubicBezTo>
                        <a:pt x="11752" y="6270"/>
                        <a:pt x="11910" y="6112"/>
                        <a:pt x="11910" y="5923"/>
                      </a:cubicBezTo>
                      <a:cubicBezTo>
                        <a:pt x="11910" y="5734"/>
                        <a:pt x="11752" y="5576"/>
                        <a:pt x="11563" y="5576"/>
                      </a:cubicBezTo>
                      <a:lnTo>
                        <a:pt x="11154" y="5576"/>
                      </a:lnTo>
                      <a:cubicBezTo>
                        <a:pt x="10996" y="2962"/>
                        <a:pt x="8917" y="914"/>
                        <a:pt x="6333" y="725"/>
                      </a:cubicBezTo>
                      <a:lnTo>
                        <a:pt x="6333" y="347"/>
                      </a:lnTo>
                      <a:cubicBezTo>
                        <a:pt x="6333" y="126"/>
                        <a:pt x="6176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6" name="Google Shape;9383;p73">
                  <a:extLst>
                    <a:ext uri="{FF2B5EF4-FFF2-40B4-BE49-F238E27FC236}">
                      <a16:creationId xmlns:a16="http://schemas.microsoft.com/office/drawing/2014/main" id="{532697E1-F2F4-61FE-BEB5-C6D20B0C7D8A}"/>
                    </a:ext>
                  </a:extLst>
                </p:cNvPr>
                <p:cNvSpPr/>
                <p:nvPr/>
              </p:nvSpPr>
              <p:spPr>
                <a:xfrm>
                  <a:off x="1058025" y="4155875"/>
                  <a:ext cx="7250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080" extrusionOk="0">
                      <a:moveTo>
                        <a:pt x="1418" y="1"/>
                      </a:moveTo>
                      <a:cubicBezTo>
                        <a:pt x="851" y="1"/>
                        <a:pt x="316" y="347"/>
                        <a:pt x="127" y="914"/>
                      </a:cubicBezTo>
                      <a:cubicBezTo>
                        <a:pt x="1" y="1166"/>
                        <a:pt x="1" y="1450"/>
                        <a:pt x="95" y="1765"/>
                      </a:cubicBezTo>
                      <a:cubicBezTo>
                        <a:pt x="473" y="1954"/>
                        <a:pt x="946" y="2080"/>
                        <a:pt x="1418" y="2080"/>
                      </a:cubicBezTo>
                      <a:cubicBezTo>
                        <a:pt x="1891" y="2080"/>
                        <a:pt x="2332" y="1954"/>
                        <a:pt x="2773" y="1765"/>
                      </a:cubicBezTo>
                      <a:cubicBezTo>
                        <a:pt x="2899" y="1387"/>
                        <a:pt x="2805" y="946"/>
                        <a:pt x="2616" y="599"/>
                      </a:cubicBezTo>
                      <a:cubicBezTo>
                        <a:pt x="2332" y="221"/>
                        <a:pt x="1891" y="1"/>
                        <a:pt x="14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7" name="Google Shape;9384;p73">
                  <a:extLst>
                    <a:ext uri="{FF2B5EF4-FFF2-40B4-BE49-F238E27FC236}">
                      <a16:creationId xmlns:a16="http://schemas.microsoft.com/office/drawing/2014/main" id="{FFF92B3E-EE58-1006-A515-F1D02E6A01BD}"/>
                    </a:ext>
                  </a:extLst>
                </p:cNvPr>
                <p:cNvSpPr/>
                <p:nvPr/>
              </p:nvSpPr>
              <p:spPr>
                <a:xfrm>
                  <a:off x="1076150" y="4103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3" y="0"/>
                      </a:moveTo>
                      <a:cubicBezTo>
                        <a:pt x="315" y="0"/>
                        <a:pt x="0" y="315"/>
                        <a:pt x="0" y="693"/>
                      </a:cubicBezTo>
                      <a:cubicBezTo>
                        <a:pt x="0" y="1103"/>
                        <a:pt x="315" y="1418"/>
                        <a:pt x="693" y="1418"/>
                      </a:cubicBezTo>
                      <a:cubicBezTo>
                        <a:pt x="1103" y="1355"/>
                        <a:pt x="1418" y="1040"/>
                        <a:pt x="1418" y="693"/>
                      </a:cubicBezTo>
                      <a:cubicBezTo>
                        <a:pt x="1418" y="315"/>
                        <a:pt x="1103" y="0"/>
                        <a:pt x="6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8" name="Google Shape;9385;p73">
                  <a:extLst>
                    <a:ext uri="{FF2B5EF4-FFF2-40B4-BE49-F238E27FC236}">
                      <a16:creationId xmlns:a16="http://schemas.microsoft.com/office/drawing/2014/main" id="{95CDE283-2145-C594-D5FA-2F202563D9F7}"/>
                    </a:ext>
                  </a:extLst>
                </p:cNvPr>
                <p:cNvSpPr/>
                <p:nvPr/>
              </p:nvSpPr>
              <p:spPr>
                <a:xfrm>
                  <a:off x="1016275" y="4051125"/>
                  <a:ext cx="155975" cy="1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5483" extrusionOk="0">
                      <a:moveTo>
                        <a:pt x="3088" y="1"/>
                      </a:moveTo>
                      <a:cubicBezTo>
                        <a:pt x="1356" y="1"/>
                        <a:pt x="1" y="1387"/>
                        <a:pt x="1" y="3120"/>
                      </a:cubicBezTo>
                      <a:cubicBezTo>
                        <a:pt x="1" y="4033"/>
                        <a:pt x="379" y="4852"/>
                        <a:pt x="1041" y="5451"/>
                      </a:cubicBezTo>
                      <a:cubicBezTo>
                        <a:pt x="1041" y="5262"/>
                        <a:pt x="1104" y="5041"/>
                        <a:pt x="1167" y="4852"/>
                      </a:cubicBezTo>
                      <a:cubicBezTo>
                        <a:pt x="1324" y="4380"/>
                        <a:pt x="1671" y="4002"/>
                        <a:pt x="2112" y="3750"/>
                      </a:cubicBezTo>
                      <a:cubicBezTo>
                        <a:pt x="1891" y="3498"/>
                        <a:pt x="1734" y="3151"/>
                        <a:pt x="1734" y="2804"/>
                      </a:cubicBezTo>
                      <a:cubicBezTo>
                        <a:pt x="1734" y="2048"/>
                        <a:pt x="2364" y="1418"/>
                        <a:pt x="3088" y="1418"/>
                      </a:cubicBezTo>
                      <a:cubicBezTo>
                        <a:pt x="3845" y="1418"/>
                        <a:pt x="4475" y="2048"/>
                        <a:pt x="4475" y="2804"/>
                      </a:cubicBezTo>
                      <a:cubicBezTo>
                        <a:pt x="4475" y="3151"/>
                        <a:pt x="4317" y="3529"/>
                        <a:pt x="4097" y="3750"/>
                      </a:cubicBezTo>
                      <a:cubicBezTo>
                        <a:pt x="4349" y="3907"/>
                        <a:pt x="4632" y="4128"/>
                        <a:pt x="4790" y="4411"/>
                      </a:cubicBezTo>
                      <a:cubicBezTo>
                        <a:pt x="4979" y="4726"/>
                        <a:pt x="5105" y="5073"/>
                        <a:pt x="5136" y="5482"/>
                      </a:cubicBezTo>
                      <a:cubicBezTo>
                        <a:pt x="5766" y="4884"/>
                        <a:pt x="6207" y="4096"/>
                        <a:pt x="6207" y="3151"/>
                      </a:cubicBezTo>
                      <a:cubicBezTo>
                        <a:pt x="6239" y="1418"/>
                        <a:pt x="4821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8" name="Google Shape;9386;p73">
                <a:extLst>
                  <a:ext uri="{FF2B5EF4-FFF2-40B4-BE49-F238E27FC236}">
                    <a16:creationId xmlns:a16="http://schemas.microsoft.com/office/drawing/2014/main" id="{EAC336F3-2FD1-D468-AC22-9361C0638060}"/>
                  </a:ext>
                </a:extLst>
              </p:cNvPr>
              <p:cNvGrpSpPr/>
              <p:nvPr/>
            </p:nvGrpSpPr>
            <p:grpSpPr>
              <a:xfrm>
                <a:off x="4571286" y="3748557"/>
                <a:ext cx="500612" cy="499261"/>
                <a:chOff x="2768750" y="3227275"/>
                <a:chExt cx="296175" cy="295375"/>
              </a:xfrm>
              <a:grpFill/>
            </p:grpSpPr>
            <p:sp>
              <p:nvSpPr>
                <p:cNvPr id="237" name="Google Shape;9387;p73">
                  <a:extLst>
                    <a:ext uri="{FF2B5EF4-FFF2-40B4-BE49-F238E27FC236}">
                      <a16:creationId xmlns:a16="http://schemas.microsoft.com/office/drawing/2014/main" id="{7225B6B8-7882-22A2-DD28-414D4CF26E34}"/>
                    </a:ext>
                  </a:extLst>
                </p:cNvPr>
                <p:cNvSpPr/>
                <p:nvPr/>
              </p:nvSpPr>
              <p:spPr>
                <a:xfrm>
                  <a:off x="2882950" y="3227275"/>
                  <a:ext cx="6855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73" extrusionOk="0">
                      <a:moveTo>
                        <a:pt x="1355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43"/>
                        <a:pt x="631" y="2773"/>
                        <a:pt x="1355" y="2773"/>
                      </a:cubicBezTo>
                      <a:cubicBezTo>
                        <a:pt x="2111" y="2773"/>
                        <a:pt x="2742" y="2174"/>
                        <a:pt x="2742" y="1387"/>
                      </a:cubicBezTo>
                      <a:cubicBezTo>
                        <a:pt x="2742" y="631"/>
                        <a:pt x="2111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8" name="Google Shape;9388;p73">
                  <a:extLst>
                    <a:ext uri="{FF2B5EF4-FFF2-40B4-BE49-F238E27FC236}">
                      <a16:creationId xmlns:a16="http://schemas.microsoft.com/office/drawing/2014/main" id="{68E99A6D-5440-E1B5-34B2-BF35E379BAEB}"/>
                    </a:ext>
                  </a:extLst>
                </p:cNvPr>
                <p:cNvSpPr/>
                <p:nvPr/>
              </p:nvSpPr>
              <p:spPr>
                <a:xfrm>
                  <a:off x="285617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4" y="1386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9" name="Google Shape;9389;p73">
                  <a:extLst>
                    <a:ext uri="{FF2B5EF4-FFF2-40B4-BE49-F238E27FC236}">
                      <a16:creationId xmlns:a16="http://schemas.microsoft.com/office/drawing/2014/main" id="{0F870BD5-7941-57DE-26AD-4F121E618711}"/>
                    </a:ext>
                  </a:extLst>
                </p:cNvPr>
                <p:cNvSpPr/>
                <p:nvPr/>
              </p:nvSpPr>
              <p:spPr>
                <a:xfrm>
                  <a:off x="2890050" y="3436000"/>
                  <a:ext cx="18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725" y="138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0" name="Google Shape;9390;p73">
                  <a:extLst>
                    <a:ext uri="{FF2B5EF4-FFF2-40B4-BE49-F238E27FC236}">
                      <a16:creationId xmlns:a16="http://schemas.microsoft.com/office/drawing/2014/main" id="{EC4FF87C-152B-1825-18F0-271B83A66935}"/>
                    </a:ext>
                  </a:extLst>
                </p:cNvPr>
                <p:cNvSpPr/>
                <p:nvPr/>
              </p:nvSpPr>
              <p:spPr>
                <a:xfrm>
                  <a:off x="282152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3" y="1386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1" name="Google Shape;9391;p73">
                  <a:extLst>
                    <a:ext uri="{FF2B5EF4-FFF2-40B4-BE49-F238E27FC236}">
                      <a16:creationId xmlns:a16="http://schemas.microsoft.com/office/drawing/2014/main" id="{B4E5C173-4FE0-9DFB-2681-0625C0DAB150}"/>
                    </a:ext>
                  </a:extLst>
                </p:cNvPr>
                <p:cNvSpPr/>
                <p:nvPr/>
              </p:nvSpPr>
              <p:spPr>
                <a:xfrm>
                  <a:off x="2924700" y="3436000"/>
                  <a:ext cx="346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1387" y="1386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2" name="Google Shape;9392;p73">
                  <a:extLst>
                    <a:ext uri="{FF2B5EF4-FFF2-40B4-BE49-F238E27FC236}">
                      <a16:creationId xmlns:a16="http://schemas.microsoft.com/office/drawing/2014/main" id="{50C1F8F3-A0FF-0120-6C38-F16E74E79001}"/>
                    </a:ext>
                  </a:extLst>
                </p:cNvPr>
                <p:cNvSpPr/>
                <p:nvPr/>
              </p:nvSpPr>
              <p:spPr>
                <a:xfrm>
                  <a:off x="2768750" y="3384800"/>
                  <a:ext cx="244175" cy="13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" h="5514" extrusionOk="0">
                      <a:moveTo>
                        <a:pt x="7971" y="1387"/>
                      </a:moveTo>
                      <a:cubicBezTo>
                        <a:pt x="8192" y="1387"/>
                        <a:pt x="8349" y="1544"/>
                        <a:pt x="8349" y="1733"/>
                      </a:cubicBezTo>
                      <a:lnTo>
                        <a:pt x="8349" y="3813"/>
                      </a:lnTo>
                      <a:cubicBezTo>
                        <a:pt x="8349" y="4033"/>
                        <a:pt x="8192" y="4191"/>
                        <a:pt x="7971" y="4191"/>
                      </a:cubicBezTo>
                      <a:lnTo>
                        <a:pt x="1765" y="4191"/>
                      </a:lnTo>
                      <a:cubicBezTo>
                        <a:pt x="1576" y="4191"/>
                        <a:pt x="1418" y="4033"/>
                        <a:pt x="1418" y="3813"/>
                      </a:cubicBezTo>
                      <a:lnTo>
                        <a:pt x="1418" y="1733"/>
                      </a:lnTo>
                      <a:cubicBezTo>
                        <a:pt x="1418" y="1544"/>
                        <a:pt x="1576" y="1387"/>
                        <a:pt x="1765" y="1387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lnTo>
                        <a:pt x="32" y="4506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8727" y="5514"/>
                      </a:lnTo>
                      <a:cubicBezTo>
                        <a:pt x="9326" y="5514"/>
                        <a:pt x="9767" y="5041"/>
                        <a:pt x="9767" y="4506"/>
                      </a:cubicBezTo>
                      <a:lnTo>
                        <a:pt x="9767" y="1040"/>
                      </a:lnTo>
                      <a:cubicBezTo>
                        <a:pt x="9767" y="442"/>
                        <a:pt x="9294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3" name="Google Shape;9393;p73">
                  <a:extLst>
                    <a:ext uri="{FF2B5EF4-FFF2-40B4-BE49-F238E27FC236}">
                      <a16:creationId xmlns:a16="http://schemas.microsoft.com/office/drawing/2014/main" id="{4499ABC5-90A7-A8B5-ECB9-15EB45A0501E}"/>
                    </a:ext>
                  </a:extLst>
                </p:cNvPr>
                <p:cNvSpPr/>
                <p:nvPr/>
              </p:nvSpPr>
              <p:spPr>
                <a:xfrm>
                  <a:off x="3030250" y="3419450"/>
                  <a:ext cx="346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742" extrusionOk="0">
                      <a:moveTo>
                        <a:pt x="0" y="1"/>
                      </a:moveTo>
                      <a:lnTo>
                        <a:pt x="0" y="2742"/>
                      </a:lnTo>
                      <a:lnTo>
                        <a:pt x="1040" y="2742"/>
                      </a:lnTo>
                      <a:cubicBezTo>
                        <a:pt x="1229" y="2742"/>
                        <a:pt x="1386" y="2584"/>
                        <a:pt x="1386" y="2395"/>
                      </a:cubicBezTo>
                      <a:lnTo>
                        <a:pt x="1386" y="347"/>
                      </a:ln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44" name="Google Shape;9394;p73">
                  <a:extLst>
                    <a:ext uri="{FF2B5EF4-FFF2-40B4-BE49-F238E27FC236}">
                      <a16:creationId xmlns:a16="http://schemas.microsoft.com/office/drawing/2014/main" id="{C20EAAC2-0E2B-3E20-AAC9-B5FCB43EDDF0}"/>
                    </a:ext>
                  </a:extLst>
                </p:cNvPr>
                <p:cNvSpPr/>
                <p:nvPr/>
              </p:nvSpPr>
              <p:spPr>
                <a:xfrm>
                  <a:off x="2856175" y="3294225"/>
                  <a:ext cx="1221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931" extrusionOk="0">
                      <a:moveTo>
                        <a:pt x="820" y="0"/>
                      </a:moveTo>
                      <a:cubicBezTo>
                        <a:pt x="316" y="473"/>
                        <a:pt x="0" y="1103"/>
                        <a:pt x="0" y="1828"/>
                      </a:cubicBezTo>
                      <a:lnTo>
                        <a:pt x="0" y="2552"/>
                      </a:lnTo>
                      <a:cubicBezTo>
                        <a:pt x="0" y="2773"/>
                        <a:pt x="158" y="2930"/>
                        <a:pt x="347" y="2930"/>
                      </a:cubicBezTo>
                      <a:lnTo>
                        <a:pt x="4506" y="2930"/>
                      </a:lnTo>
                      <a:cubicBezTo>
                        <a:pt x="4726" y="2930"/>
                        <a:pt x="4884" y="2773"/>
                        <a:pt x="4884" y="2552"/>
                      </a:cubicBezTo>
                      <a:lnTo>
                        <a:pt x="4884" y="1828"/>
                      </a:lnTo>
                      <a:cubicBezTo>
                        <a:pt x="4884" y="1103"/>
                        <a:pt x="4569" y="441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65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19" name="Google Shape;9395;p73">
                <a:extLst>
                  <a:ext uri="{FF2B5EF4-FFF2-40B4-BE49-F238E27FC236}">
                    <a16:creationId xmlns:a16="http://schemas.microsoft.com/office/drawing/2014/main" id="{D2575EDF-0A26-7B89-4ABB-C0DC95B115BA}"/>
                  </a:ext>
                </a:extLst>
              </p:cNvPr>
              <p:cNvGrpSpPr/>
              <p:nvPr/>
            </p:nvGrpSpPr>
            <p:grpSpPr>
              <a:xfrm>
                <a:off x="4601244" y="4379003"/>
                <a:ext cx="440694" cy="498458"/>
                <a:chOff x="2786075" y="3591800"/>
                <a:chExt cx="260725" cy="294900"/>
              </a:xfrm>
              <a:grpFill/>
            </p:grpSpPr>
            <p:sp>
              <p:nvSpPr>
                <p:cNvPr id="232" name="Google Shape;9396;p73">
                  <a:extLst>
                    <a:ext uri="{FF2B5EF4-FFF2-40B4-BE49-F238E27FC236}">
                      <a16:creationId xmlns:a16="http://schemas.microsoft.com/office/drawing/2014/main" id="{4097AE5A-0269-E64E-87B6-A85731AE759F}"/>
                    </a:ext>
                  </a:extLst>
                </p:cNvPr>
                <p:cNvSpPr/>
                <p:nvPr/>
              </p:nvSpPr>
              <p:spPr>
                <a:xfrm>
                  <a:off x="2898700" y="36770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6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3" name="Google Shape;9397;p73">
                  <a:extLst>
                    <a:ext uri="{FF2B5EF4-FFF2-40B4-BE49-F238E27FC236}">
                      <a16:creationId xmlns:a16="http://schemas.microsoft.com/office/drawing/2014/main" id="{747A097A-BB34-9CA2-9C02-7C842C23FE37}"/>
                    </a:ext>
                  </a:extLst>
                </p:cNvPr>
                <p:cNvSpPr/>
                <p:nvPr/>
              </p:nvSpPr>
              <p:spPr>
                <a:xfrm>
                  <a:off x="2883750" y="37297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1323" y="1"/>
                      </a:moveTo>
                      <a:cubicBezTo>
                        <a:pt x="693" y="1"/>
                        <a:pt x="189" y="379"/>
                        <a:pt x="0" y="977"/>
                      </a:cubicBezTo>
                      <a:cubicBezTo>
                        <a:pt x="378" y="1198"/>
                        <a:pt x="819" y="1355"/>
                        <a:pt x="1323" y="1355"/>
                      </a:cubicBezTo>
                      <a:cubicBezTo>
                        <a:pt x="1796" y="1355"/>
                        <a:pt x="2269" y="1198"/>
                        <a:pt x="2678" y="977"/>
                      </a:cubicBezTo>
                      <a:cubicBezTo>
                        <a:pt x="2489" y="410"/>
                        <a:pt x="1922" y="1"/>
                        <a:pt x="13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4" name="Google Shape;9398;p73">
                  <a:extLst>
                    <a:ext uri="{FF2B5EF4-FFF2-40B4-BE49-F238E27FC236}">
                      <a16:creationId xmlns:a16="http://schemas.microsoft.com/office/drawing/2014/main" id="{B4586308-7BDC-0362-8CED-324CCF5308DB}"/>
                    </a:ext>
                  </a:extLst>
                </p:cNvPr>
                <p:cNvSpPr/>
                <p:nvPr/>
              </p:nvSpPr>
              <p:spPr>
                <a:xfrm>
                  <a:off x="2855375" y="3643150"/>
                  <a:ext cx="122125" cy="9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3939" extrusionOk="0">
                      <a:moveTo>
                        <a:pt x="2458" y="0"/>
                      </a:moveTo>
                      <a:cubicBezTo>
                        <a:pt x="1198" y="0"/>
                        <a:pt x="222" y="977"/>
                        <a:pt x="64" y="2079"/>
                      </a:cubicBezTo>
                      <a:cubicBezTo>
                        <a:pt x="1" y="2741"/>
                        <a:pt x="159" y="3371"/>
                        <a:pt x="600" y="3938"/>
                      </a:cubicBezTo>
                      <a:cubicBezTo>
                        <a:pt x="820" y="3529"/>
                        <a:pt x="1135" y="3214"/>
                        <a:pt x="1482" y="3025"/>
                      </a:cubicBezTo>
                      <a:cubicBezTo>
                        <a:pt x="1230" y="2772"/>
                        <a:pt x="1072" y="2426"/>
                        <a:pt x="1072" y="2079"/>
                      </a:cubicBezTo>
                      <a:cubicBezTo>
                        <a:pt x="1072" y="1323"/>
                        <a:pt x="1734" y="693"/>
                        <a:pt x="2458" y="693"/>
                      </a:cubicBezTo>
                      <a:cubicBezTo>
                        <a:pt x="3214" y="693"/>
                        <a:pt x="3845" y="1323"/>
                        <a:pt x="3845" y="2079"/>
                      </a:cubicBezTo>
                      <a:cubicBezTo>
                        <a:pt x="3845" y="2426"/>
                        <a:pt x="3687" y="2772"/>
                        <a:pt x="3435" y="3025"/>
                      </a:cubicBezTo>
                      <a:cubicBezTo>
                        <a:pt x="3845" y="3214"/>
                        <a:pt x="4128" y="3529"/>
                        <a:pt x="4317" y="3938"/>
                      </a:cubicBezTo>
                      <a:cubicBezTo>
                        <a:pt x="4695" y="3466"/>
                        <a:pt x="4853" y="2930"/>
                        <a:pt x="4853" y="2394"/>
                      </a:cubicBezTo>
                      <a:cubicBezTo>
                        <a:pt x="4884" y="1103"/>
                        <a:pt x="3813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5" name="Google Shape;9399;p73">
                  <a:extLst>
                    <a:ext uri="{FF2B5EF4-FFF2-40B4-BE49-F238E27FC236}">
                      <a16:creationId xmlns:a16="http://schemas.microsoft.com/office/drawing/2014/main" id="{FC213013-BDCA-1AAE-5DB8-0CBA6B8A5736}"/>
                    </a:ext>
                  </a:extLst>
                </p:cNvPr>
                <p:cNvSpPr/>
                <p:nvPr/>
              </p:nvSpPr>
              <p:spPr>
                <a:xfrm>
                  <a:off x="2801050" y="3591800"/>
                  <a:ext cx="229225" cy="25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10340" extrusionOk="0">
                      <a:moveTo>
                        <a:pt x="4679" y="1327"/>
                      </a:moveTo>
                      <a:cubicBezTo>
                        <a:pt x="6369" y="1327"/>
                        <a:pt x="7750" y="2741"/>
                        <a:pt x="7750" y="4448"/>
                      </a:cubicBezTo>
                      <a:cubicBezTo>
                        <a:pt x="7750" y="6244"/>
                        <a:pt x="6301" y="7599"/>
                        <a:pt x="4631" y="7599"/>
                      </a:cubicBezTo>
                      <a:cubicBezTo>
                        <a:pt x="2836" y="7599"/>
                        <a:pt x="1292" y="5961"/>
                        <a:pt x="1575" y="4039"/>
                      </a:cubicBezTo>
                      <a:cubicBezTo>
                        <a:pt x="1764" y="2716"/>
                        <a:pt x="2867" y="1550"/>
                        <a:pt x="4222" y="1361"/>
                      </a:cubicBezTo>
                      <a:cubicBezTo>
                        <a:pt x="4376" y="1338"/>
                        <a:pt x="4529" y="1327"/>
                        <a:pt x="4679" y="1327"/>
                      </a:cubicBezTo>
                      <a:close/>
                      <a:moveTo>
                        <a:pt x="4597" y="0"/>
                      </a:moveTo>
                      <a:cubicBezTo>
                        <a:pt x="4401" y="0"/>
                        <a:pt x="4202" y="13"/>
                        <a:pt x="4001" y="38"/>
                      </a:cubicBezTo>
                      <a:cubicBezTo>
                        <a:pt x="1985" y="290"/>
                        <a:pt x="378" y="1928"/>
                        <a:pt x="158" y="3913"/>
                      </a:cubicBezTo>
                      <a:cubicBezTo>
                        <a:pt x="0" y="5110"/>
                        <a:pt x="315" y="6244"/>
                        <a:pt x="1008" y="7189"/>
                      </a:cubicBezTo>
                      <a:cubicBezTo>
                        <a:pt x="1197" y="7473"/>
                        <a:pt x="1449" y="7756"/>
                        <a:pt x="1670" y="7945"/>
                      </a:cubicBezTo>
                      <a:lnTo>
                        <a:pt x="4411" y="10277"/>
                      </a:lnTo>
                      <a:cubicBezTo>
                        <a:pt x="4474" y="10308"/>
                        <a:pt x="4568" y="10340"/>
                        <a:pt x="4631" y="10340"/>
                      </a:cubicBezTo>
                      <a:cubicBezTo>
                        <a:pt x="4726" y="10340"/>
                        <a:pt x="4789" y="10308"/>
                        <a:pt x="4883" y="10277"/>
                      </a:cubicBezTo>
                      <a:lnTo>
                        <a:pt x="7593" y="7945"/>
                      </a:lnTo>
                      <a:cubicBezTo>
                        <a:pt x="7845" y="7756"/>
                        <a:pt x="8065" y="7473"/>
                        <a:pt x="8254" y="7189"/>
                      </a:cubicBezTo>
                      <a:cubicBezTo>
                        <a:pt x="8853" y="6402"/>
                        <a:pt x="9168" y="5457"/>
                        <a:pt x="9168" y="4480"/>
                      </a:cubicBezTo>
                      <a:cubicBezTo>
                        <a:pt x="9139" y="1996"/>
                        <a:pt x="7104" y="0"/>
                        <a:pt x="45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6" name="Google Shape;9400;p73">
                  <a:extLst>
                    <a:ext uri="{FF2B5EF4-FFF2-40B4-BE49-F238E27FC236}">
                      <a16:creationId xmlns:a16="http://schemas.microsoft.com/office/drawing/2014/main" id="{D5F784CF-D28B-66FC-E3B1-C7DCF6867DFE}"/>
                    </a:ext>
                  </a:extLst>
                </p:cNvPr>
                <p:cNvSpPr/>
                <p:nvPr/>
              </p:nvSpPr>
              <p:spPr>
                <a:xfrm>
                  <a:off x="2786075" y="3800675"/>
                  <a:ext cx="260725" cy="8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3441" extrusionOk="0">
                      <a:moveTo>
                        <a:pt x="1702" y="0"/>
                      </a:moveTo>
                      <a:cubicBezTo>
                        <a:pt x="1576" y="0"/>
                        <a:pt x="1513" y="63"/>
                        <a:pt x="1418" y="189"/>
                      </a:cubicBezTo>
                      <a:lnTo>
                        <a:pt x="32" y="2930"/>
                      </a:lnTo>
                      <a:cubicBezTo>
                        <a:pt x="1" y="3056"/>
                        <a:pt x="1" y="3213"/>
                        <a:pt x="32" y="3308"/>
                      </a:cubicBezTo>
                      <a:cubicBezTo>
                        <a:pt x="95" y="3371"/>
                        <a:pt x="190" y="3434"/>
                        <a:pt x="316" y="3434"/>
                      </a:cubicBezTo>
                      <a:lnTo>
                        <a:pt x="10019" y="3434"/>
                      </a:lnTo>
                      <a:cubicBezTo>
                        <a:pt x="10045" y="3438"/>
                        <a:pt x="10070" y="3440"/>
                        <a:pt x="10093" y="3440"/>
                      </a:cubicBezTo>
                      <a:cubicBezTo>
                        <a:pt x="10241" y="3440"/>
                        <a:pt x="10338" y="3362"/>
                        <a:pt x="10366" y="3308"/>
                      </a:cubicBezTo>
                      <a:cubicBezTo>
                        <a:pt x="10429" y="3182"/>
                        <a:pt x="10429" y="3056"/>
                        <a:pt x="10366" y="2930"/>
                      </a:cubicBezTo>
                      <a:lnTo>
                        <a:pt x="8979" y="189"/>
                      </a:lnTo>
                      <a:cubicBezTo>
                        <a:pt x="8948" y="63"/>
                        <a:pt x="8822" y="32"/>
                        <a:pt x="8696" y="0"/>
                      </a:cubicBezTo>
                      <a:lnTo>
                        <a:pt x="8601" y="95"/>
                      </a:lnTo>
                      <a:lnTo>
                        <a:pt x="5860" y="2426"/>
                      </a:lnTo>
                      <a:cubicBezTo>
                        <a:pt x="5671" y="2583"/>
                        <a:pt x="5451" y="2678"/>
                        <a:pt x="5199" y="2678"/>
                      </a:cubicBezTo>
                      <a:cubicBezTo>
                        <a:pt x="4978" y="2678"/>
                        <a:pt x="4726" y="2583"/>
                        <a:pt x="4537" y="2426"/>
                      </a:cubicBezTo>
                      <a:lnTo>
                        <a:pt x="1828" y="95"/>
                      </a:lnTo>
                      <a:lnTo>
                        <a:pt x="17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20" name="Google Shape;9401;p73">
                <a:extLst>
                  <a:ext uri="{FF2B5EF4-FFF2-40B4-BE49-F238E27FC236}">
                    <a16:creationId xmlns:a16="http://schemas.microsoft.com/office/drawing/2014/main" id="{FE161C48-0068-9DB8-ABCB-706112FD1246}"/>
                  </a:ext>
                </a:extLst>
              </p:cNvPr>
              <p:cNvGrpSpPr/>
              <p:nvPr/>
            </p:nvGrpSpPr>
            <p:grpSpPr>
              <a:xfrm>
                <a:off x="4659158" y="4984646"/>
                <a:ext cx="324868" cy="500612"/>
                <a:chOff x="2819150" y="3955025"/>
                <a:chExt cx="192200" cy="296175"/>
              </a:xfrm>
              <a:grpFill/>
            </p:grpSpPr>
            <p:sp>
              <p:nvSpPr>
                <p:cNvPr id="228" name="Google Shape;9402;p73">
                  <a:extLst>
                    <a:ext uri="{FF2B5EF4-FFF2-40B4-BE49-F238E27FC236}">
                      <a16:creationId xmlns:a16="http://schemas.microsoft.com/office/drawing/2014/main" id="{888E5DBC-9F76-567E-410B-BB43CC9AA760}"/>
                    </a:ext>
                  </a:extLst>
                </p:cNvPr>
                <p:cNvSpPr/>
                <p:nvPr/>
              </p:nvSpPr>
              <p:spPr>
                <a:xfrm>
                  <a:off x="2856175" y="40070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1324" y="0"/>
                      </a:moveTo>
                      <a:cubicBezTo>
                        <a:pt x="631" y="0"/>
                        <a:pt x="127" y="725"/>
                        <a:pt x="347" y="1386"/>
                      </a:cubicBezTo>
                      <a:lnTo>
                        <a:pt x="599" y="2080"/>
                      </a:lnTo>
                      <a:lnTo>
                        <a:pt x="379" y="2080"/>
                      </a:lnTo>
                      <a:cubicBezTo>
                        <a:pt x="158" y="2080"/>
                        <a:pt x="0" y="2237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4506" y="2804"/>
                      </a:lnTo>
                      <a:cubicBezTo>
                        <a:pt x="4726" y="2804"/>
                        <a:pt x="4884" y="2647"/>
                        <a:pt x="4884" y="2458"/>
                      </a:cubicBezTo>
                      <a:cubicBezTo>
                        <a:pt x="4884" y="2237"/>
                        <a:pt x="4726" y="2080"/>
                        <a:pt x="4506" y="2080"/>
                      </a:cubicBezTo>
                      <a:lnTo>
                        <a:pt x="4317" y="2080"/>
                      </a:lnTo>
                      <a:lnTo>
                        <a:pt x="4569" y="1386"/>
                      </a:lnTo>
                      <a:cubicBezTo>
                        <a:pt x="4789" y="725"/>
                        <a:pt x="4285" y="0"/>
                        <a:pt x="35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9" name="Google Shape;9403;p73">
                  <a:extLst>
                    <a:ext uri="{FF2B5EF4-FFF2-40B4-BE49-F238E27FC236}">
                      <a16:creationId xmlns:a16="http://schemas.microsoft.com/office/drawing/2014/main" id="{8D6AFF8F-21FC-A8C0-5A13-9B6FE0358486}"/>
                    </a:ext>
                  </a:extLst>
                </p:cNvPr>
                <p:cNvSpPr/>
                <p:nvPr/>
              </p:nvSpPr>
              <p:spPr>
                <a:xfrm>
                  <a:off x="2819150" y="4180300"/>
                  <a:ext cx="192200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2836" extrusionOk="0">
                      <a:moveTo>
                        <a:pt x="1418" y="0"/>
                      </a:moveTo>
                      <a:cubicBezTo>
                        <a:pt x="1040" y="0"/>
                        <a:pt x="725" y="315"/>
                        <a:pt x="725" y="725"/>
                      </a:cubicBezTo>
                      <a:lnTo>
                        <a:pt x="725" y="1418"/>
                      </a:lnTo>
                      <a:cubicBezTo>
                        <a:pt x="316" y="1418"/>
                        <a:pt x="1" y="1733"/>
                        <a:pt x="1" y="2143"/>
                      </a:cubicBezTo>
                      <a:lnTo>
                        <a:pt x="1" y="2489"/>
                      </a:lnTo>
                      <a:cubicBezTo>
                        <a:pt x="1" y="2678"/>
                        <a:pt x="158" y="2836"/>
                        <a:pt x="379" y="2836"/>
                      </a:cubicBezTo>
                      <a:lnTo>
                        <a:pt x="7310" y="2836"/>
                      </a:lnTo>
                      <a:cubicBezTo>
                        <a:pt x="7530" y="2804"/>
                        <a:pt x="7688" y="2678"/>
                        <a:pt x="7688" y="2489"/>
                      </a:cubicBezTo>
                      <a:lnTo>
                        <a:pt x="7688" y="2143"/>
                      </a:lnTo>
                      <a:cubicBezTo>
                        <a:pt x="7688" y="1733"/>
                        <a:pt x="7373" y="1418"/>
                        <a:pt x="6995" y="1418"/>
                      </a:cubicBezTo>
                      <a:lnTo>
                        <a:pt x="6995" y="725"/>
                      </a:lnTo>
                      <a:cubicBezTo>
                        <a:pt x="6995" y="315"/>
                        <a:pt x="6680" y="0"/>
                        <a:pt x="62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0" name="Google Shape;9404;p73">
                  <a:extLst>
                    <a:ext uri="{FF2B5EF4-FFF2-40B4-BE49-F238E27FC236}">
                      <a16:creationId xmlns:a16="http://schemas.microsoft.com/office/drawing/2014/main" id="{A8184447-491C-F427-C7A9-50A5131EA68C}"/>
                    </a:ext>
                  </a:extLst>
                </p:cNvPr>
                <p:cNvSpPr/>
                <p:nvPr/>
              </p:nvSpPr>
              <p:spPr>
                <a:xfrm>
                  <a:off x="2882950" y="3955025"/>
                  <a:ext cx="685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1419" extrusionOk="0">
                      <a:moveTo>
                        <a:pt x="1355" y="1"/>
                      </a:moveTo>
                      <a:cubicBezTo>
                        <a:pt x="1166" y="1"/>
                        <a:pt x="1009" y="158"/>
                        <a:pt x="1009" y="348"/>
                      </a:cubicBezTo>
                      <a:lnTo>
                        <a:pt x="1009" y="726"/>
                      </a:lnTo>
                      <a:cubicBezTo>
                        <a:pt x="568" y="820"/>
                        <a:pt x="221" y="1072"/>
                        <a:pt x="1" y="1419"/>
                      </a:cubicBezTo>
                      <a:lnTo>
                        <a:pt x="2742" y="1419"/>
                      </a:lnTo>
                      <a:cubicBezTo>
                        <a:pt x="2521" y="1104"/>
                        <a:pt x="2111" y="852"/>
                        <a:pt x="1733" y="726"/>
                      </a:cubicBezTo>
                      <a:lnTo>
                        <a:pt x="1733" y="348"/>
                      </a:lnTo>
                      <a:cubicBezTo>
                        <a:pt x="1670" y="158"/>
                        <a:pt x="1513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31" name="Google Shape;9405;p73">
                  <a:extLst>
                    <a:ext uri="{FF2B5EF4-FFF2-40B4-BE49-F238E27FC236}">
                      <a16:creationId xmlns:a16="http://schemas.microsoft.com/office/drawing/2014/main" id="{A3FB04BB-C7B7-B874-ADCF-6C1A5B4BBC23}"/>
                    </a:ext>
                  </a:extLst>
                </p:cNvPr>
                <p:cNvSpPr/>
                <p:nvPr/>
              </p:nvSpPr>
              <p:spPr>
                <a:xfrm>
                  <a:off x="2856975" y="4093650"/>
                  <a:ext cx="11895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8" h="2805" extrusionOk="0">
                      <a:moveTo>
                        <a:pt x="473" y="1"/>
                      </a:moveTo>
                      <a:lnTo>
                        <a:pt x="0" y="2805"/>
                      </a:lnTo>
                      <a:lnTo>
                        <a:pt x="4757" y="2805"/>
                      </a:lnTo>
                      <a:lnTo>
                        <a:pt x="428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21" name="Google Shape;9406;p73">
                <a:extLst>
                  <a:ext uri="{FF2B5EF4-FFF2-40B4-BE49-F238E27FC236}">
                    <a16:creationId xmlns:a16="http://schemas.microsoft.com/office/drawing/2014/main" id="{25C4AF17-7A9D-F2D2-2D2D-53D21DCBFAF6}"/>
                  </a:ext>
                </a:extLst>
              </p:cNvPr>
              <p:cNvGrpSpPr/>
              <p:nvPr/>
            </p:nvGrpSpPr>
            <p:grpSpPr>
              <a:xfrm>
                <a:off x="7743692" y="3749212"/>
                <a:ext cx="499261" cy="497951"/>
                <a:chOff x="4629125" y="3235150"/>
                <a:chExt cx="295375" cy="294600"/>
              </a:xfrm>
              <a:grpFill/>
            </p:grpSpPr>
            <p:sp>
              <p:nvSpPr>
                <p:cNvPr id="223" name="Google Shape;9407;p73">
                  <a:extLst>
                    <a:ext uri="{FF2B5EF4-FFF2-40B4-BE49-F238E27FC236}">
                      <a16:creationId xmlns:a16="http://schemas.microsoft.com/office/drawing/2014/main" id="{3E653E84-DA77-4CB0-B325-2D1BFD3BA804}"/>
                    </a:ext>
                  </a:extLst>
                </p:cNvPr>
                <p:cNvSpPr/>
                <p:nvPr/>
              </p:nvSpPr>
              <p:spPr>
                <a:xfrm>
                  <a:off x="4696850" y="33911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64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4" name="Google Shape;9408;p73">
                  <a:extLst>
                    <a:ext uri="{FF2B5EF4-FFF2-40B4-BE49-F238E27FC236}">
                      <a16:creationId xmlns:a16="http://schemas.microsoft.com/office/drawing/2014/main" id="{210C1B02-15FE-1A86-CAB8-BA2EDFDD59BA}"/>
                    </a:ext>
                  </a:extLst>
                </p:cNvPr>
                <p:cNvSpPr/>
                <p:nvPr/>
              </p:nvSpPr>
              <p:spPr>
                <a:xfrm>
                  <a:off x="4680300" y="3443875"/>
                  <a:ext cx="69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773" y="1387"/>
                      </a:lnTo>
                      <a:cubicBezTo>
                        <a:pt x="2773" y="630"/>
                        <a:pt x="2175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5" name="Google Shape;9409;p73">
                  <a:extLst>
                    <a:ext uri="{FF2B5EF4-FFF2-40B4-BE49-F238E27FC236}">
                      <a16:creationId xmlns:a16="http://schemas.microsoft.com/office/drawing/2014/main" id="{E573CEDB-14DD-0FC3-9E3A-2B8DA9858F5E}"/>
                    </a:ext>
                  </a:extLst>
                </p:cNvPr>
                <p:cNvSpPr/>
                <p:nvPr/>
              </p:nvSpPr>
              <p:spPr>
                <a:xfrm>
                  <a:off x="4629125" y="3339900"/>
                  <a:ext cx="295375" cy="18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7594" extrusionOk="0">
                      <a:moveTo>
                        <a:pt x="10050" y="2080"/>
                      </a:moveTo>
                      <a:cubicBezTo>
                        <a:pt x="10239" y="2080"/>
                        <a:pt x="10397" y="2238"/>
                        <a:pt x="10397" y="2427"/>
                      </a:cubicBezTo>
                      <a:cubicBezTo>
                        <a:pt x="10397" y="2616"/>
                        <a:pt x="10239" y="2773"/>
                        <a:pt x="10050" y="2773"/>
                      </a:cubicBezTo>
                      <a:lnTo>
                        <a:pt x="6553" y="2773"/>
                      </a:lnTo>
                      <a:cubicBezTo>
                        <a:pt x="6333" y="2773"/>
                        <a:pt x="6175" y="2616"/>
                        <a:pt x="6175" y="2427"/>
                      </a:cubicBezTo>
                      <a:cubicBezTo>
                        <a:pt x="6175" y="2238"/>
                        <a:pt x="6333" y="2080"/>
                        <a:pt x="6553" y="2080"/>
                      </a:cubicBezTo>
                      <a:close/>
                      <a:moveTo>
                        <a:pt x="10050" y="3466"/>
                      </a:moveTo>
                      <a:cubicBezTo>
                        <a:pt x="10239" y="3466"/>
                        <a:pt x="10397" y="3624"/>
                        <a:pt x="10397" y="3813"/>
                      </a:cubicBezTo>
                      <a:cubicBezTo>
                        <a:pt x="10397" y="4002"/>
                        <a:pt x="10239" y="4159"/>
                        <a:pt x="10050" y="4159"/>
                      </a:cubicBezTo>
                      <a:lnTo>
                        <a:pt x="6553" y="4159"/>
                      </a:lnTo>
                      <a:cubicBezTo>
                        <a:pt x="6333" y="4159"/>
                        <a:pt x="6175" y="4002"/>
                        <a:pt x="6175" y="3813"/>
                      </a:cubicBezTo>
                      <a:cubicBezTo>
                        <a:pt x="6175" y="3624"/>
                        <a:pt x="6333" y="3466"/>
                        <a:pt x="6553" y="3466"/>
                      </a:cubicBezTo>
                      <a:close/>
                      <a:moveTo>
                        <a:pt x="10050" y="4821"/>
                      </a:moveTo>
                      <a:cubicBezTo>
                        <a:pt x="10239" y="4821"/>
                        <a:pt x="10397" y="4978"/>
                        <a:pt x="10397" y="5199"/>
                      </a:cubicBezTo>
                      <a:cubicBezTo>
                        <a:pt x="10397" y="5388"/>
                        <a:pt x="10239" y="5546"/>
                        <a:pt x="10050" y="5546"/>
                      </a:cubicBezTo>
                      <a:lnTo>
                        <a:pt x="6553" y="5546"/>
                      </a:lnTo>
                      <a:cubicBezTo>
                        <a:pt x="6333" y="5546"/>
                        <a:pt x="6175" y="5388"/>
                        <a:pt x="6175" y="5199"/>
                      </a:cubicBezTo>
                      <a:cubicBezTo>
                        <a:pt x="6175" y="4978"/>
                        <a:pt x="6333" y="4821"/>
                        <a:pt x="6553" y="4821"/>
                      </a:cubicBezTo>
                      <a:close/>
                      <a:moveTo>
                        <a:pt x="3403" y="1418"/>
                      </a:moveTo>
                      <a:cubicBezTo>
                        <a:pt x="4127" y="1418"/>
                        <a:pt x="4757" y="2049"/>
                        <a:pt x="4757" y="2773"/>
                      </a:cubicBezTo>
                      <a:cubicBezTo>
                        <a:pt x="4757" y="3151"/>
                        <a:pt x="4600" y="3498"/>
                        <a:pt x="4379" y="3718"/>
                      </a:cubicBezTo>
                      <a:cubicBezTo>
                        <a:pt x="5009" y="4065"/>
                        <a:pt x="5451" y="4758"/>
                        <a:pt x="5451" y="5546"/>
                      </a:cubicBezTo>
                      <a:lnTo>
                        <a:pt x="5451" y="5892"/>
                      </a:lnTo>
                      <a:lnTo>
                        <a:pt x="5514" y="5892"/>
                      </a:lnTo>
                      <a:cubicBezTo>
                        <a:pt x="5514" y="6081"/>
                        <a:pt x="5356" y="6239"/>
                        <a:pt x="5167" y="6239"/>
                      </a:cubicBezTo>
                      <a:lnTo>
                        <a:pt x="1701" y="6239"/>
                      </a:lnTo>
                      <a:cubicBezTo>
                        <a:pt x="1512" y="6239"/>
                        <a:pt x="1355" y="6081"/>
                        <a:pt x="1355" y="5892"/>
                      </a:cubicBezTo>
                      <a:lnTo>
                        <a:pt x="1355" y="5546"/>
                      </a:lnTo>
                      <a:cubicBezTo>
                        <a:pt x="1355" y="4758"/>
                        <a:pt x="1764" y="4096"/>
                        <a:pt x="2395" y="3718"/>
                      </a:cubicBezTo>
                      <a:cubicBezTo>
                        <a:pt x="2174" y="3498"/>
                        <a:pt x="2016" y="3151"/>
                        <a:pt x="2016" y="2773"/>
                      </a:cubicBezTo>
                      <a:cubicBezTo>
                        <a:pt x="2016" y="2049"/>
                        <a:pt x="2647" y="1418"/>
                        <a:pt x="3403" y="1418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6554"/>
                      </a:lnTo>
                      <a:cubicBezTo>
                        <a:pt x="0" y="7152"/>
                        <a:pt x="473" y="7593"/>
                        <a:pt x="1040" y="7593"/>
                      </a:cubicBezTo>
                      <a:lnTo>
                        <a:pt x="10806" y="7593"/>
                      </a:lnTo>
                      <a:cubicBezTo>
                        <a:pt x="11373" y="7593"/>
                        <a:pt x="11815" y="7121"/>
                        <a:pt x="11815" y="6554"/>
                      </a:cubicBezTo>
                      <a:lnTo>
                        <a:pt x="11815" y="1009"/>
                      </a:lnTo>
                      <a:cubicBezTo>
                        <a:pt x="11783" y="473"/>
                        <a:pt x="11310" y="1"/>
                        <a:pt x="10743" y="1"/>
                      </a:cubicBezTo>
                      <a:lnTo>
                        <a:pt x="7593" y="1"/>
                      </a:lnTo>
                      <a:lnTo>
                        <a:pt x="7593" y="347"/>
                      </a:lnTo>
                      <a:cubicBezTo>
                        <a:pt x="7593" y="946"/>
                        <a:pt x="7120" y="1355"/>
                        <a:pt x="6585" y="1355"/>
                      </a:cubicBezTo>
                      <a:lnTo>
                        <a:pt x="5198" y="1355"/>
                      </a:lnTo>
                      <a:cubicBezTo>
                        <a:pt x="4600" y="1355"/>
                        <a:pt x="4190" y="883"/>
                        <a:pt x="4190" y="347"/>
                      </a:cubicBezTo>
                      <a:lnTo>
                        <a:pt x="419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6" name="Google Shape;9410;p73">
                  <a:extLst>
                    <a:ext uri="{FF2B5EF4-FFF2-40B4-BE49-F238E27FC236}">
                      <a16:creationId xmlns:a16="http://schemas.microsoft.com/office/drawing/2014/main" id="{C589BA07-A263-A815-6037-38CC05B5614F}"/>
                    </a:ext>
                  </a:extLst>
                </p:cNvPr>
                <p:cNvSpPr/>
                <p:nvPr/>
              </p:nvSpPr>
              <p:spPr>
                <a:xfrm>
                  <a:off x="4714975" y="32871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4"/>
                        <a:pt x="315" y="1419"/>
                        <a:pt x="693" y="1419"/>
                      </a:cubicBezTo>
                      <a:lnTo>
                        <a:pt x="1418" y="1419"/>
                      </a:lnTo>
                      <a:lnTo>
                        <a:pt x="1418" y="2458"/>
                      </a:lnTo>
                      <a:cubicBezTo>
                        <a:pt x="1386" y="2647"/>
                        <a:pt x="1544" y="2805"/>
                        <a:pt x="1733" y="2805"/>
                      </a:cubicBezTo>
                      <a:lnTo>
                        <a:pt x="3119" y="2805"/>
                      </a:lnTo>
                      <a:cubicBezTo>
                        <a:pt x="3308" y="2805"/>
                        <a:pt x="3466" y="2647"/>
                        <a:pt x="3466" y="2458"/>
                      </a:cubicBezTo>
                      <a:lnTo>
                        <a:pt x="3466" y="1419"/>
                      </a:lnTo>
                      <a:lnTo>
                        <a:pt x="4159" y="1419"/>
                      </a:lnTo>
                      <a:cubicBezTo>
                        <a:pt x="4568" y="1419"/>
                        <a:pt x="4883" y="1104"/>
                        <a:pt x="4883" y="725"/>
                      </a:cubicBezTo>
                      <a:cubicBezTo>
                        <a:pt x="4883" y="316"/>
                        <a:pt x="4568" y="1"/>
                        <a:pt x="4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7" name="Google Shape;9411;p73">
                  <a:extLst>
                    <a:ext uri="{FF2B5EF4-FFF2-40B4-BE49-F238E27FC236}">
                      <a16:creationId xmlns:a16="http://schemas.microsoft.com/office/drawing/2014/main" id="{2A9C2982-7E7F-1845-C395-90148FFB2B51}"/>
                    </a:ext>
                  </a:extLst>
                </p:cNvPr>
                <p:cNvSpPr/>
                <p:nvPr/>
              </p:nvSpPr>
              <p:spPr>
                <a:xfrm>
                  <a:off x="4732300" y="3235150"/>
                  <a:ext cx="866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419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lnTo>
                        <a:pt x="3466" y="1418"/>
                      </a:lnTo>
                      <a:lnTo>
                        <a:pt x="3466" y="347"/>
                      </a:lnTo>
                      <a:cubicBezTo>
                        <a:pt x="3466" y="158"/>
                        <a:pt x="3308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22" name="Google Shape;9412;p73">
                <a:extLst>
                  <a:ext uri="{FF2B5EF4-FFF2-40B4-BE49-F238E27FC236}">
                    <a16:creationId xmlns:a16="http://schemas.microsoft.com/office/drawing/2014/main" id="{548AC130-9007-ED27-1886-D84A81370BFA}"/>
                  </a:ext>
                </a:extLst>
              </p:cNvPr>
              <p:cNvGrpSpPr/>
              <p:nvPr/>
            </p:nvGrpSpPr>
            <p:grpSpPr>
              <a:xfrm>
                <a:off x="7743671" y="4378602"/>
                <a:ext cx="499303" cy="499261"/>
                <a:chOff x="4628325" y="3599825"/>
                <a:chExt cx="295400" cy="295375"/>
              </a:xfrm>
              <a:grpFill/>
            </p:grpSpPr>
            <p:sp>
              <p:nvSpPr>
                <p:cNvPr id="211" name="Google Shape;9413;p73">
                  <a:extLst>
                    <a:ext uri="{FF2B5EF4-FFF2-40B4-BE49-F238E27FC236}">
                      <a16:creationId xmlns:a16="http://schemas.microsoft.com/office/drawing/2014/main" id="{D11FD669-813A-242B-8DB9-7ADD2D94F0B7}"/>
                    </a:ext>
                  </a:extLst>
                </p:cNvPr>
                <p:cNvSpPr/>
                <p:nvPr/>
              </p:nvSpPr>
              <p:spPr>
                <a:xfrm>
                  <a:off x="4679525" y="3686450"/>
                  <a:ext cx="173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694" y="3466"/>
                      </a:lnTo>
                      <a:lnTo>
                        <a:pt x="6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2" name="Google Shape;9414;p73">
                  <a:extLst>
                    <a:ext uri="{FF2B5EF4-FFF2-40B4-BE49-F238E27FC236}">
                      <a16:creationId xmlns:a16="http://schemas.microsoft.com/office/drawing/2014/main" id="{7830D744-828B-F51B-E3AB-5F458EC724EC}"/>
                    </a:ext>
                  </a:extLst>
                </p:cNvPr>
                <p:cNvSpPr/>
                <p:nvPr/>
              </p:nvSpPr>
              <p:spPr>
                <a:xfrm>
                  <a:off x="4854375" y="3686450"/>
                  <a:ext cx="181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467" extrusionOk="0">
                      <a:moveTo>
                        <a:pt x="1" y="1"/>
                      </a:moveTo>
                      <a:lnTo>
                        <a:pt x="1" y="3466"/>
                      </a:lnTo>
                      <a:lnTo>
                        <a:pt x="725" y="3466"/>
                      </a:lnTo>
                      <a:lnTo>
                        <a:pt x="72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3" name="Google Shape;9415;p73">
                  <a:extLst>
                    <a:ext uri="{FF2B5EF4-FFF2-40B4-BE49-F238E27FC236}">
                      <a16:creationId xmlns:a16="http://schemas.microsoft.com/office/drawing/2014/main" id="{5C84163F-ACB7-9EC2-C66F-CF8BE7197EA9}"/>
                    </a:ext>
                  </a:extLst>
                </p:cNvPr>
                <p:cNvSpPr/>
                <p:nvPr/>
              </p:nvSpPr>
              <p:spPr>
                <a:xfrm>
                  <a:off x="4679525" y="3790425"/>
                  <a:ext cx="173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694" y="4159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4" name="Google Shape;9416;p73">
                  <a:extLst>
                    <a:ext uri="{FF2B5EF4-FFF2-40B4-BE49-F238E27FC236}">
                      <a16:creationId xmlns:a16="http://schemas.microsoft.com/office/drawing/2014/main" id="{46028269-1F48-9072-C483-BE2175751DE5}"/>
                    </a:ext>
                  </a:extLst>
                </p:cNvPr>
                <p:cNvSpPr/>
                <p:nvPr/>
              </p:nvSpPr>
              <p:spPr>
                <a:xfrm>
                  <a:off x="4854375" y="3790425"/>
                  <a:ext cx="181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4160" extrusionOk="0">
                      <a:moveTo>
                        <a:pt x="1" y="0"/>
                      </a:moveTo>
                      <a:lnTo>
                        <a:pt x="1" y="4159"/>
                      </a:lnTo>
                      <a:lnTo>
                        <a:pt x="725" y="4159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5" name="Google Shape;9417;p73">
                  <a:extLst>
                    <a:ext uri="{FF2B5EF4-FFF2-40B4-BE49-F238E27FC236}">
                      <a16:creationId xmlns:a16="http://schemas.microsoft.com/office/drawing/2014/main" id="{2EAA3FAA-8839-6238-9326-DE674CFC47A9}"/>
                    </a:ext>
                  </a:extLst>
                </p:cNvPr>
                <p:cNvSpPr/>
                <p:nvPr/>
              </p:nvSpPr>
              <p:spPr>
                <a:xfrm>
                  <a:off x="4628325" y="3686450"/>
                  <a:ext cx="34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3467" extrusionOk="0">
                      <a:moveTo>
                        <a:pt x="1009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2049"/>
                      </a:lnTo>
                      <a:cubicBezTo>
                        <a:pt x="1" y="2427"/>
                        <a:pt x="158" y="2773"/>
                        <a:pt x="442" y="3025"/>
                      </a:cubicBezTo>
                      <a:cubicBezTo>
                        <a:pt x="662" y="3340"/>
                        <a:pt x="1009" y="3466"/>
                        <a:pt x="1387" y="3466"/>
                      </a:cubicBezTo>
                      <a:lnTo>
                        <a:pt x="138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6" name="Google Shape;9418;p73">
                  <a:extLst>
                    <a:ext uri="{FF2B5EF4-FFF2-40B4-BE49-F238E27FC236}">
                      <a16:creationId xmlns:a16="http://schemas.microsoft.com/office/drawing/2014/main" id="{2AF1414B-CFF0-7A21-7582-1BAB467D8606}"/>
                    </a:ext>
                  </a:extLst>
                </p:cNvPr>
                <p:cNvSpPr/>
                <p:nvPr/>
              </p:nvSpPr>
              <p:spPr>
                <a:xfrm>
                  <a:off x="4714975" y="3686450"/>
                  <a:ext cx="1221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4883" y="3466"/>
                      </a:lnTo>
                      <a:lnTo>
                        <a:pt x="488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7" name="Google Shape;9419;p73">
                  <a:extLst>
                    <a:ext uri="{FF2B5EF4-FFF2-40B4-BE49-F238E27FC236}">
                      <a16:creationId xmlns:a16="http://schemas.microsoft.com/office/drawing/2014/main" id="{E8F156D9-9F64-2AF3-C37E-410B04213855}"/>
                    </a:ext>
                  </a:extLst>
                </p:cNvPr>
                <p:cNvSpPr/>
                <p:nvPr/>
              </p:nvSpPr>
              <p:spPr>
                <a:xfrm>
                  <a:off x="4889025" y="3777825"/>
                  <a:ext cx="34700" cy="1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4695" extrusionOk="0">
                      <a:moveTo>
                        <a:pt x="1387" y="0"/>
                      </a:moveTo>
                      <a:cubicBezTo>
                        <a:pt x="977" y="315"/>
                        <a:pt x="505" y="504"/>
                        <a:pt x="1" y="504"/>
                      </a:cubicBezTo>
                      <a:lnTo>
                        <a:pt x="1" y="4695"/>
                      </a:lnTo>
                      <a:lnTo>
                        <a:pt x="347" y="4695"/>
                      </a:lnTo>
                      <a:cubicBezTo>
                        <a:pt x="946" y="4695"/>
                        <a:pt x="1387" y="4222"/>
                        <a:pt x="1387" y="3655"/>
                      </a:cubicBez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8" name="Google Shape;9420;p73">
                  <a:extLst>
                    <a:ext uri="{FF2B5EF4-FFF2-40B4-BE49-F238E27FC236}">
                      <a16:creationId xmlns:a16="http://schemas.microsoft.com/office/drawing/2014/main" id="{9C1BA8BF-F2D8-A88B-B285-AA693D9E454E}"/>
                    </a:ext>
                  </a:extLst>
                </p:cNvPr>
                <p:cNvSpPr/>
                <p:nvPr/>
              </p:nvSpPr>
              <p:spPr>
                <a:xfrm>
                  <a:off x="4628325" y="3777825"/>
                  <a:ext cx="3467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4664" extrusionOk="0">
                      <a:moveTo>
                        <a:pt x="1" y="0"/>
                      </a:moveTo>
                      <a:lnTo>
                        <a:pt x="1" y="3655"/>
                      </a:lnTo>
                      <a:cubicBezTo>
                        <a:pt x="1" y="4222"/>
                        <a:pt x="442" y="4663"/>
                        <a:pt x="1009" y="4663"/>
                      </a:cubicBezTo>
                      <a:lnTo>
                        <a:pt x="1387" y="4663"/>
                      </a:lnTo>
                      <a:lnTo>
                        <a:pt x="1387" y="504"/>
                      </a:lnTo>
                      <a:cubicBezTo>
                        <a:pt x="851" y="504"/>
                        <a:pt x="379" y="31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9" name="Google Shape;9421;p73">
                  <a:extLst>
                    <a:ext uri="{FF2B5EF4-FFF2-40B4-BE49-F238E27FC236}">
                      <a16:creationId xmlns:a16="http://schemas.microsoft.com/office/drawing/2014/main" id="{321C766C-3451-5275-6C68-1624F1CCB4F4}"/>
                    </a:ext>
                  </a:extLst>
                </p:cNvPr>
                <p:cNvSpPr/>
                <p:nvPr/>
              </p:nvSpPr>
              <p:spPr>
                <a:xfrm>
                  <a:off x="4766950" y="37904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1" y="0"/>
                      </a:moveTo>
                      <a:lnTo>
                        <a:pt x="1" y="347"/>
                      </a:ln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68" y="725"/>
                        <a:pt x="694" y="568"/>
                        <a:pt x="694" y="347"/>
                      </a:cubicBez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0" name="Google Shape;9422;p73">
                  <a:extLst>
                    <a:ext uri="{FF2B5EF4-FFF2-40B4-BE49-F238E27FC236}">
                      <a16:creationId xmlns:a16="http://schemas.microsoft.com/office/drawing/2014/main" id="{E2C0C2FB-8C70-D16A-F98E-B32B1FCF057E}"/>
                    </a:ext>
                  </a:extLst>
                </p:cNvPr>
                <p:cNvSpPr/>
                <p:nvPr/>
              </p:nvSpPr>
              <p:spPr>
                <a:xfrm>
                  <a:off x="4889025" y="3686450"/>
                  <a:ext cx="347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3467" extrusionOk="0">
                      <a:moveTo>
                        <a:pt x="1" y="1"/>
                      </a:moveTo>
                      <a:lnTo>
                        <a:pt x="1" y="3466"/>
                      </a:lnTo>
                      <a:cubicBezTo>
                        <a:pt x="347" y="3466"/>
                        <a:pt x="662" y="3340"/>
                        <a:pt x="946" y="3088"/>
                      </a:cubicBezTo>
                      <a:cubicBezTo>
                        <a:pt x="1229" y="2836"/>
                        <a:pt x="1387" y="2458"/>
                        <a:pt x="1387" y="2080"/>
                      </a:cubicBezTo>
                      <a:lnTo>
                        <a:pt x="1387" y="1040"/>
                      </a:lnTo>
                      <a:cubicBezTo>
                        <a:pt x="1387" y="442"/>
                        <a:pt x="91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1" name="Google Shape;9423;p73">
                  <a:extLst>
                    <a:ext uri="{FF2B5EF4-FFF2-40B4-BE49-F238E27FC236}">
                      <a16:creationId xmlns:a16="http://schemas.microsoft.com/office/drawing/2014/main" id="{5C43BF8F-8923-55C8-09CD-01500AED9889}"/>
                    </a:ext>
                  </a:extLst>
                </p:cNvPr>
                <p:cNvSpPr/>
                <p:nvPr/>
              </p:nvSpPr>
              <p:spPr>
                <a:xfrm>
                  <a:off x="4714975" y="3790425"/>
                  <a:ext cx="1221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4883" y="4159"/>
                      </a:lnTo>
                      <a:lnTo>
                        <a:pt x="4883" y="0"/>
                      </a:lnTo>
                      <a:lnTo>
                        <a:pt x="3466" y="0"/>
                      </a:lnTo>
                      <a:lnTo>
                        <a:pt x="3466" y="347"/>
                      </a:lnTo>
                      <a:cubicBezTo>
                        <a:pt x="3466" y="946"/>
                        <a:pt x="2993" y="1387"/>
                        <a:pt x="2426" y="1387"/>
                      </a:cubicBezTo>
                      <a:cubicBezTo>
                        <a:pt x="1827" y="1387"/>
                        <a:pt x="1418" y="914"/>
                        <a:pt x="1418" y="347"/>
                      </a:cubicBez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22" name="Google Shape;9424;p73">
                  <a:extLst>
                    <a:ext uri="{FF2B5EF4-FFF2-40B4-BE49-F238E27FC236}">
                      <a16:creationId xmlns:a16="http://schemas.microsoft.com/office/drawing/2014/main" id="{59B58ABF-09CC-FE13-A138-C39DC1BAD9A2}"/>
                    </a:ext>
                  </a:extLst>
                </p:cNvPr>
                <p:cNvSpPr/>
                <p:nvPr/>
              </p:nvSpPr>
              <p:spPr>
                <a:xfrm>
                  <a:off x="4714175" y="3599825"/>
                  <a:ext cx="1221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77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lnTo>
                        <a:pt x="1" y="2773"/>
                      </a:lnTo>
                      <a:lnTo>
                        <a:pt x="1355" y="2773"/>
                      </a:lnTo>
                      <a:lnTo>
                        <a:pt x="1355" y="2426"/>
                      </a:lnTo>
                      <a:cubicBezTo>
                        <a:pt x="1355" y="1828"/>
                        <a:pt x="1828" y="1418"/>
                        <a:pt x="2395" y="1418"/>
                      </a:cubicBezTo>
                      <a:cubicBezTo>
                        <a:pt x="2994" y="1418"/>
                        <a:pt x="3403" y="1891"/>
                        <a:pt x="3403" y="2426"/>
                      </a:cubicBezTo>
                      <a:lnTo>
                        <a:pt x="3403" y="2773"/>
                      </a:lnTo>
                      <a:lnTo>
                        <a:pt x="4884" y="2773"/>
                      </a:lnTo>
                      <a:lnTo>
                        <a:pt x="4884" y="2426"/>
                      </a:ln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23" name="Google Shape;9425;p73">
                <a:extLst>
                  <a:ext uri="{FF2B5EF4-FFF2-40B4-BE49-F238E27FC236}">
                    <a16:creationId xmlns:a16="http://schemas.microsoft.com/office/drawing/2014/main" id="{320EE6D1-FB89-E06B-139E-E2F6A64ED6E2}"/>
                  </a:ext>
                </a:extLst>
              </p:cNvPr>
              <p:cNvGrpSpPr/>
              <p:nvPr/>
            </p:nvGrpSpPr>
            <p:grpSpPr>
              <a:xfrm>
                <a:off x="7773631" y="4984646"/>
                <a:ext cx="439383" cy="500612"/>
                <a:chOff x="4645650" y="3962900"/>
                <a:chExt cx="259950" cy="296175"/>
              </a:xfrm>
              <a:grpFill/>
            </p:grpSpPr>
            <p:sp>
              <p:nvSpPr>
                <p:cNvPr id="205" name="Google Shape;9426;p73">
                  <a:extLst>
                    <a:ext uri="{FF2B5EF4-FFF2-40B4-BE49-F238E27FC236}">
                      <a16:creationId xmlns:a16="http://schemas.microsoft.com/office/drawing/2014/main" id="{A2A99237-667B-EEB4-6159-61BC398BC40F}"/>
                    </a:ext>
                  </a:extLst>
                </p:cNvPr>
                <p:cNvSpPr/>
                <p:nvPr/>
              </p:nvSpPr>
              <p:spPr>
                <a:xfrm>
                  <a:off x="4853600" y="4155100"/>
                  <a:ext cx="52000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159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1733" y="4159"/>
                      </a:lnTo>
                      <a:cubicBezTo>
                        <a:pt x="1922" y="4159"/>
                        <a:pt x="2079" y="4001"/>
                        <a:pt x="2079" y="3812"/>
                      </a:cubicBezTo>
                      <a:lnTo>
                        <a:pt x="2079" y="1733"/>
                      </a:lnTo>
                      <a:cubicBezTo>
                        <a:pt x="2079" y="788"/>
                        <a:pt x="1292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6" name="Google Shape;9427;p73">
                  <a:extLst>
                    <a:ext uri="{FF2B5EF4-FFF2-40B4-BE49-F238E27FC236}">
                      <a16:creationId xmlns:a16="http://schemas.microsoft.com/office/drawing/2014/main" id="{B98C8072-4F70-541C-B5AC-84FA5EB9DE7A}"/>
                    </a:ext>
                  </a:extLst>
                </p:cNvPr>
                <p:cNvSpPr/>
                <p:nvPr/>
              </p:nvSpPr>
              <p:spPr>
                <a:xfrm>
                  <a:off x="4714975" y="4155100"/>
                  <a:ext cx="121300" cy="5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2025" extrusionOk="0">
                      <a:moveTo>
                        <a:pt x="0" y="0"/>
                      </a:moveTo>
                      <a:lnTo>
                        <a:pt x="0" y="1481"/>
                      </a:lnTo>
                      <a:cubicBezTo>
                        <a:pt x="772" y="1843"/>
                        <a:pt x="1599" y="2024"/>
                        <a:pt x="2426" y="2024"/>
                      </a:cubicBezTo>
                      <a:cubicBezTo>
                        <a:pt x="3253" y="2024"/>
                        <a:pt x="4080" y="1843"/>
                        <a:pt x="4852" y="1481"/>
                      </a:cubicBezTo>
                      <a:lnTo>
                        <a:pt x="4852" y="0"/>
                      </a:lnTo>
                      <a:lnTo>
                        <a:pt x="4789" y="0"/>
                      </a:lnTo>
                      <a:cubicBezTo>
                        <a:pt x="4348" y="410"/>
                        <a:pt x="3781" y="693"/>
                        <a:pt x="3119" y="693"/>
                      </a:cubicBezTo>
                      <a:lnTo>
                        <a:pt x="1733" y="693"/>
                      </a:lnTo>
                      <a:cubicBezTo>
                        <a:pt x="1071" y="693"/>
                        <a:pt x="473" y="410"/>
                        <a:pt x="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7" name="Google Shape;9428;p73">
                  <a:extLst>
                    <a:ext uri="{FF2B5EF4-FFF2-40B4-BE49-F238E27FC236}">
                      <a16:creationId xmlns:a16="http://schemas.microsoft.com/office/drawing/2014/main" id="{511491F8-26A3-7A69-CE8B-3BBA9EF44307}"/>
                    </a:ext>
                  </a:extLst>
                </p:cNvPr>
                <p:cNvSpPr/>
                <p:nvPr/>
              </p:nvSpPr>
              <p:spPr>
                <a:xfrm>
                  <a:off x="4714975" y="4211025"/>
                  <a:ext cx="121300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922" extrusionOk="0">
                      <a:moveTo>
                        <a:pt x="0" y="0"/>
                      </a:moveTo>
                      <a:lnTo>
                        <a:pt x="0" y="1922"/>
                      </a:lnTo>
                      <a:lnTo>
                        <a:pt x="4852" y="1922"/>
                      </a:lnTo>
                      <a:lnTo>
                        <a:pt x="4852" y="0"/>
                      </a:lnTo>
                      <a:cubicBezTo>
                        <a:pt x="4080" y="315"/>
                        <a:pt x="3253" y="473"/>
                        <a:pt x="2426" y="473"/>
                      </a:cubicBezTo>
                      <a:cubicBezTo>
                        <a:pt x="1599" y="473"/>
                        <a:pt x="772" y="31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8" name="Google Shape;9429;p73">
                  <a:extLst>
                    <a:ext uri="{FF2B5EF4-FFF2-40B4-BE49-F238E27FC236}">
                      <a16:creationId xmlns:a16="http://schemas.microsoft.com/office/drawing/2014/main" id="{AFD344AC-96F3-3E8D-D109-A76FAAF8FFE9}"/>
                    </a:ext>
                  </a:extLst>
                </p:cNvPr>
                <p:cNvSpPr/>
                <p:nvPr/>
              </p:nvSpPr>
              <p:spPr>
                <a:xfrm>
                  <a:off x="4645650" y="4154300"/>
                  <a:ext cx="520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4191" extrusionOk="0">
                      <a:moveTo>
                        <a:pt x="1734" y="1"/>
                      </a:moveTo>
                      <a:cubicBezTo>
                        <a:pt x="757" y="32"/>
                        <a:pt x="1" y="757"/>
                        <a:pt x="1" y="1765"/>
                      </a:cubicBezTo>
                      <a:lnTo>
                        <a:pt x="1" y="3844"/>
                      </a:lnTo>
                      <a:cubicBezTo>
                        <a:pt x="1" y="4033"/>
                        <a:pt x="158" y="4191"/>
                        <a:pt x="379" y="4191"/>
                      </a:cubicBezTo>
                      <a:lnTo>
                        <a:pt x="2080" y="4191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9" name="Google Shape;9430;p73">
                  <a:extLst>
                    <a:ext uri="{FF2B5EF4-FFF2-40B4-BE49-F238E27FC236}">
                      <a16:creationId xmlns:a16="http://schemas.microsoft.com/office/drawing/2014/main" id="{739A3872-BAB9-397B-03E2-2F261A4786E4}"/>
                    </a:ext>
                  </a:extLst>
                </p:cNvPr>
                <p:cNvSpPr/>
                <p:nvPr/>
              </p:nvSpPr>
              <p:spPr>
                <a:xfrm>
                  <a:off x="4722850" y="4049550"/>
                  <a:ext cx="103975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223" extrusionOk="0">
                      <a:moveTo>
                        <a:pt x="2080" y="1"/>
                      </a:moveTo>
                      <a:cubicBezTo>
                        <a:pt x="1765" y="442"/>
                        <a:pt x="1260" y="694"/>
                        <a:pt x="693" y="694"/>
                      </a:cubicBezTo>
                      <a:lnTo>
                        <a:pt x="0" y="694"/>
                      </a:lnTo>
                      <a:lnTo>
                        <a:pt x="0" y="3498"/>
                      </a:lnTo>
                      <a:cubicBezTo>
                        <a:pt x="347" y="3939"/>
                        <a:pt x="851" y="4222"/>
                        <a:pt x="1418" y="4222"/>
                      </a:cubicBezTo>
                      <a:lnTo>
                        <a:pt x="2804" y="4222"/>
                      </a:lnTo>
                      <a:cubicBezTo>
                        <a:pt x="3340" y="4222"/>
                        <a:pt x="3844" y="3939"/>
                        <a:pt x="4159" y="3498"/>
                      </a:cubicBezTo>
                      <a:lnTo>
                        <a:pt x="4159" y="694"/>
                      </a:lnTo>
                      <a:lnTo>
                        <a:pt x="3466" y="694"/>
                      </a:lnTo>
                      <a:cubicBezTo>
                        <a:pt x="2899" y="694"/>
                        <a:pt x="2395" y="442"/>
                        <a:pt x="208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10" name="Google Shape;9431;p73">
                  <a:extLst>
                    <a:ext uri="{FF2B5EF4-FFF2-40B4-BE49-F238E27FC236}">
                      <a16:creationId xmlns:a16="http://schemas.microsoft.com/office/drawing/2014/main" id="{38359884-6D5E-C7C2-3E12-20A1AFAEF163}"/>
                    </a:ext>
                  </a:extLst>
                </p:cNvPr>
                <p:cNvSpPr/>
                <p:nvPr/>
              </p:nvSpPr>
              <p:spPr>
                <a:xfrm>
                  <a:off x="4678725" y="3962900"/>
                  <a:ext cx="1906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6" h="6964" extrusionOk="0">
                      <a:moveTo>
                        <a:pt x="3813" y="1"/>
                      </a:moveTo>
                      <a:cubicBezTo>
                        <a:pt x="1734" y="1"/>
                        <a:pt x="1" y="1702"/>
                        <a:pt x="1" y="3813"/>
                      </a:cubicBezTo>
                      <a:lnTo>
                        <a:pt x="1" y="5955"/>
                      </a:lnTo>
                      <a:lnTo>
                        <a:pt x="64" y="5955"/>
                      </a:lnTo>
                      <a:cubicBezTo>
                        <a:pt x="64" y="6522"/>
                        <a:pt x="537" y="6964"/>
                        <a:pt x="1104" y="6964"/>
                      </a:cubicBezTo>
                      <a:lnTo>
                        <a:pt x="1104" y="3813"/>
                      </a:lnTo>
                      <a:cubicBezTo>
                        <a:pt x="1104" y="3624"/>
                        <a:pt x="1261" y="3467"/>
                        <a:pt x="1450" y="3467"/>
                      </a:cubicBezTo>
                      <a:lnTo>
                        <a:pt x="2458" y="3467"/>
                      </a:lnTo>
                      <a:cubicBezTo>
                        <a:pt x="3057" y="3467"/>
                        <a:pt x="3498" y="2994"/>
                        <a:pt x="3498" y="2427"/>
                      </a:cubicBezTo>
                      <a:lnTo>
                        <a:pt x="3498" y="1734"/>
                      </a:lnTo>
                      <a:cubicBezTo>
                        <a:pt x="3498" y="1545"/>
                        <a:pt x="3656" y="1387"/>
                        <a:pt x="3845" y="1387"/>
                      </a:cubicBezTo>
                      <a:cubicBezTo>
                        <a:pt x="4034" y="1387"/>
                        <a:pt x="4191" y="1545"/>
                        <a:pt x="4191" y="1734"/>
                      </a:cubicBezTo>
                      <a:lnTo>
                        <a:pt x="4191" y="2427"/>
                      </a:lnTo>
                      <a:cubicBezTo>
                        <a:pt x="4191" y="3025"/>
                        <a:pt x="4664" y="3467"/>
                        <a:pt x="5231" y="3467"/>
                      </a:cubicBezTo>
                      <a:lnTo>
                        <a:pt x="6239" y="3467"/>
                      </a:lnTo>
                      <a:cubicBezTo>
                        <a:pt x="6459" y="3467"/>
                        <a:pt x="6617" y="3624"/>
                        <a:pt x="6617" y="3813"/>
                      </a:cubicBezTo>
                      <a:lnTo>
                        <a:pt x="6617" y="6964"/>
                      </a:lnTo>
                      <a:cubicBezTo>
                        <a:pt x="7184" y="6964"/>
                        <a:pt x="7625" y="6491"/>
                        <a:pt x="7625" y="5955"/>
                      </a:cubicBezTo>
                      <a:lnTo>
                        <a:pt x="7625" y="3813"/>
                      </a:lnTo>
                      <a:cubicBezTo>
                        <a:pt x="7625" y="1734"/>
                        <a:pt x="5924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24" name="Google Shape;9432;p73">
                <a:extLst>
                  <a:ext uri="{FF2B5EF4-FFF2-40B4-BE49-F238E27FC236}">
                    <a16:creationId xmlns:a16="http://schemas.microsoft.com/office/drawing/2014/main" id="{EE007D0C-B91F-0B0C-93E5-6BB4E215218B}"/>
                  </a:ext>
                </a:extLst>
              </p:cNvPr>
              <p:cNvGrpSpPr/>
              <p:nvPr/>
            </p:nvGrpSpPr>
            <p:grpSpPr>
              <a:xfrm>
                <a:off x="10280367" y="4379278"/>
                <a:ext cx="499261" cy="497908"/>
                <a:chOff x="6143725" y="3582500"/>
                <a:chExt cx="295375" cy="294575"/>
              </a:xfrm>
              <a:grpFill/>
            </p:grpSpPr>
            <p:sp>
              <p:nvSpPr>
                <p:cNvPr id="198" name="Google Shape;9433;p73">
                  <a:extLst>
                    <a:ext uri="{FF2B5EF4-FFF2-40B4-BE49-F238E27FC236}">
                      <a16:creationId xmlns:a16="http://schemas.microsoft.com/office/drawing/2014/main" id="{F9DC6C5C-EF07-A7D7-369C-7A151F4464D2}"/>
                    </a:ext>
                  </a:extLst>
                </p:cNvPr>
                <p:cNvSpPr/>
                <p:nvPr/>
              </p:nvSpPr>
              <p:spPr>
                <a:xfrm>
                  <a:off x="6143725" y="3720325"/>
                  <a:ext cx="295375" cy="15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6270" extrusionOk="0">
                      <a:moveTo>
                        <a:pt x="7309" y="1418"/>
                      </a:moveTo>
                      <a:cubicBezTo>
                        <a:pt x="7908" y="1418"/>
                        <a:pt x="8349" y="1891"/>
                        <a:pt x="8349" y="2458"/>
                      </a:cubicBezTo>
                      <a:cubicBezTo>
                        <a:pt x="8349" y="2993"/>
                        <a:pt x="7845" y="3466"/>
                        <a:pt x="7309" y="3466"/>
                      </a:cubicBezTo>
                      <a:lnTo>
                        <a:pt x="4474" y="3466"/>
                      </a:lnTo>
                      <a:cubicBezTo>
                        <a:pt x="3875" y="3466"/>
                        <a:pt x="3434" y="2993"/>
                        <a:pt x="3434" y="2458"/>
                      </a:cubicBezTo>
                      <a:cubicBezTo>
                        <a:pt x="3434" y="1859"/>
                        <a:pt x="3907" y="1418"/>
                        <a:pt x="4474" y="1418"/>
                      </a:cubicBezTo>
                      <a:close/>
                      <a:moveTo>
                        <a:pt x="1008" y="1"/>
                      </a:moveTo>
                      <a:cubicBezTo>
                        <a:pt x="410" y="1"/>
                        <a:pt x="0" y="473"/>
                        <a:pt x="0" y="1040"/>
                      </a:cubicBezTo>
                      <a:lnTo>
                        <a:pt x="0" y="5262"/>
                      </a:lnTo>
                      <a:cubicBezTo>
                        <a:pt x="0" y="5829"/>
                        <a:pt x="473" y="6270"/>
                        <a:pt x="1008" y="6270"/>
                      </a:cubicBezTo>
                      <a:lnTo>
                        <a:pt x="10775" y="6270"/>
                      </a:lnTo>
                      <a:cubicBezTo>
                        <a:pt x="11373" y="6270"/>
                        <a:pt x="11815" y="5797"/>
                        <a:pt x="11815" y="5262"/>
                      </a:cubicBezTo>
                      <a:lnTo>
                        <a:pt x="11815" y="1040"/>
                      </a:lnTo>
                      <a:cubicBezTo>
                        <a:pt x="11783" y="473"/>
                        <a:pt x="11342" y="1"/>
                        <a:pt x="107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99" name="Google Shape;9434;p73">
                  <a:extLst>
                    <a:ext uri="{FF2B5EF4-FFF2-40B4-BE49-F238E27FC236}">
                      <a16:creationId xmlns:a16="http://schemas.microsoft.com/office/drawing/2014/main" id="{4E13759B-E50B-721C-A8E4-071C546D7028}"/>
                    </a:ext>
                  </a:extLst>
                </p:cNvPr>
                <p:cNvSpPr/>
                <p:nvPr/>
              </p:nvSpPr>
              <p:spPr>
                <a:xfrm>
                  <a:off x="6246900" y="3773100"/>
                  <a:ext cx="882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94" extrusionOk="0">
                      <a:moveTo>
                        <a:pt x="347" y="0"/>
                      </a:moveTo>
                      <a:cubicBezTo>
                        <a:pt x="158" y="0"/>
                        <a:pt x="0" y="126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82" y="693"/>
                      </a:lnTo>
                      <a:cubicBezTo>
                        <a:pt x="3371" y="693"/>
                        <a:pt x="3529" y="536"/>
                        <a:pt x="3529" y="347"/>
                      </a:cubicBezTo>
                      <a:cubicBezTo>
                        <a:pt x="3529" y="126"/>
                        <a:pt x="3371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0" name="Google Shape;9435;p73">
                  <a:extLst>
                    <a:ext uri="{FF2B5EF4-FFF2-40B4-BE49-F238E27FC236}">
                      <a16:creationId xmlns:a16="http://schemas.microsoft.com/office/drawing/2014/main" id="{EF3C6181-0D0B-1AAE-2BC7-7D3D41D74CA3}"/>
                    </a:ext>
                  </a:extLst>
                </p:cNvPr>
                <p:cNvSpPr/>
                <p:nvPr/>
              </p:nvSpPr>
              <p:spPr>
                <a:xfrm>
                  <a:off x="6161050" y="3582500"/>
                  <a:ext cx="866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387" extrusionOk="0">
                      <a:moveTo>
                        <a:pt x="1008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3466" y="1386"/>
                      </a:lnTo>
                      <a:lnTo>
                        <a:pt x="3466" y="1040"/>
                      </a:lnTo>
                      <a:lnTo>
                        <a:pt x="3434" y="1040"/>
                      </a:lnTo>
                      <a:cubicBezTo>
                        <a:pt x="3434" y="441"/>
                        <a:pt x="2962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1" name="Google Shape;9436;p73">
                  <a:extLst>
                    <a:ext uri="{FF2B5EF4-FFF2-40B4-BE49-F238E27FC236}">
                      <a16:creationId xmlns:a16="http://schemas.microsoft.com/office/drawing/2014/main" id="{821E2BE9-C6F8-D9CF-76B7-128020DFF5A5}"/>
                    </a:ext>
                  </a:extLst>
                </p:cNvPr>
                <p:cNvSpPr/>
                <p:nvPr/>
              </p:nvSpPr>
              <p:spPr>
                <a:xfrm>
                  <a:off x="6160250" y="3633675"/>
                  <a:ext cx="866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4" extrusionOk="0">
                      <a:moveTo>
                        <a:pt x="2112" y="726"/>
                      </a:moveTo>
                      <a:cubicBezTo>
                        <a:pt x="2332" y="726"/>
                        <a:pt x="2458" y="883"/>
                        <a:pt x="2458" y="1072"/>
                      </a:cubicBezTo>
                      <a:cubicBezTo>
                        <a:pt x="2458" y="1261"/>
                        <a:pt x="2332" y="1419"/>
                        <a:pt x="2112" y="1419"/>
                      </a:cubicBezTo>
                      <a:lnTo>
                        <a:pt x="1419" y="1419"/>
                      </a:lnTo>
                      <a:cubicBezTo>
                        <a:pt x="1230" y="1419"/>
                        <a:pt x="1072" y="1261"/>
                        <a:pt x="1072" y="1072"/>
                      </a:cubicBezTo>
                      <a:cubicBezTo>
                        <a:pt x="1072" y="883"/>
                        <a:pt x="1230" y="726"/>
                        <a:pt x="1419" y="726"/>
                      </a:cubicBezTo>
                      <a:close/>
                      <a:moveTo>
                        <a:pt x="1" y="1"/>
                      </a:move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2" name="Google Shape;9437;p73">
                  <a:extLst>
                    <a:ext uri="{FF2B5EF4-FFF2-40B4-BE49-F238E27FC236}">
                      <a16:creationId xmlns:a16="http://schemas.microsoft.com/office/drawing/2014/main" id="{C6DCC8B3-6685-CD5D-BBC9-F39CAC2323AA}"/>
                    </a:ext>
                  </a:extLst>
                </p:cNvPr>
                <p:cNvSpPr/>
                <p:nvPr/>
              </p:nvSpPr>
              <p:spPr>
                <a:xfrm>
                  <a:off x="6336675" y="3599025"/>
                  <a:ext cx="858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2774" extrusionOk="0">
                      <a:moveTo>
                        <a:pt x="1986" y="1387"/>
                      </a:moveTo>
                      <a:cubicBezTo>
                        <a:pt x="2206" y="1387"/>
                        <a:pt x="2364" y="1545"/>
                        <a:pt x="2364" y="1765"/>
                      </a:cubicBezTo>
                      <a:cubicBezTo>
                        <a:pt x="2364" y="1954"/>
                        <a:pt x="2206" y="2112"/>
                        <a:pt x="1986" y="2112"/>
                      </a:cubicBezTo>
                      <a:lnTo>
                        <a:pt x="1293" y="2112"/>
                      </a:lnTo>
                      <a:cubicBezTo>
                        <a:pt x="1104" y="2112"/>
                        <a:pt x="946" y="1954"/>
                        <a:pt x="946" y="1765"/>
                      </a:cubicBezTo>
                      <a:cubicBezTo>
                        <a:pt x="946" y="1545"/>
                        <a:pt x="1104" y="1387"/>
                        <a:pt x="1293" y="1387"/>
                      </a:cubicBezTo>
                      <a:close/>
                      <a:moveTo>
                        <a:pt x="1009" y="1"/>
                      </a:moveTo>
                      <a:cubicBezTo>
                        <a:pt x="410" y="1"/>
                        <a:pt x="1" y="473"/>
                        <a:pt x="1" y="1040"/>
                      </a:cubicBezTo>
                      <a:lnTo>
                        <a:pt x="1" y="2773"/>
                      </a:lnTo>
                      <a:lnTo>
                        <a:pt x="3435" y="2773"/>
                      </a:lnTo>
                      <a:lnTo>
                        <a:pt x="3435" y="1040"/>
                      </a:lnTo>
                      <a:lnTo>
                        <a:pt x="3403" y="1040"/>
                      </a:lnTo>
                      <a:cubicBezTo>
                        <a:pt x="3403" y="442"/>
                        <a:pt x="2931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3" name="Google Shape;9438;p73">
                  <a:extLst>
                    <a:ext uri="{FF2B5EF4-FFF2-40B4-BE49-F238E27FC236}">
                      <a16:creationId xmlns:a16="http://schemas.microsoft.com/office/drawing/2014/main" id="{E1F41286-BF82-71AB-536A-BFAA389935BA}"/>
                    </a:ext>
                  </a:extLst>
                </p:cNvPr>
                <p:cNvSpPr/>
                <p:nvPr/>
              </p:nvSpPr>
              <p:spPr>
                <a:xfrm>
                  <a:off x="6335100" y="3686450"/>
                  <a:ext cx="866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3466" y="694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204" name="Google Shape;9439;p73">
                  <a:extLst>
                    <a:ext uri="{FF2B5EF4-FFF2-40B4-BE49-F238E27FC236}">
                      <a16:creationId xmlns:a16="http://schemas.microsoft.com/office/drawing/2014/main" id="{315F60B8-80E4-F3FC-063A-AFB1AC7166A1}"/>
                    </a:ext>
                  </a:extLst>
                </p:cNvPr>
                <p:cNvSpPr/>
                <p:nvPr/>
              </p:nvSpPr>
              <p:spPr>
                <a:xfrm>
                  <a:off x="6264225" y="3617150"/>
                  <a:ext cx="5357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66" extrusionOk="0">
                      <a:moveTo>
                        <a:pt x="1072" y="0"/>
                      </a:moveTo>
                      <a:cubicBezTo>
                        <a:pt x="473" y="0"/>
                        <a:pt x="0" y="441"/>
                        <a:pt x="0" y="1040"/>
                      </a:cubicBezTo>
                      <a:lnTo>
                        <a:pt x="0" y="3466"/>
                      </a:lnTo>
                      <a:lnTo>
                        <a:pt x="2143" y="3466"/>
                      </a:lnTo>
                      <a:lnTo>
                        <a:pt x="2143" y="1040"/>
                      </a:lnTo>
                      <a:cubicBezTo>
                        <a:pt x="2143" y="441"/>
                        <a:pt x="1670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25" name="Google Shape;9440;p73">
                <a:extLst>
                  <a:ext uri="{FF2B5EF4-FFF2-40B4-BE49-F238E27FC236}">
                    <a16:creationId xmlns:a16="http://schemas.microsoft.com/office/drawing/2014/main" id="{DE9FB61D-A1D5-DD52-7986-1FD27EEF3E87}"/>
                  </a:ext>
                </a:extLst>
              </p:cNvPr>
              <p:cNvGrpSpPr/>
              <p:nvPr/>
            </p:nvGrpSpPr>
            <p:grpSpPr>
              <a:xfrm>
                <a:off x="2037247" y="3747903"/>
                <a:ext cx="501923" cy="500571"/>
                <a:chOff x="1310075" y="3253275"/>
                <a:chExt cx="296950" cy="296150"/>
              </a:xfrm>
              <a:grpFill/>
            </p:grpSpPr>
            <p:sp>
              <p:nvSpPr>
                <p:cNvPr id="195" name="Google Shape;9441;p73">
                  <a:extLst>
                    <a:ext uri="{FF2B5EF4-FFF2-40B4-BE49-F238E27FC236}">
                      <a16:creationId xmlns:a16="http://schemas.microsoft.com/office/drawing/2014/main" id="{F4E4A215-C7C5-F229-7376-D263FA756618}"/>
                    </a:ext>
                  </a:extLst>
                </p:cNvPr>
                <p:cNvSpPr/>
                <p:nvPr/>
              </p:nvSpPr>
              <p:spPr>
                <a:xfrm>
                  <a:off x="1423475" y="33596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96" name="Google Shape;9442;p73">
                  <a:extLst>
                    <a:ext uri="{FF2B5EF4-FFF2-40B4-BE49-F238E27FC236}">
                      <a16:creationId xmlns:a16="http://schemas.microsoft.com/office/drawing/2014/main" id="{E023DD22-934D-D959-810E-8AFB09F2EA74}"/>
                    </a:ext>
                  </a:extLst>
                </p:cNvPr>
                <p:cNvSpPr/>
                <p:nvPr/>
              </p:nvSpPr>
              <p:spPr>
                <a:xfrm>
                  <a:off x="1310075" y="3253275"/>
                  <a:ext cx="296950" cy="29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46" extrusionOk="0">
                      <a:moveTo>
                        <a:pt x="5923" y="2111"/>
                      </a:moveTo>
                      <a:cubicBezTo>
                        <a:pt x="8003" y="2111"/>
                        <a:pt x="9735" y="3812"/>
                        <a:pt x="9735" y="5923"/>
                      </a:cubicBezTo>
                      <a:cubicBezTo>
                        <a:pt x="9735" y="8034"/>
                        <a:pt x="8034" y="9767"/>
                        <a:pt x="5923" y="9767"/>
                      </a:cubicBezTo>
                      <a:cubicBezTo>
                        <a:pt x="3844" y="9767"/>
                        <a:pt x="2080" y="8065"/>
                        <a:pt x="2080" y="5923"/>
                      </a:cubicBezTo>
                      <a:cubicBezTo>
                        <a:pt x="2111" y="3844"/>
                        <a:pt x="3844" y="2111"/>
                        <a:pt x="5923" y="2111"/>
                      </a:cubicBezTo>
                      <a:close/>
                      <a:moveTo>
                        <a:pt x="5262" y="0"/>
                      </a:moveTo>
                      <a:cubicBezTo>
                        <a:pt x="5104" y="0"/>
                        <a:pt x="4947" y="95"/>
                        <a:pt x="4884" y="252"/>
                      </a:cubicBezTo>
                      <a:lnTo>
                        <a:pt x="4726" y="1166"/>
                      </a:lnTo>
                      <a:cubicBezTo>
                        <a:pt x="4253" y="1292"/>
                        <a:pt x="3844" y="1481"/>
                        <a:pt x="3434" y="1733"/>
                      </a:cubicBezTo>
                      <a:lnTo>
                        <a:pt x="2678" y="1197"/>
                      </a:lnTo>
                      <a:cubicBezTo>
                        <a:pt x="2641" y="1160"/>
                        <a:pt x="2584" y="1142"/>
                        <a:pt x="2523" y="1142"/>
                      </a:cubicBezTo>
                      <a:cubicBezTo>
                        <a:pt x="2429" y="1142"/>
                        <a:pt x="2326" y="1184"/>
                        <a:pt x="2269" y="1260"/>
                      </a:cubicBezTo>
                      <a:lnTo>
                        <a:pt x="1260" y="2237"/>
                      </a:lnTo>
                      <a:cubicBezTo>
                        <a:pt x="1166" y="2363"/>
                        <a:pt x="1166" y="2552"/>
                        <a:pt x="1229" y="2678"/>
                      </a:cubicBezTo>
                      <a:lnTo>
                        <a:pt x="1733" y="3403"/>
                      </a:lnTo>
                      <a:cubicBezTo>
                        <a:pt x="1512" y="3812"/>
                        <a:pt x="1323" y="4253"/>
                        <a:pt x="1197" y="4726"/>
                      </a:cubicBezTo>
                      <a:lnTo>
                        <a:pt x="284" y="4883"/>
                      </a:lnTo>
                      <a:cubicBezTo>
                        <a:pt x="126" y="4915"/>
                        <a:pt x="0" y="5041"/>
                        <a:pt x="0" y="5230"/>
                      </a:cubicBezTo>
                      <a:lnTo>
                        <a:pt x="0" y="6616"/>
                      </a:lnTo>
                      <a:cubicBezTo>
                        <a:pt x="0" y="6805"/>
                        <a:pt x="126" y="6963"/>
                        <a:pt x="284" y="6963"/>
                      </a:cubicBezTo>
                      <a:lnTo>
                        <a:pt x="1197" y="7120"/>
                      </a:lnTo>
                      <a:cubicBezTo>
                        <a:pt x="1292" y="7593"/>
                        <a:pt x="1512" y="8002"/>
                        <a:pt x="1733" y="8412"/>
                      </a:cubicBezTo>
                      <a:lnTo>
                        <a:pt x="1229" y="9168"/>
                      </a:lnTo>
                      <a:cubicBezTo>
                        <a:pt x="1103" y="9263"/>
                        <a:pt x="1166" y="9483"/>
                        <a:pt x="1260" y="9578"/>
                      </a:cubicBezTo>
                      <a:lnTo>
                        <a:pt x="2269" y="10586"/>
                      </a:lnTo>
                      <a:cubicBezTo>
                        <a:pt x="2321" y="10638"/>
                        <a:pt x="2411" y="10661"/>
                        <a:pt x="2497" y="10661"/>
                      </a:cubicBezTo>
                      <a:cubicBezTo>
                        <a:pt x="2568" y="10661"/>
                        <a:pt x="2636" y="10646"/>
                        <a:pt x="2678" y="10617"/>
                      </a:cubicBezTo>
                      <a:lnTo>
                        <a:pt x="3434" y="10113"/>
                      </a:lnTo>
                      <a:cubicBezTo>
                        <a:pt x="3844" y="10334"/>
                        <a:pt x="4253" y="10554"/>
                        <a:pt x="4726" y="10649"/>
                      </a:cubicBezTo>
                      <a:lnTo>
                        <a:pt x="4884" y="11562"/>
                      </a:lnTo>
                      <a:cubicBezTo>
                        <a:pt x="4947" y="11720"/>
                        <a:pt x="5041" y="11846"/>
                        <a:pt x="5262" y="11846"/>
                      </a:cubicBezTo>
                      <a:lnTo>
                        <a:pt x="6616" y="11846"/>
                      </a:lnTo>
                      <a:cubicBezTo>
                        <a:pt x="6774" y="11846"/>
                        <a:pt x="6931" y="11720"/>
                        <a:pt x="6994" y="11562"/>
                      </a:cubicBezTo>
                      <a:lnTo>
                        <a:pt x="7152" y="10649"/>
                      </a:lnTo>
                      <a:cubicBezTo>
                        <a:pt x="7624" y="10523"/>
                        <a:pt x="8034" y="10334"/>
                        <a:pt x="8444" y="10113"/>
                      </a:cubicBezTo>
                      <a:lnTo>
                        <a:pt x="9200" y="10617"/>
                      </a:lnTo>
                      <a:cubicBezTo>
                        <a:pt x="9242" y="10646"/>
                        <a:pt x="9310" y="10661"/>
                        <a:pt x="9381" y="10661"/>
                      </a:cubicBezTo>
                      <a:cubicBezTo>
                        <a:pt x="9467" y="10661"/>
                        <a:pt x="9557" y="10638"/>
                        <a:pt x="9609" y="10586"/>
                      </a:cubicBezTo>
                      <a:lnTo>
                        <a:pt x="10617" y="9578"/>
                      </a:lnTo>
                      <a:cubicBezTo>
                        <a:pt x="10712" y="9483"/>
                        <a:pt x="10712" y="9263"/>
                        <a:pt x="10649" y="9168"/>
                      </a:cubicBezTo>
                      <a:lnTo>
                        <a:pt x="10145" y="8412"/>
                      </a:lnTo>
                      <a:cubicBezTo>
                        <a:pt x="10365" y="8002"/>
                        <a:pt x="10554" y="7593"/>
                        <a:pt x="10680" y="7120"/>
                      </a:cubicBezTo>
                      <a:lnTo>
                        <a:pt x="11594" y="6963"/>
                      </a:lnTo>
                      <a:cubicBezTo>
                        <a:pt x="11752" y="6900"/>
                        <a:pt x="11878" y="6805"/>
                        <a:pt x="11878" y="6616"/>
                      </a:cubicBezTo>
                      <a:lnTo>
                        <a:pt x="11878" y="5230"/>
                      </a:lnTo>
                      <a:cubicBezTo>
                        <a:pt x="11878" y="5072"/>
                        <a:pt x="11752" y="4915"/>
                        <a:pt x="11594" y="4883"/>
                      </a:cubicBezTo>
                      <a:lnTo>
                        <a:pt x="10680" y="4726"/>
                      </a:lnTo>
                      <a:cubicBezTo>
                        <a:pt x="10554" y="4253"/>
                        <a:pt x="10365" y="3812"/>
                        <a:pt x="10145" y="3403"/>
                      </a:cubicBezTo>
                      <a:lnTo>
                        <a:pt x="10649" y="2678"/>
                      </a:lnTo>
                      <a:cubicBezTo>
                        <a:pt x="10775" y="2552"/>
                        <a:pt x="10712" y="2363"/>
                        <a:pt x="10617" y="2237"/>
                      </a:cubicBezTo>
                      <a:lnTo>
                        <a:pt x="9609" y="1260"/>
                      </a:lnTo>
                      <a:cubicBezTo>
                        <a:pt x="9554" y="1187"/>
                        <a:pt x="9455" y="1156"/>
                        <a:pt x="9364" y="1156"/>
                      </a:cubicBezTo>
                      <a:cubicBezTo>
                        <a:pt x="9300" y="1156"/>
                        <a:pt x="9239" y="1171"/>
                        <a:pt x="9200" y="1197"/>
                      </a:cubicBezTo>
                      <a:lnTo>
                        <a:pt x="8444" y="1733"/>
                      </a:lnTo>
                      <a:cubicBezTo>
                        <a:pt x="8034" y="1481"/>
                        <a:pt x="7624" y="1292"/>
                        <a:pt x="7152" y="1166"/>
                      </a:cubicBezTo>
                      <a:lnTo>
                        <a:pt x="6994" y="252"/>
                      </a:lnTo>
                      <a:cubicBezTo>
                        <a:pt x="6931" y="95"/>
                        <a:pt x="6837" y="0"/>
                        <a:pt x="661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97" name="Google Shape;9443;p73">
                  <a:extLst>
                    <a:ext uri="{FF2B5EF4-FFF2-40B4-BE49-F238E27FC236}">
                      <a16:creationId xmlns:a16="http://schemas.microsoft.com/office/drawing/2014/main" id="{B151A5B6-3262-3A17-44DF-0A5EDB5693C7}"/>
                    </a:ext>
                  </a:extLst>
                </p:cNvPr>
                <p:cNvSpPr/>
                <p:nvPr/>
              </p:nvSpPr>
              <p:spPr>
                <a:xfrm>
                  <a:off x="1399850" y="3426550"/>
                  <a:ext cx="1166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4" h="2112" extrusionOk="0">
                      <a:moveTo>
                        <a:pt x="725" y="0"/>
                      </a:moveTo>
                      <a:cubicBezTo>
                        <a:pt x="410" y="252"/>
                        <a:pt x="127" y="662"/>
                        <a:pt x="1" y="1103"/>
                      </a:cubicBezTo>
                      <a:cubicBezTo>
                        <a:pt x="599" y="1733"/>
                        <a:pt x="1387" y="2111"/>
                        <a:pt x="2332" y="2111"/>
                      </a:cubicBezTo>
                      <a:cubicBezTo>
                        <a:pt x="3246" y="2111"/>
                        <a:pt x="4065" y="1733"/>
                        <a:pt x="4664" y="1103"/>
                      </a:cubicBezTo>
                      <a:cubicBezTo>
                        <a:pt x="4538" y="662"/>
                        <a:pt x="4254" y="252"/>
                        <a:pt x="3939" y="0"/>
                      </a:cubicBezTo>
                      <a:cubicBezTo>
                        <a:pt x="3561" y="473"/>
                        <a:pt x="2994" y="788"/>
                        <a:pt x="2332" y="788"/>
                      </a:cubicBezTo>
                      <a:cubicBezTo>
                        <a:pt x="1702" y="788"/>
                        <a:pt x="1103" y="473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26" name="Google Shape;9444;p73">
                <a:extLst>
                  <a:ext uri="{FF2B5EF4-FFF2-40B4-BE49-F238E27FC236}">
                    <a16:creationId xmlns:a16="http://schemas.microsoft.com/office/drawing/2014/main" id="{D2E4DC90-4705-FE96-7B35-DE46C9DE74FE}"/>
                  </a:ext>
                </a:extLst>
              </p:cNvPr>
              <p:cNvSpPr/>
              <p:nvPr/>
            </p:nvSpPr>
            <p:spPr>
              <a:xfrm>
                <a:off x="2039216" y="4379924"/>
                <a:ext cx="497951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2" extrusionOk="0">
                    <a:moveTo>
                      <a:pt x="1040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39"/>
                      <a:pt x="473" y="2048"/>
                      <a:pt x="1040" y="2048"/>
                    </a:cubicBezTo>
                    <a:lnTo>
                      <a:pt x="1386" y="2048"/>
                    </a:lnTo>
                    <a:lnTo>
                      <a:pt x="1386" y="2426"/>
                    </a:lnTo>
                    <a:cubicBezTo>
                      <a:pt x="1386" y="2993"/>
                      <a:pt x="1859" y="3434"/>
                      <a:pt x="2426" y="3434"/>
                    </a:cubicBezTo>
                    <a:lnTo>
                      <a:pt x="5577" y="3434"/>
                    </a:lnTo>
                    <a:lnTo>
                      <a:pt x="5577" y="4159"/>
                    </a:lnTo>
                    <a:lnTo>
                      <a:pt x="4537" y="4159"/>
                    </a:lnTo>
                    <a:cubicBezTo>
                      <a:pt x="3938" y="4159"/>
                      <a:pt x="3466" y="4632"/>
                      <a:pt x="3466" y="5167"/>
                    </a:cubicBezTo>
                    <a:lnTo>
                      <a:pt x="3466" y="6585"/>
                    </a:lnTo>
                    <a:cubicBezTo>
                      <a:pt x="3466" y="7183"/>
                      <a:pt x="3938" y="7625"/>
                      <a:pt x="4537" y="7625"/>
                    </a:cubicBezTo>
                    <a:lnTo>
                      <a:pt x="5577" y="7625"/>
                    </a:lnTo>
                    <a:lnTo>
                      <a:pt x="5577" y="8318"/>
                    </a:lnTo>
                    <a:lnTo>
                      <a:pt x="2426" y="8318"/>
                    </a:lnTo>
                    <a:cubicBezTo>
                      <a:pt x="1828" y="8318"/>
                      <a:pt x="1386" y="8790"/>
                      <a:pt x="1386" y="9357"/>
                    </a:cubicBezTo>
                    <a:lnTo>
                      <a:pt x="1386" y="9704"/>
                    </a:lnTo>
                    <a:lnTo>
                      <a:pt x="1040" y="9704"/>
                    </a:lnTo>
                    <a:cubicBezTo>
                      <a:pt x="441" y="9704"/>
                      <a:pt x="0" y="10176"/>
                      <a:pt x="0" y="10744"/>
                    </a:cubicBezTo>
                    <a:cubicBezTo>
                      <a:pt x="0" y="11311"/>
                      <a:pt x="473" y="11752"/>
                      <a:pt x="1040" y="11752"/>
                    </a:cubicBezTo>
                    <a:lnTo>
                      <a:pt x="2426" y="11752"/>
                    </a:lnTo>
                    <a:cubicBezTo>
                      <a:pt x="2993" y="11752"/>
                      <a:pt x="3434" y="11279"/>
                      <a:pt x="3434" y="10744"/>
                    </a:cubicBezTo>
                    <a:cubicBezTo>
                      <a:pt x="3434" y="10145"/>
                      <a:pt x="2962" y="9704"/>
                      <a:pt x="2426" y="9704"/>
                    </a:cubicBezTo>
                    <a:lnTo>
                      <a:pt x="2048" y="9704"/>
                    </a:lnTo>
                    <a:lnTo>
                      <a:pt x="2048" y="9357"/>
                    </a:lnTo>
                    <a:cubicBezTo>
                      <a:pt x="2048" y="9168"/>
                      <a:pt x="2206" y="9011"/>
                      <a:pt x="2426" y="9011"/>
                    </a:cubicBezTo>
                    <a:lnTo>
                      <a:pt x="5577" y="9011"/>
                    </a:lnTo>
                    <a:lnTo>
                      <a:pt x="5577" y="9704"/>
                    </a:lnTo>
                    <a:lnTo>
                      <a:pt x="5199" y="9704"/>
                    </a:lnTo>
                    <a:cubicBezTo>
                      <a:pt x="4631" y="9704"/>
                      <a:pt x="4190" y="10176"/>
                      <a:pt x="4190" y="10744"/>
                    </a:cubicBezTo>
                    <a:cubicBezTo>
                      <a:pt x="4190" y="11311"/>
                      <a:pt x="4663" y="11752"/>
                      <a:pt x="5199" y="11752"/>
                    </a:cubicBezTo>
                    <a:lnTo>
                      <a:pt x="6585" y="11752"/>
                    </a:lnTo>
                    <a:cubicBezTo>
                      <a:pt x="7183" y="11752"/>
                      <a:pt x="7593" y="11279"/>
                      <a:pt x="7593" y="10744"/>
                    </a:cubicBezTo>
                    <a:cubicBezTo>
                      <a:pt x="7593" y="10145"/>
                      <a:pt x="7120" y="9704"/>
                      <a:pt x="6585" y="9704"/>
                    </a:cubicBezTo>
                    <a:lnTo>
                      <a:pt x="6238" y="9704"/>
                    </a:lnTo>
                    <a:lnTo>
                      <a:pt x="6238" y="9011"/>
                    </a:lnTo>
                    <a:lnTo>
                      <a:pt x="9389" y="9011"/>
                    </a:lnTo>
                    <a:cubicBezTo>
                      <a:pt x="9578" y="9011"/>
                      <a:pt x="9735" y="9168"/>
                      <a:pt x="9735" y="9357"/>
                    </a:cubicBezTo>
                    <a:lnTo>
                      <a:pt x="9735" y="9704"/>
                    </a:lnTo>
                    <a:lnTo>
                      <a:pt x="9389" y="9704"/>
                    </a:lnTo>
                    <a:cubicBezTo>
                      <a:pt x="8790" y="9704"/>
                      <a:pt x="8349" y="10176"/>
                      <a:pt x="8349" y="10744"/>
                    </a:cubicBezTo>
                    <a:cubicBezTo>
                      <a:pt x="8349" y="11311"/>
                      <a:pt x="8822" y="11752"/>
                      <a:pt x="9389" y="11752"/>
                    </a:cubicBezTo>
                    <a:lnTo>
                      <a:pt x="10743" y="11752"/>
                    </a:lnTo>
                    <a:cubicBezTo>
                      <a:pt x="11342" y="11752"/>
                      <a:pt x="11783" y="11279"/>
                      <a:pt x="11783" y="10744"/>
                    </a:cubicBezTo>
                    <a:cubicBezTo>
                      <a:pt x="11783" y="10145"/>
                      <a:pt x="11311" y="9704"/>
                      <a:pt x="10743" y="9704"/>
                    </a:cubicBezTo>
                    <a:lnTo>
                      <a:pt x="10397" y="9704"/>
                    </a:lnTo>
                    <a:lnTo>
                      <a:pt x="10397" y="9357"/>
                    </a:lnTo>
                    <a:cubicBezTo>
                      <a:pt x="10397" y="8759"/>
                      <a:pt x="9924" y="8318"/>
                      <a:pt x="9389" y="8318"/>
                    </a:cubicBezTo>
                    <a:lnTo>
                      <a:pt x="6238" y="8318"/>
                    </a:lnTo>
                    <a:lnTo>
                      <a:pt x="6238" y="7625"/>
                    </a:lnTo>
                    <a:lnTo>
                      <a:pt x="7246" y="7625"/>
                    </a:lnTo>
                    <a:cubicBezTo>
                      <a:pt x="7845" y="7625"/>
                      <a:pt x="8318" y="7152"/>
                      <a:pt x="8318" y="6585"/>
                    </a:cubicBezTo>
                    <a:lnTo>
                      <a:pt x="8318" y="5167"/>
                    </a:lnTo>
                    <a:cubicBezTo>
                      <a:pt x="8318" y="4569"/>
                      <a:pt x="7845" y="4159"/>
                      <a:pt x="7246" y="4159"/>
                    </a:cubicBezTo>
                    <a:lnTo>
                      <a:pt x="6238" y="4159"/>
                    </a:lnTo>
                    <a:lnTo>
                      <a:pt x="6238" y="3434"/>
                    </a:lnTo>
                    <a:lnTo>
                      <a:pt x="9389" y="3434"/>
                    </a:lnTo>
                    <a:cubicBezTo>
                      <a:pt x="9956" y="3434"/>
                      <a:pt x="10397" y="2962"/>
                      <a:pt x="10397" y="2426"/>
                    </a:cubicBezTo>
                    <a:lnTo>
                      <a:pt x="10397" y="2048"/>
                    </a:lnTo>
                    <a:lnTo>
                      <a:pt x="10743" y="2048"/>
                    </a:lnTo>
                    <a:cubicBezTo>
                      <a:pt x="11342" y="2048"/>
                      <a:pt x="11783" y="1576"/>
                      <a:pt x="11783" y="1040"/>
                    </a:cubicBezTo>
                    <a:cubicBezTo>
                      <a:pt x="11783" y="441"/>
                      <a:pt x="11311" y="0"/>
                      <a:pt x="10743" y="0"/>
                    </a:cubicBezTo>
                    <a:lnTo>
                      <a:pt x="9389" y="0"/>
                    </a:lnTo>
                    <a:cubicBezTo>
                      <a:pt x="8790" y="0"/>
                      <a:pt x="8349" y="473"/>
                      <a:pt x="8349" y="1040"/>
                    </a:cubicBezTo>
                    <a:cubicBezTo>
                      <a:pt x="8349" y="1639"/>
                      <a:pt x="8822" y="2048"/>
                      <a:pt x="9389" y="2048"/>
                    </a:cubicBezTo>
                    <a:lnTo>
                      <a:pt x="9735" y="2048"/>
                    </a:lnTo>
                    <a:lnTo>
                      <a:pt x="9735" y="2426"/>
                    </a:lnTo>
                    <a:cubicBezTo>
                      <a:pt x="9735" y="2615"/>
                      <a:pt x="9578" y="2773"/>
                      <a:pt x="9389" y="2773"/>
                    </a:cubicBezTo>
                    <a:lnTo>
                      <a:pt x="6238" y="2773"/>
                    </a:lnTo>
                    <a:lnTo>
                      <a:pt x="6238" y="2048"/>
                    </a:lnTo>
                    <a:lnTo>
                      <a:pt x="6585" y="2048"/>
                    </a:lnTo>
                    <a:cubicBezTo>
                      <a:pt x="7183" y="2048"/>
                      <a:pt x="7593" y="1576"/>
                      <a:pt x="7593" y="1040"/>
                    </a:cubicBezTo>
                    <a:cubicBezTo>
                      <a:pt x="7593" y="441"/>
                      <a:pt x="7120" y="0"/>
                      <a:pt x="6585" y="0"/>
                    </a:cubicBezTo>
                    <a:lnTo>
                      <a:pt x="5199" y="0"/>
                    </a:lnTo>
                    <a:cubicBezTo>
                      <a:pt x="4631" y="0"/>
                      <a:pt x="4190" y="473"/>
                      <a:pt x="4190" y="1040"/>
                    </a:cubicBezTo>
                    <a:cubicBezTo>
                      <a:pt x="4190" y="1639"/>
                      <a:pt x="4663" y="2048"/>
                      <a:pt x="5199" y="2048"/>
                    </a:cubicBezTo>
                    <a:lnTo>
                      <a:pt x="5577" y="2048"/>
                    </a:lnTo>
                    <a:lnTo>
                      <a:pt x="5577" y="2773"/>
                    </a:lnTo>
                    <a:lnTo>
                      <a:pt x="2426" y="2773"/>
                    </a:lnTo>
                    <a:cubicBezTo>
                      <a:pt x="2206" y="2773"/>
                      <a:pt x="2048" y="2615"/>
                      <a:pt x="2048" y="2426"/>
                    </a:cubicBezTo>
                    <a:lnTo>
                      <a:pt x="2048" y="2048"/>
                    </a:lnTo>
                    <a:lnTo>
                      <a:pt x="2426" y="2048"/>
                    </a:lnTo>
                    <a:cubicBezTo>
                      <a:pt x="2993" y="2048"/>
                      <a:pt x="3434" y="1576"/>
                      <a:pt x="3434" y="1040"/>
                    </a:cubicBezTo>
                    <a:cubicBezTo>
                      <a:pt x="3434" y="441"/>
                      <a:pt x="2962" y="0"/>
                      <a:pt x="2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27" name="Google Shape;9445;p73">
                <a:extLst>
                  <a:ext uri="{FF2B5EF4-FFF2-40B4-BE49-F238E27FC236}">
                    <a16:creationId xmlns:a16="http://schemas.microsoft.com/office/drawing/2014/main" id="{8E3B439D-7582-B84A-630F-8793D59F4E21}"/>
                  </a:ext>
                </a:extLst>
              </p:cNvPr>
              <p:cNvGrpSpPr/>
              <p:nvPr/>
            </p:nvGrpSpPr>
            <p:grpSpPr>
              <a:xfrm>
                <a:off x="2036572" y="4983505"/>
                <a:ext cx="503276" cy="502894"/>
                <a:chOff x="1310075" y="3980250"/>
                <a:chExt cx="297750" cy="297525"/>
              </a:xfrm>
              <a:grpFill/>
            </p:grpSpPr>
            <p:sp>
              <p:nvSpPr>
                <p:cNvPr id="191" name="Google Shape;9446;p73">
                  <a:extLst>
                    <a:ext uri="{FF2B5EF4-FFF2-40B4-BE49-F238E27FC236}">
                      <a16:creationId xmlns:a16="http://schemas.microsoft.com/office/drawing/2014/main" id="{99EEB19D-2628-C53E-7A0B-83F8D066F8C7}"/>
                    </a:ext>
                  </a:extLst>
                </p:cNvPr>
                <p:cNvSpPr/>
                <p:nvPr/>
              </p:nvSpPr>
              <p:spPr>
                <a:xfrm>
                  <a:off x="1310075" y="3980250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3844" y="4946"/>
                      </a:moveTo>
                      <a:cubicBezTo>
                        <a:pt x="4033" y="4946"/>
                        <a:pt x="4190" y="5104"/>
                        <a:pt x="4190" y="5293"/>
                      </a:cubicBezTo>
                      <a:lnTo>
                        <a:pt x="4190" y="6679"/>
                      </a:lnTo>
                      <a:cubicBezTo>
                        <a:pt x="4190" y="6868"/>
                        <a:pt x="4033" y="7026"/>
                        <a:pt x="3844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6868"/>
                        <a:pt x="2111" y="6679"/>
                      </a:cubicBezTo>
                      <a:lnTo>
                        <a:pt x="2111" y="5293"/>
                      </a:lnTo>
                      <a:cubicBezTo>
                        <a:pt x="2111" y="5104"/>
                        <a:pt x="2269" y="4946"/>
                        <a:pt x="2458" y="4946"/>
                      </a:cubicBezTo>
                      <a:close/>
                      <a:moveTo>
                        <a:pt x="6616" y="3560"/>
                      </a:moveTo>
                      <a:cubicBezTo>
                        <a:pt x="6837" y="3560"/>
                        <a:pt x="6994" y="3718"/>
                        <a:pt x="6994" y="3907"/>
                      </a:cubicBezTo>
                      <a:lnTo>
                        <a:pt x="6994" y="6679"/>
                      </a:lnTo>
                      <a:cubicBezTo>
                        <a:pt x="6994" y="6868"/>
                        <a:pt x="6837" y="7026"/>
                        <a:pt x="6616" y="7026"/>
                      </a:cubicBezTo>
                      <a:lnTo>
                        <a:pt x="5262" y="7026"/>
                      </a:lnTo>
                      <a:cubicBezTo>
                        <a:pt x="5041" y="7026"/>
                        <a:pt x="4884" y="6868"/>
                        <a:pt x="4884" y="6679"/>
                      </a:cubicBezTo>
                      <a:lnTo>
                        <a:pt x="4884" y="3907"/>
                      </a:lnTo>
                      <a:cubicBezTo>
                        <a:pt x="4884" y="3718"/>
                        <a:pt x="5041" y="3560"/>
                        <a:pt x="5262" y="3560"/>
                      </a:cubicBezTo>
                      <a:close/>
                      <a:moveTo>
                        <a:pt x="9389" y="2174"/>
                      </a:moveTo>
                      <a:cubicBezTo>
                        <a:pt x="9578" y="2174"/>
                        <a:pt x="9735" y="2331"/>
                        <a:pt x="9735" y="2520"/>
                      </a:cubicBezTo>
                      <a:lnTo>
                        <a:pt x="9735" y="6679"/>
                      </a:lnTo>
                      <a:cubicBezTo>
                        <a:pt x="9735" y="6868"/>
                        <a:pt x="9578" y="7026"/>
                        <a:pt x="9389" y="7026"/>
                      </a:cubicBezTo>
                      <a:lnTo>
                        <a:pt x="8003" y="7026"/>
                      </a:lnTo>
                      <a:cubicBezTo>
                        <a:pt x="7813" y="7026"/>
                        <a:pt x="7656" y="6868"/>
                        <a:pt x="7656" y="6679"/>
                      </a:cubicBezTo>
                      <a:lnTo>
                        <a:pt x="7656" y="2520"/>
                      </a:lnTo>
                      <a:cubicBezTo>
                        <a:pt x="7656" y="2331"/>
                        <a:pt x="7813" y="2174"/>
                        <a:pt x="8003" y="2174"/>
                      </a:cubicBezTo>
                      <a:close/>
                      <a:moveTo>
                        <a:pt x="5577" y="8412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412"/>
                      </a:lnTo>
                      <a:close/>
                      <a:moveTo>
                        <a:pt x="6396" y="8412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4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78"/>
                      </a:cubicBezTo>
                      <a:lnTo>
                        <a:pt x="5608" y="725"/>
                      </a:lnTo>
                      <a:lnTo>
                        <a:pt x="347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47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58" y="7719"/>
                        <a:pt x="0" y="7876"/>
                        <a:pt x="0" y="8097"/>
                      </a:cubicBezTo>
                      <a:cubicBezTo>
                        <a:pt x="0" y="8286"/>
                        <a:pt x="158" y="8443"/>
                        <a:pt x="378" y="8443"/>
                      </a:cubicBezTo>
                      <a:lnTo>
                        <a:pt x="4726" y="8443"/>
                      </a:lnTo>
                      <a:lnTo>
                        <a:pt x="3560" y="11436"/>
                      </a:lnTo>
                      <a:cubicBezTo>
                        <a:pt x="3466" y="11625"/>
                        <a:pt x="3560" y="11814"/>
                        <a:pt x="3749" y="11877"/>
                      </a:cubicBezTo>
                      <a:cubicBezTo>
                        <a:pt x="3788" y="11893"/>
                        <a:pt x="3831" y="11901"/>
                        <a:pt x="3876" y="11901"/>
                      </a:cubicBezTo>
                      <a:cubicBezTo>
                        <a:pt x="4016" y="11901"/>
                        <a:pt x="4167" y="11824"/>
                        <a:pt x="4190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44" y="11184"/>
                        <a:pt x="6301" y="11027"/>
                        <a:pt x="6301" y="10838"/>
                      </a:cubicBezTo>
                      <a:lnTo>
                        <a:pt x="6301" y="9830"/>
                      </a:lnTo>
                      <a:lnTo>
                        <a:pt x="6994" y="9830"/>
                      </a:lnTo>
                      <a:lnTo>
                        <a:pt x="7719" y="11657"/>
                      </a:lnTo>
                      <a:cubicBezTo>
                        <a:pt x="7791" y="11824"/>
                        <a:pt x="7916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49" y="11783"/>
                        <a:pt x="8444" y="11594"/>
                        <a:pt x="8349" y="11436"/>
                      </a:cubicBezTo>
                      <a:lnTo>
                        <a:pt x="7183" y="8443"/>
                      </a:lnTo>
                      <a:lnTo>
                        <a:pt x="11531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31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31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31" y="725"/>
                      </a:cubicBezTo>
                      <a:lnTo>
                        <a:pt x="6301" y="725"/>
                      </a:lnTo>
                      <a:lnTo>
                        <a:pt x="6301" y="378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92" name="Google Shape;9447;p73">
                  <a:extLst>
                    <a:ext uri="{FF2B5EF4-FFF2-40B4-BE49-F238E27FC236}">
                      <a16:creationId xmlns:a16="http://schemas.microsoft.com/office/drawing/2014/main" id="{79F425FD-C33A-68CA-5D66-EE294C7EB435}"/>
                    </a:ext>
                  </a:extLst>
                </p:cNvPr>
                <p:cNvSpPr/>
                <p:nvPr/>
              </p:nvSpPr>
              <p:spPr>
                <a:xfrm>
                  <a:off x="1449475" y="4086575"/>
                  <a:ext cx="173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080" extrusionOk="0">
                      <a:moveTo>
                        <a:pt x="1" y="0"/>
                      </a:moveTo>
                      <a:lnTo>
                        <a:pt x="1" y="2080"/>
                      </a:lnTo>
                      <a:lnTo>
                        <a:pt x="694" y="2080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93" name="Google Shape;9448;p73">
                  <a:extLst>
                    <a:ext uri="{FF2B5EF4-FFF2-40B4-BE49-F238E27FC236}">
                      <a16:creationId xmlns:a16="http://schemas.microsoft.com/office/drawing/2014/main" id="{7D2E01AC-D571-33F1-5109-0CE1B3FE147C}"/>
                    </a:ext>
                  </a:extLst>
                </p:cNvPr>
                <p:cNvSpPr/>
                <p:nvPr/>
              </p:nvSpPr>
              <p:spPr>
                <a:xfrm>
                  <a:off x="1380175" y="412122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0" y="0"/>
                      </a:moveTo>
                      <a:lnTo>
                        <a:pt x="0" y="694"/>
                      </a:lnTo>
                      <a:lnTo>
                        <a:pt x="693" y="694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94" name="Google Shape;9449;p73">
                  <a:extLst>
                    <a:ext uri="{FF2B5EF4-FFF2-40B4-BE49-F238E27FC236}">
                      <a16:creationId xmlns:a16="http://schemas.microsoft.com/office/drawing/2014/main" id="{6735042E-6C1E-D625-D7E4-705F9B3A2F34}"/>
                    </a:ext>
                  </a:extLst>
                </p:cNvPr>
                <p:cNvSpPr/>
                <p:nvPr/>
              </p:nvSpPr>
              <p:spPr>
                <a:xfrm>
                  <a:off x="1518800" y="4051925"/>
                  <a:ext cx="181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3466" extrusionOk="0">
                      <a:moveTo>
                        <a:pt x="0" y="0"/>
                      </a:moveTo>
                      <a:lnTo>
                        <a:pt x="0" y="3466"/>
                      </a:lnTo>
                      <a:lnTo>
                        <a:pt x="725" y="346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28" name="Google Shape;9450;p73">
                <a:extLst>
                  <a:ext uri="{FF2B5EF4-FFF2-40B4-BE49-F238E27FC236}">
                    <a16:creationId xmlns:a16="http://schemas.microsoft.com/office/drawing/2014/main" id="{0523728E-E63D-8181-D928-BED9625BF2C4}"/>
                  </a:ext>
                </a:extLst>
              </p:cNvPr>
              <p:cNvGrpSpPr/>
              <p:nvPr/>
            </p:nvGrpSpPr>
            <p:grpSpPr>
              <a:xfrm>
                <a:off x="5275218" y="3748557"/>
                <a:ext cx="380816" cy="499261"/>
                <a:chOff x="3167275" y="3227275"/>
                <a:chExt cx="225300" cy="295375"/>
              </a:xfrm>
              <a:grpFill/>
            </p:grpSpPr>
            <p:sp>
              <p:nvSpPr>
                <p:cNvPr id="186" name="Google Shape;9451;p73">
                  <a:extLst>
                    <a:ext uri="{FF2B5EF4-FFF2-40B4-BE49-F238E27FC236}">
                      <a16:creationId xmlns:a16="http://schemas.microsoft.com/office/drawing/2014/main" id="{D9FABFDD-7410-C9BC-5331-690539EC1451}"/>
                    </a:ext>
                  </a:extLst>
                </p:cNvPr>
                <p:cNvSpPr/>
                <p:nvPr/>
              </p:nvSpPr>
              <p:spPr>
                <a:xfrm>
                  <a:off x="3167275" y="3227275"/>
                  <a:ext cx="2253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2" h="8318" extrusionOk="0">
                      <a:moveTo>
                        <a:pt x="4538" y="1"/>
                      </a:moveTo>
                      <a:cubicBezTo>
                        <a:pt x="2112" y="1"/>
                        <a:pt x="1" y="1985"/>
                        <a:pt x="32" y="4537"/>
                      </a:cubicBezTo>
                      <a:cubicBezTo>
                        <a:pt x="32" y="5860"/>
                        <a:pt x="631" y="7184"/>
                        <a:pt x="1797" y="8066"/>
                      </a:cubicBezTo>
                      <a:cubicBezTo>
                        <a:pt x="1923" y="8192"/>
                        <a:pt x="2017" y="8223"/>
                        <a:pt x="2049" y="8318"/>
                      </a:cubicBezTo>
                      <a:lnTo>
                        <a:pt x="4160" y="8318"/>
                      </a:lnTo>
                      <a:lnTo>
                        <a:pt x="4160" y="6900"/>
                      </a:lnTo>
                      <a:lnTo>
                        <a:pt x="2427" y="6900"/>
                      </a:lnTo>
                      <a:cubicBezTo>
                        <a:pt x="2238" y="6900"/>
                        <a:pt x="2080" y="6743"/>
                        <a:pt x="2080" y="6554"/>
                      </a:cubicBezTo>
                      <a:lnTo>
                        <a:pt x="2080" y="5829"/>
                      </a:lnTo>
                      <a:cubicBezTo>
                        <a:pt x="2080" y="4852"/>
                        <a:pt x="2679" y="4033"/>
                        <a:pt x="3498" y="3624"/>
                      </a:cubicBezTo>
                      <a:cubicBezTo>
                        <a:pt x="3277" y="3403"/>
                        <a:pt x="3151" y="3088"/>
                        <a:pt x="3151" y="2678"/>
                      </a:cubicBezTo>
                      <a:cubicBezTo>
                        <a:pt x="3151" y="1922"/>
                        <a:pt x="3782" y="1292"/>
                        <a:pt x="4538" y="1292"/>
                      </a:cubicBezTo>
                      <a:cubicBezTo>
                        <a:pt x="5262" y="1292"/>
                        <a:pt x="5892" y="1922"/>
                        <a:pt x="5892" y="2678"/>
                      </a:cubicBezTo>
                      <a:cubicBezTo>
                        <a:pt x="5892" y="3025"/>
                        <a:pt x="5735" y="3340"/>
                        <a:pt x="5546" y="3624"/>
                      </a:cubicBezTo>
                      <a:cubicBezTo>
                        <a:pt x="6365" y="4033"/>
                        <a:pt x="6964" y="4852"/>
                        <a:pt x="6964" y="5829"/>
                      </a:cubicBezTo>
                      <a:lnTo>
                        <a:pt x="6964" y="6554"/>
                      </a:lnTo>
                      <a:cubicBezTo>
                        <a:pt x="6964" y="6743"/>
                        <a:pt x="6806" y="6900"/>
                        <a:pt x="6617" y="6900"/>
                      </a:cubicBezTo>
                      <a:lnTo>
                        <a:pt x="4884" y="6900"/>
                      </a:lnTo>
                      <a:lnTo>
                        <a:pt x="4884" y="8318"/>
                      </a:lnTo>
                      <a:lnTo>
                        <a:pt x="6995" y="8318"/>
                      </a:lnTo>
                      <a:cubicBezTo>
                        <a:pt x="7027" y="8286"/>
                        <a:pt x="7121" y="8192"/>
                        <a:pt x="7247" y="8129"/>
                      </a:cubicBezTo>
                      <a:cubicBezTo>
                        <a:pt x="8413" y="7184"/>
                        <a:pt x="9011" y="5829"/>
                        <a:pt x="9011" y="4506"/>
                      </a:cubicBezTo>
                      <a:cubicBezTo>
                        <a:pt x="9011" y="2017"/>
                        <a:pt x="6995" y="1"/>
                        <a:pt x="45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7" name="Google Shape;9452;p73">
                  <a:extLst>
                    <a:ext uri="{FF2B5EF4-FFF2-40B4-BE49-F238E27FC236}">
                      <a16:creationId xmlns:a16="http://schemas.microsoft.com/office/drawing/2014/main" id="{30193493-0183-E382-A777-7C110E1DFD88}"/>
                    </a:ext>
                  </a:extLst>
                </p:cNvPr>
                <p:cNvSpPr/>
                <p:nvPr/>
              </p:nvSpPr>
              <p:spPr>
                <a:xfrm>
                  <a:off x="3262600" y="3278475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8" name="Google Shape;9453;p73">
                  <a:extLst>
                    <a:ext uri="{FF2B5EF4-FFF2-40B4-BE49-F238E27FC236}">
                      <a16:creationId xmlns:a16="http://schemas.microsoft.com/office/drawing/2014/main" id="{18EE4176-B717-A0E8-B198-0E4306FC90A1}"/>
                    </a:ext>
                  </a:extLst>
                </p:cNvPr>
                <p:cNvSpPr/>
                <p:nvPr/>
              </p:nvSpPr>
              <p:spPr>
                <a:xfrm>
                  <a:off x="3220050" y="3452525"/>
                  <a:ext cx="1213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419" extrusionOk="0">
                      <a:moveTo>
                        <a:pt x="1" y="1"/>
                      </a:moveTo>
                      <a:lnTo>
                        <a:pt x="1" y="347"/>
                      </a:lnTo>
                      <a:cubicBezTo>
                        <a:pt x="1" y="946"/>
                        <a:pt x="473" y="1419"/>
                        <a:pt x="1040" y="1419"/>
                      </a:cubicBezTo>
                      <a:lnTo>
                        <a:pt x="3781" y="1419"/>
                      </a:lnTo>
                      <a:cubicBezTo>
                        <a:pt x="4380" y="1419"/>
                        <a:pt x="4853" y="946"/>
                        <a:pt x="4853" y="347"/>
                      </a:cubicBezTo>
                      <a:lnTo>
                        <a:pt x="485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9" name="Google Shape;9454;p73">
                  <a:extLst>
                    <a:ext uri="{FF2B5EF4-FFF2-40B4-BE49-F238E27FC236}">
                      <a16:creationId xmlns:a16="http://schemas.microsoft.com/office/drawing/2014/main" id="{A7E2D8AA-9506-F3EB-D77F-E7641B5BCA30}"/>
                    </a:ext>
                  </a:extLst>
                </p:cNvPr>
                <p:cNvSpPr/>
                <p:nvPr/>
              </p:nvSpPr>
              <p:spPr>
                <a:xfrm>
                  <a:off x="3237375" y="3332025"/>
                  <a:ext cx="86675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080" extrusionOk="0">
                      <a:moveTo>
                        <a:pt x="1734" y="1"/>
                      </a:moveTo>
                      <a:cubicBezTo>
                        <a:pt x="789" y="1"/>
                        <a:pt x="1" y="725"/>
                        <a:pt x="1" y="1733"/>
                      </a:cubicBezTo>
                      <a:lnTo>
                        <a:pt x="1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90" name="Google Shape;9455;p73">
                  <a:extLst>
                    <a:ext uri="{FF2B5EF4-FFF2-40B4-BE49-F238E27FC236}">
                      <a16:creationId xmlns:a16="http://schemas.microsoft.com/office/drawing/2014/main" id="{C4697EC2-C3EC-2269-C461-7A9CF7FCE1A1}"/>
                    </a:ext>
                  </a:extLst>
                </p:cNvPr>
                <p:cNvSpPr/>
                <p:nvPr/>
              </p:nvSpPr>
              <p:spPr>
                <a:xfrm>
                  <a:off x="3237375" y="35053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2" y="1"/>
                      </a:moveTo>
                      <a:cubicBezTo>
                        <a:pt x="1" y="379"/>
                        <a:pt x="284" y="694"/>
                        <a:pt x="694" y="694"/>
                      </a:cubicBezTo>
                      <a:lnTo>
                        <a:pt x="2773" y="694"/>
                      </a:lnTo>
                      <a:cubicBezTo>
                        <a:pt x="3183" y="694"/>
                        <a:pt x="3498" y="379"/>
                        <a:pt x="34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sp>
            <p:nvSpPr>
              <p:cNvPr id="29" name="Google Shape;9456;p73">
                <a:extLst>
                  <a:ext uri="{FF2B5EF4-FFF2-40B4-BE49-F238E27FC236}">
                    <a16:creationId xmlns:a16="http://schemas.microsoft.com/office/drawing/2014/main" id="{DEDFE1F0-6460-6368-5C87-7C90957487F4}"/>
                  </a:ext>
                </a:extLst>
              </p:cNvPr>
              <p:cNvSpPr/>
              <p:nvPr/>
            </p:nvSpPr>
            <p:spPr>
              <a:xfrm>
                <a:off x="5202621" y="4377430"/>
                <a:ext cx="525925" cy="501585"/>
              </a:xfrm>
              <a:custGeom>
                <a:avLst/>
                <a:gdLst/>
                <a:ahLst/>
                <a:cxnLst/>
                <a:rect l="l" t="t" r="r" b="b"/>
                <a:pathLst>
                  <a:path w="12446" h="11870" extrusionOk="0">
                    <a:moveTo>
                      <a:pt x="9421" y="1410"/>
                    </a:moveTo>
                    <a:cubicBezTo>
                      <a:pt x="9775" y="1410"/>
                      <a:pt x="10130" y="1544"/>
                      <a:pt x="10397" y="1812"/>
                    </a:cubicBezTo>
                    <a:cubicBezTo>
                      <a:pt x="10901" y="2316"/>
                      <a:pt x="10901" y="3198"/>
                      <a:pt x="10366" y="3734"/>
                    </a:cubicBezTo>
                    <a:lnTo>
                      <a:pt x="9169" y="4931"/>
                    </a:lnTo>
                    <a:cubicBezTo>
                      <a:pt x="8948" y="5152"/>
                      <a:pt x="8633" y="5278"/>
                      <a:pt x="8318" y="5309"/>
                    </a:cubicBezTo>
                    <a:lnTo>
                      <a:pt x="8476" y="5152"/>
                    </a:lnTo>
                    <a:cubicBezTo>
                      <a:pt x="8854" y="4773"/>
                      <a:pt x="8854" y="4112"/>
                      <a:pt x="8476" y="3702"/>
                    </a:cubicBezTo>
                    <a:cubicBezTo>
                      <a:pt x="8271" y="3513"/>
                      <a:pt x="8003" y="3419"/>
                      <a:pt x="7739" y="3419"/>
                    </a:cubicBezTo>
                    <a:cubicBezTo>
                      <a:pt x="7475" y="3419"/>
                      <a:pt x="7215" y="3513"/>
                      <a:pt x="7026" y="3702"/>
                    </a:cubicBezTo>
                    <a:lnTo>
                      <a:pt x="6869" y="3860"/>
                    </a:lnTo>
                    <a:cubicBezTo>
                      <a:pt x="6900" y="3545"/>
                      <a:pt x="7026" y="3230"/>
                      <a:pt x="7247" y="3009"/>
                    </a:cubicBezTo>
                    <a:lnTo>
                      <a:pt x="8444" y="1812"/>
                    </a:lnTo>
                    <a:cubicBezTo>
                      <a:pt x="8712" y="1544"/>
                      <a:pt x="9066" y="1410"/>
                      <a:pt x="9421" y="1410"/>
                    </a:cubicBezTo>
                    <a:close/>
                    <a:moveTo>
                      <a:pt x="4128" y="6475"/>
                    </a:moveTo>
                    <a:lnTo>
                      <a:pt x="3970" y="6601"/>
                    </a:lnTo>
                    <a:cubicBezTo>
                      <a:pt x="3592" y="7010"/>
                      <a:pt x="3592" y="7672"/>
                      <a:pt x="3970" y="8081"/>
                    </a:cubicBezTo>
                    <a:cubicBezTo>
                      <a:pt x="4175" y="8270"/>
                      <a:pt x="4443" y="8365"/>
                      <a:pt x="4711" y="8365"/>
                    </a:cubicBezTo>
                    <a:cubicBezTo>
                      <a:pt x="4978" y="8365"/>
                      <a:pt x="5246" y="8270"/>
                      <a:pt x="5451" y="8081"/>
                    </a:cubicBezTo>
                    <a:lnTo>
                      <a:pt x="5577" y="7924"/>
                    </a:lnTo>
                    <a:lnTo>
                      <a:pt x="5577" y="7924"/>
                    </a:lnTo>
                    <a:cubicBezTo>
                      <a:pt x="5640" y="8270"/>
                      <a:pt x="5483" y="8586"/>
                      <a:pt x="5231" y="8838"/>
                    </a:cubicBezTo>
                    <a:lnTo>
                      <a:pt x="4065" y="10003"/>
                    </a:lnTo>
                    <a:cubicBezTo>
                      <a:pt x="3781" y="10271"/>
                      <a:pt x="3427" y="10405"/>
                      <a:pt x="3072" y="10405"/>
                    </a:cubicBezTo>
                    <a:cubicBezTo>
                      <a:pt x="2718" y="10405"/>
                      <a:pt x="2364" y="10271"/>
                      <a:pt x="2080" y="10003"/>
                    </a:cubicBezTo>
                    <a:cubicBezTo>
                      <a:pt x="1544" y="9468"/>
                      <a:pt x="1544" y="8586"/>
                      <a:pt x="2080" y="8050"/>
                    </a:cubicBezTo>
                    <a:lnTo>
                      <a:pt x="3277" y="6853"/>
                    </a:lnTo>
                    <a:cubicBezTo>
                      <a:pt x="3498" y="6601"/>
                      <a:pt x="3813" y="6506"/>
                      <a:pt x="4128" y="6475"/>
                    </a:cubicBezTo>
                    <a:close/>
                    <a:moveTo>
                      <a:pt x="9373" y="0"/>
                    </a:moveTo>
                    <a:cubicBezTo>
                      <a:pt x="8665" y="0"/>
                      <a:pt x="7956" y="268"/>
                      <a:pt x="7404" y="804"/>
                    </a:cubicBezTo>
                    <a:lnTo>
                      <a:pt x="6239" y="1970"/>
                    </a:lnTo>
                    <a:cubicBezTo>
                      <a:pt x="5451" y="2757"/>
                      <a:pt x="5199" y="3986"/>
                      <a:pt x="5640" y="4994"/>
                    </a:cubicBezTo>
                    <a:lnTo>
                      <a:pt x="5325" y="5309"/>
                    </a:lnTo>
                    <a:cubicBezTo>
                      <a:pt x="4994" y="5170"/>
                      <a:pt x="4634" y="5100"/>
                      <a:pt x="4270" y="5100"/>
                    </a:cubicBezTo>
                    <a:cubicBezTo>
                      <a:pt x="3562" y="5100"/>
                      <a:pt x="2842" y="5366"/>
                      <a:pt x="2301" y="5908"/>
                    </a:cubicBezTo>
                    <a:lnTo>
                      <a:pt x="1103" y="7105"/>
                    </a:lnTo>
                    <a:cubicBezTo>
                      <a:pt x="1" y="8144"/>
                      <a:pt x="1" y="9940"/>
                      <a:pt x="1103" y="11043"/>
                    </a:cubicBezTo>
                    <a:cubicBezTo>
                      <a:pt x="1655" y="11594"/>
                      <a:pt x="2364" y="11870"/>
                      <a:pt x="3072" y="11870"/>
                    </a:cubicBezTo>
                    <a:cubicBezTo>
                      <a:pt x="3781" y="11870"/>
                      <a:pt x="4490" y="11594"/>
                      <a:pt x="5041" y="11043"/>
                    </a:cubicBezTo>
                    <a:lnTo>
                      <a:pt x="6239" y="9846"/>
                    </a:lnTo>
                    <a:cubicBezTo>
                      <a:pt x="7026" y="9058"/>
                      <a:pt x="7247" y="7829"/>
                      <a:pt x="6806" y="6821"/>
                    </a:cubicBezTo>
                    <a:lnTo>
                      <a:pt x="7121" y="6506"/>
                    </a:lnTo>
                    <a:cubicBezTo>
                      <a:pt x="7473" y="6656"/>
                      <a:pt x="7840" y="6729"/>
                      <a:pt x="8204" y="6729"/>
                    </a:cubicBezTo>
                    <a:cubicBezTo>
                      <a:pt x="8914" y="6729"/>
                      <a:pt x="9614" y="6449"/>
                      <a:pt x="10177" y="5908"/>
                    </a:cubicBezTo>
                    <a:lnTo>
                      <a:pt x="11342" y="4742"/>
                    </a:lnTo>
                    <a:cubicBezTo>
                      <a:pt x="12445" y="3639"/>
                      <a:pt x="12445" y="1907"/>
                      <a:pt x="11342" y="804"/>
                    </a:cubicBezTo>
                    <a:cubicBezTo>
                      <a:pt x="10791" y="268"/>
                      <a:pt x="10082" y="0"/>
                      <a:pt x="9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grpSp>
            <p:nvGrpSpPr>
              <p:cNvPr id="30" name="Google Shape;9457;p73">
                <a:extLst>
                  <a:ext uri="{FF2B5EF4-FFF2-40B4-BE49-F238E27FC236}">
                    <a16:creationId xmlns:a16="http://schemas.microsoft.com/office/drawing/2014/main" id="{6F1204BE-89C0-E11F-A5C8-785E053EC05D}"/>
                  </a:ext>
                </a:extLst>
              </p:cNvPr>
              <p:cNvGrpSpPr/>
              <p:nvPr/>
            </p:nvGrpSpPr>
            <p:grpSpPr>
              <a:xfrm>
                <a:off x="5213987" y="4985299"/>
                <a:ext cx="503276" cy="499303"/>
                <a:chOff x="3133425" y="3955025"/>
                <a:chExt cx="297750" cy="295400"/>
              </a:xfrm>
              <a:grpFill/>
            </p:grpSpPr>
            <p:sp>
              <p:nvSpPr>
                <p:cNvPr id="183" name="Google Shape;9458;p73">
                  <a:extLst>
                    <a:ext uri="{FF2B5EF4-FFF2-40B4-BE49-F238E27FC236}">
                      <a16:creationId xmlns:a16="http://schemas.microsoft.com/office/drawing/2014/main" id="{C798FB74-1F1E-5850-7C21-866C6CAB80EA}"/>
                    </a:ext>
                  </a:extLst>
                </p:cNvPr>
                <p:cNvSpPr/>
                <p:nvPr/>
              </p:nvSpPr>
              <p:spPr>
                <a:xfrm>
                  <a:off x="3133425" y="4058225"/>
                  <a:ext cx="297750" cy="1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688" extrusionOk="0">
                      <a:moveTo>
                        <a:pt x="5923" y="0"/>
                      </a:moveTo>
                      <a:cubicBezTo>
                        <a:pt x="5325" y="0"/>
                        <a:pt x="4821" y="347"/>
                        <a:pt x="4631" y="914"/>
                      </a:cubicBezTo>
                      <a:cubicBezTo>
                        <a:pt x="4505" y="1166"/>
                        <a:pt x="4505" y="1449"/>
                        <a:pt x="4568" y="1764"/>
                      </a:cubicBezTo>
                      <a:cubicBezTo>
                        <a:pt x="4884" y="1922"/>
                        <a:pt x="5199" y="2016"/>
                        <a:pt x="5577" y="2048"/>
                      </a:cubicBezTo>
                      <a:lnTo>
                        <a:pt x="5577" y="2741"/>
                      </a:lnTo>
                      <a:lnTo>
                        <a:pt x="2458" y="2741"/>
                      </a:lnTo>
                      <a:cubicBezTo>
                        <a:pt x="1859" y="2741"/>
                        <a:pt x="1418" y="3214"/>
                        <a:pt x="1418" y="3781"/>
                      </a:cubicBezTo>
                      <a:lnTo>
                        <a:pt x="1418" y="4190"/>
                      </a:lnTo>
                      <a:cubicBezTo>
                        <a:pt x="630" y="4316"/>
                        <a:pt x="0" y="5041"/>
                        <a:pt x="0" y="5891"/>
                      </a:cubicBezTo>
                      <a:cubicBezTo>
                        <a:pt x="0" y="6837"/>
                        <a:pt x="788" y="7687"/>
                        <a:pt x="1765" y="7687"/>
                      </a:cubicBezTo>
                      <a:cubicBezTo>
                        <a:pt x="2710" y="7687"/>
                        <a:pt x="3497" y="6900"/>
                        <a:pt x="3497" y="5891"/>
                      </a:cubicBezTo>
                      <a:cubicBezTo>
                        <a:pt x="3497" y="5072"/>
                        <a:pt x="2930" y="4316"/>
                        <a:pt x="2143" y="4190"/>
                      </a:cubicBezTo>
                      <a:lnTo>
                        <a:pt x="2143" y="3781"/>
                      </a:lnTo>
                      <a:cubicBezTo>
                        <a:pt x="2143" y="3592"/>
                        <a:pt x="2300" y="3434"/>
                        <a:pt x="2489" y="3434"/>
                      </a:cubicBezTo>
                      <a:lnTo>
                        <a:pt x="5608" y="3434"/>
                      </a:lnTo>
                      <a:lnTo>
                        <a:pt x="5608" y="4127"/>
                      </a:lnTo>
                      <a:cubicBezTo>
                        <a:pt x="4821" y="4285"/>
                        <a:pt x="4222" y="5009"/>
                        <a:pt x="4222" y="5860"/>
                      </a:cubicBezTo>
                      <a:cubicBezTo>
                        <a:pt x="4222" y="6805"/>
                        <a:pt x="5010" y="7656"/>
                        <a:pt x="5955" y="7656"/>
                      </a:cubicBezTo>
                      <a:cubicBezTo>
                        <a:pt x="6900" y="7656"/>
                        <a:pt x="7687" y="6868"/>
                        <a:pt x="7687" y="5860"/>
                      </a:cubicBezTo>
                      <a:cubicBezTo>
                        <a:pt x="7687" y="5041"/>
                        <a:pt x="7089" y="4285"/>
                        <a:pt x="6301" y="4127"/>
                      </a:cubicBezTo>
                      <a:lnTo>
                        <a:pt x="6301" y="3434"/>
                      </a:lnTo>
                      <a:lnTo>
                        <a:pt x="9452" y="3434"/>
                      </a:lnTo>
                      <a:cubicBezTo>
                        <a:pt x="9641" y="3434"/>
                        <a:pt x="9798" y="3592"/>
                        <a:pt x="9798" y="3781"/>
                      </a:cubicBezTo>
                      <a:lnTo>
                        <a:pt x="9798" y="4190"/>
                      </a:lnTo>
                      <a:cubicBezTo>
                        <a:pt x="9011" y="4316"/>
                        <a:pt x="8444" y="5041"/>
                        <a:pt x="8444" y="5891"/>
                      </a:cubicBezTo>
                      <a:cubicBezTo>
                        <a:pt x="8444" y="6837"/>
                        <a:pt x="9231" y="7687"/>
                        <a:pt x="10176" y="7687"/>
                      </a:cubicBezTo>
                      <a:cubicBezTo>
                        <a:pt x="11121" y="7687"/>
                        <a:pt x="11909" y="6900"/>
                        <a:pt x="11909" y="5891"/>
                      </a:cubicBezTo>
                      <a:cubicBezTo>
                        <a:pt x="11783" y="5135"/>
                        <a:pt x="11185" y="4379"/>
                        <a:pt x="10397" y="4222"/>
                      </a:cubicBezTo>
                      <a:lnTo>
                        <a:pt x="10397" y="3812"/>
                      </a:lnTo>
                      <a:cubicBezTo>
                        <a:pt x="10397" y="3245"/>
                        <a:pt x="9924" y="2804"/>
                        <a:pt x="9389" y="2804"/>
                      </a:cubicBezTo>
                      <a:lnTo>
                        <a:pt x="6238" y="2804"/>
                      </a:lnTo>
                      <a:lnTo>
                        <a:pt x="6238" y="2079"/>
                      </a:lnTo>
                      <a:cubicBezTo>
                        <a:pt x="6585" y="2048"/>
                        <a:pt x="6900" y="1922"/>
                        <a:pt x="7215" y="1827"/>
                      </a:cubicBezTo>
                      <a:cubicBezTo>
                        <a:pt x="7341" y="1418"/>
                        <a:pt x="7246" y="977"/>
                        <a:pt x="7057" y="630"/>
                      </a:cubicBezTo>
                      <a:cubicBezTo>
                        <a:pt x="6774" y="221"/>
                        <a:pt x="6396" y="0"/>
                        <a:pt x="59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4" name="Google Shape;9459;p73">
                  <a:extLst>
                    <a:ext uri="{FF2B5EF4-FFF2-40B4-BE49-F238E27FC236}">
                      <a16:creationId xmlns:a16="http://schemas.microsoft.com/office/drawing/2014/main" id="{8516B3CA-16EC-5295-8081-A4D8A78F9792}"/>
                    </a:ext>
                  </a:extLst>
                </p:cNvPr>
                <p:cNvSpPr/>
                <p:nvPr/>
              </p:nvSpPr>
              <p:spPr>
                <a:xfrm>
                  <a:off x="3263375" y="40070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284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5" name="Google Shape;9460;p73">
                  <a:extLst>
                    <a:ext uri="{FF2B5EF4-FFF2-40B4-BE49-F238E27FC236}">
                      <a16:creationId xmlns:a16="http://schemas.microsoft.com/office/drawing/2014/main" id="{DD2403DF-6951-397F-701F-EA11B0A4A41C}"/>
                    </a:ext>
                  </a:extLst>
                </p:cNvPr>
                <p:cNvSpPr/>
                <p:nvPr/>
              </p:nvSpPr>
              <p:spPr>
                <a:xfrm>
                  <a:off x="3203525" y="3955025"/>
                  <a:ext cx="155175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5420" extrusionOk="0">
                      <a:moveTo>
                        <a:pt x="3119" y="1"/>
                      </a:moveTo>
                      <a:cubicBezTo>
                        <a:pt x="1386" y="1"/>
                        <a:pt x="0" y="1387"/>
                        <a:pt x="0" y="3120"/>
                      </a:cubicBezTo>
                      <a:cubicBezTo>
                        <a:pt x="0" y="4002"/>
                        <a:pt x="410" y="4853"/>
                        <a:pt x="1071" y="5420"/>
                      </a:cubicBezTo>
                      <a:cubicBezTo>
                        <a:pt x="1071" y="5231"/>
                        <a:pt x="1103" y="5042"/>
                        <a:pt x="1197" y="4853"/>
                      </a:cubicBezTo>
                      <a:cubicBezTo>
                        <a:pt x="1323" y="4380"/>
                        <a:pt x="1701" y="3971"/>
                        <a:pt x="2111" y="3750"/>
                      </a:cubicBezTo>
                      <a:cubicBezTo>
                        <a:pt x="1890" y="3498"/>
                        <a:pt x="1733" y="3151"/>
                        <a:pt x="1733" y="2805"/>
                      </a:cubicBezTo>
                      <a:cubicBezTo>
                        <a:pt x="1733" y="2049"/>
                        <a:pt x="2363" y="1419"/>
                        <a:pt x="3119" y="1419"/>
                      </a:cubicBezTo>
                      <a:cubicBezTo>
                        <a:pt x="3844" y="1419"/>
                        <a:pt x="4474" y="2049"/>
                        <a:pt x="4474" y="2805"/>
                      </a:cubicBezTo>
                      <a:cubicBezTo>
                        <a:pt x="4474" y="3151"/>
                        <a:pt x="4348" y="3498"/>
                        <a:pt x="4096" y="3750"/>
                      </a:cubicBezTo>
                      <a:cubicBezTo>
                        <a:pt x="4379" y="3876"/>
                        <a:pt x="4600" y="4097"/>
                        <a:pt x="4789" y="4380"/>
                      </a:cubicBezTo>
                      <a:cubicBezTo>
                        <a:pt x="5009" y="4695"/>
                        <a:pt x="5135" y="5042"/>
                        <a:pt x="5167" y="5420"/>
                      </a:cubicBezTo>
                      <a:cubicBezTo>
                        <a:pt x="5797" y="4853"/>
                        <a:pt x="6207" y="4065"/>
                        <a:pt x="6207" y="3120"/>
                      </a:cubicBezTo>
                      <a:cubicBezTo>
                        <a:pt x="6207" y="1387"/>
                        <a:pt x="4852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1" name="Google Shape;9461;p73">
                <a:extLst>
                  <a:ext uri="{FF2B5EF4-FFF2-40B4-BE49-F238E27FC236}">
                    <a16:creationId xmlns:a16="http://schemas.microsoft.com/office/drawing/2014/main" id="{95CBC8EA-C60C-77B6-8D5D-808F5BFE97CF}"/>
                  </a:ext>
                </a:extLst>
              </p:cNvPr>
              <p:cNvGrpSpPr/>
              <p:nvPr/>
            </p:nvGrpSpPr>
            <p:grpSpPr>
              <a:xfrm>
                <a:off x="8379176" y="3746993"/>
                <a:ext cx="500612" cy="502387"/>
                <a:chOff x="4991425" y="3234750"/>
                <a:chExt cx="296175" cy="297225"/>
              </a:xfrm>
              <a:grpFill/>
            </p:grpSpPr>
            <p:sp>
              <p:nvSpPr>
                <p:cNvPr id="177" name="Google Shape;9462;p73">
                  <a:extLst>
                    <a:ext uri="{FF2B5EF4-FFF2-40B4-BE49-F238E27FC236}">
                      <a16:creationId xmlns:a16="http://schemas.microsoft.com/office/drawing/2014/main" id="{202C1166-453E-1711-9FCC-C3737276B6E0}"/>
                    </a:ext>
                  </a:extLst>
                </p:cNvPr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8" name="Google Shape;9463;p73">
                  <a:extLst>
                    <a:ext uri="{FF2B5EF4-FFF2-40B4-BE49-F238E27FC236}">
                      <a16:creationId xmlns:a16="http://schemas.microsoft.com/office/drawing/2014/main" id="{28211908-C233-5190-6F58-9B82885462FE}"/>
                    </a:ext>
                  </a:extLst>
                </p:cNvPr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9" name="Google Shape;9464;p73">
                  <a:extLst>
                    <a:ext uri="{FF2B5EF4-FFF2-40B4-BE49-F238E27FC236}">
                      <a16:creationId xmlns:a16="http://schemas.microsoft.com/office/drawing/2014/main" id="{10F7ECB5-D956-8E1F-2AF1-7BBD523EB11E}"/>
                    </a:ext>
                  </a:extLst>
                </p:cNvPr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0" name="Google Shape;9465;p73">
                  <a:extLst>
                    <a:ext uri="{FF2B5EF4-FFF2-40B4-BE49-F238E27FC236}">
                      <a16:creationId xmlns:a16="http://schemas.microsoft.com/office/drawing/2014/main" id="{11876EED-AF1C-031E-D87F-C144CE1B146A}"/>
                    </a:ext>
                  </a:extLst>
                </p:cNvPr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1" name="Google Shape;9466;p73">
                  <a:extLst>
                    <a:ext uri="{FF2B5EF4-FFF2-40B4-BE49-F238E27FC236}">
                      <a16:creationId xmlns:a16="http://schemas.microsoft.com/office/drawing/2014/main" id="{9666C301-DB17-626A-A11C-893BDD96D03E}"/>
                    </a:ext>
                  </a:extLst>
                </p:cNvPr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82" name="Google Shape;9467;p73">
                  <a:extLst>
                    <a:ext uri="{FF2B5EF4-FFF2-40B4-BE49-F238E27FC236}">
                      <a16:creationId xmlns:a16="http://schemas.microsoft.com/office/drawing/2014/main" id="{4179A194-DE9C-5F94-DF77-25BE64DE3714}"/>
                    </a:ext>
                  </a:extLst>
                </p:cNvPr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93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2" name="Google Shape;9468;p73">
                <a:extLst>
                  <a:ext uri="{FF2B5EF4-FFF2-40B4-BE49-F238E27FC236}">
                    <a16:creationId xmlns:a16="http://schemas.microsoft.com/office/drawing/2014/main" id="{21236300-C3DB-351E-C138-E8A22B94BD12}"/>
                  </a:ext>
                </a:extLst>
              </p:cNvPr>
              <p:cNvGrpSpPr/>
              <p:nvPr/>
            </p:nvGrpSpPr>
            <p:grpSpPr>
              <a:xfrm>
                <a:off x="8379176" y="4407885"/>
                <a:ext cx="500612" cy="440694"/>
                <a:chOff x="4991425" y="3617150"/>
                <a:chExt cx="296175" cy="260725"/>
              </a:xfrm>
              <a:grpFill/>
            </p:grpSpPr>
            <p:sp>
              <p:nvSpPr>
                <p:cNvPr id="170" name="Google Shape;9469;p73">
                  <a:extLst>
                    <a:ext uri="{FF2B5EF4-FFF2-40B4-BE49-F238E27FC236}">
                      <a16:creationId xmlns:a16="http://schemas.microsoft.com/office/drawing/2014/main" id="{E1A01BB2-A7BC-8366-9DA2-D537A01FDA62}"/>
                    </a:ext>
                  </a:extLst>
                </p:cNvPr>
                <p:cNvSpPr/>
                <p:nvPr/>
              </p:nvSpPr>
              <p:spPr>
                <a:xfrm>
                  <a:off x="5069400" y="3738450"/>
                  <a:ext cx="1394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" h="5577" extrusionOk="0">
                      <a:moveTo>
                        <a:pt x="2804" y="0"/>
                      </a:moveTo>
                      <a:cubicBezTo>
                        <a:pt x="1607" y="0"/>
                        <a:pt x="1450" y="725"/>
                        <a:pt x="1009" y="3308"/>
                      </a:cubicBezTo>
                      <a:cubicBezTo>
                        <a:pt x="946" y="3749"/>
                        <a:pt x="851" y="4285"/>
                        <a:pt x="757" y="4883"/>
                      </a:cubicBezTo>
                      <a:lnTo>
                        <a:pt x="347" y="4883"/>
                      </a:lnTo>
                      <a:cubicBezTo>
                        <a:pt x="158" y="4883"/>
                        <a:pt x="0" y="5041"/>
                        <a:pt x="0" y="5230"/>
                      </a:cubicBezTo>
                      <a:cubicBezTo>
                        <a:pt x="0" y="5419"/>
                        <a:pt x="158" y="5576"/>
                        <a:pt x="347" y="5576"/>
                      </a:cubicBezTo>
                      <a:lnTo>
                        <a:pt x="5230" y="5576"/>
                      </a:lnTo>
                      <a:cubicBezTo>
                        <a:pt x="5419" y="5545"/>
                        <a:pt x="5577" y="5387"/>
                        <a:pt x="5577" y="5198"/>
                      </a:cubicBezTo>
                      <a:cubicBezTo>
                        <a:pt x="5577" y="5009"/>
                        <a:pt x="5419" y="4852"/>
                        <a:pt x="5230" y="4852"/>
                      </a:cubicBezTo>
                      <a:lnTo>
                        <a:pt x="4852" y="4852"/>
                      </a:lnTo>
                      <a:cubicBezTo>
                        <a:pt x="4726" y="4253"/>
                        <a:pt x="4632" y="3749"/>
                        <a:pt x="4569" y="3277"/>
                      </a:cubicBezTo>
                      <a:cubicBezTo>
                        <a:pt x="4128" y="756"/>
                        <a:pt x="3970" y="0"/>
                        <a:pt x="28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1" name="Google Shape;9470;p73">
                  <a:extLst>
                    <a:ext uri="{FF2B5EF4-FFF2-40B4-BE49-F238E27FC236}">
                      <a16:creationId xmlns:a16="http://schemas.microsoft.com/office/drawing/2014/main" id="{F5BE6191-CFE5-855A-826A-3A241B84DDE2}"/>
                    </a:ext>
                  </a:extLst>
                </p:cNvPr>
                <p:cNvSpPr/>
                <p:nvPr/>
              </p:nvSpPr>
              <p:spPr>
                <a:xfrm>
                  <a:off x="5200150" y="3617150"/>
                  <a:ext cx="693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73" extrusionOk="0">
                      <a:moveTo>
                        <a:pt x="1386" y="0"/>
                      </a:moveTo>
                      <a:cubicBezTo>
                        <a:pt x="630" y="0"/>
                        <a:pt x="0" y="630"/>
                        <a:pt x="0" y="1387"/>
                      </a:cubicBezTo>
                      <a:cubicBezTo>
                        <a:pt x="0" y="2111"/>
                        <a:pt x="630" y="2773"/>
                        <a:pt x="1386" y="2773"/>
                      </a:cubicBezTo>
                      <a:cubicBezTo>
                        <a:pt x="2143" y="2773"/>
                        <a:pt x="2773" y="2111"/>
                        <a:pt x="2773" y="1387"/>
                      </a:cubicBezTo>
                      <a:cubicBezTo>
                        <a:pt x="2773" y="630"/>
                        <a:pt x="2143" y="0"/>
                        <a:pt x="13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2" name="Google Shape;9471;p73">
                  <a:extLst>
                    <a:ext uri="{FF2B5EF4-FFF2-40B4-BE49-F238E27FC236}">
                      <a16:creationId xmlns:a16="http://schemas.microsoft.com/office/drawing/2014/main" id="{1E2BE27D-C516-65CE-9CBC-529398EEA642}"/>
                    </a:ext>
                  </a:extLst>
                </p:cNvPr>
                <p:cNvSpPr/>
                <p:nvPr/>
              </p:nvSpPr>
              <p:spPr>
                <a:xfrm>
                  <a:off x="5009550" y="3617150"/>
                  <a:ext cx="685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73" extrusionOk="0">
                      <a:moveTo>
                        <a:pt x="1355" y="0"/>
                      </a:moveTo>
                      <a:cubicBezTo>
                        <a:pt x="599" y="0"/>
                        <a:pt x="0" y="630"/>
                        <a:pt x="0" y="1387"/>
                      </a:cubicBezTo>
                      <a:cubicBezTo>
                        <a:pt x="0" y="2143"/>
                        <a:pt x="599" y="2773"/>
                        <a:pt x="1355" y="2773"/>
                      </a:cubicBezTo>
                      <a:cubicBezTo>
                        <a:pt x="2111" y="2773"/>
                        <a:pt x="2741" y="2143"/>
                        <a:pt x="2741" y="1387"/>
                      </a:cubicBezTo>
                      <a:cubicBezTo>
                        <a:pt x="2741" y="630"/>
                        <a:pt x="2111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3" name="Google Shape;9472;p73">
                  <a:extLst>
                    <a:ext uri="{FF2B5EF4-FFF2-40B4-BE49-F238E27FC236}">
                      <a16:creationId xmlns:a16="http://schemas.microsoft.com/office/drawing/2014/main" id="{1B2B9D8B-4FBB-AA38-5336-99878BA2B785}"/>
                    </a:ext>
                  </a:extLst>
                </p:cNvPr>
                <p:cNvSpPr/>
                <p:nvPr/>
              </p:nvSpPr>
              <p:spPr>
                <a:xfrm>
                  <a:off x="4991425" y="3686450"/>
                  <a:ext cx="10477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081" extrusionOk="0">
                      <a:moveTo>
                        <a:pt x="568" y="1"/>
                      </a:moveTo>
                      <a:cubicBezTo>
                        <a:pt x="252" y="347"/>
                        <a:pt x="0" y="851"/>
                        <a:pt x="0" y="1356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33" y="2080"/>
                        <a:pt x="4191" y="1923"/>
                        <a:pt x="4191" y="1734"/>
                      </a:cubicBezTo>
                      <a:lnTo>
                        <a:pt x="4191" y="1356"/>
                      </a:lnTo>
                      <a:cubicBezTo>
                        <a:pt x="4191" y="820"/>
                        <a:pt x="3970" y="347"/>
                        <a:pt x="3624" y="1"/>
                      </a:cubicBezTo>
                      <a:cubicBezTo>
                        <a:pt x="3245" y="410"/>
                        <a:pt x="2678" y="694"/>
                        <a:pt x="2080" y="694"/>
                      </a:cubicBezTo>
                      <a:cubicBezTo>
                        <a:pt x="1513" y="694"/>
                        <a:pt x="946" y="410"/>
                        <a:pt x="5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4" name="Google Shape;9473;p73">
                  <a:extLst>
                    <a:ext uri="{FF2B5EF4-FFF2-40B4-BE49-F238E27FC236}">
                      <a16:creationId xmlns:a16="http://schemas.microsoft.com/office/drawing/2014/main" id="{5A9E8530-5F34-308B-54B3-90316A23EA9D}"/>
                    </a:ext>
                  </a:extLst>
                </p:cNvPr>
                <p:cNvSpPr/>
                <p:nvPr/>
              </p:nvSpPr>
              <p:spPr>
                <a:xfrm>
                  <a:off x="5183600" y="3686450"/>
                  <a:ext cx="1040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081" extrusionOk="0">
                      <a:moveTo>
                        <a:pt x="536" y="1"/>
                      </a:moveTo>
                      <a:cubicBezTo>
                        <a:pt x="221" y="347"/>
                        <a:pt x="1" y="851"/>
                        <a:pt x="1" y="1356"/>
                      </a:cubicBezTo>
                      <a:lnTo>
                        <a:pt x="1" y="1702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02" y="2080"/>
                        <a:pt x="4159" y="1923"/>
                        <a:pt x="4159" y="1702"/>
                      </a:cubicBezTo>
                      <a:lnTo>
                        <a:pt x="4159" y="1356"/>
                      </a:lnTo>
                      <a:cubicBezTo>
                        <a:pt x="4159" y="820"/>
                        <a:pt x="3970" y="347"/>
                        <a:pt x="3624" y="1"/>
                      </a:cubicBezTo>
                      <a:cubicBezTo>
                        <a:pt x="3214" y="410"/>
                        <a:pt x="2679" y="694"/>
                        <a:pt x="2080" y="694"/>
                      </a:cubicBezTo>
                      <a:cubicBezTo>
                        <a:pt x="1450" y="694"/>
                        <a:pt x="946" y="410"/>
                        <a:pt x="5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5" name="Google Shape;9474;p73">
                  <a:extLst>
                    <a:ext uri="{FF2B5EF4-FFF2-40B4-BE49-F238E27FC236}">
                      <a16:creationId xmlns:a16="http://schemas.microsoft.com/office/drawing/2014/main" id="{C8FA32A5-4434-AC88-BC8A-57B702391007}"/>
                    </a:ext>
                  </a:extLst>
                </p:cNvPr>
                <p:cNvSpPr/>
                <p:nvPr/>
              </p:nvSpPr>
              <p:spPr>
                <a:xfrm>
                  <a:off x="5187550" y="3755775"/>
                  <a:ext cx="1000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2112" extrusionOk="0">
                      <a:moveTo>
                        <a:pt x="0" y="0"/>
                      </a:moveTo>
                      <a:cubicBezTo>
                        <a:pt x="189" y="567"/>
                        <a:pt x="315" y="1229"/>
                        <a:pt x="473" y="2111"/>
                      </a:cubicBezTo>
                      <a:lnTo>
                        <a:pt x="3655" y="2111"/>
                      </a:lnTo>
                      <a:cubicBezTo>
                        <a:pt x="3844" y="2111"/>
                        <a:pt x="4001" y="1954"/>
                        <a:pt x="4001" y="1733"/>
                      </a:cubicBezTo>
                      <a:lnTo>
                        <a:pt x="4001" y="378"/>
                      </a:lnTo>
                      <a:cubicBezTo>
                        <a:pt x="3970" y="158"/>
                        <a:pt x="3844" y="0"/>
                        <a:pt x="36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76" name="Google Shape;9475;p73">
                  <a:extLst>
                    <a:ext uri="{FF2B5EF4-FFF2-40B4-BE49-F238E27FC236}">
                      <a16:creationId xmlns:a16="http://schemas.microsoft.com/office/drawing/2014/main" id="{32C91D6F-3DB1-823F-F266-FF7E475B4BA2}"/>
                    </a:ext>
                  </a:extLst>
                </p:cNvPr>
                <p:cNvSpPr/>
                <p:nvPr/>
              </p:nvSpPr>
              <p:spPr>
                <a:xfrm>
                  <a:off x="4991425" y="3755775"/>
                  <a:ext cx="1008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4" h="2080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54"/>
                        <a:pt x="158" y="2080"/>
                        <a:pt x="347" y="2080"/>
                      </a:cubicBezTo>
                      <a:lnTo>
                        <a:pt x="3561" y="2080"/>
                      </a:lnTo>
                      <a:cubicBezTo>
                        <a:pt x="3718" y="1229"/>
                        <a:pt x="3813" y="567"/>
                        <a:pt x="40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3" name="Google Shape;9476;p73">
                <a:extLst>
                  <a:ext uri="{FF2B5EF4-FFF2-40B4-BE49-F238E27FC236}">
                    <a16:creationId xmlns:a16="http://schemas.microsoft.com/office/drawing/2014/main" id="{402BD293-6A85-ED05-91F8-78B1F96EB163}"/>
                  </a:ext>
                </a:extLst>
              </p:cNvPr>
              <p:cNvGrpSpPr/>
              <p:nvPr/>
            </p:nvGrpSpPr>
            <p:grpSpPr>
              <a:xfrm>
                <a:off x="8489677" y="4985299"/>
                <a:ext cx="279612" cy="499303"/>
                <a:chOff x="5056800" y="3962900"/>
                <a:chExt cx="165425" cy="295400"/>
              </a:xfrm>
              <a:grpFill/>
            </p:grpSpPr>
            <p:sp>
              <p:nvSpPr>
                <p:cNvPr id="167" name="Google Shape;9477;p73">
                  <a:extLst>
                    <a:ext uri="{FF2B5EF4-FFF2-40B4-BE49-F238E27FC236}">
                      <a16:creationId xmlns:a16="http://schemas.microsoft.com/office/drawing/2014/main" id="{E763A4D5-8AE7-BC23-35A1-7BA91BB69E3B}"/>
                    </a:ext>
                  </a:extLst>
                </p:cNvPr>
                <p:cNvSpPr/>
                <p:nvPr/>
              </p:nvSpPr>
              <p:spPr>
                <a:xfrm>
                  <a:off x="5155250" y="4042450"/>
                  <a:ext cx="66975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4192" extrusionOk="0">
                      <a:moveTo>
                        <a:pt x="0" y="1"/>
                      </a:moveTo>
                      <a:lnTo>
                        <a:pt x="505" y="3467"/>
                      </a:lnTo>
                      <a:lnTo>
                        <a:pt x="1103" y="4065"/>
                      </a:lnTo>
                      <a:cubicBezTo>
                        <a:pt x="1166" y="4128"/>
                        <a:pt x="1261" y="4191"/>
                        <a:pt x="1324" y="4191"/>
                      </a:cubicBezTo>
                      <a:lnTo>
                        <a:pt x="2300" y="4191"/>
                      </a:lnTo>
                      <a:cubicBezTo>
                        <a:pt x="2521" y="4191"/>
                        <a:pt x="2678" y="4034"/>
                        <a:pt x="2678" y="3813"/>
                      </a:cubicBezTo>
                      <a:lnTo>
                        <a:pt x="2678" y="2805"/>
                      </a:lnTo>
                      <a:cubicBezTo>
                        <a:pt x="2678" y="2710"/>
                        <a:pt x="2615" y="2616"/>
                        <a:pt x="2552" y="25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8" name="Google Shape;9478;p73">
                  <a:extLst>
                    <a:ext uri="{FF2B5EF4-FFF2-40B4-BE49-F238E27FC236}">
                      <a16:creationId xmlns:a16="http://schemas.microsoft.com/office/drawing/2014/main" id="{07537994-BD8C-7A2A-B105-AB31F8B9C960}"/>
                    </a:ext>
                  </a:extLst>
                </p:cNvPr>
                <p:cNvSpPr/>
                <p:nvPr/>
              </p:nvSpPr>
              <p:spPr>
                <a:xfrm>
                  <a:off x="5065450" y="3962900"/>
                  <a:ext cx="8825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2081" extrusionOk="0">
                      <a:moveTo>
                        <a:pt x="347" y="1"/>
                      </a:moveTo>
                      <a:cubicBezTo>
                        <a:pt x="221" y="1"/>
                        <a:pt x="158" y="33"/>
                        <a:pt x="64" y="159"/>
                      </a:cubicBezTo>
                      <a:cubicBezTo>
                        <a:pt x="1" y="222"/>
                        <a:pt x="1" y="348"/>
                        <a:pt x="32" y="474"/>
                      </a:cubicBezTo>
                      <a:lnTo>
                        <a:pt x="568" y="2080"/>
                      </a:lnTo>
                      <a:lnTo>
                        <a:pt x="2931" y="2080"/>
                      </a:lnTo>
                      <a:lnTo>
                        <a:pt x="3498" y="474"/>
                      </a:lnTo>
                      <a:cubicBezTo>
                        <a:pt x="3529" y="348"/>
                        <a:pt x="3498" y="222"/>
                        <a:pt x="3466" y="159"/>
                      </a:cubicBezTo>
                      <a:cubicBezTo>
                        <a:pt x="3340" y="64"/>
                        <a:pt x="3214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9" name="Google Shape;9479;p73">
                  <a:extLst>
                    <a:ext uri="{FF2B5EF4-FFF2-40B4-BE49-F238E27FC236}">
                      <a16:creationId xmlns:a16="http://schemas.microsoft.com/office/drawing/2014/main" id="{C1186B3B-8F65-5DBE-67F2-C3BFE8B84A65}"/>
                    </a:ext>
                  </a:extLst>
                </p:cNvPr>
                <p:cNvSpPr/>
                <p:nvPr/>
              </p:nvSpPr>
              <p:spPr>
                <a:xfrm>
                  <a:off x="5056800" y="4032225"/>
                  <a:ext cx="104000" cy="2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9043" extrusionOk="0">
                      <a:moveTo>
                        <a:pt x="977" y="0"/>
                      </a:moveTo>
                      <a:lnTo>
                        <a:pt x="0" y="6553"/>
                      </a:lnTo>
                      <a:cubicBezTo>
                        <a:pt x="0" y="6648"/>
                        <a:pt x="0" y="6742"/>
                        <a:pt x="63" y="6837"/>
                      </a:cubicBezTo>
                      <a:lnTo>
                        <a:pt x="1796" y="8916"/>
                      </a:lnTo>
                      <a:cubicBezTo>
                        <a:pt x="1859" y="9011"/>
                        <a:pt x="1954" y="9042"/>
                        <a:pt x="2080" y="9042"/>
                      </a:cubicBezTo>
                      <a:cubicBezTo>
                        <a:pt x="2174" y="9042"/>
                        <a:pt x="2269" y="9011"/>
                        <a:pt x="2332" y="8916"/>
                      </a:cubicBezTo>
                      <a:lnTo>
                        <a:pt x="4065" y="6837"/>
                      </a:lnTo>
                      <a:cubicBezTo>
                        <a:pt x="4159" y="6742"/>
                        <a:pt x="4159" y="6679"/>
                        <a:pt x="4159" y="6553"/>
                      </a:cubicBezTo>
                      <a:lnTo>
                        <a:pt x="318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4" name="Google Shape;9480;p73">
                <a:extLst>
                  <a:ext uri="{FF2B5EF4-FFF2-40B4-BE49-F238E27FC236}">
                    <a16:creationId xmlns:a16="http://schemas.microsoft.com/office/drawing/2014/main" id="{D1181785-C26E-C7B9-8546-2D7D0E1D26ED}"/>
                  </a:ext>
                </a:extLst>
              </p:cNvPr>
              <p:cNvGrpSpPr/>
              <p:nvPr/>
            </p:nvGrpSpPr>
            <p:grpSpPr>
              <a:xfrm>
                <a:off x="10279035" y="4985321"/>
                <a:ext cx="501923" cy="499261"/>
                <a:chOff x="6168925" y="3936925"/>
                <a:chExt cx="296950" cy="295375"/>
              </a:xfrm>
              <a:grpFill/>
            </p:grpSpPr>
            <p:sp>
              <p:nvSpPr>
                <p:cNvPr id="161" name="Google Shape;9481;p73">
                  <a:extLst>
                    <a:ext uri="{FF2B5EF4-FFF2-40B4-BE49-F238E27FC236}">
                      <a16:creationId xmlns:a16="http://schemas.microsoft.com/office/drawing/2014/main" id="{3DAEF0E1-2A4B-8F78-8270-A710A57D67C1}"/>
                    </a:ext>
                  </a:extLst>
                </p:cNvPr>
                <p:cNvSpPr/>
                <p:nvPr/>
              </p:nvSpPr>
              <p:spPr>
                <a:xfrm>
                  <a:off x="6220900" y="4164550"/>
                  <a:ext cx="18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cubicBezTo>
                        <a:pt x="568" y="725"/>
                        <a:pt x="725" y="567"/>
                        <a:pt x="725" y="347"/>
                      </a:cubicBez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2" name="Google Shape;9482;p73">
                  <a:extLst>
                    <a:ext uri="{FF2B5EF4-FFF2-40B4-BE49-F238E27FC236}">
                      <a16:creationId xmlns:a16="http://schemas.microsoft.com/office/drawing/2014/main" id="{2EC0B719-103B-4087-88EA-A1AD39153D46}"/>
                    </a:ext>
                  </a:extLst>
                </p:cNvPr>
                <p:cNvSpPr/>
                <p:nvPr/>
              </p:nvSpPr>
              <p:spPr>
                <a:xfrm>
                  <a:off x="6168925" y="3972375"/>
                  <a:ext cx="227650" cy="2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397" extrusionOk="0">
                      <a:moveTo>
                        <a:pt x="3115" y="2135"/>
                      </a:moveTo>
                      <a:cubicBezTo>
                        <a:pt x="3206" y="2135"/>
                        <a:pt x="3293" y="2158"/>
                        <a:pt x="3340" y="2205"/>
                      </a:cubicBezTo>
                      <a:cubicBezTo>
                        <a:pt x="3466" y="2331"/>
                        <a:pt x="3466" y="2583"/>
                        <a:pt x="3340" y="2678"/>
                      </a:cubicBezTo>
                      <a:lnTo>
                        <a:pt x="2930" y="3119"/>
                      </a:lnTo>
                      <a:lnTo>
                        <a:pt x="3340" y="3560"/>
                      </a:lnTo>
                      <a:cubicBezTo>
                        <a:pt x="3466" y="3686"/>
                        <a:pt x="3466" y="3907"/>
                        <a:pt x="3340" y="4033"/>
                      </a:cubicBezTo>
                      <a:cubicBezTo>
                        <a:pt x="3293" y="4096"/>
                        <a:pt x="3206" y="4127"/>
                        <a:pt x="3115" y="4127"/>
                      </a:cubicBezTo>
                      <a:cubicBezTo>
                        <a:pt x="3025" y="4127"/>
                        <a:pt x="2930" y="4096"/>
                        <a:pt x="2867" y="4033"/>
                      </a:cubicBezTo>
                      <a:lnTo>
                        <a:pt x="2458" y="3592"/>
                      </a:lnTo>
                      <a:lnTo>
                        <a:pt x="2017" y="4033"/>
                      </a:lnTo>
                      <a:cubicBezTo>
                        <a:pt x="1954" y="4096"/>
                        <a:pt x="1867" y="4127"/>
                        <a:pt x="1780" y="4127"/>
                      </a:cubicBezTo>
                      <a:cubicBezTo>
                        <a:pt x="1694" y="4127"/>
                        <a:pt x="1607" y="4096"/>
                        <a:pt x="1544" y="4033"/>
                      </a:cubicBezTo>
                      <a:cubicBezTo>
                        <a:pt x="1418" y="3907"/>
                        <a:pt x="1418" y="3686"/>
                        <a:pt x="1544" y="3560"/>
                      </a:cubicBezTo>
                      <a:lnTo>
                        <a:pt x="1985" y="3119"/>
                      </a:lnTo>
                      <a:lnTo>
                        <a:pt x="1544" y="2678"/>
                      </a:lnTo>
                      <a:cubicBezTo>
                        <a:pt x="1418" y="2583"/>
                        <a:pt x="1418" y="2331"/>
                        <a:pt x="1544" y="2205"/>
                      </a:cubicBezTo>
                      <a:cubicBezTo>
                        <a:pt x="1591" y="2158"/>
                        <a:pt x="1678" y="2135"/>
                        <a:pt x="1769" y="2135"/>
                      </a:cubicBezTo>
                      <a:cubicBezTo>
                        <a:pt x="1859" y="2135"/>
                        <a:pt x="1954" y="2158"/>
                        <a:pt x="2017" y="2205"/>
                      </a:cubicBezTo>
                      <a:lnTo>
                        <a:pt x="2458" y="2646"/>
                      </a:lnTo>
                      <a:lnTo>
                        <a:pt x="2867" y="2205"/>
                      </a:lnTo>
                      <a:cubicBezTo>
                        <a:pt x="2930" y="2158"/>
                        <a:pt x="3025" y="2135"/>
                        <a:pt x="3115" y="2135"/>
                      </a:cubicBezTo>
                      <a:close/>
                      <a:moveTo>
                        <a:pt x="6727" y="2079"/>
                      </a:moveTo>
                      <a:cubicBezTo>
                        <a:pt x="6813" y="2079"/>
                        <a:pt x="6900" y="2111"/>
                        <a:pt x="6963" y="2174"/>
                      </a:cubicBezTo>
                      <a:lnTo>
                        <a:pt x="7688" y="2898"/>
                      </a:lnTo>
                      <a:cubicBezTo>
                        <a:pt x="7719" y="2993"/>
                        <a:pt x="7719" y="3245"/>
                        <a:pt x="7593" y="3371"/>
                      </a:cubicBezTo>
                      <a:cubicBezTo>
                        <a:pt x="7546" y="3418"/>
                        <a:pt x="7459" y="3442"/>
                        <a:pt x="7369" y="3442"/>
                      </a:cubicBezTo>
                      <a:cubicBezTo>
                        <a:pt x="7278" y="3442"/>
                        <a:pt x="7183" y="3418"/>
                        <a:pt x="7120" y="3371"/>
                      </a:cubicBezTo>
                      <a:lnTo>
                        <a:pt x="7026" y="3245"/>
                      </a:lnTo>
                      <a:lnTo>
                        <a:pt x="7026" y="4505"/>
                      </a:lnTo>
                      <a:cubicBezTo>
                        <a:pt x="7026" y="5104"/>
                        <a:pt x="6553" y="5513"/>
                        <a:pt x="5986" y="5513"/>
                      </a:cubicBezTo>
                      <a:lnTo>
                        <a:pt x="3151" y="5513"/>
                      </a:lnTo>
                      <a:cubicBezTo>
                        <a:pt x="2962" y="5513"/>
                        <a:pt x="2804" y="5671"/>
                        <a:pt x="2804" y="5891"/>
                      </a:cubicBezTo>
                      <a:lnTo>
                        <a:pt x="2804" y="7026"/>
                      </a:lnTo>
                      <a:cubicBezTo>
                        <a:pt x="3182" y="7183"/>
                        <a:pt x="3497" y="7530"/>
                        <a:pt x="3497" y="8002"/>
                      </a:cubicBezTo>
                      <a:cubicBezTo>
                        <a:pt x="3497" y="8601"/>
                        <a:pt x="3025" y="9042"/>
                        <a:pt x="2489" y="9042"/>
                      </a:cubicBezTo>
                      <a:cubicBezTo>
                        <a:pt x="1922" y="9042"/>
                        <a:pt x="1450" y="8569"/>
                        <a:pt x="1450" y="8002"/>
                      </a:cubicBezTo>
                      <a:cubicBezTo>
                        <a:pt x="1450" y="7561"/>
                        <a:pt x="1733" y="7183"/>
                        <a:pt x="2174" y="7026"/>
                      </a:cubicBezTo>
                      <a:lnTo>
                        <a:pt x="2174" y="5891"/>
                      </a:lnTo>
                      <a:cubicBezTo>
                        <a:pt x="2174" y="5293"/>
                        <a:pt x="2647" y="4852"/>
                        <a:pt x="3182" y="4852"/>
                      </a:cubicBezTo>
                      <a:lnTo>
                        <a:pt x="6018" y="4852"/>
                      </a:lnTo>
                      <a:cubicBezTo>
                        <a:pt x="6207" y="4852"/>
                        <a:pt x="6364" y="4694"/>
                        <a:pt x="6364" y="4505"/>
                      </a:cubicBezTo>
                      <a:lnTo>
                        <a:pt x="6364" y="3245"/>
                      </a:lnTo>
                      <a:lnTo>
                        <a:pt x="6270" y="3371"/>
                      </a:lnTo>
                      <a:cubicBezTo>
                        <a:pt x="6207" y="3418"/>
                        <a:pt x="6120" y="3442"/>
                        <a:pt x="6034" y="3442"/>
                      </a:cubicBezTo>
                      <a:cubicBezTo>
                        <a:pt x="5947" y="3442"/>
                        <a:pt x="5860" y="3418"/>
                        <a:pt x="5797" y="3371"/>
                      </a:cubicBezTo>
                      <a:cubicBezTo>
                        <a:pt x="5671" y="3245"/>
                        <a:pt x="5671" y="2993"/>
                        <a:pt x="5797" y="2898"/>
                      </a:cubicBezTo>
                      <a:lnTo>
                        <a:pt x="6490" y="2174"/>
                      </a:lnTo>
                      <a:cubicBezTo>
                        <a:pt x="6553" y="2111"/>
                        <a:pt x="6640" y="2079"/>
                        <a:pt x="6727" y="2079"/>
                      </a:cubicBezTo>
                      <a:close/>
                      <a:moveTo>
                        <a:pt x="7369" y="7057"/>
                      </a:moveTo>
                      <a:cubicBezTo>
                        <a:pt x="7459" y="7057"/>
                        <a:pt x="7546" y="7089"/>
                        <a:pt x="7593" y="7152"/>
                      </a:cubicBezTo>
                      <a:cubicBezTo>
                        <a:pt x="7719" y="7246"/>
                        <a:pt x="7719" y="7498"/>
                        <a:pt x="7593" y="7624"/>
                      </a:cubicBezTo>
                      <a:lnTo>
                        <a:pt x="7183" y="8034"/>
                      </a:lnTo>
                      <a:lnTo>
                        <a:pt x="7593" y="8475"/>
                      </a:lnTo>
                      <a:cubicBezTo>
                        <a:pt x="7719" y="8601"/>
                        <a:pt x="7719" y="8821"/>
                        <a:pt x="7593" y="8947"/>
                      </a:cubicBezTo>
                      <a:cubicBezTo>
                        <a:pt x="7546" y="9010"/>
                        <a:pt x="7459" y="9042"/>
                        <a:pt x="7369" y="9042"/>
                      </a:cubicBezTo>
                      <a:cubicBezTo>
                        <a:pt x="7278" y="9042"/>
                        <a:pt x="7183" y="9010"/>
                        <a:pt x="7120" y="8947"/>
                      </a:cubicBezTo>
                      <a:lnTo>
                        <a:pt x="6711" y="8506"/>
                      </a:lnTo>
                      <a:lnTo>
                        <a:pt x="6270" y="8947"/>
                      </a:lnTo>
                      <a:cubicBezTo>
                        <a:pt x="6207" y="9010"/>
                        <a:pt x="6120" y="9042"/>
                        <a:pt x="6034" y="9042"/>
                      </a:cubicBezTo>
                      <a:cubicBezTo>
                        <a:pt x="5947" y="9042"/>
                        <a:pt x="5860" y="9010"/>
                        <a:pt x="5797" y="8947"/>
                      </a:cubicBezTo>
                      <a:cubicBezTo>
                        <a:pt x="5671" y="8821"/>
                        <a:pt x="5671" y="8601"/>
                        <a:pt x="5797" y="8475"/>
                      </a:cubicBezTo>
                      <a:lnTo>
                        <a:pt x="6207" y="8034"/>
                      </a:lnTo>
                      <a:lnTo>
                        <a:pt x="5797" y="7624"/>
                      </a:lnTo>
                      <a:cubicBezTo>
                        <a:pt x="5671" y="7498"/>
                        <a:pt x="5671" y="7246"/>
                        <a:pt x="5797" y="7152"/>
                      </a:cubicBezTo>
                      <a:cubicBezTo>
                        <a:pt x="5845" y="7089"/>
                        <a:pt x="5931" y="7057"/>
                        <a:pt x="6022" y="7057"/>
                      </a:cubicBezTo>
                      <a:cubicBezTo>
                        <a:pt x="6112" y="7057"/>
                        <a:pt x="6207" y="7089"/>
                        <a:pt x="6270" y="7152"/>
                      </a:cubicBezTo>
                      <a:lnTo>
                        <a:pt x="6711" y="7561"/>
                      </a:lnTo>
                      <a:lnTo>
                        <a:pt x="7120" y="7152"/>
                      </a:lnTo>
                      <a:cubicBezTo>
                        <a:pt x="7183" y="7089"/>
                        <a:pt x="7278" y="7057"/>
                        <a:pt x="7369" y="7057"/>
                      </a:cubicBezTo>
                      <a:close/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9388"/>
                      </a:lnTo>
                      <a:cubicBezTo>
                        <a:pt x="0" y="9987"/>
                        <a:pt x="473" y="10397"/>
                        <a:pt x="1040" y="10397"/>
                      </a:cubicBezTo>
                      <a:lnTo>
                        <a:pt x="8003" y="10397"/>
                      </a:lnTo>
                      <a:cubicBezTo>
                        <a:pt x="8601" y="10397"/>
                        <a:pt x="9011" y="9924"/>
                        <a:pt x="9011" y="9388"/>
                      </a:cubicBezTo>
                      <a:lnTo>
                        <a:pt x="9011" y="1040"/>
                      </a:lnTo>
                      <a:cubicBezTo>
                        <a:pt x="9105" y="473"/>
                        <a:pt x="8633" y="0"/>
                        <a:pt x="8034" y="0"/>
                      </a:cubicBezTo>
                      <a:lnTo>
                        <a:pt x="7341" y="0"/>
                      </a:lnTo>
                      <a:cubicBezTo>
                        <a:pt x="7341" y="756"/>
                        <a:pt x="6711" y="1386"/>
                        <a:pt x="5955" y="1386"/>
                      </a:cubicBezTo>
                      <a:lnTo>
                        <a:pt x="3119" y="1386"/>
                      </a:lnTo>
                      <a:cubicBezTo>
                        <a:pt x="2363" y="1386"/>
                        <a:pt x="1733" y="756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3" name="Google Shape;9483;p73">
                  <a:extLst>
                    <a:ext uri="{FF2B5EF4-FFF2-40B4-BE49-F238E27FC236}">
                      <a16:creationId xmlns:a16="http://schemas.microsoft.com/office/drawing/2014/main" id="{8236856D-87BB-8C2A-E143-83C36AACD1DA}"/>
                    </a:ext>
                  </a:extLst>
                </p:cNvPr>
                <p:cNvSpPr/>
                <p:nvPr/>
              </p:nvSpPr>
              <p:spPr>
                <a:xfrm>
                  <a:off x="6228775" y="3936925"/>
                  <a:ext cx="106350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143" extrusionOk="0">
                      <a:moveTo>
                        <a:pt x="2143" y="0"/>
                      </a:moveTo>
                      <a:cubicBezTo>
                        <a:pt x="1860" y="0"/>
                        <a:pt x="1576" y="221"/>
                        <a:pt x="1450" y="473"/>
                      </a:cubicBezTo>
                      <a:lnTo>
                        <a:pt x="1387" y="725"/>
                      </a:lnTo>
                      <a:lnTo>
                        <a:pt x="725" y="725"/>
                      </a:lnTo>
                      <a:cubicBezTo>
                        <a:pt x="316" y="725"/>
                        <a:pt x="1" y="1040"/>
                        <a:pt x="1" y="1418"/>
                      </a:cubicBezTo>
                      <a:cubicBezTo>
                        <a:pt x="1" y="1828"/>
                        <a:pt x="316" y="2143"/>
                        <a:pt x="725" y="2143"/>
                      </a:cubicBezTo>
                      <a:lnTo>
                        <a:pt x="3561" y="2143"/>
                      </a:lnTo>
                      <a:cubicBezTo>
                        <a:pt x="3939" y="2143"/>
                        <a:pt x="4254" y="1828"/>
                        <a:pt x="4254" y="1418"/>
                      </a:cubicBezTo>
                      <a:cubicBezTo>
                        <a:pt x="4254" y="1040"/>
                        <a:pt x="3939" y="725"/>
                        <a:pt x="3561" y="725"/>
                      </a:cubicBezTo>
                      <a:lnTo>
                        <a:pt x="2868" y="725"/>
                      </a:lnTo>
                      <a:lnTo>
                        <a:pt x="2805" y="473"/>
                      </a:lnTo>
                      <a:cubicBezTo>
                        <a:pt x="2710" y="221"/>
                        <a:pt x="2458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4" name="Google Shape;9484;p73">
                  <a:extLst>
                    <a:ext uri="{FF2B5EF4-FFF2-40B4-BE49-F238E27FC236}">
                      <a16:creationId xmlns:a16="http://schemas.microsoft.com/office/drawing/2014/main" id="{309D471D-96DC-9FF7-5029-58AF57DD54EA}"/>
                    </a:ext>
                  </a:extLst>
                </p:cNvPr>
                <p:cNvSpPr/>
                <p:nvPr/>
              </p:nvSpPr>
              <p:spPr>
                <a:xfrm>
                  <a:off x="6412300" y="4059000"/>
                  <a:ext cx="52000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223" extrusionOk="0">
                      <a:moveTo>
                        <a:pt x="0" y="1"/>
                      </a:moveTo>
                      <a:lnTo>
                        <a:pt x="0" y="4222"/>
                      </a:lnTo>
                      <a:lnTo>
                        <a:pt x="32" y="4222"/>
                      </a:lnTo>
                      <a:cubicBezTo>
                        <a:pt x="315" y="4002"/>
                        <a:pt x="662" y="3876"/>
                        <a:pt x="1072" y="3876"/>
                      </a:cubicBezTo>
                      <a:cubicBezTo>
                        <a:pt x="1450" y="3876"/>
                        <a:pt x="1796" y="4002"/>
                        <a:pt x="2080" y="4222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5" name="Google Shape;9485;p73">
                  <a:extLst>
                    <a:ext uri="{FF2B5EF4-FFF2-40B4-BE49-F238E27FC236}">
                      <a16:creationId xmlns:a16="http://schemas.microsoft.com/office/drawing/2014/main" id="{497BD4BF-FBE2-80B9-9CBE-B56546B926C5}"/>
                    </a:ext>
                  </a:extLst>
                </p:cNvPr>
                <p:cNvSpPr/>
                <p:nvPr/>
              </p:nvSpPr>
              <p:spPr>
                <a:xfrm>
                  <a:off x="6413875" y="4007025"/>
                  <a:ext cx="5200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1387" extrusionOk="0"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2080" y="1386"/>
                      </a:lnTo>
                      <a:lnTo>
                        <a:pt x="2080" y="1040"/>
                      </a:lnTo>
                      <a:cubicBezTo>
                        <a:pt x="2048" y="473"/>
                        <a:pt x="1576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6" name="Google Shape;9486;p73">
                  <a:extLst>
                    <a:ext uri="{FF2B5EF4-FFF2-40B4-BE49-F238E27FC236}">
                      <a16:creationId xmlns:a16="http://schemas.microsoft.com/office/drawing/2014/main" id="{598C6B80-5A91-722C-B3BF-EB782F6A1735}"/>
                    </a:ext>
                  </a:extLst>
                </p:cNvPr>
                <p:cNvSpPr/>
                <p:nvPr/>
              </p:nvSpPr>
              <p:spPr>
                <a:xfrm>
                  <a:off x="6417800" y="4173200"/>
                  <a:ext cx="43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734" extrusionOk="0">
                      <a:moveTo>
                        <a:pt x="883" y="1"/>
                      </a:moveTo>
                      <a:cubicBezTo>
                        <a:pt x="537" y="1"/>
                        <a:pt x="190" y="221"/>
                        <a:pt x="1" y="442"/>
                      </a:cubicBezTo>
                      <a:lnTo>
                        <a:pt x="568" y="1545"/>
                      </a:lnTo>
                      <a:cubicBezTo>
                        <a:pt x="600" y="1671"/>
                        <a:pt x="757" y="1734"/>
                        <a:pt x="883" y="1734"/>
                      </a:cubicBezTo>
                      <a:cubicBezTo>
                        <a:pt x="978" y="1734"/>
                        <a:pt x="1104" y="1671"/>
                        <a:pt x="1198" y="1545"/>
                      </a:cubicBezTo>
                      <a:lnTo>
                        <a:pt x="1734" y="442"/>
                      </a:lnTo>
                      <a:cubicBezTo>
                        <a:pt x="1545" y="158"/>
                        <a:pt x="1230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5" name="Google Shape;9487;p73">
                <a:extLst>
                  <a:ext uri="{FF2B5EF4-FFF2-40B4-BE49-F238E27FC236}">
                    <a16:creationId xmlns:a16="http://schemas.microsoft.com/office/drawing/2014/main" id="{74D5778A-FCBC-D24C-3589-F0BFBED01041}"/>
                  </a:ext>
                </a:extLst>
              </p:cNvPr>
              <p:cNvGrpSpPr/>
              <p:nvPr/>
            </p:nvGrpSpPr>
            <p:grpSpPr>
              <a:xfrm>
                <a:off x="2672075" y="3748558"/>
                <a:ext cx="497908" cy="499261"/>
                <a:chOff x="1674750" y="3254050"/>
                <a:chExt cx="294575" cy="295375"/>
              </a:xfrm>
              <a:grpFill/>
            </p:grpSpPr>
            <p:sp>
              <p:nvSpPr>
                <p:cNvPr id="158" name="Google Shape;9488;p73">
                  <a:extLst>
                    <a:ext uri="{FF2B5EF4-FFF2-40B4-BE49-F238E27FC236}">
                      <a16:creationId xmlns:a16="http://schemas.microsoft.com/office/drawing/2014/main" id="{3F303A1A-2239-FE57-84D7-700A0E5B5D5D}"/>
                    </a:ext>
                  </a:extLst>
                </p:cNvPr>
                <p:cNvSpPr/>
                <p:nvPr/>
              </p:nvSpPr>
              <p:spPr>
                <a:xfrm>
                  <a:off x="1691275" y="3351700"/>
                  <a:ext cx="278050" cy="1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09" extrusionOk="0">
                      <a:moveTo>
                        <a:pt x="10535" y="0"/>
                      </a:moveTo>
                      <a:cubicBezTo>
                        <a:pt x="10489" y="0"/>
                        <a:pt x="10442" y="10"/>
                        <a:pt x="10397" y="33"/>
                      </a:cubicBezTo>
                      <a:cubicBezTo>
                        <a:pt x="10208" y="64"/>
                        <a:pt x="10114" y="253"/>
                        <a:pt x="10177" y="474"/>
                      </a:cubicBezTo>
                      <a:cubicBezTo>
                        <a:pt x="10334" y="978"/>
                        <a:pt x="10429" y="1482"/>
                        <a:pt x="10429" y="1986"/>
                      </a:cubicBezTo>
                      <a:cubicBezTo>
                        <a:pt x="10429" y="4885"/>
                        <a:pt x="8066" y="7247"/>
                        <a:pt x="5199" y="7247"/>
                      </a:cubicBezTo>
                      <a:cubicBezTo>
                        <a:pt x="3561" y="7247"/>
                        <a:pt x="2017" y="6397"/>
                        <a:pt x="1072" y="5137"/>
                      </a:cubicBezTo>
                      <a:lnTo>
                        <a:pt x="1733" y="5137"/>
                      </a:lnTo>
                      <a:cubicBezTo>
                        <a:pt x="1922" y="5137"/>
                        <a:pt x="2080" y="4979"/>
                        <a:pt x="2080" y="4790"/>
                      </a:cubicBezTo>
                      <a:cubicBezTo>
                        <a:pt x="2080" y="4601"/>
                        <a:pt x="1922" y="4443"/>
                        <a:pt x="1733" y="4443"/>
                      </a:cubicBezTo>
                      <a:lnTo>
                        <a:pt x="347" y="4443"/>
                      </a:lnTo>
                      <a:cubicBezTo>
                        <a:pt x="158" y="4443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47" y="6523"/>
                      </a:cubicBezTo>
                      <a:cubicBezTo>
                        <a:pt x="536" y="6523"/>
                        <a:pt x="694" y="6365"/>
                        <a:pt x="694" y="6176"/>
                      </a:cubicBezTo>
                      <a:lnTo>
                        <a:pt x="694" y="5767"/>
                      </a:lnTo>
                      <a:cubicBezTo>
                        <a:pt x="1796" y="7090"/>
                        <a:pt x="3466" y="7909"/>
                        <a:pt x="5199" y="7909"/>
                      </a:cubicBezTo>
                      <a:cubicBezTo>
                        <a:pt x="8412" y="7909"/>
                        <a:pt x="11122" y="5231"/>
                        <a:pt x="11122" y="1986"/>
                      </a:cubicBezTo>
                      <a:cubicBezTo>
                        <a:pt x="11122" y="1419"/>
                        <a:pt x="10996" y="820"/>
                        <a:pt x="10838" y="222"/>
                      </a:cubicBezTo>
                      <a:cubicBezTo>
                        <a:pt x="10814" y="102"/>
                        <a:pt x="10681" y="0"/>
                        <a:pt x="105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59" name="Google Shape;9489;p73">
                  <a:extLst>
                    <a:ext uri="{FF2B5EF4-FFF2-40B4-BE49-F238E27FC236}">
                      <a16:creationId xmlns:a16="http://schemas.microsoft.com/office/drawing/2014/main" id="{F63DF47E-A94C-858A-9B34-C03E4A0B8ECD}"/>
                    </a:ext>
                  </a:extLst>
                </p:cNvPr>
                <p:cNvSpPr/>
                <p:nvPr/>
              </p:nvSpPr>
              <p:spPr>
                <a:xfrm>
                  <a:off x="1674750" y="3254050"/>
                  <a:ext cx="277250" cy="1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7916" extrusionOk="0">
                      <a:moveTo>
                        <a:pt x="5891" y="1"/>
                      </a:moveTo>
                      <a:cubicBezTo>
                        <a:pt x="2678" y="1"/>
                        <a:pt x="0" y="2679"/>
                        <a:pt x="0" y="5892"/>
                      </a:cubicBezTo>
                      <a:cubicBezTo>
                        <a:pt x="0" y="6491"/>
                        <a:pt x="126" y="7089"/>
                        <a:pt x="284" y="7656"/>
                      </a:cubicBezTo>
                      <a:cubicBezTo>
                        <a:pt x="310" y="7842"/>
                        <a:pt x="448" y="7916"/>
                        <a:pt x="604" y="7916"/>
                      </a:cubicBezTo>
                      <a:cubicBezTo>
                        <a:pt x="633" y="7916"/>
                        <a:pt x="663" y="7913"/>
                        <a:pt x="693" y="7908"/>
                      </a:cubicBezTo>
                      <a:cubicBezTo>
                        <a:pt x="882" y="7877"/>
                        <a:pt x="977" y="7656"/>
                        <a:pt x="945" y="7467"/>
                      </a:cubicBezTo>
                      <a:cubicBezTo>
                        <a:pt x="788" y="6963"/>
                        <a:pt x="662" y="6459"/>
                        <a:pt x="662" y="5892"/>
                      </a:cubicBezTo>
                      <a:cubicBezTo>
                        <a:pt x="662" y="3025"/>
                        <a:pt x="3025" y="662"/>
                        <a:pt x="5891" y="662"/>
                      </a:cubicBezTo>
                      <a:cubicBezTo>
                        <a:pt x="7561" y="662"/>
                        <a:pt x="9105" y="1481"/>
                        <a:pt x="10050" y="2742"/>
                      </a:cubicBezTo>
                      <a:lnTo>
                        <a:pt x="9357" y="2742"/>
                      </a:lnTo>
                      <a:cubicBezTo>
                        <a:pt x="9168" y="2742"/>
                        <a:pt x="9010" y="2899"/>
                        <a:pt x="9010" y="3088"/>
                      </a:cubicBezTo>
                      <a:cubicBezTo>
                        <a:pt x="9010" y="3309"/>
                        <a:pt x="9168" y="3466"/>
                        <a:pt x="9357" y="3466"/>
                      </a:cubicBezTo>
                      <a:lnTo>
                        <a:pt x="10743" y="3466"/>
                      </a:lnTo>
                      <a:cubicBezTo>
                        <a:pt x="10932" y="3466"/>
                        <a:pt x="11090" y="3309"/>
                        <a:pt x="11090" y="3088"/>
                      </a:cubicBezTo>
                      <a:lnTo>
                        <a:pt x="11090" y="1733"/>
                      </a:lnTo>
                      <a:cubicBezTo>
                        <a:pt x="11090" y="1513"/>
                        <a:pt x="10932" y="1355"/>
                        <a:pt x="10743" y="1355"/>
                      </a:cubicBezTo>
                      <a:cubicBezTo>
                        <a:pt x="10554" y="1355"/>
                        <a:pt x="10397" y="1513"/>
                        <a:pt x="10397" y="1733"/>
                      </a:cubicBezTo>
                      <a:lnTo>
                        <a:pt x="10397" y="2111"/>
                      </a:lnTo>
                      <a:cubicBezTo>
                        <a:pt x="9294" y="820"/>
                        <a:pt x="7624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60" name="Google Shape;9490;p73">
                  <a:extLst>
                    <a:ext uri="{FF2B5EF4-FFF2-40B4-BE49-F238E27FC236}">
                      <a16:creationId xmlns:a16="http://schemas.microsoft.com/office/drawing/2014/main" id="{4F008142-88E5-29D1-FA2F-1D805A369E69}"/>
                    </a:ext>
                  </a:extLst>
                </p:cNvPr>
                <p:cNvSpPr/>
                <p:nvPr/>
              </p:nvSpPr>
              <p:spPr>
                <a:xfrm>
                  <a:off x="1727500" y="3306825"/>
                  <a:ext cx="189075" cy="1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3" h="7562" extrusionOk="0">
                      <a:moveTo>
                        <a:pt x="3750" y="2048"/>
                      </a:moveTo>
                      <a:cubicBezTo>
                        <a:pt x="3939" y="2048"/>
                        <a:pt x="4097" y="2206"/>
                        <a:pt x="4097" y="2426"/>
                      </a:cubicBezTo>
                      <a:lnTo>
                        <a:pt x="4097" y="3435"/>
                      </a:lnTo>
                      <a:lnTo>
                        <a:pt x="4475" y="3435"/>
                      </a:lnTo>
                      <a:cubicBezTo>
                        <a:pt x="4664" y="3435"/>
                        <a:pt x="4821" y="3592"/>
                        <a:pt x="4821" y="3781"/>
                      </a:cubicBezTo>
                      <a:cubicBezTo>
                        <a:pt x="4821" y="4002"/>
                        <a:pt x="4664" y="4159"/>
                        <a:pt x="4475" y="4159"/>
                      </a:cubicBezTo>
                      <a:lnTo>
                        <a:pt x="3750" y="4159"/>
                      </a:lnTo>
                      <a:cubicBezTo>
                        <a:pt x="3561" y="4159"/>
                        <a:pt x="3403" y="4002"/>
                        <a:pt x="3403" y="3781"/>
                      </a:cubicBezTo>
                      <a:lnTo>
                        <a:pt x="3403" y="2426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3435" y="0"/>
                      </a:moveTo>
                      <a:cubicBezTo>
                        <a:pt x="2647" y="95"/>
                        <a:pt x="1923" y="410"/>
                        <a:pt x="1356" y="883"/>
                      </a:cubicBezTo>
                      <a:lnTo>
                        <a:pt x="2049" y="1576"/>
                      </a:lnTo>
                      <a:cubicBezTo>
                        <a:pt x="2175" y="1702"/>
                        <a:pt x="2175" y="1954"/>
                        <a:pt x="2049" y="2048"/>
                      </a:cubicBezTo>
                      <a:cubicBezTo>
                        <a:pt x="1986" y="2111"/>
                        <a:pt x="1899" y="2143"/>
                        <a:pt x="1812" y="2143"/>
                      </a:cubicBezTo>
                      <a:cubicBezTo>
                        <a:pt x="1726" y="2143"/>
                        <a:pt x="1639" y="2111"/>
                        <a:pt x="1576" y="2048"/>
                      </a:cubicBezTo>
                      <a:lnTo>
                        <a:pt x="883" y="1355"/>
                      </a:lnTo>
                      <a:cubicBezTo>
                        <a:pt x="410" y="1922"/>
                        <a:pt x="95" y="2647"/>
                        <a:pt x="1" y="3435"/>
                      </a:cubicBezTo>
                      <a:lnTo>
                        <a:pt x="1041" y="3435"/>
                      </a:lnTo>
                      <a:cubicBezTo>
                        <a:pt x="1230" y="3435"/>
                        <a:pt x="1387" y="3592"/>
                        <a:pt x="1387" y="3781"/>
                      </a:cubicBezTo>
                      <a:cubicBezTo>
                        <a:pt x="1387" y="3970"/>
                        <a:pt x="1230" y="4128"/>
                        <a:pt x="1041" y="4128"/>
                      </a:cubicBezTo>
                      <a:lnTo>
                        <a:pt x="1" y="4128"/>
                      </a:lnTo>
                      <a:cubicBezTo>
                        <a:pt x="95" y="4915"/>
                        <a:pt x="410" y="5640"/>
                        <a:pt x="883" y="6238"/>
                      </a:cubicBezTo>
                      <a:lnTo>
                        <a:pt x="1576" y="5514"/>
                      </a:lnTo>
                      <a:cubicBezTo>
                        <a:pt x="1639" y="5451"/>
                        <a:pt x="1734" y="5419"/>
                        <a:pt x="1824" y="5419"/>
                      </a:cubicBezTo>
                      <a:cubicBezTo>
                        <a:pt x="1915" y="5419"/>
                        <a:pt x="2001" y="5451"/>
                        <a:pt x="2049" y="5514"/>
                      </a:cubicBezTo>
                      <a:cubicBezTo>
                        <a:pt x="2175" y="5640"/>
                        <a:pt x="2175" y="5860"/>
                        <a:pt x="2049" y="5986"/>
                      </a:cubicBezTo>
                      <a:lnTo>
                        <a:pt x="1356" y="6711"/>
                      </a:lnTo>
                      <a:cubicBezTo>
                        <a:pt x="1923" y="7184"/>
                        <a:pt x="2647" y="7499"/>
                        <a:pt x="3435" y="7562"/>
                      </a:cubicBezTo>
                      <a:lnTo>
                        <a:pt x="3435" y="6553"/>
                      </a:lnTo>
                      <a:cubicBezTo>
                        <a:pt x="3435" y="6333"/>
                        <a:pt x="3592" y="6175"/>
                        <a:pt x="3781" y="6175"/>
                      </a:cubicBezTo>
                      <a:cubicBezTo>
                        <a:pt x="4002" y="6175"/>
                        <a:pt x="4160" y="6333"/>
                        <a:pt x="4160" y="6553"/>
                      </a:cubicBezTo>
                      <a:lnTo>
                        <a:pt x="4160" y="7562"/>
                      </a:lnTo>
                      <a:cubicBezTo>
                        <a:pt x="4947" y="7499"/>
                        <a:pt x="5640" y="7184"/>
                        <a:pt x="6239" y="6711"/>
                      </a:cubicBezTo>
                      <a:lnTo>
                        <a:pt x="5514" y="5986"/>
                      </a:lnTo>
                      <a:cubicBezTo>
                        <a:pt x="5420" y="5860"/>
                        <a:pt x="5420" y="5640"/>
                        <a:pt x="5514" y="5514"/>
                      </a:cubicBezTo>
                      <a:cubicBezTo>
                        <a:pt x="5577" y="5451"/>
                        <a:pt x="5672" y="5419"/>
                        <a:pt x="5762" y="5419"/>
                      </a:cubicBezTo>
                      <a:cubicBezTo>
                        <a:pt x="5853" y="5419"/>
                        <a:pt x="5940" y="5451"/>
                        <a:pt x="5987" y="5514"/>
                      </a:cubicBezTo>
                      <a:lnTo>
                        <a:pt x="6711" y="6238"/>
                      </a:lnTo>
                      <a:cubicBezTo>
                        <a:pt x="7184" y="5640"/>
                        <a:pt x="7499" y="4915"/>
                        <a:pt x="7562" y="4128"/>
                      </a:cubicBezTo>
                      <a:lnTo>
                        <a:pt x="6554" y="4128"/>
                      </a:lnTo>
                      <a:cubicBezTo>
                        <a:pt x="6365" y="4128"/>
                        <a:pt x="6207" y="3970"/>
                        <a:pt x="6207" y="3781"/>
                      </a:cubicBezTo>
                      <a:cubicBezTo>
                        <a:pt x="6207" y="3592"/>
                        <a:pt x="6365" y="3435"/>
                        <a:pt x="6554" y="3435"/>
                      </a:cubicBezTo>
                      <a:lnTo>
                        <a:pt x="7562" y="3435"/>
                      </a:lnTo>
                      <a:cubicBezTo>
                        <a:pt x="7499" y="2647"/>
                        <a:pt x="7184" y="1922"/>
                        <a:pt x="6711" y="1355"/>
                      </a:cubicBezTo>
                      <a:lnTo>
                        <a:pt x="5987" y="2048"/>
                      </a:lnTo>
                      <a:cubicBezTo>
                        <a:pt x="5940" y="2111"/>
                        <a:pt x="5853" y="2143"/>
                        <a:pt x="5762" y="2143"/>
                      </a:cubicBezTo>
                      <a:cubicBezTo>
                        <a:pt x="5672" y="2143"/>
                        <a:pt x="5577" y="2111"/>
                        <a:pt x="5514" y="2048"/>
                      </a:cubicBezTo>
                      <a:cubicBezTo>
                        <a:pt x="5420" y="1922"/>
                        <a:pt x="5420" y="1702"/>
                        <a:pt x="5514" y="1576"/>
                      </a:cubicBezTo>
                      <a:lnTo>
                        <a:pt x="6239" y="883"/>
                      </a:lnTo>
                      <a:cubicBezTo>
                        <a:pt x="5640" y="410"/>
                        <a:pt x="4947" y="95"/>
                        <a:pt x="4160" y="0"/>
                      </a:cubicBezTo>
                      <a:lnTo>
                        <a:pt x="4160" y="1040"/>
                      </a:lnTo>
                      <a:cubicBezTo>
                        <a:pt x="4160" y="1229"/>
                        <a:pt x="4002" y="1387"/>
                        <a:pt x="3781" y="1387"/>
                      </a:cubicBezTo>
                      <a:cubicBezTo>
                        <a:pt x="3592" y="1387"/>
                        <a:pt x="3435" y="1229"/>
                        <a:pt x="3435" y="1040"/>
                      </a:cubicBezTo>
                      <a:lnTo>
                        <a:pt x="343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6" name="Google Shape;9491;p73">
                <a:extLst>
                  <a:ext uri="{FF2B5EF4-FFF2-40B4-BE49-F238E27FC236}">
                    <a16:creationId xmlns:a16="http://schemas.microsoft.com/office/drawing/2014/main" id="{8B4328D2-5559-DFF5-127B-EC225CFA2D26}"/>
                  </a:ext>
                </a:extLst>
              </p:cNvPr>
              <p:cNvGrpSpPr/>
              <p:nvPr/>
            </p:nvGrpSpPr>
            <p:grpSpPr>
              <a:xfrm>
                <a:off x="2692697" y="4378602"/>
                <a:ext cx="456666" cy="499261"/>
                <a:chOff x="1687350" y="3618725"/>
                <a:chExt cx="270175" cy="295375"/>
              </a:xfrm>
              <a:grpFill/>
            </p:grpSpPr>
            <p:sp>
              <p:nvSpPr>
                <p:cNvPr id="155" name="Google Shape;9492;p73">
                  <a:extLst>
                    <a:ext uri="{FF2B5EF4-FFF2-40B4-BE49-F238E27FC236}">
                      <a16:creationId xmlns:a16="http://schemas.microsoft.com/office/drawing/2014/main" id="{AF9897FE-02A7-9F51-940B-62A4BD6C0D67}"/>
                    </a:ext>
                  </a:extLst>
                </p:cNvPr>
                <p:cNvSpPr/>
                <p:nvPr/>
              </p:nvSpPr>
              <p:spPr>
                <a:xfrm>
                  <a:off x="1829900" y="3808550"/>
                  <a:ext cx="181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418" extrusionOk="0">
                      <a:moveTo>
                        <a:pt x="1" y="0"/>
                      </a:moveTo>
                      <a:lnTo>
                        <a:pt x="1" y="1418"/>
                      </a:lnTo>
                      <a:lnTo>
                        <a:pt x="379" y="1418"/>
                      </a:lnTo>
                      <a:cubicBezTo>
                        <a:pt x="568" y="1418"/>
                        <a:pt x="725" y="1260"/>
                        <a:pt x="725" y="1040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56" name="Google Shape;9493;p73">
                  <a:extLst>
                    <a:ext uri="{FF2B5EF4-FFF2-40B4-BE49-F238E27FC236}">
                      <a16:creationId xmlns:a16="http://schemas.microsoft.com/office/drawing/2014/main" id="{C44D1288-3D8E-D2E6-B209-8ABEE09E0991}"/>
                    </a:ext>
                  </a:extLst>
                </p:cNvPr>
                <p:cNvSpPr/>
                <p:nvPr/>
              </p:nvSpPr>
              <p:spPr>
                <a:xfrm>
                  <a:off x="1795250" y="3755775"/>
                  <a:ext cx="1812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418" extrusionOk="0">
                      <a:moveTo>
                        <a:pt x="378" y="0"/>
                      </a:moveTo>
                      <a:cubicBezTo>
                        <a:pt x="189" y="0"/>
                        <a:pt x="0" y="158"/>
                        <a:pt x="0" y="378"/>
                      </a:cubicBezTo>
                      <a:lnTo>
                        <a:pt x="0" y="1071"/>
                      </a:lnTo>
                      <a:cubicBezTo>
                        <a:pt x="0" y="1260"/>
                        <a:pt x="189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57" name="Google Shape;9494;p73">
                  <a:extLst>
                    <a:ext uri="{FF2B5EF4-FFF2-40B4-BE49-F238E27FC236}">
                      <a16:creationId xmlns:a16="http://schemas.microsoft.com/office/drawing/2014/main" id="{E65AEDF5-E066-B80C-37E9-EFCFE7DA119C}"/>
                    </a:ext>
                  </a:extLst>
                </p:cNvPr>
                <p:cNvSpPr/>
                <p:nvPr/>
              </p:nvSpPr>
              <p:spPr>
                <a:xfrm>
                  <a:off x="1687350" y="3618725"/>
                  <a:ext cx="2701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7" h="11815" extrusionOk="0">
                      <a:moveTo>
                        <a:pt x="6459" y="662"/>
                      </a:moveTo>
                      <a:cubicBezTo>
                        <a:pt x="6868" y="662"/>
                        <a:pt x="7183" y="977"/>
                        <a:pt x="7183" y="1355"/>
                      </a:cubicBezTo>
                      <a:cubicBezTo>
                        <a:pt x="7183" y="1765"/>
                        <a:pt x="6868" y="2080"/>
                        <a:pt x="6459" y="2080"/>
                      </a:cubicBezTo>
                      <a:lnTo>
                        <a:pt x="6459" y="1702"/>
                      </a:lnTo>
                      <a:cubicBezTo>
                        <a:pt x="6459" y="1513"/>
                        <a:pt x="6301" y="1355"/>
                        <a:pt x="6112" y="1355"/>
                      </a:cubicBezTo>
                      <a:lnTo>
                        <a:pt x="4726" y="1355"/>
                      </a:lnTo>
                      <a:cubicBezTo>
                        <a:pt x="4537" y="1355"/>
                        <a:pt x="4379" y="1513"/>
                        <a:pt x="4379" y="1702"/>
                      </a:cubicBezTo>
                      <a:lnTo>
                        <a:pt x="4379" y="2080"/>
                      </a:lnTo>
                      <a:cubicBezTo>
                        <a:pt x="3970" y="2017"/>
                        <a:pt x="3655" y="1702"/>
                        <a:pt x="3655" y="1355"/>
                      </a:cubicBezTo>
                      <a:cubicBezTo>
                        <a:pt x="3655" y="977"/>
                        <a:pt x="3970" y="662"/>
                        <a:pt x="4379" y="662"/>
                      </a:cubicBezTo>
                      <a:close/>
                      <a:moveTo>
                        <a:pt x="5387" y="4128"/>
                      </a:moveTo>
                      <a:cubicBezTo>
                        <a:pt x="5608" y="4128"/>
                        <a:pt x="5766" y="4285"/>
                        <a:pt x="5766" y="4474"/>
                      </a:cubicBezTo>
                      <a:lnTo>
                        <a:pt x="5766" y="4821"/>
                      </a:lnTo>
                      <a:lnTo>
                        <a:pt x="6112" y="4821"/>
                      </a:lnTo>
                      <a:cubicBezTo>
                        <a:pt x="6711" y="4821"/>
                        <a:pt x="7120" y="5293"/>
                        <a:pt x="7120" y="5860"/>
                      </a:cubicBezTo>
                      <a:cubicBezTo>
                        <a:pt x="7120" y="6049"/>
                        <a:pt x="6963" y="6207"/>
                        <a:pt x="6774" y="6207"/>
                      </a:cubicBezTo>
                      <a:cubicBezTo>
                        <a:pt x="6585" y="6207"/>
                        <a:pt x="6427" y="6049"/>
                        <a:pt x="6427" y="5860"/>
                      </a:cubicBezTo>
                      <a:cubicBezTo>
                        <a:pt x="6427" y="5640"/>
                        <a:pt x="6270" y="5482"/>
                        <a:pt x="6081" y="5482"/>
                      </a:cubicBezTo>
                      <a:lnTo>
                        <a:pt x="5703" y="5482"/>
                      </a:lnTo>
                      <a:lnTo>
                        <a:pt x="5703" y="6868"/>
                      </a:lnTo>
                      <a:lnTo>
                        <a:pt x="6081" y="6868"/>
                      </a:lnTo>
                      <a:cubicBezTo>
                        <a:pt x="6648" y="6868"/>
                        <a:pt x="7089" y="7341"/>
                        <a:pt x="7089" y="7908"/>
                      </a:cubicBezTo>
                      <a:lnTo>
                        <a:pt x="7089" y="8601"/>
                      </a:lnTo>
                      <a:cubicBezTo>
                        <a:pt x="7089" y="9200"/>
                        <a:pt x="6616" y="9641"/>
                        <a:pt x="6081" y="9641"/>
                      </a:cubicBezTo>
                      <a:lnTo>
                        <a:pt x="5703" y="9641"/>
                      </a:lnTo>
                      <a:lnTo>
                        <a:pt x="5703" y="9987"/>
                      </a:lnTo>
                      <a:cubicBezTo>
                        <a:pt x="5703" y="10176"/>
                        <a:pt x="5545" y="10334"/>
                        <a:pt x="5356" y="10334"/>
                      </a:cubicBezTo>
                      <a:cubicBezTo>
                        <a:pt x="5167" y="10334"/>
                        <a:pt x="5009" y="10176"/>
                        <a:pt x="5009" y="9987"/>
                      </a:cubicBezTo>
                      <a:lnTo>
                        <a:pt x="5009" y="9704"/>
                      </a:lnTo>
                      <a:lnTo>
                        <a:pt x="4631" y="9704"/>
                      </a:lnTo>
                      <a:cubicBezTo>
                        <a:pt x="4064" y="9704"/>
                        <a:pt x="3623" y="9231"/>
                        <a:pt x="3623" y="8664"/>
                      </a:cubicBezTo>
                      <a:cubicBezTo>
                        <a:pt x="3623" y="8475"/>
                        <a:pt x="3781" y="8318"/>
                        <a:pt x="3970" y="8318"/>
                      </a:cubicBezTo>
                      <a:cubicBezTo>
                        <a:pt x="4159" y="8318"/>
                        <a:pt x="4316" y="8475"/>
                        <a:pt x="4316" y="8664"/>
                      </a:cubicBezTo>
                      <a:cubicBezTo>
                        <a:pt x="4316" y="8885"/>
                        <a:pt x="4505" y="9042"/>
                        <a:pt x="4694" y="9042"/>
                      </a:cubicBezTo>
                      <a:lnTo>
                        <a:pt x="5041" y="9042"/>
                      </a:lnTo>
                      <a:lnTo>
                        <a:pt x="5041" y="7625"/>
                      </a:lnTo>
                      <a:lnTo>
                        <a:pt x="4694" y="7625"/>
                      </a:lnTo>
                      <a:lnTo>
                        <a:pt x="4694" y="7593"/>
                      </a:lnTo>
                      <a:cubicBezTo>
                        <a:pt x="4096" y="7593"/>
                        <a:pt x="3655" y="7120"/>
                        <a:pt x="3655" y="6553"/>
                      </a:cubicBezTo>
                      <a:lnTo>
                        <a:pt x="3655" y="5860"/>
                      </a:lnTo>
                      <a:cubicBezTo>
                        <a:pt x="3655" y="5262"/>
                        <a:pt x="4127" y="4821"/>
                        <a:pt x="4694" y="4821"/>
                      </a:cubicBezTo>
                      <a:lnTo>
                        <a:pt x="5041" y="4821"/>
                      </a:lnTo>
                      <a:lnTo>
                        <a:pt x="5041" y="4474"/>
                      </a:lnTo>
                      <a:cubicBezTo>
                        <a:pt x="5041" y="4285"/>
                        <a:pt x="5198" y="4128"/>
                        <a:pt x="5387" y="4128"/>
                      </a:cubicBezTo>
                      <a:close/>
                      <a:moveTo>
                        <a:pt x="4379" y="0"/>
                      </a:moveTo>
                      <a:cubicBezTo>
                        <a:pt x="3623" y="0"/>
                        <a:pt x="2993" y="662"/>
                        <a:pt x="2993" y="1387"/>
                      </a:cubicBezTo>
                      <a:cubicBezTo>
                        <a:pt x="2993" y="2143"/>
                        <a:pt x="3623" y="2773"/>
                        <a:pt x="4379" y="2773"/>
                      </a:cubicBezTo>
                      <a:lnTo>
                        <a:pt x="4379" y="2899"/>
                      </a:lnTo>
                      <a:cubicBezTo>
                        <a:pt x="3781" y="3025"/>
                        <a:pt x="3277" y="3277"/>
                        <a:pt x="2804" y="3592"/>
                      </a:cubicBezTo>
                      <a:lnTo>
                        <a:pt x="2332" y="3056"/>
                      </a:lnTo>
                      <a:lnTo>
                        <a:pt x="2584" y="2804"/>
                      </a:lnTo>
                      <a:cubicBezTo>
                        <a:pt x="2710" y="2710"/>
                        <a:pt x="2710" y="2458"/>
                        <a:pt x="2615" y="2332"/>
                      </a:cubicBezTo>
                      <a:lnTo>
                        <a:pt x="1701" y="1292"/>
                      </a:lnTo>
                      <a:cubicBezTo>
                        <a:pt x="1630" y="1203"/>
                        <a:pt x="1529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6"/>
                      </a:lnTo>
                      <a:cubicBezTo>
                        <a:pt x="1090" y="3770"/>
                        <a:pt x="1183" y="3809"/>
                        <a:pt x="1279" y="3809"/>
                      </a:cubicBezTo>
                      <a:cubicBezTo>
                        <a:pt x="1365" y="3809"/>
                        <a:pt x="1453" y="3777"/>
                        <a:pt x="1512" y="3718"/>
                      </a:cubicBezTo>
                      <a:lnTo>
                        <a:pt x="1764" y="3497"/>
                      </a:lnTo>
                      <a:lnTo>
                        <a:pt x="2237" y="4033"/>
                      </a:lnTo>
                      <a:cubicBezTo>
                        <a:pt x="1418" y="4852"/>
                        <a:pt x="914" y="5986"/>
                        <a:pt x="914" y="7247"/>
                      </a:cubicBezTo>
                      <a:cubicBezTo>
                        <a:pt x="914" y="9735"/>
                        <a:pt x="2930" y="11815"/>
                        <a:pt x="5387" y="11815"/>
                      </a:cubicBezTo>
                      <a:cubicBezTo>
                        <a:pt x="7876" y="11815"/>
                        <a:pt x="9893" y="9798"/>
                        <a:pt x="9893" y="7247"/>
                      </a:cubicBezTo>
                      <a:cubicBezTo>
                        <a:pt x="9893" y="5986"/>
                        <a:pt x="9389" y="4852"/>
                        <a:pt x="8538" y="4033"/>
                      </a:cubicBezTo>
                      <a:lnTo>
                        <a:pt x="9011" y="3497"/>
                      </a:lnTo>
                      <a:lnTo>
                        <a:pt x="9294" y="3718"/>
                      </a:lnTo>
                      <a:cubicBezTo>
                        <a:pt x="9368" y="3777"/>
                        <a:pt x="9450" y="3809"/>
                        <a:pt x="9528" y="3809"/>
                      </a:cubicBezTo>
                      <a:cubicBezTo>
                        <a:pt x="9616" y="3809"/>
                        <a:pt x="9700" y="3770"/>
                        <a:pt x="9767" y="3686"/>
                      </a:cubicBezTo>
                      <a:lnTo>
                        <a:pt x="10680" y="2615"/>
                      </a:lnTo>
                      <a:cubicBezTo>
                        <a:pt x="10806" y="2458"/>
                        <a:pt x="10806" y="2269"/>
                        <a:pt x="10649" y="2143"/>
                      </a:cubicBezTo>
                      <a:lnTo>
                        <a:pt x="9578" y="1229"/>
                      </a:lnTo>
                      <a:cubicBezTo>
                        <a:pt x="9509" y="1188"/>
                        <a:pt x="9434" y="1165"/>
                        <a:pt x="9361" y="1165"/>
                      </a:cubicBezTo>
                      <a:cubicBezTo>
                        <a:pt x="9267" y="1165"/>
                        <a:pt x="9176" y="1203"/>
                        <a:pt x="9105" y="1292"/>
                      </a:cubicBezTo>
                      <a:lnTo>
                        <a:pt x="8191" y="2332"/>
                      </a:lnTo>
                      <a:cubicBezTo>
                        <a:pt x="8065" y="2489"/>
                        <a:pt x="8065" y="2710"/>
                        <a:pt x="8223" y="2804"/>
                      </a:cubicBezTo>
                      <a:lnTo>
                        <a:pt x="8506" y="3056"/>
                      </a:lnTo>
                      <a:lnTo>
                        <a:pt x="8034" y="3592"/>
                      </a:lnTo>
                      <a:cubicBezTo>
                        <a:pt x="7561" y="3245"/>
                        <a:pt x="7057" y="3025"/>
                        <a:pt x="6459" y="2899"/>
                      </a:cubicBezTo>
                      <a:lnTo>
                        <a:pt x="6459" y="2773"/>
                      </a:lnTo>
                      <a:cubicBezTo>
                        <a:pt x="7215" y="2773"/>
                        <a:pt x="7845" y="2143"/>
                        <a:pt x="7845" y="1387"/>
                      </a:cubicBezTo>
                      <a:cubicBezTo>
                        <a:pt x="7845" y="662"/>
                        <a:pt x="7215" y="0"/>
                        <a:pt x="64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7" name="Google Shape;9495;p73">
                <a:extLst>
                  <a:ext uri="{FF2B5EF4-FFF2-40B4-BE49-F238E27FC236}">
                    <a16:creationId xmlns:a16="http://schemas.microsoft.com/office/drawing/2014/main" id="{459BFB02-CA2B-5D6A-8F0D-06AEB0522B13}"/>
                  </a:ext>
                </a:extLst>
              </p:cNvPr>
              <p:cNvGrpSpPr/>
              <p:nvPr/>
            </p:nvGrpSpPr>
            <p:grpSpPr>
              <a:xfrm>
                <a:off x="2669392" y="4985321"/>
                <a:ext cx="503276" cy="499261"/>
                <a:chOff x="1672375" y="3982600"/>
                <a:chExt cx="297750" cy="295375"/>
              </a:xfrm>
              <a:grpFill/>
            </p:grpSpPr>
            <p:sp>
              <p:nvSpPr>
                <p:cNvPr id="152" name="Google Shape;9496;p73">
                  <a:extLst>
                    <a:ext uri="{FF2B5EF4-FFF2-40B4-BE49-F238E27FC236}">
                      <a16:creationId xmlns:a16="http://schemas.microsoft.com/office/drawing/2014/main" id="{5E0A49E2-01E2-0765-5ECA-BFA5A056344F}"/>
                    </a:ext>
                  </a:extLst>
                </p:cNvPr>
                <p:cNvSpPr/>
                <p:nvPr/>
              </p:nvSpPr>
              <p:spPr>
                <a:xfrm>
                  <a:off x="1796825" y="398260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53" name="Google Shape;9497;p73">
                  <a:extLst>
                    <a:ext uri="{FF2B5EF4-FFF2-40B4-BE49-F238E27FC236}">
                      <a16:creationId xmlns:a16="http://schemas.microsoft.com/office/drawing/2014/main" id="{4A53E096-2A66-A088-F43D-9E186527F00C}"/>
                    </a:ext>
                  </a:extLst>
                </p:cNvPr>
                <p:cNvSpPr/>
                <p:nvPr/>
              </p:nvSpPr>
              <p:spPr>
                <a:xfrm>
                  <a:off x="1672375" y="4092075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54" name="Google Shape;9498;p73">
                  <a:extLst>
                    <a:ext uri="{FF2B5EF4-FFF2-40B4-BE49-F238E27FC236}">
                      <a16:creationId xmlns:a16="http://schemas.microsoft.com/office/drawing/2014/main" id="{731F121E-7DE2-E5BB-46B4-3B8E6AD369AC}"/>
                    </a:ext>
                  </a:extLst>
                </p:cNvPr>
                <p:cNvSpPr/>
                <p:nvPr/>
              </p:nvSpPr>
              <p:spPr>
                <a:xfrm>
                  <a:off x="1778700" y="4051125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8" name="Google Shape;9499;p73">
                <a:extLst>
                  <a:ext uri="{FF2B5EF4-FFF2-40B4-BE49-F238E27FC236}">
                    <a16:creationId xmlns:a16="http://schemas.microsoft.com/office/drawing/2014/main" id="{5FAE4C9A-30C1-C96D-CF35-ADB81597ECBD}"/>
                  </a:ext>
                </a:extLst>
              </p:cNvPr>
              <p:cNvGrpSpPr/>
              <p:nvPr/>
            </p:nvGrpSpPr>
            <p:grpSpPr>
              <a:xfrm>
                <a:off x="5851479" y="3747882"/>
                <a:ext cx="500612" cy="500612"/>
                <a:chOff x="3497300" y="3227275"/>
                <a:chExt cx="296175" cy="296175"/>
              </a:xfrm>
              <a:grpFill/>
            </p:grpSpPr>
            <p:sp>
              <p:nvSpPr>
                <p:cNvPr id="144" name="Google Shape;9500;p73">
                  <a:extLst>
                    <a:ext uri="{FF2B5EF4-FFF2-40B4-BE49-F238E27FC236}">
                      <a16:creationId xmlns:a16="http://schemas.microsoft.com/office/drawing/2014/main" id="{86C59AB4-8D2C-B988-4EFF-28AB547A4149}"/>
                    </a:ext>
                  </a:extLst>
                </p:cNvPr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5" name="Google Shape;9501;p73">
                  <a:extLst>
                    <a:ext uri="{FF2B5EF4-FFF2-40B4-BE49-F238E27FC236}">
                      <a16:creationId xmlns:a16="http://schemas.microsoft.com/office/drawing/2014/main" id="{F82E57A3-0D12-3466-EF90-44B60022C20F}"/>
                    </a:ext>
                  </a:extLst>
                </p:cNvPr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6" name="Google Shape;9502;p73">
                  <a:extLst>
                    <a:ext uri="{FF2B5EF4-FFF2-40B4-BE49-F238E27FC236}">
                      <a16:creationId xmlns:a16="http://schemas.microsoft.com/office/drawing/2014/main" id="{ADD9FE9F-F2DD-F503-AAC3-D26232864534}"/>
                    </a:ext>
                  </a:extLst>
                </p:cNvPr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7" name="Google Shape;9503;p73">
                  <a:extLst>
                    <a:ext uri="{FF2B5EF4-FFF2-40B4-BE49-F238E27FC236}">
                      <a16:creationId xmlns:a16="http://schemas.microsoft.com/office/drawing/2014/main" id="{86E3AAB3-D48D-C2CB-3E66-A888195F6E29}"/>
                    </a:ext>
                  </a:extLst>
                </p:cNvPr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8" name="Google Shape;9504;p73">
                  <a:extLst>
                    <a:ext uri="{FF2B5EF4-FFF2-40B4-BE49-F238E27FC236}">
                      <a16:creationId xmlns:a16="http://schemas.microsoft.com/office/drawing/2014/main" id="{D1A36B8A-A9F9-53CD-4669-AC2522F83723}"/>
                    </a:ext>
                  </a:extLst>
                </p:cNvPr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9" name="Google Shape;9505;p73">
                  <a:extLst>
                    <a:ext uri="{FF2B5EF4-FFF2-40B4-BE49-F238E27FC236}">
                      <a16:creationId xmlns:a16="http://schemas.microsoft.com/office/drawing/2014/main" id="{7227729C-56F3-DA56-DCB5-03C90BB14481}"/>
                    </a:ext>
                  </a:extLst>
                </p:cNvPr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50" name="Google Shape;9506;p73">
                  <a:extLst>
                    <a:ext uri="{FF2B5EF4-FFF2-40B4-BE49-F238E27FC236}">
                      <a16:creationId xmlns:a16="http://schemas.microsoft.com/office/drawing/2014/main" id="{B6466C52-A2B2-4DC7-5A79-92C107B361D8}"/>
                    </a:ext>
                  </a:extLst>
                </p:cNvPr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51" name="Google Shape;9507;p73">
                  <a:extLst>
                    <a:ext uri="{FF2B5EF4-FFF2-40B4-BE49-F238E27FC236}">
                      <a16:creationId xmlns:a16="http://schemas.microsoft.com/office/drawing/2014/main" id="{C1E0EAC8-5E36-7B41-F4F7-F5B0036D7B89}"/>
                    </a:ext>
                  </a:extLst>
                </p:cNvPr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39" name="Google Shape;9508;p73">
                <a:extLst>
                  <a:ext uri="{FF2B5EF4-FFF2-40B4-BE49-F238E27FC236}">
                    <a16:creationId xmlns:a16="http://schemas.microsoft.com/office/drawing/2014/main" id="{995218BC-FF0C-E8B5-D9C4-7F232897C0F1}"/>
                  </a:ext>
                </a:extLst>
              </p:cNvPr>
              <p:cNvGrpSpPr/>
              <p:nvPr/>
            </p:nvGrpSpPr>
            <p:grpSpPr>
              <a:xfrm>
                <a:off x="5852154" y="4379933"/>
                <a:ext cx="499261" cy="496599"/>
                <a:chOff x="3497300" y="3591950"/>
                <a:chExt cx="295375" cy="293800"/>
              </a:xfrm>
              <a:grpFill/>
            </p:grpSpPr>
            <p:sp>
              <p:nvSpPr>
                <p:cNvPr id="136" name="Google Shape;9509;p73">
                  <a:extLst>
                    <a:ext uri="{FF2B5EF4-FFF2-40B4-BE49-F238E27FC236}">
                      <a16:creationId xmlns:a16="http://schemas.microsoft.com/office/drawing/2014/main" id="{6105450B-455F-432A-9A5D-7B3CA6715CA2}"/>
                    </a:ext>
                  </a:extLst>
                </p:cNvPr>
                <p:cNvSpPr/>
                <p:nvPr/>
              </p:nvSpPr>
              <p:spPr>
                <a:xfrm>
                  <a:off x="3628825" y="3724275"/>
                  <a:ext cx="18150" cy="1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62" extrusionOk="0">
                      <a:moveTo>
                        <a:pt x="375" y="0"/>
                      </a:moveTo>
                      <a:cubicBezTo>
                        <a:pt x="292" y="0"/>
                        <a:pt x="206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cubicBezTo>
                        <a:pt x="190" y="630"/>
                        <a:pt x="277" y="662"/>
                        <a:pt x="363" y="662"/>
                      </a:cubicBezTo>
                      <a:cubicBezTo>
                        <a:pt x="450" y="662"/>
                        <a:pt x="536" y="630"/>
                        <a:pt x="599" y="567"/>
                      </a:cubicBezTo>
                      <a:cubicBezTo>
                        <a:pt x="725" y="441"/>
                        <a:pt x="725" y="221"/>
                        <a:pt x="599" y="95"/>
                      </a:cubicBezTo>
                      <a:cubicBezTo>
                        <a:pt x="536" y="32"/>
                        <a:pt x="458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7" name="Google Shape;9510;p73">
                  <a:extLst>
                    <a:ext uri="{FF2B5EF4-FFF2-40B4-BE49-F238E27FC236}">
                      <a16:creationId xmlns:a16="http://schemas.microsoft.com/office/drawing/2014/main" id="{009B80F8-7CBB-C24E-CDE7-25FA361EEF2F}"/>
                    </a:ext>
                  </a:extLst>
                </p:cNvPr>
                <p:cNvSpPr/>
                <p:nvPr/>
              </p:nvSpPr>
              <p:spPr>
                <a:xfrm>
                  <a:off x="3590250" y="3689400"/>
                  <a:ext cx="945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1" h="3467" extrusionOk="0">
                      <a:moveTo>
                        <a:pt x="1922" y="710"/>
                      </a:moveTo>
                      <a:cubicBezTo>
                        <a:pt x="2190" y="710"/>
                        <a:pt x="2458" y="812"/>
                        <a:pt x="2647" y="1017"/>
                      </a:cubicBezTo>
                      <a:cubicBezTo>
                        <a:pt x="3088" y="1395"/>
                        <a:pt x="3088" y="2088"/>
                        <a:pt x="2647" y="2466"/>
                      </a:cubicBezTo>
                      <a:cubicBezTo>
                        <a:pt x="2458" y="2671"/>
                        <a:pt x="2190" y="2773"/>
                        <a:pt x="1922" y="2773"/>
                      </a:cubicBezTo>
                      <a:cubicBezTo>
                        <a:pt x="1654" y="2773"/>
                        <a:pt x="1386" y="2671"/>
                        <a:pt x="1197" y="2466"/>
                      </a:cubicBezTo>
                      <a:cubicBezTo>
                        <a:pt x="788" y="2088"/>
                        <a:pt x="788" y="1395"/>
                        <a:pt x="1197" y="1017"/>
                      </a:cubicBezTo>
                      <a:cubicBezTo>
                        <a:pt x="1386" y="812"/>
                        <a:pt x="1654" y="710"/>
                        <a:pt x="1922" y="710"/>
                      </a:cubicBezTo>
                      <a:close/>
                      <a:moveTo>
                        <a:pt x="1930" y="1"/>
                      </a:moveTo>
                      <a:cubicBezTo>
                        <a:pt x="1489" y="1"/>
                        <a:pt x="1040" y="182"/>
                        <a:pt x="693" y="544"/>
                      </a:cubicBezTo>
                      <a:cubicBezTo>
                        <a:pt x="0" y="1206"/>
                        <a:pt x="0" y="2309"/>
                        <a:pt x="693" y="2970"/>
                      </a:cubicBezTo>
                      <a:cubicBezTo>
                        <a:pt x="1024" y="3301"/>
                        <a:pt x="1473" y="3466"/>
                        <a:pt x="1918" y="3466"/>
                      </a:cubicBezTo>
                      <a:cubicBezTo>
                        <a:pt x="2363" y="3466"/>
                        <a:pt x="2804" y="3301"/>
                        <a:pt x="3119" y="2970"/>
                      </a:cubicBezTo>
                      <a:cubicBezTo>
                        <a:pt x="3781" y="2309"/>
                        <a:pt x="3781" y="1206"/>
                        <a:pt x="3119" y="544"/>
                      </a:cubicBezTo>
                      <a:cubicBezTo>
                        <a:pt x="2804" y="182"/>
                        <a:pt x="2371" y="1"/>
                        <a:pt x="19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8" name="Google Shape;9511;p73">
                  <a:extLst>
                    <a:ext uri="{FF2B5EF4-FFF2-40B4-BE49-F238E27FC236}">
                      <a16:creationId xmlns:a16="http://schemas.microsoft.com/office/drawing/2014/main" id="{148B46D6-B381-7163-A199-316354E102D1}"/>
                    </a:ext>
                  </a:extLst>
                </p:cNvPr>
                <p:cNvSpPr/>
                <p:nvPr/>
              </p:nvSpPr>
              <p:spPr>
                <a:xfrm>
                  <a:off x="3674525" y="3601400"/>
                  <a:ext cx="118150" cy="1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58" extrusionOk="0">
                      <a:moveTo>
                        <a:pt x="3533" y="0"/>
                      </a:moveTo>
                      <a:cubicBezTo>
                        <a:pt x="3442" y="0"/>
                        <a:pt x="3355" y="32"/>
                        <a:pt x="3308" y="95"/>
                      </a:cubicBezTo>
                      <a:lnTo>
                        <a:pt x="0" y="3308"/>
                      </a:lnTo>
                      <a:cubicBezTo>
                        <a:pt x="410" y="3623"/>
                        <a:pt x="788" y="4127"/>
                        <a:pt x="1953" y="4758"/>
                      </a:cubicBezTo>
                      <a:lnTo>
                        <a:pt x="4600" y="2678"/>
                      </a:lnTo>
                      <a:cubicBezTo>
                        <a:pt x="4663" y="2615"/>
                        <a:pt x="4726" y="2521"/>
                        <a:pt x="4726" y="2395"/>
                      </a:cubicBezTo>
                      <a:cubicBezTo>
                        <a:pt x="4726" y="1544"/>
                        <a:pt x="4348" y="693"/>
                        <a:pt x="3781" y="95"/>
                      </a:cubicBezTo>
                      <a:cubicBezTo>
                        <a:pt x="3718" y="32"/>
                        <a:pt x="3623" y="0"/>
                        <a:pt x="3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9" name="Google Shape;9512;p73">
                  <a:extLst>
                    <a:ext uri="{FF2B5EF4-FFF2-40B4-BE49-F238E27FC236}">
                      <a16:creationId xmlns:a16="http://schemas.microsoft.com/office/drawing/2014/main" id="{636569F7-27AA-0F8C-4188-2B22CCF09FE5}"/>
                    </a:ext>
                  </a:extLst>
                </p:cNvPr>
                <p:cNvSpPr/>
                <p:nvPr/>
              </p:nvSpPr>
              <p:spPr>
                <a:xfrm>
                  <a:off x="3631200" y="3774675"/>
                  <a:ext cx="103200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096" extrusionOk="0">
                      <a:moveTo>
                        <a:pt x="2048" y="0"/>
                      </a:moveTo>
                      <a:cubicBezTo>
                        <a:pt x="1985" y="32"/>
                        <a:pt x="1985" y="63"/>
                        <a:pt x="1954" y="126"/>
                      </a:cubicBezTo>
                      <a:cubicBezTo>
                        <a:pt x="1506" y="546"/>
                        <a:pt x="859" y="767"/>
                        <a:pt x="235" y="767"/>
                      </a:cubicBezTo>
                      <a:cubicBezTo>
                        <a:pt x="156" y="767"/>
                        <a:pt x="78" y="764"/>
                        <a:pt x="0" y="756"/>
                      </a:cubicBezTo>
                      <a:lnTo>
                        <a:pt x="0" y="756"/>
                      </a:lnTo>
                      <a:cubicBezTo>
                        <a:pt x="567" y="1670"/>
                        <a:pt x="1355" y="3749"/>
                        <a:pt x="1418" y="3875"/>
                      </a:cubicBezTo>
                      <a:cubicBezTo>
                        <a:pt x="1450" y="4001"/>
                        <a:pt x="1607" y="4096"/>
                        <a:pt x="1733" y="4096"/>
                      </a:cubicBezTo>
                      <a:cubicBezTo>
                        <a:pt x="1891" y="4096"/>
                        <a:pt x="1985" y="4033"/>
                        <a:pt x="2048" y="3875"/>
                      </a:cubicBezTo>
                      <a:lnTo>
                        <a:pt x="2426" y="2647"/>
                      </a:lnTo>
                      <a:lnTo>
                        <a:pt x="3182" y="2647"/>
                      </a:lnTo>
                      <a:cubicBezTo>
                        <a:pt x="4128" y="2647"/>
                        <a:pt x="2710" y="63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0" name="Google Shape;9513;p73">
                  <a:extLst>
                    <a:ext uri="{FF2B5EF4-FFF2-40B4-BE49-F238E27FC236}">
                      <a16:creationId xmlns:a16="http://schemas.microsoft.com/office/drawing/2014/main" id="{B9A50DC0-313B-8BF9-6E58-6F2135C30A58}"/>
                    </a:ext>
                  </a:extLst>
                </p:cNvPr>
                <p:cNvSpPr/>
                <p:nvPr/>
              </p:nvSpPr>
              <p:spPr>
                <a:xfrm>
                  <a:off x="3691850" y="3726625"/>
                  <a:ext cx="89800" cy="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" h="3562" extrusionOk="0">
                      <a:moveTo>
                        <a:pt x="252" y="1"/>
                      </a:moveTo>
                      <a:cubicBezTo>
                        <a:pt x="284" y="410"/>
                        <a:pt x="189" y="883"/>
                        <a:pt x="0" y="1292"/>
                      </a:cubicBezTo>
                      <a:cubicBezTo>
                        <a:pt x="630" y="1922"/>
                        <a:pt x="1134" y="2615"/>
                        <a:pt x="1544" y="3466"/>
                      </a:cubicBezTo>
                      <a:cubicBezTo>
                        <a:pt x="1565" y="3530"/>
                        <a:pt x="1634" y="3562"/>
                        <a:pt x="1715" y="3562"/>
                      </a:cubicBezTo>
                      <a:cubicBezTo>
                        <a:pt x="1874" y="3562"/>
                        <a:pt x="2080" y="3443"/>
                        <a:pt x="2080" y="3214"/>
                      </a:cubicBezTo>
                      <a:lnTo>
                        <a:pt x="2080" y="2458"/>
                      </a:lnTo>
                      <a:lnTo>
                        <a:pt x="3308" y="2080"/>
                      </a:lnTo>
                      <a:cubicBezTo>
                        <a:pt x="3497" y="1985"/>
                        <a:pt x="3592" y="1891"/>
                        <a:pt x="3592" y="1733"/>
                      </a:cubicBezTo>
                      <a:cubicBezTo>
                        <a:pt x="3592" y="1576"/>
                        <a:pt x="3497" y="1450"/>
                        <a:pt x="3340" y="1418"/>
                      </a:cubicBezTo>
                      <a:cubicBezTo>
                        <a:pt x="3182" y="1355"/>
                        <a:pt x="1134" y="568"/>
                        <a:pt x="25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1" name="Google Shape;9514;p73">
                  <a:extLst>
                    <a:ext uri="{FF2B5EF4-FFF2-40B4-BE49-F238E27FC236}">
                      <a16:creationId xmlns:a16="http://schemas.microsoft.com/office/drawing/2014/main" id="{2A7DC7FA-91AB-AC3B-04D0-49A4A8908A98}"/>
                    </a:ext>
                  </a:extLst>
                </p:cNvPr>
                <p:cNvSpPr/>
                <p:nvPr/>
              </p:nvSpPr>
              <p:spPr>
                <a:xfrm>
                  <a:off x="3505175" y="3767575"/>
                  <a:ext cx="120525" cy="11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727" extrusionOk="0">
                      <a:moveTo>
                        <a:pt x="3372" y="1"/>
                      </a:moveTo>
                      <a:lnTo>
                        <a:pt x="95" y="3277"/>
                      </a:lnTo>
                      <a:cubicBezTo>
                        <a:pt x="1" y="3435"/>
                        <a:pt x="1" y="3687"/>
                        <a:pt x="158" y="3781"/>
                      </a:cubicBezTo>
                      <a:cubicBezTo>
                        <a:pt x="788" y="4411"/>
                        <a:pt x="1607" y="4727"/>
                        <a:pt x="2458" y="4727"/>
                      </a:cubicBezTo>
                      <a:cubicBezTo>
                        <a:pt x="2584" y="4727"/>
                        <a:pt x="2679" y="4695"/>
                        <a:pt x="2742" y="4632"/>
                      </a:cubicBezTo>
                      <a:lnTo>
                        <a:pt x="4821" y="1986"/>
                      </a:lnTo>
                      <a:cubicBezTo>
                        <a:pt x="4254" y="851"/>
                        <a:pt x="3718" y="442"/>
                        <a:pt x="33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2" name="Google Shape;9515;p73">
                  <a:extLst>
                    <a:ext uri="{FF2B5EF4-FFF2-40B4-BE49-F238E27FC236}">
                      <a16:creationId xmlns:a16="http://schemas.microsoft.com/office/drawing/2014/main" id="{AE09A9BB-CF96-CFC6-2DCA-FBF5E48B387C}"/>
                    </a:ext>
                  </a:extLst>
                </p:cNvPr>
                <p:cNvSpPr/>
                <p:nvPr/>
              </p:nvSpPr>
              <p:spPr>
                <a:xfrm>
                  <a:off x="3631200" y="3591950"/>
                  <a:ext cx="1040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3372" extrusionOk="0">
                      <a:moveTo>
                        <a:pt x="2836" y="0"/>
                      </a:moveTo>
                      <a:cubicBezTo>
                        <a:pt x="2678" y="0"/>
                        <a:pt x="2584" y="32"/>
                        <a:pt x="2521" y="95"/>
                      </a:cubicBezTo>
                      <a:lnTo>
                        <a:pt x="0" y="3245"/>
                      </a:lnTo>
                      <a:cubicBezTo>
                        <a:pt x="90" y="3238"/>
                        <a:pt x="181" y="3234"/>
                        <a:pt x="272" y="3234"/>
                      </a:cubicBezTo>
                      <a:cubicBezTo>
                        <a:pt x="568" y="3234"/>
                        <a:pt x="870" y="3275"/>
                        <a:pt x="1135" y="3371"/>
                      </a:cubicBezTo>
                      <a:cubicBezTo>
                        <a:pt x="1324" y="3119"/>
                        <a:pt x="3939" y="567"/>
                        <a:pt x="4159" y="347"/>
                      </a:cubicBezTo>
                      <a:cubicBezTo>
                        <a:pt x="3718" y="158"/>
                        <a:pt x="3308" y="0"/>
                        <a:pt x="28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43" name="Google Shape;9516;p73">
                  <a:extLst>
                    <a:ext uri="{FF2B5EF4-FFF2-40B4-BE49-F238E27FC236}">
                      <a16:creationId xmlns:a16="http://schemas.microsoft.com/office/drawing/2014/main" id="{A7E20CA3-FCCB-3E83-D4D4-6BDC91908124}"/>
                    </a:ext>
                  </a:extLst>
                </p:cNvPr>
                <p:cNvSpPr/>
                <p:nvPr/>
              </p:nvSpPr>
              <p:spPr>
                <a:xfrm>
                  <a:off x="3497300" y="3721900"/>
                  <a:ext cx="84300" cy="10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4286" extrusionOk="0">
                      <a:moveTo>
                        <a:pt x="3246" y="1"/>
                      </a:moveTo>
                      <a:lnTo>
                        <a:pt x="95" y="2552"/>
                      </a:lnTo>
                      <a:cubicBezTo>
                        <a:pt x="32" y="2615"/>
                        <a:pt x="1" y="2710"/>
                        <a:pt x="1" y="2836"/>
                      </a:cubicBezTo>
                      <a:cubicBezTo>
                        <a:pt x="1" y="3340"/>
                        <a:pt x="95" y="3844"/>
                        <a:pt x="347" y="4285"/>
                      </a:cubicBezTo>
                      <a:lnTo>
                        <a:pt x="3372" y="1261"/>
                      </a:lnTo>
                      <a:cubicBezTo>
                        <a:pt x="3214" y="851"/>
                        <a:pt x="3183" y="410"/>
                        <a:pt x="32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0" name="Google Shape;9517;p73">
                <a:extLst>
                  <a:ext uri="{FF2B5EF4-FFF2-40B4-BE49-F238E27FC236}">
                    <a16:creationId xmlns:a16="http://schemas.microsoft.com/office/drawing/2014/main" id="{44776265-5632-D592-DB34-DE98A968C176}"/>
                  </a:ext>
                </a:extLst>
              </p:cNvPr>
              <p:cNvGrpSpPr/>
              <p:nvPr/>
            </p:nvGrpSpPr>
            <p:grpSpPr>
              <a:xfrm>
                <a:off x="5852154" y="4985299"/>
                <a:ext cx="499261" cy="499303"/>
                <a:chOff x="3497300" y="3955025"/>
                <a:chExt cx="295375" cy="295400"/>
              </a:xfrm>
              <a:grpFill/>
            </p:grpSpPr>
            <p:sp>
              <p:nvSpPr>
                <p:cNvPr id="133" name="Google Shape;9518;p73">
                  <a:extLst>
                    <a:ext uri="{FF2B5EF4-FFF2-40B4-BE49-F238E27FC236}">
                      <a16:creationId xmlns:a16="http://schemas.microsoft.com/office/drawing/2014/main" id="{F67CB48D-C2FE-FDAC-531F-F678A65A1A9C}"/>
                    </a:ext>
                  </a:extLst>
                </p:cNvPr>
                <p:cNvSpPr/>
                <p:nvPr/>
              </p:nvSpPr>
              <p:spPr>
                <a:xfrm>
                  <a:off x="3660350" y="4035375"/>
                  <a:ext cx="1323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3" h="6207" extrusionOk="0">
                      <a:moveTo>
                        <a:pt x="4663" y="0"/>
                      </a:moveTo>
                      <a:lnTo>
                        <a:pt x="0" y="2773"/>
                      </a:lnTo>
                      <a:lnTo>
                        <a:pt x="4127" y="6207"/>
                      </a:lnTo>
                      <a:cubicBezTo>
                        <a:pt x="4852" y="5199"/>
                        <a:pt x="5293" y="4033"/>
                        <a:pt x="5293" y="2678"/>
                      </a:cubicBezTo>
                      <a:cubicBezTo>
                        <a:pt x="5293" y="1733"/>
                        <a:pt x="5041" y="851"/>
                        <a:pt x="4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4" name="Google Shape;9519;p73">
                  <a:extLst>
                    <a:ext uri="{FF2B5EF4-FFF2-40B4-BE49-F238E27FC236}">
                      <a16:creationId xmlns:a16="http://schemas.microsoft.com/office/drawing/2014/main" id="{D5D58236-7208-0B22-A9E0-F8F16B7648D6}"/>
                    </a:ext>
                  </a:extLst>
                </p:cNvPr>
                <p:cNvSpPr/>
                <p:nvPr/>
              </p:nvSpPr>
              <p:spPr>
                <a:xfrm>
                  <a:off x="3653250" y="3955025"/>
                  <a:ext cx="114225" cy="13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9" h="5326" extrusionOk="0">
                      <a:moveTo>
                        <a:pt x="1" y="1"/>
                      </a:moveTo>
                      <a:lnTo>
                        <a:pt x="1" y="5325"/>
                      </a:lnTo>
                      <a:lnTo>
                        <a:pt x="4569" y="2679"/>
                      </a:lnTo>
                      <a:cubicBezTo>
                        <a:pt x="3561" y="1167"/>
                        <a:pt x="1891" y="127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5" name="Google Shape;9520;p73">
                  <a:extLst>
                    <a:ext uri="{FF2B5EF4-FFF2-40B4-BE49-F238E27FC236}">
                      <a16:creationId xmlns:a16="http://schemas.microsoft.com/office/drawing/2014/main" id="{FA2B578B-6FD4-86C9-78E4-CF09AC42D2B6}"/>
                    </a:ext>
                  </a:extLst>
                </p:cNvPr>
                <p:cNvSpPr/>
                <p:nvPr/>
              </p:nvSpPr>
              <p:spPr>
                <a:xfrm>
                  <a:off x="3497300" y="3955025"/>
                  <a:ext cx="25600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0" h="11816" extrusionOk="0">
                      <a:moveTo>
                        <a:pt x="5577" y="1"/>
                      </a:moveTo>
                      <a:cubicBezTo>
                        <a:pt x="2521" y="190"/>
                        <a:pt x="1" y="2805"/>
                        <a:pt x="1" y="5892"/>
                      </a:cubicBezTo>
                      <a:cubicBezTo>
                        <a:pt x="1" y="9137"/>
                        <a:pt x="2678" y="11815"/>
                        <a:pt x="5923" y="11815"/>
                      </a:cubicBezTo>
                      <a:cubicBezTo>
                        <a:pt x="7625" y="11815"/>
                        <a:pt x="9168" y="11059"/>
                        <a:pt x="10240" y="9925"/>
                      </a:cubicBezTo>
                      <a:lnTo>
                        <a:pt x="5703" y="6176"/>
                      </a:lnTo>
                      <a:cubicBezTo>
                        <a:pt x="5608" y="6144"/>
                        <a:pt x="5577" y="5987"/>
                        <a:pt x="5577" y="5892"/>
                      </a:cubicBezTo>
                      <a:lnTo>
                        <a:pt x="55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1" name="Google Shape;9521;p73">
                <a:extLst>
                  <a:ext uri="{FF2B5EF4-FFF2-40B4-BE49-F238E27FC236}">
                    <a16:creationId xmlns:a16="http://schemas.microsoft.com/office/drawing/2014/main" id="{F3DB732B-8E6D-8169-D7C5-3341E2BC76AE}"/>
                  </a:ext>
                </a:extLst>
              </p:cNvPr>
              <p:cNvGrpSpPr/>
              <p:nvPr/>
            </p:nvGrpSpPr>
            <p:grpSpPr>
              <a:xfrm>
                <a:off x="9033293" y="3748917"/>
                <a:ext cx="468667" cy="498542"/>
                <a:chOff x="5364750" y="3235150"/>
                <a:chExt cx="277275" cy="294950"/>
              </a:xfrm>
              <a:grpFill/>
            </p:grpSpPr>
            <p:sp>
              <p:nvSpPr>
                <p:cNvPr id="125" name="Google Shape;9522;p73">
                  <a:extLst>
                    <a:ext uri="{FF2B5EF4-FFF2-40B4-BE49-F238E27FC236}">
                      <a16:creationId xmlns:a16="http://schemas.microsoft.com/office/drawing/2014/main" id="{657BE7B4-EB64-139B-68EE-049D503A31C0}"/>
                    </a:ext>
                  </a:extLst>
                </p:cNvPr>
                <p:cNvSpPr/>
                <p:nvPr/>
              </p:nvSpPr>
              <p:spPr>
                <a:xfrm>
                  <a:off x="5502600" y="3235150"/>
                  <a:ext cx="173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65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cubicBezTo>
                        <a:pt x="0" y="1607"/>
                        <a:pt x="158" y="1765"/>
                        <a:pt x="347" y="1765"/>
                      </a:cubicBezTo>
                      <a:cubicBezTo>
                        <a:pt x="536" y="1765"/>
                        <a:pt x="693" y="1607"/>
                        <a:pt x="693" y="1418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6" name="Google Shape;9523;p73">
                  <a:extLst>
                    <a:ext uri="{FF2B5EF4-FFF2-40B4-BE49-F238E27FC236}">
                      <a16:creationId xmlns:a16="http://schemas.microsoft.com/office/drawing/2014/main" id="{822D98C4-641E-DA80-1905-9473DC5CCB59}"/>
                    </a:ext>
                  </a:extLst>
                </p:cNvPr>
                <p:cNvSpPr/>
                <p:nvPr/>
              </p:nvSpPr>
              <p:spPr>
                <a:xfrm>
                  <a:off x="5555375" y="3253850"/>
                  <a:ext cx="35450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64" extrusionOk="0">
                      <a:moveTo>
                        <a:pt x="1071" y="1"/>
                      </a:moveTo>
                      <a:cubicBezTo>
                        <a:pt x="977" y="1"/>
                        <a:pt x="882" y="24"/>
                        <a:pt x="819" y="72"/>
                      </a:cubicBezTo>
                      <a:lnTo>
                        <a:pt x="126" y="796"/>
                      </a:lnTo>
                      <a:cubicBezTo>
                        <a:pt x="0" y="922"/>
                        <a:pt x="0" y="1143"/>
                        <a:pt x="126" y="1269"/>
                      </a:cubicBezTo>
                      <a:cubicBezTo>
                        <a:pt x="189" y="1332"/>
                        <a:pt x="268" y="1363"/>
                        <a:pt x="350" y="1363"/>
                      </a:cubicBezTo>
                      <a:cubicBezTo>
                        <a:pt x="433" y="1363"/>
                        <a:pt x="520" y="1332"/>
                        <a:pt x="599" y="1269"/>
                      </a:cubicBezTo>
                      <a:lnTo>
                        <a:pt x="1323" y="544"/>
                      </a:lnTo>
                      <a:cubicBezTo>
                        <a:pt x="1418" y="418"/>
                        <a:pt x="1418" y="198"/>
                        <a:pt x="1323" y="72"/>
                      </a:cubicBezTo>
                      <a:cubicBezTo>
                        <a:pt x="1260" y="24"/>
                        <a:pt x="1166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7" name="Google Shape;9524;p73">
                  <a:extLst>
                    <a:ext uri="{FF2B5EF4-FFF2-40B4-BE49-F238E27FC236}">
                      <a16:creationId xmlns:a16="http://schemas.microsoft.com/office/drawing/2014/main" id="{73532F00-991F-A776-2E36-DB9780BF96AF}"/>
                    </a:ext>
                  </a:extLst>
                </p:cNvPr>
                <p:cNvSpPr/>
                <p:nvPr/>
              </p:nvSpPr>
              <p:spPr>
                <a:xfrm>
                  <a:off x="5606550" y="335722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8" name="Google Shape;9525;p73">
                  <a:extLst>
                    <a:ext uri="{FF2B5EF4-FFF2-40B4-BE49-F238E27FC236}">
                      <a16:creationId xmlns:a16="http://schemas.microsoft.com/office/drawing/2014/main" id="{538A4776-D47E-5743-4AC5-E4C23BE4767E}"/>
                    </a:ext>
                  </a:extLst>
                </p:cNvPr>
                <p:cNvSpPr/>
                <p:nvPr/>
              </p:nvSpPr>
              <p:spPr>
                <a:xfrm>
                  <a:off x="5364750" y="335722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694"/>
                        <a:pt x="347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9" name="Google Shape;9526;p73">
                  <a:extLst>
                    <a:ext uri="{FF2B5EF4-FFF2-40B4-BE49-F238E27FC236}">
                      <a16:creationId xmlns:a16="http://schemas.microsoft.com/office/drawing/2014/main" id="{7B8C271A-39C7-63E4-135A-10ACCDC6F21A}"/>
                    </a:ext>
                  </a:extLst>
                </p:cNvPr>
                <p:cNvSpPr/>
                <p:nvPr/>
              </p:nvSpPr>
              <p:spPr>
                <a:xfrm>
                  <a:off x="5433275" y="3253850"/>
                  <a:ext cx="35475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64" extrusionOk="0">
                      <a:moveTo>
                        <a:pt x="363" y="1"/>
                      </a:moveTo>
                      <a:cubicBezTo>
                        <a:pt x="276" y="1"/>
                        <a:pt x="190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820" y="1269"/>
                      </a:lnTo>
                      <a:cubicBezTo>
                        <a:pt x="883" y="1332"/>
                        <a:pt x="977" y="1363"/>
                        <a:pt x="1072" y="1363"/>
                      </a:cubicBezTo>
                      <a:cubicBezTo>
                        <a:pt x="1166" y="1363"/>
                        <a:pt x="1261" y="1332"/>
                        <a:pt x="1324" y="1269"/>
                      </a:cubicBezTo>
                      <a:cubicBezTo>
                        <a:pt x="1418" y="1143"/>
                        <a:pt x="1418" y="922"/>
                        <a:pt x="1324" y="796"/>
                      </a:cubicBezTo>
                      <a:lnTo>
                        <a:pt x="599" y="72"/>
                      </a:lnTo>
                      <a:cubicBezTo>
                        <a:pt x="536" y="24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0" name="Google Shape;9527;p73">
                  <a:extLst>
                    <a:ext uri="{FF2B5EF4-FFF2-40B4-BE49-F238E27FC236}">
                      <a16:creationId xmlns:a16="http://schemas.microsoft.com/office/drawing/2014/main" id="{9EC591DD-9644-D016-B3D7-E36F03339E6F}"/>
                    </a:ext>
                  </a:extLst>
                </p:cNvPr>
                <p:cNvSpPr/>
                <p:nvPr/>
              </p:nvSpPr>
              <p:spPr>
                <a:xfrm>
                  <a:off x="5380500" y="3287775"/>
                  <a:ext cx="37050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039" extrusionOk="0">
                      <a:moveTo>
                        <a:pt x="396" y="0"/>
                      </a:moveTo>
                      <a:cubicBezTo>
                        <a:pt x="267" y="0"/>
                        <a:pt x="132" y="81"/>
                        <a:pt x="64" y="195"/>
                      </a:cubicBezTo>
                      <a:cubicBezTo>
                        <a:pt x="1" y="353"/>
                        <a:pt x="64" y="573"/>
                        <a:pt x="221" y="668"/>
                      </a:cubicBezTo>
                      <a:lnTo>
                        <a:pt x="946" y="1015"/>
                      </a:lnTo>
                      <a:cubicBezTo>
                        <a:pt x="987" y="1031"/>
                        <a:pt x="1032" y="1039"/>
                        <a:pt x="1077" y="1039"/>
                      </a:cubicBezTo>
                      <a:cubicBezTo>
                        <a:pt x="1209" y="1039"/>
                        <a:pt x="1349" y="974"/>
                        <a:pt x="1419" y="857"/>
                      </a:cubicBezTo>
                      <a:cubicBezTo>
                        <a:pt x="1482" y="699"/>
                        <a:pt x="1419" y="447"/>
                        <a:pt x="1261" y="384"/>
                      </a:cubicBezTo>
                      <a:lnTo>
                        <a:pt x="536" y="38"/>
                      </a:lnTo>
                      <a:cubicBezTo>
                        <a:pt x="493" y="12"/>
                        <a:pt x="445" y="0"/>
                        <a:pt x="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1" name="Google Shape;9528;p73">
                  <a:extLst>
                    <a:ext uri="{FF2B5EF4-FFF2-40B4-BE49-F238E27FC236}">
                      <a16:creationId xmlns:a16="http://schemas.microsoft.com/office/drawing/2014/main" id="{83EF3771-9CB5-05C0-CC9D-CFADFB919626}"/>
                    </a:ext>
                  </a:extLst>
                </p:cNvPr>
                <p:cNvSpPr/>
                <p:nvPr/>
              </p:nvSpPr>
              <p:spPr>
                <a:xfrm>
                  <a:off x="5588450" y="3288075"/>
                  <a:ext cx="37025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" h="1072" extrusionOk="0">
                      <a:moveTo>
                        <a:pt x="1110" y="0"/>
                      </a:moveTo>
                      <a:cubicBezTo>
                        <a:pt x="1049" y="0"/>
                        <a:pt x="983" y="18"/>
                        <a:pt x="914" y="57"/>
                      </a:cubicBezTo>
                      <a:lnTo>
                        <a:pt x="221" y="404"/>
                      </a:lnTo>
                      <a:cubicBezTo>
                        <a:pt x="63" y="498"/>
                        <a:pt x="0" y="687"/>
                        <a:pt x="63" y="877"/>
                      </a:cubicBezTo>
                      <a:cubicBezTo>
                        <a:pt x="132" y="991"/>
                        <a:pt x="250" y="1072"/>
                        <a:pt x="382" y="1072"/>
                      </a:cubicBezTo>
                      <a:cubicBezTo>
                        <a:pt x="432" y="1072"/>
                        <a:pt x="484" y="1060"/>
                        <a:pt x="536" y="1034"/>
                      </a:cubicBezTo>
                      <a:lnTo>
                        <a:pt x="1260" y="687"/>
                      </a:lnTo>
                      <a:cubicBezTo>
                        <a:pt x="1418" y="593"/>
                        <a:pt x="1481" y="404"/>
                        <a:pt x="1418" y="215"/>
                      </a:cubicBezTo>
                      <a:cubicBezTo>
                        <a:pt x="1353" y="85"/>
                        <a:pt x="1244" y="0"/>
                        <a:pt x="11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32" name="Google Shape;9529;p73">
                  <a:extLst>
                    <a:ext uri="{FF2B5EF4-FFF2-40B4-BE49-F238E27FC236}">
                      <a16:creationId xmlns:a16="http://schemas.microsoft.com/office/drawing/2014/main" id="{6B569CEC-09D7-14DA-9AFC-B1DFDF337A25}"/>
                    </a:ext>
                  </a:extLst>
                </p:cNvPr>
                <p:cNvSpPr/>
                <p:nvPr/>
              </p:nvSpPr>
              <p:spPr>
                <a:xfrm>
                  <a:off x="5412025" y="3286350"/>
                  <a:ext cx="177225" cy="24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9" h="9750" extrusionOk="0">
                      <a:moveTo>
                        <a:pt x="3529" y="0"/>
                      </a:moveTo>
                      <a:cubicBezTo>
                        <a:pt x="3151" y="0"/>
                        <a:pt x="2836" y="315"/>
                        <a:pt x="2836" y="725"/>
                      </a:cubicBezTo>
                      <a:lnTo>
                        <a:pt x="2836" y="1418"/>
                      </a:lnTo>
                      <a:cubicBezTo>
                        <a:pt x="2836" y="1040"/>
                        <a:pt x="2520" y="725"/>
                        <a:pt x="2111" y="725"/>
                      </a:cubicBezTo>
                      <a:cubicBezTo>
                        <a:pt x="1733" y="725"/>
                        <a:pt x="1418" y="1040"/>
                        <a:pt x="1418" y="1418"/>
                      </a:cubicBezTo>
                      <a:lnTo>
                        <a:pt x="1418" y="2143"/>
                      </a:lnTo>
                      <a:cubicBezTo>
                        <a:pt x="1544" y="2143"/>
                        <a:pt x="1638" y="2080"/>
                        <a:pt x="1764" y="2080"/>
                      </a:cubicBezTo>
                      <a:lnTo>
                        <a:pt x="3497" y="2080"/>
                      </a:lnTo>
                      <a:cubicBezTo>
                        <a:pt x="4253" y="2080"/>
                        <a:pt x="4883" y="2710"/>
                        <a:pt x="4883" y="3466"/>
                      </a:cubicBezTo>
                      <a:cubicBezTo>
                        <a:pt x="4883" y="4096"/>
                        <a:pt x="4474" y="4600"/>
                        <a:pt x="3907" y="4758"/>
                      </a:cubicBezTo>
                      <a:cubicBezTo>
                        <a:pt x="4064" y="5073"/>
                        <a:pt x="4159" y="5482"/>
                        <a:pt x="4159" y="5860"/>
                      </a:cubicBezTo>
                      <a:cubicBezTo>
                        <a:pt x="4159" y="6081"/>
                        <a:pt x="4001" y="6238"/>
                        <a:pt x="3812" y="6238"/>
                      </a:cubicBezTo>
                      <a:cubicBezTo>
                        <a:pt x="3623" y="6238"/>
                        <a:pt x="3466" y="6081"/>
                        <a:pt x="3466" y="5860"/>
                      </a:cubicBezTo>
                      <a:cubicBezTo>
                        <a:pt x="3466" y="4915"/>
                        <a:pt x="2678" y="4128"/>
                        <a:pt x="1733" y="4128"/>
                      </a:cubicBezTo>
                      <a:lnTo>
                        <a:pt x="3466" y="4128"/>
                      </a:lnTo>
                      <a:cubicBezTo>
                        <a:pt x="3844" y="4128"/>
                        <a:pt x="4159" y="3812"/>
                        <a:pt x="4159" y="3434"/>
                      </a:cubicBezTo>
                      <a:cubicBezTo>
                        <a:pt x="4159" y="3025"/>
                        <a:pt x="3844" y="2710"/>
                        <a:pt x="3466" y="2710"/>
                      </a:cubicBezTo>
                      <a:lnTo>
                        <a:pt x="1733" y="2710"/>
                      </a:lnTo>
                      <a:cubicBezTo>
                        <a:pt x="788" y="2710"/>
                        <a:pt x="0" y="3497"/>
                        <a:pt x="0" y="4443"/>
                      </a:cubicBezTo>
                      <a:lnTo>
                        <a:pt x="0" y="5167"/>
                      </a:lnTo>
                      <a:cubicBezTo>
                        <a:pt x="0" y="6112"/>
                        <a:pt x="536" y="6963"/>
                        <a:pt x="1386" y="7372"/>
                      </a:cubicBezTo>
                      <a:lnTo>
                        <a:pt x="1386" y="8318"/>
                      </a:lnTo>
                      <a:cubicBezTo>
                        <a:pt x="977" y="8318"/>
                        <a:pt x="662" y="8633"/>
                        <a:pt x="662" y="9011"/>
                      </a:cubicBezTo>
                      <a:lnTo>
                        <a:pt x="662" y="9389"/>
                      </a:lnTo>
                      <a:cubicBezTo>
                        <a:pt x="662" y="9578"/>
                        <a:pt x="819" y="9735"/>
                        <a:pt x="1008" y="9735"/>
                      </a:cubicBezTo>
                      <a:lnTo>
                        <a:pt x="5860" y="9735"/>
                      </a:lnTo>
                      <a:cubicBezTo>
                        <a:pt x="5923" y="9745"/>
                        <a:pt x="5979" y="9749"/>
                        <a:pt x="6029" y="9749"/>
                      </a:cubicBezTo>
                      <a:cubicBezTo>
                        <a:pt x="6305" y="9749"/>
                        <a:pt x="6396" y="9612"/>
                        <a:pt x="6396" y="9452"/>
                      </a:cubicBezTo>
                      <a:lnTo>
                        <a:pt x="6396" y="9105"/>
                      </a:lnTo>
                      <a:cubicBezTo>
                        <a:pt x="6396" y="8696"/>
                        <a:pt x="6112" y="8381"/>
                        <a:pt x="5702" y="8381"/>
                      </a:cubicBezTo>
                      <a:lnTo>
                        <a:pt x="5702" y="7436"/>
                      </a:lnTo>
                      <a:cubicBezTo>
                        <a:pt x="6522" y="7057"/>
                        <a:pt x="7089" y="6175"/>
                        <a:pt x="7089" y="5230"/>
                      </a:cubicBezTo>
                      <a:lnTo>
                        <a:pt x="7089" y="2143"/>
                      </a:lnTo>
                      <a:cubicBezTo>
                        <a:pt x="7089" y="1733"/>
                        <a:pt x="6774" y="1418"/>
                        <a:pt x="6364" y="1418"/>
                      </a:cubicBezTo>
                      <a:cubicBezTo>
                        <a:pt x="5986" y="1418"/>
                        <a:pt x="5671" y="1733"/>
                        <a:pt x="5671" y="2143"/>
                      </a:cubicBezTo>
                      <a:lnTo>
                        <a:pt x="5671" y="1418"/>
                      </a:lnTo>
                      <a:cubicBezTo>
                        <a:pt x="5671" y="1040"/>
                        <a:pt x="5356" y="725"/>
                        <a:pt x="4946" y="725"/>
                      </a:cubicBezTo>
                      <a:cubicBezTo>
                        <a:pt x="4568" y="725"/>
                        <a:pt x="4253" y="1040"/>
                        <a:pt x="4253" y="1418"/>
                      </a:cubicBezTo>
                      <a:lnTo>
                        <a:pt x="4253" y="725"/>
                      </a:lnTo>
                      <a:cubicBezTo>
                        <a:pt x="4253" y="315"/>
                        <a:pt x="3938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2" name="Google Shape;9530;p73">
                <a:extLst>
                  <a:ext uri="{FF2B5EF4-FFF2-40B4-BE49-F238E27FC236}">
                    <a16:creationId xmlns:a16="http://schemas.microsoft.com/office/drawing/2014/main" id="{F19D07B7-5C7A-1A90-2B98-4698BEA94CC7}"/>
                  </a:ext>
                </a:extLst>
              </p:cNvPr>
              <p:cNvGrpSpPr/>
              <p:nvPr/>
            </p:nvGrpSpPr>
            <p:grpSpPr>
              <a:xfrm>
                <a:off x="9016645" y="4376595"/>
                <a:ext cx="501965" cy="503276"/>
                <a:chOff x="5355300" y="3598250"/>
                <a:chExt cx="296975" cy="297750"/>
              </a:xfrm>
              <a:grpFill/>
            </p:grpSpPr>
            <p:sp>
              <p:nvSpPr>
                <p:cNvPr id="117" name="Google Shape;9531;p73">
                  <a:extLst>
                    <a:ext uri="{FF2B5EF4-FFF2-40B4-BE49-F238E27FC236}">
                      <a16:creationId xmlns:a16="http://schemas.microsoft.com/office/drawing/2014/main" id="{ABA4A345-1AAF-1153-4FAC-1E89BC8E812F}"/>
                    </a:ext>
                  </a:extLst>
                </p:cNvPr>
                <p:cNvSpPr/>
                <p:nvPr/>
              </p:nvSpPr>
              <p:spPr>
                <a:xfrm>
                  <a:off x="5355300" y="3703000"/>
                  <a:ext cx="35475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657" extrusionOk="0">
                      <a:moveTo>
                        <a:pt x="410" y="0"/>
                      </a:moveTo>
                      <a:cubicBezTo>
                        <a:pt x="221" y="0"/>
                        <a:pt x="64" y="158"/>
                        <a:pt x="64" y="347"/>
                      </a:cubicBezTo>
                      <a:cubicBezTo>
                        <a:pt x="1" y="2867"/>
                        <a:pt x="1" y="4789"/>
                        <a:pt x="1" y="7310"/>
                      </a:cubicBezTo>
                      <a:cubicBezTo>
                        <a:pt x="1" y="7530"/>
                        <a:pt x="158" y="7656"/>
                        <a:pt x="379" y="7656"/>
                      </a:cubicBezTo>
                      <a:cubicBezTo>
                        <a:pt x="568" y="7656"/>
                        <a:pt x="725" y="7530"/>
                        <a:pt x="725" y="7310"/>
                      </a:cubicBezTo>
                      <a:lnTo>
                        <a:pt x="725" y="1355"/>
                      </a:lnTo>
                      <a:lnTo>
                        <a:pt x="1418" y="1355"/>
                      </a:ln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8" name="Google Shape;9532;p73">
                  <a:extLst>
                    <a:ext uri="{FF2B5EF4-FFF2-40B4-BE49-F238E27FC236}">
                      <a16:creationId xmlns:a16="http://schemas.microsoft.com/office/drawing/2014/main" id="{A5901C23-8ECA-ECDF-6368-EEB6A15F4978}"/>
                    </a:ext>
                  </a:extLst>
                </p:cNvPr>
                <p:cNvSpPr/>
                <p:nvPr/>
              </p:nvSpPr>
              <p:spPr>
                <a:xfrm>
                  <a:off x="5389175" y="3773100"/>
                  <a:ext cx="1229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4916" extrusionOk="0">
                      <a:moveTo>
                        <a:pt x="2080" y="0"/>
                      </a:moveTo>
                      <a:lnTo>
                        <a:pt x="2080" y="693"/>
                      </a:lnTo>
                      <a:lnTo>
                        <a:pt x="1733" y="693"/>
                      </a:lnTo>
                      <a:cubicBezTo>
                        <a:pt x="788" y="693"/>
                        <a:pt x="0" y="1481"/>
                        <a:pt x="0" y="2458"/>
                      </a:cubicBezTo>
                      <a:cubicBezTo>
                        <a:pt x="0" y="2678"/>
                        <a:pt x="158" y="2836"/>
                        <a:pt x="347" y="2836"/>
                      </a:cubicBezTo>
                      <a:lnTo>
                        <a:pt x="2080" y="2836"/>
                      </a:lnTo>
                      <a:lnTo>
                        <a:pt x="2080" y="3529"/>
                      </a:lnTo>
                      <a:lnTo>
                        <a:pt x="1072" y="3529"/>
                      </a:lnTo>
                      <a:cubicBezTo>
                        <a:pt x="473" y="3529"/>
                        <a:pt x="32" y="4001"/>
                        <a:pt x="32" y="4569"/>
                      </a:cubicBezTo>
                      <a:cubicBezTo>
                        <a:pt x="32" y="4758"/>
                        <a:pt x="189" y="4915"/>
                        <a:pt x="410" y="4915"/>
                      </a:cubicBezTo>
                      <a:cubicBezTo>
                        <a:pt x="599" y="4915"/>
                        <a:pt x="757" y="4758"/>
                        <a:pt x="757" y="4569"/>
                      </a:cubicBezTo>
                      <a:cubicBezTo>
                        <a:pt x="757" y="4348"/>
                        <a:pt x="914" y="4190"/>
                        <a:pt x="1103" y="4190"/>
                      </a:cubicBezTo>
                      <a:lnTo>
                        <a:pt x="2143" y="4190"/>
                      </a:lnTo>
                      <a:lnTo>
                        <a:pt x="2143" y="4569"/>
                      </a:lnTo>
                      <a:cubicBezTo>
                        <a:pt x="2143" y="4758"/>
                        <a:pt x="2300" y="4915"/>
                        <a:pt x="2489" y="4915"/>
                      </a:cubicBezTo>
                      <a:cubicBezTo>
                        <a:pt x="2678" y="4915"/>
                        <a:pt x="2836" y="4758"/>
                        <a:pt x="2836" y="4569"/>
                      </a:cubicBezTo>
                      <a:lnTo>
                        <a:pt x="2836" y="4190"/>
                      </a:lnTo>
                      <a:lnTo>
                        <a:pt x="3876" y="4190"/>
                      </a:lnTo>
                      <a:cubicBezTo>
                        <a:pt x="4065" y="4190"/>
                        <a:pt x="4222" y="4348"/>
                        <a:pt x="4222" y="4569"/>
                      </a:cubicBezTo>
                      <a:cubicBezTo>
                        <a:pt x="4222" y="4758"/>
                        <a:pt x="4380" y="4915"/>
                        <a:pt x="4569" y="4915"/>
                      </a:cubicBezTo>
                      <a:cubicBezTo>
                        <a:pt x="4758" y="4915"/>
                        <a:pt x="4915" y="4758"/>
                        <a:pt x="4915" y="4569"/>
                      </a:cubicBezTo>
                      <a:cubicBezTo>
                        <a:pt x="4915" y="3970"/>
                        <a:pt x="4443" y="3529"/>
                        <a:pt x="3907" y="3529"/>
                      </a:cubicBezTo>
                      <a:lnTo>
                        <a:pt x="2867" y="3529"/>
                      </a:lnTo>
                      <a:lnTo>
                        <a:pt x="2867" y="2836"/>
                      </a:lnTo>
                      <a:lnTo>
                        <a:pt x="4537" y="2836"/>
                      </a:lnTo>
                      <a:lnTo>
                        <a:pt x="4537" y="2773"/>
                      </a:lnTo>
                      <a:cubicBezTo>
                        <a:pt x="4726" y="2773"/>
                        <a:pt x="4884" y="2615"/>
                        <a:pt x="4884" y="2426"/>
                      </a:cubicBezTo>
                      <a:cubicBezTo>
                        <a:pt x="4884" y="1481"/>
                        <a:pt x="4096" y="662"/>
                        <a:pt x="3151" y="662"/>
                      </a:cubicBezTo>
                      <a:lnTo>
                        <a:pt x="2804" y="662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9" name="Google Shape;9533;p73">
                  <a:extLst>
                    <a:ext uri="{FF2B5EF4-FFF2-40B4-BE49-F238E27FC236}">
                      <a16:creationId xmlns:a16="http://schemas.microsoft.com/office/drawing/2014/main" id="{FEEC94C7-7B73-6509-F332-8189242AB9AC}"/>
                    </a:ext>
                  </a:extLst>
                </p:cNvPr>
                <p:cNvSpPr/>
                <p:nvPr/>
              </p:nvSpPr>
              <p:spPr>
                <a:xfrm>
                  <a:off x="5527800" y="3598250"/>
                  <a:ext cx="1055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1418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63" y="1103"/>
                        <a:pt x="378" y="1418"/>
                        <a:pt x="725" y="1418"/>
                      </a:cubicBezTo>
                      <a:lnTo>
                        <a:pt x="3875" y="1418"/>
                      </a:lnTo>
                      <a:cubicBezTo>
                        <a:pt x="4064" y="1418"/>
                        <a:pt x="4222" y="1260"/>
                        <a:pt x="4222" y="1071"/>
                      </a:cubicBezTo>
                      <a:lnTo>
                        <a:pt x="4222" y="378"/>
                      </a:lnTo>
                      <a:cubicBezTo>
                        <a:pt x="4222" y="158"/>
                        <a:pt x="4064" y="0"/>
                        <a:pt x="38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0" name="Google Shape;9534;p73">
                  <a:extLst>
                    <a:ext uri="{FF2B5EF4-FFF2-40B4-BE49-F238E27FC236}">
                      <a16:creationId xmlns:a16="http://schemas.microsoft.com/office/drawing/2014/main" id="{8A7E796E-3ACA-1602-B7B3-7DDA2469DD51}"/>
                    </a:ext>
                  </a:extLst>
                </p:cNvPr>
                <p:cNvSpPr/>
                <p:nvPr/>
              </p:nvSpPr>
              <p:spPr>
                <a:xfrm>
                  <a:off x="5545900" y="3651800"/>
                  <a:ext cx="1048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3845" y="1418"/>
                      </a:lnTo>
                      <a:cubicBezTo>
                        <a:pt x="4065" y="1418"/>
                        <a:pt x="4191" y="1261"/>
                        <a:pt x="4191" y="1072"/>
                      </a:cubicBezTo>
                      <a:lnTo>
                        <a:pt x="4191" y="347"/>
                      </a:lnTo>
                      <a:cubicBezTo>
                        <a:pt x="4191" y="158"/>
                        <a:pt x="4065" y="1"/>
                        <a:pt x="38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1" name="Google Shape;9535;p73">
                  <a:extLst>
                    <a:ext uri="{FF2B5EF4-FFF2-40B4-BE49-F238E27FC236}">
                      <a16:creationId xmlns:a16="http://schemas.microsoft.com/office/drawing/2014/main" id="{36C14301-C033-51F6-8549-7E003BCE77E8}"/>
                    </a:ext>
                  </a:extLst>
                </p:cNvPr>
                <p:cNvSpPr/>
                <p:nvPr/>
              </p:nvSpPr>
              <p:spPr>
                <a:xfrm>
                  <a:off x="5529375" y="3754975"/>
                  <a:ext cx="122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1419" extrusionOk="0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4884" y="1418"/>
                      </a:lnTo>
                      <a:lnTo>
                        <a:pt x="4884" y="1"/>
                      </a:lnTo>
                      <a:lnTo>
                        <a:pt x="2773" y="1"/>
                      </a:lnTo>
                      <a:lnTo>
                        <a:pt x="2773" y="347"/>
                      </a:lnTo>
                      <a:cubicBezTo>
                        <a:pt x="2773" y="568"/>
                        <a:pt x="2615" y="725"/>
                        <a:pt x="2426" y="725"/>
                      </a:cubicBezTo>
                      <a:cubicBezTo>
                        <a:pt x="2237" y="725"/>
                        <a:pt x="2080" y="568"/>
                        <a:pt x="2080" y="347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2" name="Google Shape;9536;p73">
                  <a:extLst>
                    <a:ext uri="{FF2B5EF4-FFF2-40B4-BE49-F238E27FC236}">
                      <a16:creationId xmlns:a16="http://schemas.microsoft.com/office/drawing/2014/main" id="{BDAF3913-CF6A-87E2-27A7-96F58D846EAA}"/>
                    </a:ext>
                  </a:extLst>
                </p:cNvPr>
                <p:cNvSpPr/>
                <p:nvPr/>
              </p:nvSpPr>
              <p:spPr>
                <a:xfrm>
                  <a:off x="5511250" y="3703000"/>
                  <a:ext cx="140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1356" extrusionOk="0">
                      <a:moveTo>
                        <a:pt x="1" y="0"/>
                      </a:moveTo>
                      <a:lnTo>
                        <a:pt x="1" y="1355"/>
                      </a:lnTo>
                      <a:lnTo>
                        <a:pt x="5609" y="1355"/>
                      </a:lnTo>
                      <a:lnTo>
                        <a:pt x="5609" y="347"/>
                      </a:lnTo>
                      <a:cubicBezTo>
                        <a:pt x="5577" y="158"/>
                        <a:pt x="5451" y="0"/>
                        <a:pt x="52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3" name="Google Shape;9537;p73">
                  <a:extLst>
                    <a:ext uri="{FF2B5EF4-FFF2-40B4-BE49-F238E27FC236}">
                      <a16:creationId xmlns:a16="http://schemas.microsoft.com/office/drawing/2014/main" id="{2A6E22A2-B8B8-4566-F2E3-C8994818247A}"/>
                    </a:ext>
                  </a:extLst>
                </p:cNvPr>
                <p:cNvSpPr/>
                <p:nvPr/>
              </p:nvSpPr>
              <p:spPr>
                <a:xfrm>
                  <a:off x="5529375" y="3808550"/>
                  <a:ext cx="1229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3498" extrusionOk="0">
                      <a:moveTo>
                        <a:pt x="0" y="0"/>
                      </a:moveTo>
                      <a:lnTo>
                        <a:pt x="0" y="3151"/>
                      </a:lnTo>
                      <a:cubicBezTo>
                        <a:pt x="0" y="3340"/>
                        <a:pt x="158" y="3497"/>
                        <a:pt x="347" y="3497"/>
                      </a:cubicBezTo>
                      <a:cubicBezTo>
                        <a:pt x="536" y="3497"/>
                        <a:pt x="693" y="3340"/>
                        <a:pt x="693" y="3151"/>
                      </a:cubicBezTo>
                      <a:lnTo>
                        <a:pt x="693" y="1418"/>
                      </a:lnTo>
                      <a:lnTo>
                        <a:pt x="4190" y="1418"/>
                      </a:lnTo>
                      <a:lnTo>
                        <a:pt x="4190" y="3151"/>
                      </a:lnTo>
                      <a:cubicBezTo>
                        <a:pt x="4190" y="3340"/>
                        <a:pt x="4348" y="3497"/>
                        <a:pt x="4569" y="3497"/>
                      </a:cubicBezTo>
                      <a:cubicBezTo>
                        <a:pt x="4758" y="3497"/>
                        <a:pt x="4915" y="3340"/>
                        <a:pt x="4915" y="3151"/>
                      </a:cubicBezTo>
                      <a:lnTo>
                        <a:pt x="4915" y="0"/>
                      </a:lnTo>
                      <a:lnTo>
                        <a:pt x="2773" y="0"/>
                      </a:lnTo>
                      <a:lnTo>
                        <a:pt x="2773" y="347"/>
                      </a:lnTo>
                      <a:cubicBezTo>
                        <a:pt x="2773" y="536"/>
                        <a:pt x="2615" y="693"/>
                        <a:pt x="2426" y="693"/>
                      </a:cubicBezTo>
                      <a:cubicBezTo>
                        <a:pt x="2237" y="693"/>
                        <a:pt x="2080" y="536"/>
                        <a:pt x="2080" y="347"/>
                      </a:cubicBez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24" name="Google Shape;9538;p73">
                  <a:extLst>
                    <a:ext uri="{FF2B5EF4-FFF2-40B4-BE49-F238E27FC236}">
                      <a16:creationId xmlns:a16="http://schemas.microsoft.com/office/drawing/2014/main" id="{B8077088-DB92-31CD-8611-413E2C21BE38}"/>
                    </a:ext>
                  </a:extLst>
                </p:cNvPr>
                <p:cNvSpPr/>
                <p:nvPr/>
              </p:nvSpPr>
              <p:spPr>
                <a:xfrm>
                  <a:off x="5408075" y="3651025"/>
                  <a:ext cx="86675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4159" extrusionOk="0">
                      <a:moveTo>
                        <a:pt x="1733" y="0"/>
                      </a:moveTo>
                      <a:cubicBezTo>
                        <a:pt x="788" y="0"/>
                        <a:pt x="1" y="788"/>
                        <a:pt x="1" y="1733"/>
                      </a:cubicBezTo>
                      <a:lnTo>
                        <a:pt x="1" y="3812"/>
                      </a:lnTo>
                      <a:cubicBezTo>
                        <a:pt x="1" y="4001"/>
                        <a:pt x="158" y="4159"/>
                        <a:pt x="347" y="4159"/>
                      </a:cubicBezTo>
                      <a:lnTo>
                        <a:pt x="3120" y="4159"/>
                      </a:lnTo>
                      <a:cubicBezTo>
                        <a:pt x="3309" y="4159"/>
                        <a:pt x="3466" y="4001"/>
                        <a:pt x="3466" y="3812"/>
                      </a:cubicBez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3" name="Google Shape;9539;p73">
                <a:extLst>
                  <a:ext uri="{FF2B5EF4-FFF2-40B4-BE49-F238E27FC236}">
                    <a16:creationId xmlns:a16="http://schemas.microsoft.com/office/drawing/2014/main" id="{B5BF5A20-B68E-AED4-FE09-74D7995B4168}"/>
                  </a:ext>
                </a:extLst>
              </p:cNvPr>
              <p:cNvGrpSpPr/>
              <p:nvPr/>
            </p:nvGrpSpPr>
            <p:grpSpPr>
              <a:xfrm>
                <a:off x="9022644" y="5073172"/>
                <a:ext cx="489964" cy="323559"/>
                <a:chOff x="5358450" y="4015675"/>
                <a:chExt cx="289875" cy="191425"/>
              </a:xfrm>
              <a:grpFill/>
            </p:grpSpPr>
            <p:sp>
              <p:nvSpPr>
                <p:cNvPr id="113" name="Google Shape;9540;p73">
                  <a:extLst>
                    <a:ext uri="{FF2B5EF4-FFF2-40B4-BE49-F238E27FC236}">
                      <a16:creationId xmlns:a16="http://schemas.microsoft.com/office/drawing/2014/main" id="{78A109A8-A8F0-EFFE-90FD-F46233A23DE5}"/>
                    </a:ext>
                  </a:extLst>
                </p:cNvPr>
                <p:cNvSpPr/>
                <p:nvPr/>
              </p:nvSpPr>
              <p:spPr>
                <a:xfrm>
                  <a:off x="5358450" y="4015675"/>
                  <a:ext cx="289875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5" h="3561" extrusionOk="0">
                      <a:moveTo>
                        <a:pt x="5798" y="1"/>
                      </a:moveTo>
                      <a:cubicBezTo>
                        <a:pt x="2773" y="1"/>
                        <a:pt x="316" y="3120"/>
                        <a:pt x="1" y="3561"/>
                      </a:cubicBezTo>
                      <a:cubicBezTo>
                        <a:pt x="1229" y="2679"/>
                        <a:pt x="3561" y="1734"/>
                        <a:pt x="5798" y="1734"/>
                      </a:cubicBezTo>
                      <a:cubicBezTo>
                        <a:pt x="7751" y="1734"/>
                        <a:pt x="10051" y="2490"/>
                        <a:pt x="11595" y="3561"/>
                      </a:cubicBezTo>
                      <a:cubicBezTo>
                        <a:pt x="11280" y="3120"/>
                        <a:pt x="8822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4" name="Google Shape;9541;p73">
                  <a:extLst>
                    <a:ext uri="{FF2B5EF4-FFF2-40B4-BE49-F238E27FC236}">
                      <a16:creationId xmlns:a16="http://schemas.microsoft.com/office/drawing/2014/main" id="{A203F205-0D52-CAF0-02D4-322676FD2EC4}"/>
                    </a:ext>
                  </a:extLst>
                </p:cNvPr>
                <p:cNvSpPr/>
                <p:nvPr/>
              </p:nvSpPr>
              <p:spPr>
                <a:xfrm>
                  <a:off x="5494725" y="41015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5" name="Google Shape;9542;p73">
                  <a:extLst>
                    <a:ext uri="{FF2B5EF4-FFF2-40B4-BE49-F238E27FC236}">
                      <a16:creationId xmlns:a16="http://schemas.microsoft.com/office/drawing/2014/main" id="{46DBF76C-1164-E3CE-657E-119B4EC54ED9}"/>
                    </a:ext>
                  </a:extLst>
                </p:cNvPr>
                <p:cNvSpPr/>
                <p:nvPr/>
              </p:nvSpPr>
              <p:spPr>
                <a:xfrm>
                  <a:off x="5460050" y="4077125"/>
                  <a:ext cx="86675" cy="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120" extrusionOk="0">
                      <a:moveTo>
                        <a:pt x="1734" y="315"/>
                      </a:moveTo>
                      <a:cubicBezTo>
                        <a:pt x="2332" y="315"/>
                        <a:pt x="2773" y="788"/>
                        <a:pt x="2773" y="1323"/>
                      </a:cubicBezTo>
                      <a:cubicBezTo>
                        <a:pt x="2773" y="1922"/>
                        <a:pt x="2269" y="2363"/>
                        <a:pt x="1734" y="2363"/>
                      </a:cubicBezTo>
                      <a:cubicBezTo>
                        <a:pt x="1135" y="2363"/>
                        <a:pt x="694" y="1890"/>
                        <a:pt x="694" y="1323"/>
                      </a:cubicBezTo>
                      <a:cubicBezTo>
                        <a:pt x="663" y="788"/>
                        <a:pt x="1135" y="315"/>
                        <a:pt x="1734" y="315"/>
                      </a:cubicBezTo>
                      <a:close/>
                      <a:moveTo>
                        <a:pt x="1734" y="0"/>
                      </a:moveTo>
                      <a:cubicBezTo>
                        <a:pt x="1324" y="0"/>
                        <a:pt x="978" y="32"/>
                        <a:pt x="599" y="63"/>
                      </a:cubicBezTo>
                      <a:cubicBezTo>
                        <a:pt x="190" y="378"/>
                        <a:pt x="1" y="851"/>
                        <a:pt x="1" y="1386"/>
                      </a:cubicBezTo>
                      <a:cubicBezTo>
                        <a:pt x="1" y="2332"/>
                        <a:pt x="789" y="3119"/>
                        <a:pt x="1734" y="3119"/>
                      </a:cubicBezTo>
                      <a:cubicBezTo>
                        <a:pt x="2679" y="3119"/>
                        <a:pt x="3466" y="2332"/>
                        <a:pt x="3466" y="1386"/>
                      </a:cubicBezTo>
                      <a:cubicBezTo>
                        <a:pt x="3466" y="851"/>
                        <a:pt x="3214" y="378"/>
                        <a:pt x="2868" y="63"/>
                      </a:cubicBezTo>
                      <a:cubicBezTo>
                        <a:pt x="2521" y="32"/>
                        <a:pt x="2112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6" name="Google Shape;9543;p73">
                  <a:extLst>
                    <a:ext uri="{FF2B5EF4-FFF2-40B4-BE49-F238E27FC236}">
                      <a16:creationId xmlns:a16="http://schemas.microsoft.com/office/drawing/2014/main" id="{5CEED346-08F0-1206-2C32-5754685C96E0}"/>
                    </a:ext>
                  </a:extLst>
                </p:cNvPr>
                <p:cNvSpPr/>
                <p:nvPr/>
              </p:nvSpPr>
              <p:spPr>
                <a:xfrm>
                  <a:off x="5362400" y="4084200"/>
                  <a:ext cx="2820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0" h="4916" extrusionOk="0">
                      <a:moveTo>
                        <a:pt x="3466" y="1"/>
                      </a:moveTo>
                      <a:lnTo>
                        <a:pt x="3466" y="1"/>
                      </a:lnTo>
                      <a:cubicBezTo>
                        <a:pt x="2332" y="253"/>
                        <a:pt x="1103" y="820"/>
                        <a:pt x="0" y="1576"/>
                      </a:cubicBezTo>
                      <a:cubicBezTo>
                        <a:pt x="693" y="2395"/>
                        <a:pt x="2899" y="4915"/>
                        <a:pt x="5640" y="4915"/>
                      </a:cubicBezTo>
                      <a:cubicBezTo>
                        <a:pt x="8349" y="4884"/>
                        <a:pt x="10617" y="2395"/>
                        <a:pt x="11279" y="1576"/>
                      </a:cubicBezTo>
                      <a:cubicBezTo>
                        <a:pt x="10176" y="820"/>
                        <a:pt x="8948" y="253"/>
                        <a:pt x="7814" y="1"/>
                      </a:cubicBezTo>
                      <a:lnTo>
                        <a:pt x="7814" y="1"/>
                      </a:lnTo>
                      <a:cubicBezTo>
                        <a:pt x="7971" y="347"/>
                        <a:pt x="8097" y="694"/>
                        <a:pt x="8097" y="1103"/>
                      </a:cubicBezTo>
                      <a:cubicBezTo>
                        <a:pt x="8097" y="2427"/>
                        <a:pt x="6994" y="3529"/>
                        <a:pt x="5640" y="3529"/>
                      </a:cubicBezTo>
                      <a:cubicBezTo>
                        <a:pt x="4316" y="3529"/>
                        <a:pt x="3214" y="2427"/>
                        <a:pt x="3214" y="1103"/>
                      </a:cubicBezTo>
                      <a:cubicBezTo>
                        <a:pt x="3214" y="694"/>
                        <a:pt x="3277" y="347"/>
                        <a:pt x="34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4" name="Google Shape;9544;p73">
                <a:extLst>
                  <a:ext uri="{FF2B5EF4-FFF2-40B4-BE49-F238E27FC236}">
                    <a16:creationId xmlns:a16="http://schemas.microsoft.com/office/drawing/2014/main" id="{343AB4DD-8E74-239A-A17C-27829BB4D07A}"/>
                  </a:ext>
                </a:extLst>
              </p:cNvPr>
              <p:cNvGrpSpPr/>
              <p:nvPr/>
            </p:nvGrpSpPr>
            <p:grpSpPr>
              <a:xfrm>
                <a:off x="10925482" y="3765480"/>
                <a:ext cx="501965" cy="465413"/>
                <a:chOff x="6543825" y="3202075"/>
                <a:chExt cx="296975" cy="275350"/>
              </a:xfrm>
              <a:grpFill/>
            </p:grpSpPr>
            <p:sp>
              <p:nvSpPr>
                <p:cNvPr id="106" name="Google Shape;9545;p73">
                  <a:extLst>
                    <a:ext uri="{FF2B5EF4-FFF2-40B4-BE49-F238E27FC236}">
                      <a16:creationId xmlns:a16="http://schemas.microsoft.com/office/drawing/2014/main" id="{2BC76C94-BCA6-3807-168C-D1D4AAF9EF3F}"/>
                    </a:ext>
                  </a:extLst>
                </p:cNvPr>
                <p:cNvSpPr/>
                <p:nvPr/>
              </p:nvSpPr>
              <p:spPr>
                <a:xfrm>
                  <a:off x="6683250" y="3202075"/>
                  <a:ext cx="17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3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355"/>
                      </a:lnTo>
                      <a:cubicBezTo>
                        <a:pt x="0" y="1576"/>
                        <a:pt x="158" y="1733"/>
                        <a:pt x="347" y="1733"/>
                      </a:cubicBezTo>
                      <a:cubicBezTo>
                        <a:pt x="536" y="1733"/>
                        <a:pt x="693" y="1576"/>
                        <a:pt x="693" y="1355"/>
                      </a:cubicBezTo>
                      <a:lnTo>
                        <a:pt x="693" y="347"/>
                      </a:ln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7" name="Google Shape;9546;p73">
                  <a:extLst>
                    <a:ext uri="{FF2B5EF4-FFF2-40B4-BE49-F238E27FC236}">
                      <a16:creationId xmlns:a16="http://schemas.microsoft.com/office/drawing/2014/main" id="{50B6D039-6714-EED7-7D68-9D13BFE69F1B}"/>
                    </a:ext>
                  </a:extLst>
                </p:cNvPr>
                <p:cNvSpPr/>
                <p:nvPr/>
              </p:nvSpPr>
              <p:spPr>
                <a:xfrm>
                  <a:off x="6613925" y="3236125"/>
                  <a:ext cx="3547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8" extrusionOk="0">
                      <a:moveTo>
                        <a:pt x="363" y="1"/>
                      </a:moveTo>
                      <a:cubicBezTo>
                        <a:pt x="276" y="1"/>
                        <a:pt x="190" y="40"/>
                        <a:pt x="127" y="119"/>
                      </a:cubicBezTo>
                      <a:cubicBezTo>
                        <a:pt x="1" y="245"/>
                        <a:pt x="1" y="466"/>
                        <a:pt x="127" y="592"/>
                      </a:cubicBezTo>
                      <a:lnTo>
                        <a:pt x="820" y="1316"/>
                      </a:lnTo>
                      <a:cubicBezTo>
                        <a:pt x="883" y="1364"/>
                        <a:pt x="969" y="1387"/>
                        <a:pt x="1056" y="1387"/>
                      </a:cubicBezTo>
                      <a:cubicBezTo>
                        <a:pt x="1143" y="1387"/>
                        <a:pt x="1229" y="1364"/>
                        <a:pt x="1292" y="1316"/>
                      </a:cubicBezTo>
                      <a:cubicBezTo>
                        <a:pt x="1418" y="1190"/>
                        <a:pt x="1418" y="938"/>
                        <a:pt x="1292" y="844"/>
                      </a:cubicBezTo>
                      <a:lnTo>
                        <a:pt x="599" y="119"/>
                      </a:lnTo>
                      <a:cubicBezTo>
                        <a:pt x="536" y="40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8" name="Google Shape;9547;p73">
                  <a:extLst>
                    <a:ext uri="{FF2B5EF4-FFF2-40B4-BE49-F238E27FC236}">
                      <a16:creationId xmlns:a16="http://schemas.microsoft.com/office/drawing/2014/main" id="{F19C668F-D8DD-C627-3AB9-0D709F2DB474}"/>
                    </a:ext>
                  </a:extLst>
                </p:cNvPr>
                <p:cNvSpPr/>
                <p:nvPr/>
              </p:nvSpPr>
              <p:spPr>
                <a:xfrm>
                  <a:off x="6734425" y="3236425"/>
                  <a:ext cx="35475" cy="3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76" extrusionOk="0">
                      <a:moveTo>
                        <a:pt x="1054" y="0"/>
                      </a:moveTo>
                      <a:cubicBezTo>
                        <a:pt x="976" y="0"/>
                        <a:pt x="894" y="33"/>
                        <a:pt x="820" y="107"/>
                      </a:cubicBezTo>
                      <a:lnTo>
                        <a:pt x="95" y="832"/>
                      </a:lnTo>
                      <a:cubicBezTo>
                        <a:pt x="1" y="926"/>
                        <a:pt x="1" y="1178"/>
                        <a:pt x="95" y="1304"/>
                      </a:cubicBezTo>
                      <a:cubicBezTo>
                        <a:pt x="158" y="1352"/>
                        <a:pt x="253" y="1375"/>
                        <a:pt x="344" y="1375"/>
                      </a:cubicBezTo>
                      <a:cubicBezTo>
                        <a:pt x="434" y="1375"/>
                        <a:pt x="521" y="1352"/>
                        <a:pt x="568" y="1304"/>
                      </a:cubicBezTo>
                      <a:lnTo>
                        <a:pt x="1293" y="580"/>
                      </a:lnTo>
                      <a:cubicBezTo>
                        <a:pt x="1419" y="454"/>
                        <a:pt x="1419" y="233"/>
                        <a:pt x="1293" y="107"/>
                      </a:cubicBezTo>
                      <a:cubicBezTo>
                        <a:pt x="1226" y="41"/>
                        <a:pt x="1142" y="0"/>
                        <a:pt x="10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9" name="Google Shape;9548;p73">
                  <a:extLst>
                    <a:ext uri="{FF2B5EF4-FFF2-40B4-BE49-F238E27FC236}">
                      <a16:creationId xmlns:a16="http://schemas.microsoft.com/office/drawing/2014/main" id="{3EF43D55-FD12-26FB-0274-E06AAD3F1DD7}"/>
                    </a:ext>
                  </a:extLst>
                </p:cNvPr>
                <p:cNvSpPr/>
                <p:nvPr/>
              </p:nvSpPr>
              <p:spPr>
                <a:xfrm>
                  <a:off x="6805325" y="3322575"/>
                  <a:ext cx="354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3" extrusionOk="0">
                      <a:moveTo>
                        <a:pt x="0" y="1"/>
                      </a:moveTo>
                      <a:lnTo>
                        <a:pt x="0" y="4852"/>
                      </a:lnTo>
                      <a:lnTo>
                        <a:pt x="1040" y="4852"/>
                      </a:lnTo>
                      <a:cubicBezTo>
                        <a:pt x="1261" y="4852"/>
                        <a:pt x="1418" y="4695"/>
                        <a:pt x="1418" y="4506"/>
                      </a:cubicBezTo>
                      <a:lnTo>
                        <a:pt x="1418" y="316"/>
                      </a:lnTo>
                      <a:cubicBezTo>
                        <a:pt x="1355" y="158"/>
                        <a:pt x="1198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0" name="Google Shape;9549;p73">
                  <a:extLst>
                    <a:ext uri="{FF2B5EF4-FFF2-40B4-BE49-F238E27FC236}">
                      <a16:creationId xmlns:a16="http://schemas.microsoft.com/office/drawing/2014/main" id="{8AA40DFB-267D-728F-173E-0BBC3647BCE2}"/>
                    </a:ext>
                  </a:extLst>
                </p:cNvPr>
                <p:cNvSpPr/>
                <p:nvPr/>
              </p:nvSpPr>
              <p:spPr>
                <a:xfrm>
                  <a:off x="6543825" y="3323275"/>
                  <a:ext cx="35475" cy="1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6" extrusionOk="0">
                      <a:moveTo>
                        <a:pt x="323" y="0"/>
                      </a:moveTo>
                      <a:cubicBezTo>
                        <a:pt x="132" y="0"/>
                        <a:pt x="1" y="149"/>
                        <a:pt x="1" y="351"/>
                      </a:cubicBezTo>
                      <a:lnTo>
                        <a:pt x="1" y="4509"/>
                      </a:lnTo>
                      <a:cubicBezTo>
                        <a:pt x="1" y="4698"/>
                        <a:pt x="158" y="4856"/>
                        <a:pt x="379" y="4856"/>
                      </a:cubicBezTo>
                      <a:lnTo>
                        <a:pt x="1418" y="4856"/>
                      </a:lnTo>
                      <a:lnTo>
                        <a:pt x="1418" y="4"/>
                      </a:lnTo>
                      <a:lnTo>
                        <a:pt x="379" y="4"/>
                      </a:lnTo>
                      <a:cubicBezTo>
                        <a:pt x="360" y="1"/>
                        <a:pt x="341" y="0"/>
                        <a:pt x="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1" name="Google Shape;9550;p73">
                  <a:extLst>
                    <a:ext uri="{FF2B5EF4-FFF2-40B4-BE49-F238E27FC236}">
                      <a16:creationId xmlns:a16="http://schemas.microsoft.com/office/drawing/2014/main" id="{9F2F55F0-1B2F-DA82-02EE-68F38F0D9607}"/>
                    </a:ext>
                  </a:extLst>
                </p:cNvPr>
                <p:cNvSpPr/>
                <p:nvPr/>
              </p:nvSpPr>
              <p:spPr>
                <a:xfrm>
                  <a:off x="6643075" y="3332025"/>
                  <a:ext cx="143375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4160" extrusionOk="0">
                      <a:moveTo>
                        <a:pt x="1639" y="1"/>
                      </a:moveTo>
                      <a:cubicBezTo>
                        <a:pt x="1450" y="1"/>
                        <a:pt x="1198" y="158"/>
                        <a:pt x="1072" y="379"/>
                      </a:cubicBezTo>
                      <a:lnTo>
                        <a:pt x="0" y="2490"/>
                      </a:lnTo>
                      <a:cubicBezTo>
                        <a:pt x="158" y="2584"/>
                        <a:pt x="378" y="2616"/>
                        <a:pt x="567" y="2616"/>
                      </a:cubicBezTo>
                      <a:cubicBezTo>
                        <a:pt x="1072" y="2616"/>
                        <a:pt x="1544" y="2364"/>
                        <a:pt x="1796" y="1891"/>
                      </a:cubicBezTo>
                      <a:lnTo>
                        <a:pt x="2017" y="1418"/>
                      </a:lnTo>
                      <a:lnTo>
                        <a:pt x="2710" y="1418"/>
                      </a:lnTo>
                      <a:cubicBezTo>
                        <a:pt x="2899" y="1418"/>
                        <a:pt x="3056" y="1481"/>
                        <a:pt x="3182" y="1607"/>
                      </a:cubicBezTo>
                      <a:lnTo>
                        <a:pt x="5734" y="4159"/>
                      </a:lnTo>
                      <a:lnTo>
                        <a:pt x="573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12" name="Google Shape;9551;p73">
                  <a:extLst>
                    <a:ext uri="{FF2B5EF4-FFF2-40B4-BE49-F238E27FC236}">
                      <a16:creationId xmlns:a16="http://schemas.microsoft.com/office/drawing/2014/main" id="{C0F3B7F9-0D47-C43B-D706-7C800B5A164C}"/>
                    </a:ext>
                  </a:extLst>
                </p:cNvPr>
                <p:cNvSpPr/>
                <p:nvPr/>
              </p:nvSpPr>
              <p:spPr>
                <a:xfrm>
                  <a:off x="6595025" y="3288700"/>
                  <a:ext cx="175675" cy="18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7549" extrusionOk="0">
                      <a:moveTo>
                        <a:pt x="2206" y="1"/>
                      </a:moveTo>
                      <a:cubicBezTo>
                        <a:pt x="1828" y="1"/>
                        <a:pt x="1481" y="221"/>
                        <a:pt x="1261" y="568"/>
                      </a:cubicBezTo>
                      <a:lnTo>
                        <a:pt x="946" y="1198"/>
                      </a:lnTo>
                      <a:cubicBezTo>
                        <a:pt x="914" y="1324"/>
                        <a:pt x="757" y="1419"/>
                        <a:pt x="631" y="1419"/>
                      </a:cubicBezTo>
                      <a:lnTo>
                        <a:pt x="1" y="1419"/>
                      </a:lnTo>
                      <a:lnTo>
                        <a:pt x="1" y="6239"/>
                      </a:lnTo>
                      <a:lnTo>
                        <a:pt x="1576" y="6239"/>
                      </a:lnTo>
                      <a:lnTo>
                        <a:pt x="2584" y="7247"/>
                      </a:lnTo>
                      <a:cubicBezTo>
                        <a:pt x="2768" y="7431"/>
                        <a:pt x="3054" y="7548"/>
                        <a:pt x="3330" y="7548"/>
                      </a:cubicBezTo>
                      <a:cubicBezTo>
                        <a:pt x="3431" y="7548"/>
                        <a:pt x="3531" y="7533"/>
                        <a:pt x="3624" y="7499"/>
                      </a:cubicBezTo>
                      <a:lnTo>
                        <a:pt x="6585" y="6554"/>
                      </a:lnTo>
                      <a:cubicBezTo>
                        <a:pt x="6743" y="6522"/>
                        <a:pt x="6900" y="6396"/>
                        <a:pt x="7026" y="6302"/>
                      </a:cubicBezTo>
                      <a:lnTo>
                        <a:pt x="4537" y="3813"/>
                      </a:lnTo>
                      <a:lnTo>
                        <a:pt x="4380" y="3813"/>
                      </a:lnTo>
                      <a:lnTo>
                        <a:pt x="4348" y="3844"/>
                      </a:lnTo>
                      <a:cubicBezTo>
                        <a:pt x="4033" y="4506"/>
                        <a:pt x="3340" y="4947"/>
                        <a:pt x="2647" y="5042"/>
                      </a:cubicBezTo>
                      <a:cubicBezTo>
                        <a:pt x="2601" y="5044"/>
                        <a:pt x="2556" y="5046"/>
                        <a:pt x="2511" y="5046"/>
                      </a:cubicBezTo>
                      <a:cubicBezTo>
                        <a:pt x="2046" y="5046"/>
                        <a:pt x="1698" y="4899"/>
                        <a:pt x="1324" y="4727"/>
                      </a:cubicBezTo>
                      <a:cubicBezTo>
                        <a:pt x="1103" y="4632"/>
                        <a:pt x="1040" y="4412"/>
                        <a:pt x="1166" y="4254"/>
                      </a:cubicBezTo>
                      <a:lnTo>
                        <a:pt x="2363" y="1797"/>
                      </a:lnTo>
                      <a:cubicBezTo>
                        <a:pt x="2615" y="1324"/>
                        <a:pt x="3088" y="1041"/>
                        <a:pt x="3592" y="1041"/>
                      </a:cubicBezTo>
                      <a:lnTo>
                        <a:pt x="5104" y="1041"/>
                      </a:lnTo>
                      <a:cubicBezTo>
                        <a:pt x="5167" y="852"/>
                        <a:pt x="5262" y="631"/>
                        <a:pt x="5262" y="347"/>
                      </a:cubicBezTo>
                      <a:cubicBezTo>
                        <a:pt x="5262" y="158"/>
                        <a:pt x="5104" y="1"/>
                        <a:pt x="48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5" name="Google Shape;9552;p73">
                <a:extLst>
                  <a:ext uri="{FF2B5EF4-FFF2-40B4-BE49-F238E27FC236}">
                    <a16:creationId xmlns:a16="http://schemas.microsoft.com/office/drawing/2014/main" id="{0810D338-0255-099D-50EE-BACDAECC47FD}"/>
                  </a:ext>
                </a:extLst>
              </p:cNvPr>
              <p:cNvGrpSpPr/>
              <p:nvPr/>
            </p:nvGrpSpPr>
            <p:grpSpPr>
              <a:xfrm>
                <a:off x="3302959" y="3747882"/>
                <a:ext cx="500612" cy="500612"/>
                <a:chOff x="2037825" y="3254050"/>
                <a:chExt cx="296175" cy="296175"/>
              </a:xfrm>
              <a:grpFill/>
            </p:grpSpPr>
            <p:sp>
              <p:nvSpPr>
                <p:cNvPr id="100" name="Google Shape;9553;p73">
                  <a:extLst>
                    <a:ext uri="{FF2B5EF4-FFF2-40B4-BE49-F238E27FC236}">
                      <a16:creationId xmlns:a16="http://schemas.microsoft.com/office/drawing/2014/main" id="{1B37DB6E-37AC-98A1-3B98-C09B448F346F}"/>
                    </a:ext>
                  </a:extLst>
                </p:cNvPr>
                <p:cNvSpPr/>
                <p:nvPr/>
              </p:nvSpPr>
              <p:spPr>
                <a:xfrm>
                  <a:off x="2063825" y="3254050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9"/>
                        <a:pt x="788" y="3466"/>
                        <a:pt x="1733" y="3466"/>
                      </a:cubicBezTo>
                      <a:cubicBezTo>
                        <a:pt x="2678" y="3466"/>
                        <a:pt x="3466" y="2679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1" name="Google Shape;9554;p73">
                  <a:extLst>
                    <a:ext uri="{FF2B5EF4-FFF2-40B4-BE49-F238E27FC236}">
                      <a16:creationId xmlns:a16="http://schemas.microsoft.com/office/drawing/2014/main" id="{1FCC100A-FD55-CDA2-E470-3E75E6C273CD}"/>
                    </a:ext>
                  </a:extLst>
                </p:cNvPr>
                <p:cNvSpPr/>
                <p:nvPr/>
              </p:nvSpPr>
              <p:spPr>
                <a:xfrm>
                  <a:off x="2178025" y="3289500"/>
                  <a:ext cx="104000" cy="6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7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95" y="662"/>
                        <a:pt x="316" y="662"/>
                      </a:cubicBezTo>
                      <a:lnTo>
                        <a:pt x="2395" y="662"/>
                      </a:lnTo>
                      <a:cubicBezTo>
                        <a:pt x="2584" y="662"/>
                        <a:pt x="2742" y="820"/>
                        <a:pt x="2742" y="1009"/>
                      </a:cubicBezTo>
                      <a:lnTo>
                        <a:pt x="2742" y="1576"/>
                      </a:lnTo>
                      <a:lnTo>
                        <a:pt x="2616" y="1450"/>
                      </a:lnTo>
                      <a:cubicBezTo>
                        <a:pt x="2568" y="1387"/>
                        <a:pt x="2482" y="1355"/>
                        <a:pt x="2391" y="1355"/>
                      </a:cubicBezTo>
                      <a:cubicBezTo>
                        <a:pt x="2301" y="1355"/>
                        <a:pt x="2206" y="1387"/>
                        <a:pt x="2143" y="1450"/>
                      </a:cubicBezTo>
                      <a:cubicBezTo>
                        <a:pt x="2049" y="1576"/>
                        <a:pt x="2049" y="1796"/>
                        <a:pt x="2143" y="1922"/>
                      </a:cubicBezTo>
                      <a:lnTo>
                        <a:pt x="2868" y="2647"/>
                      </a:lnTo>
                      <a:cubicBezTo>
                        <a:pt x="2931" y="2694"/>
                        <a:pt x="3017" y="2718"/>
                        <a:pt x="3104" y="2718"/>
                      </a:cubicBezTo>
                      <a:cubicBezTo>
                        <a:pt x="3191" y="2718"/>
                        <a:pt x="3277" y="2694"/>
                        <a:pt x="3340" y="2647"/>
                      </a:cubicBezTo>
                      <a:lnTo>
                        <a:pt x="4033" y="1922"/>
                      </a:lnTo>
                      <a:cubicBezTo>
                        <a:pt x="4159" y="1796"/>
                        <a:pt x="4159" y="1576"/>
                        <a:pt x="4033" y="1450"/>
                      </a:cubicBezTo>
                      <a:cubicBezTo>
                        <a:pt x="3986" y="1387"/>
                        <a:pt x="3899" y="1355"/>
                        <a:pt x="3809" y="1355"/>
                      </a:cubicBezTo>
                      <a:cubicBezTo>
                        <a:pt x="3718" y="1355"/>
                        <a:pt x="3624" y="1387"/>
                        <a:pt x="3561" y="1450"/>
                      </a:cubicBezTo>
                      <a:lnTo>
                        <a:pt x="3466" y="1576"/>
                      </a:lnTo>
                      <a:lnTo>
                        <a:pt x="3466" y="1009"/>
                      </a:lnTo>
                      <a:cubicBezTo>
                        <a:pt x="3466" y="441"/>
                        <a:pt x="2994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2" name="Google Shape;9555;p73">
                  <a:extLst>
                    <a:ext uri="{FF2B5EF4-FFF2-40B4-BE49-F238E27FC236}">
                      <a16:creationId xmlns:a16="http://schemas.microsoft.com/office/drawing/2014/main" id="{0E99F730-C176-AA4E-697D-453A59974578}"/>
                    </a:ext>
                  </a:extLst>
                </p:cNvPr>
                <p:cNvSpPr/>
                <p:nvPr/>
              </p:nvSpPr>
              <p:spPr>
                <a:xfrm>
                  <a:off x="2070125" y="3444225"/>
                  <a:ext cx="1063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763" extrusionOk="0">
                      <a:moveTo>
                        <a:pt x="1095" y="0"/>
                      </a:moveTo>
                      <a:cubicBezTo>
                        <a:pt x="1002" y="0"/>
                        <a:pt x="904" y="28"/>
                        <a:pt x="820" y="112"/>
                      </a:cubicBezTo>
                      <a:lnTo>
                        <a:pt x="127" y="805"/>
                      </a:lnTo>
                      <a:cubicBezTo>
                        <a:pt x="1" y="931"/>
                        <a:pt x="1" y="1184"/>
                        <a:pt x="127" y="1278"/>
                      </a:cubicBezTo>
                      <a:cubicBezTo>
                        <a:pt x="190" y="1341"/>
                        <a:pt x="276" y="1373"/>
                        <a:pt x="363" y="1373"/>
                      </a:cubicBezTo>
                      <a:cubicBezTo>
                        <a:pt x="449" y="1373"/>
                        <a:pt x="536" y="1341"/>
                        <a:pt x="599" y="1278"/>
                      </a:cubicBezTo>
                      <a:lnTo>
                        <a:pt x="725" y="1184"/>
                      </a:lnTo>
                      <a:lnTo>
                        <a:pt x="725" y="1719"/>
                      </a:lnTo>
                      <a:cubicBezTo>
                        <a:pt x="725" y="2318"/>
                        <a:pt x="1198" y="2759"/>
                        <a:pt x="1733" y="2759"/>
                      </a:cubicBezTo>
                      <a:lnTo>
                        <a:pt x="3813" y="2759"/>
                      </a:lnTo>
                      <a:cubicBezTo>
                        <a:pt x="3837" y="2761"/>
                        <a:pt x="3861" y="2763"/>
                        <a:pt x="3883" y="2763"/>
                      </a:cubicBezTo>
                      <a:cubicBezTo>
                        <a:pt x="4122" y="2763"/>
                        <a:pt x="4254" y="2616"/>
                        <a:pt x="4254" y="2444"/>
                      </a:cubicBezTo>
                      <a:cubicBezTo>
                        <a:pt x="4254" y="2223"/>
                        <a:pt x="4096" y="2066"/>
                        <a:pt x="3907" y="2066"/>
                      </a:cubicBezTo>
                      <a:lnTo>
                        <a:pt x="1828" y="2066"/>
                      </a:lnTo>
                      <a:cubicBezTo>
                        <a:pt x="1639" y="2066"/>
                        <a:pt x="1481" y="1908"/>
                        <a:pt x="1481" y="1719"/>
                      </a:cubicBezTo>
                      <a:lnTo>
                        <a:pt x="1481" y="1184"/>
                      </a:lnTo>
                      <a:lnTo>
                        <a:pt x="1576" y="1278"/>
                      </a:lnTo>
                      <a:cubicBezTo>
                        <a:pt x="1639" y="1341"/>
                        <a:pt x="1733" y="1373"/>
                        <a:pt x="1824" y="1373"/>
                      </a:cubicBezTo>
                      <a:cubicBezTo>
                        <a:pt x="1914" y="1373"/>
                        <a:pt x="2001" y="1341"/>
                        <a:pt x="2048" y="1278"/>
                      </a:cubicBezTo>
                      <a:cubicBezTo>
                        <a:pt x="2174" y="1184"/>
                        <a:pt x="2174" y="931"/>
                        <a:pt x="2048" y="805"/>
                      </a:cubicBezTo>
                      <a:lnTo>
                        <a:pt x="1355" y="112"/>
                      </a:lnTo>
                      <a:cubicBezTo>
                        <a:pt x="1292" y="81"/>
                        <a:pt x="1261" y="81"/>
                        <a:pt x="1229" y="18"/>
                      </a:cubicBezTo>
                      <a:cubicBezTo>
                        <a:pt x="1187" y="7"/>
                        <a:pt x="1142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3" name="Google Shape;9556;p73">
                  <a:extLst>
                    <a:ext uri="{FF2B5EF4-FFF2-40B4-BE49-F238E27FC236}">
                      <a16:creationId xmlns:a16="http://schemas.microsoft.com/office/drawing/2014/main" id="{ED43223C-4F49-00CA-4220-041845D799F3}"/>
                    </a:ext>
                  </a:extLst>
                </p:cNvPr>
                <p:cNvSpPr/>
                <p:nvPr/>
              </p:nvSpPr>
              <p:spPr>
                <a:xfrm>
                  <a:off x="2219775" y="3375350"/>
                  <a:ext cx="89025" cy="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35" extrusionOk="0">
                      <a:moveTo>
                        <a:pt x="1796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47"/>
                        <a:pt x="788" y="3434"/>
                        <a:pt x="1796" y="3434"/>
                      </a:cubicBezTo>
                      <a:cubicBezTo>
                        <a:pt x="2741" y="3434"/>
                        <a:pt x="3561" y="2647"/>
                        <a:pt x="3561" y="1733"/>
                      </a:cubicBezTo>
                      <a:cubicBezTo>
                        <a:pt x="3561" y="788"/>
                        <a:pt x="2773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4" name="Google Shape;9557;p73">
                  <a:extLst>
                    <a:ext uri="{FF2B5EF4-FFF2-40B4-BE49-F238E27FC236}">
                      <a16:creationId xmlns:a16="http://schemas.microsoft.com/office/drawing/2014/main" id="{9FB90141-07CA-9C30-C07F-4626916BBB2F}"/>
                    </a:ext>
                  </a:extLst>
                </p:cNvPr>
                <p:cNvSpPr/>
                <p:nvPr/>
              </p:nvSpPr>
              <p:spPr>
                <a:xfrm>
                  <a:off x="2037825" y="3339125"/>
                  <a:ext cx="138650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3529" extrusionOk="0">
                      <a:moveTo>
                        <a:pt x="1072" y="0"/>
                      </a:moveTo>
                      <a:cubicBezTo>
                        <a:pt x="442" y="536"/>
                        <a:pt x="32" y="1292"/>
                        <a:pt x="32" y="2143"/>
                      </a:cubicBezTo>
                      <a:lnTo>
                        <a:pt x="32" y="3182"/>
                      </a:lnTo>
                      <a:cubicBezTo>
                        <a:pt x="1" y="3371"/>
                        <a:pt x="158" y="3529"/>
                        <a:pt x="347" y="3529"/>
                      </a:cubicBezTo>
                      <a:lnTo>
                        <a:pt x="5199" y="3529"/>
                      </a:lnTo>
                      <a:cubicBezTo>
                        <a:pt x="5388" y="3529"/>
                        <a:pt x="5546" y="3371"/>
                        <a:pt x="5546" y="3182"/>
                      </a:cubicBezTo>
                      <a:lnTo>
                        <a:pt x="5546" y="2143"/>
                      </a:lnTo>
                      <a:cubicBezTo>
                        <a:pt x="5546" y="1292"/>
                        <a:pt x="5168" y="536"/>
                        <a:pt x="4538" y="0"/>
                      </a:cubicBezTo>
                      <a:cubicBezTo>
                        <a:pt x="4096" y="473"/>
                        <a:pt x="3466" y="756"/>
                        <a:pt x="2805" y="756"/>
                      </a:cubicBezTo>
                      <a:cubicBezTo>
                        <a:pt x="2143" y="756"/>
                        <a:pt x="1513" y="504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105" name="Google Shape;9558;p73">
                  <a:extLst>
                    <a:ext uri="{FF2B5EF4-FFF2-40B4-BE49-F238E27FC236}">
                      <a16:creationId xmlns:a16="http://schemas.microsoft.com/office/drawing/2014/main" id="{DD5EF719-13AF-D488-6383-5CA6F499B8EA}"/>
                    </a:ext>
                  </a:extLst>
                </p:cNvPr>
                <p:cNvSpPr/>
                <p:nvPr/>
              </p:nvSpPr>
              <p:spPr>
                <a:xfrm>
                  <a:off x="2193775" y="3460400"/>
                  <a:ext cx="140225" cy="8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3593" extrusionOk="0">
                      <a:moveTo>
                        <a:pt x="1009" y="1"/>
                      </a:moveTo>
                      <a:cubicBezTo>
                        <a:pt x="379" y="537"/>
                        <a:pt x="1" y="1261"/>
                        <a:pt x="1" y="2143"/>
                      </a:cubicBezTo>
                      <a:lnTo>
                        <a:pt x="1" y="3246"/>
                      </a:lnTo>
                      <a:cubicBezTo>
                        <a:pt x="1" y="3435"/>
                        <a:pt x="158" y="3592"/>
                        <a:pt x="347" y="3592"/>
                      </a:cubicBezTo>
                      <a:lnTo>
                        <a:pt x="5262" y="3592"/>
                      </a:lnTo>
                      <a:cubicBezTo>
                        <a:pt x="5451" y="3592"/>
                        <a:pt x="5609" y="3435"/>
                        <a:pt x="5609" y="3246"/>
                      </a:cubicBezTo>
                      <a:lnTo>
                        <a:pt x="5609" y="2143"/>
                      </a:lnTo>
                      <a:cubicBezTo>
                        <a:pt x="5577" y="1261"/>
                        <a:pt x="5199" y="537"/>
                        <a:pt x="4569" y="1"/>
                      </a:cubicBezTo>
                      <a:cubicBezTo>
                        <a:pt x="4128" y="474"/>
                        <a:pt x="3498" y="757"/>
                        <a:pt x="2773" y="757"/>
                      </a:cubicBezTo>
                      <a:cubicBezTo>
                        <a:pt x="2080" y="757"/>
                        <a:pt x="1450" y="474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6" name="Google Shape;9559;p73">
                <a:extLst>
                  <a:ext uri="{FF2B5EF4-FFF2-40B4-BE49-F238E27FC236}">
                    <a16:creationId xmlns:a16="http://schemas.microsoft.com/office/drawing/2014/main" id="{DA9FCF29-8F17-2809-3E15-1836AA1B4545}"/>
                  </a:ext>
                </a:extLst>
              </p:cNvPr>
              <p:cNvGrpSpPr/>
              <p:nvPr/>
            </p:nvGrpSpPr>
            <p:grpSpPr>
              <a:xfrm>
                <a:off x="3300297" y="4378750"/>
                <a:ext cx="505937" cy="498964"/>
                <a:chOff x="2034675" y="3617925"/>
                <a:chExt cx="299325" cy="295200"/>
              </a:xfrm>
              <a:grpFill/>
            </p:grpSpPr>
            <p:sp>
              <p:nvSpPr>
                <p:cNvPr id="95" name="Google Shape;9560;p73">
                  <a:extLst>
                    <a:ext uri="{FF2B5EF4-FFF2-40B4-BE49-F238E27FC236}">
                      <a16:creationId xmlns:a16="http://schemas.microsoft.com/office/drawing/2014/main" id="{4B00E7E1-62B0-5786-925D-5B37E44A0187}"/>
                    </a:ext>
                  </a:extLst>
                </p:cNvPr>
                <p:cNvSpPr/>
                <p:nvPr/>
              </p:nvSpPr>
              <p:spPr>
                <a:xfrm>
                  <a:off x="2195350" y="3721900"/>
                  <a:ext cx="693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56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lnTo>
                        <a:pt x="2773" y="1355"/>
                      </a:lnTo>
                      <a:cubicBezTo>
                        <a:pt x="2773" y="599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6" name="Google Shape;9561;p73">
                  <a:extLst>
                    <a:ext uri="{FF2B5EF4-FFF2-40B4-BE49-F238E27FC236}">
                      <a16:creationId xmlns:a16="http://schemas.microsoft.com/office/drawing/2014/main" id="{D5A9929B-6A21-76ED-C936-6E107DD014FB}"/>
                    </a:ext>
                  </a:extLst>
                </p:cNvPr>
                <p:cNvSpPr/>
                <p:nvPr/>
              </p:nvSpPr>
              <p:spPr>
                <a:xfrm>
                  <a:off x="2211900" y="3669125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7" name="Google Shape;9562;p73">
                  <a:extLst>
                    <a:ext uri="{FF2B5EF4-FFF2-40B4-BE49-F238E27FC236}">
                      <a16:creationId xmlns:a16="http://schemas.microsoft.com/office/drawing/2014/main" id="{723A612E-4309-C7C7-7C2C-D73BCFF53A55}"/>
                    </a:ext>
                  </a:extLst>
                </p:cNvPr>
                <p:cNvSpPr/>
                <p:nvPr/>
              </p:nvSpPr>
              <p:spPr>
                <a:xfrm>
                  <a:off x="2125250" y="3617925"/>
                  <a:ext cx="2087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0" h="8350" extrusionOk="0">
                      <a:moveTo>
                        <a:pt x="4128" y="1387"/>
                      </a:moveTo>
                      <a:cubicBezTo>
                        <a:pt x="4884" y="1387"/>
                        <a:pt x="5514" y="2017"/>
                        <a:pt x="5514" y="2773"/>
                      </a:cubicBezTo>
                      <a:cubicBezTo>
                        <a:pt x="5514" y="3120"/>
                        <a:pt x="5357" y="3466"/>
                        <a:pt x="5136" y="3718"/>
                      </a:cubicBezTo>
                      <a:cubicBezTo>
                        <a:pt x="5766" y="4065"/>
                        <a:pt x="6176" y="4727"/>
                        <a:pt x="6176" y="5514"/>
                      </a:cubicBezTo>
                      <a:lnTo>
                        <a:pt x="6176" y="5892"/>
                      </a:lnTo>
                      <a:lnTo>
                        <a:pt x="6270" y="5892"/>
                      </a:lnTo>
                      <a:cubicBezTo>
                        <a:pt x="6270" y="6081"/>
                        <a:pt x="6113" y="6239"/>
                        <a:pt x="5924" y="6239"/>
                      </a:cubicBezTo>
                      <a:lnTo>
                        <a:pt x="2458" y="6239"/>
                      </a:lnTo>
                      <a:cubicBezTo>
                        <a:pt x="2238" y="6239"/>
                        <a:pt x="2080" y="6081"/>
                        <a:pt x="2080" y="5892"/>
                      </a:cubicBezTo>
                      <a:lnTo>
                        <a:pt x="2080" y="5514"/>
                      </a:lnTo>
                      <a:cubicBezTo>
                        <a:pt x="2080" y="4727"/>
                        <a:pt x="2521" y="4065"/>
                        <a:pt x="3151" y="3718"/>
                      </a:cubicBezTo>
                      <a:cubicBezTo>
                        <a:pt x="2931" y="3466"/>
                        <a:pt x="2773" y="3120"/>
                        <a:pt x="2773" y="2773"/>
                      </a:cubicBezTo>
                      <a:cubicBezTo>
                        <a:pt x="2773" y="2017"/>
                        <a:pt x="3403" y="1387"/>
                        <a:pt x="4128" y="1387"/>
                      </a:cubicBezTo>
                      <a:close/>
                      <a:moveTo>
                        <a:pt x="4191" y="1"/>
                      </a:moveTo>
                      <a:cubicBezTo>
                        <a:pt x="1891" y="1"/>
                        <a:pt x="1" y="1860"/>
                        <a:pt x="1" y="4191"/>
                      </a:cubicBezTo>
                      <a:cubicBezTo>
                        <a:pt x="1" y="6522"/>
                        <a:pt x="1860" y="8350"/>
                        <a:pt x="4191" y="8350"/>
                      </a:cubicBezTo>
                      <a:cubicBezTo>
                        <a:pt x="6459" y="8350"/>
                        <a:pt x="8350" y="6522"/>
                        <a:pt x="8350" y="4191"/>
                      </a:cubicBezTo>
                      <a:cubicBezTo>
                        <a:pt x="8350" y="1860"/>
                        <a:pt x="6459" y="1"/>
                        <a:pt x="41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8" name="Google Shape;9563;p73">
                  <a:extLst>
                    <a:ext uri="{FF2B5EF4-FFF2-40B4-BE49-F238E27FC236}">
                      <a16:creationId xmlns:a16="http://schemas.microsoft.com/office/drawing/2014/main" id="{E281AB34-3B91-3366-B42C-F393160CD128}"/>
                    </a:ext>
                  </a:extLst>
                </p:cNvPr>
                <p:cNvSpPr/>
                <p:nvPr/>
              </p:nvSpPr>
              <p:spPr>
                <a:xfrm>
                  <a:off x="2107150" y="3771525"/>
                  <a:ext cx="732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899" extrusionOk="0">
                      <a:moveTo>
                        <a:pt x="504" y="0"/>
                      </a:moveTo>
                      <a:lnTo>
                        <a:pt x="378" y="126"/>
                      </a:lnTo>
                      <a:cubicBezTo>
                        <a:pt x="0" y="536"/>
                        <a:pt x="0" y="1198"/>
                        <a:pt x="378" y="1576"/>
                      </a:cubicBezTo>
                      <a:lnTo>
                        <a:pt x="1355" y="2584"/>
                      </a:lnTo>
                      <a:cubicBezTo>
                        <a:pt x="1576" y="2773"/>
                        <a:pt x="1828" y="2899"/>
                        <a:pt x="2111" y="2899"/>
                      </a:cubicBezTo>
                      <a:cubicBezTo>
                        <a:pt x="2395" y="2899"/>
                        <a:pt x="2678" y="2773"/>
                        <a:pt x="2867" y="2584"/>
                      </a:cubicBezTo>
                      <a:lnTo>
                        <a:pt x="2930" y="2458"/>
                      </a:lnTo>
                      <a:cubicBezTo>
                        <a:pt x="1828" y="1985"/>
                        <a:pt x="977" y="1071"/>
                        <a:pt x="5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9" name="Google Shape;9564;p73">
                  <a:extLst>
                    <a:ext uri="{FF2B5EF4-FFF2-40B4-BE49-F238E27FC236}">
                      <a16:creationId xmlns:a16="http://schemas.microsoft.com/office/drawing/2014/main" id="{3FABD853-C840-E79D-3F16-DDBFDAD1E92C}"/>
                    </a:ext>
                  </a:extLst>
                </p:cNvPr>
                <p:cNvSpPr/>
                <p:nvPr/>
              </p:nvSpPr>
              <p:spPr>
                <a:xfrm>
                  <a:off x="2034675" y="3816425"/>
                  <a:ext cx="100050" cy="9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3868" extrusionOk="0">
                      <a:moveTo>
                        <a:pt x="2521" y="0"/>
                      </a:moveTo>
                      <a:lnTo>
                        <a:pt x="410" y="2111"/>
                      </a:lnTo>
                      <a:cubicBezTo>
                        <a:pt x="1" y="2520"/>
                        <a:pt x="1" y="3182"/>
                        <a:pt x="410" y="3560"/>
                      </a:cubicBezTo>
                      <a:cubicBezTo>
                        <a:pt x="599" y="3765"/>
                        <a:pt x="867" y="3867"/>
                        <a:pt x="1135" y="3867"/>
                      </a:cubicBezTo>
                      <a:cubicBezTo>
                        <a:pt x="1403" y="3867"/>
                        <a:pt x="1671" y="3765"/>
                        <a:pt x="1860" y="3560"/>
                      </a:cubicBezTo>
                      <a:lnTo>
                        <a:pt x="4002" y="1449"/>
                      </a:lnTo>
                      <a:cubicBezTo>
                        <a:pt x="3907" y="1418"/>
                        <a:pt x="3844" y="1323"/>
                        <a:pt x="3750" y="1260"/>
                      </a:cubicBezTo>
                      <a:lnTo>
                        <a:pt x="2773" y="252"/>
                      </a:lnTo>
                      <a:cubicBezTo>
                        <a:pt x="2679" y="189"/>
                        <a:pt x="2616" y="95"/>
                        <a:pt x="25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7" name="Google Shape;9565;p73">
                <a:extLst>
                  <a:ext uri="{FF2B5EF4-FFF2-40B4-BE49-F238E27FC236}">
                    <a16:creationId xmlns:a16="http://schemas.microsoft.com/office/drawing/2014/main" id="{24E44911-B520-8011-478C-8F501B122B42}"/>
                  </a:ext>
                </a:extLst>
              </p:cNvPr>
              <p:cNvGrpSpPr/>
              <p:nvPr/>
            </p:nvGrpSpPr>
            <p:grpSpPr>
              <a:xfrm>
                <a:off x="3302959" y="4985321"/>
                <a:ext cx="500612" cy="499261"/>
                <a:chOff x="2037825" y="3981825"/>
                <a:chExt cx="296175" cy="295375"/>
              </a:xfrm>
              <a:grpFill/>
            </p:grpSpPr>
            <p:sp>
              <p:nvSpPr>
                <p:cNvPr id="92" name="Google Shape;9566;p73">
                  <a:extLst>
                    <a:ext uri="{FF2B5EF4-FFF2-40B4-BE49-F238E27FC236}">
                      <a16:creationId xmlns:a16="http://schemas.microsoft.com/office/drawing/2014/main" id="{3628444E-59BE-FF9B-1AA3-673AE7C8EF94}"/>
                    </a:ext>
                  </a:extLst>
                </p:cNvPr>
                <p:cNvSpPr/>
                <p:nvPr/>
              </p:nvSpPr>
              <p:spPr>
                <a:xfrm>
                  <a:off x="2072500" y="4085775"/>
                  <a:ext cx="882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3467" extrusionOk="0">
                      <a:moveTo>
                        <a:pt x="1764" y="1"/>
                      </a:moveTo>
                      <a:cubicBezTo>
                        <a:pt x="819" y="1"/>
                        <a:pt x="0" y="788"/>
                        <a:pt x="0" y="1734"/>
                      </a:cubicBezTo>
                      <a:cubicBezTo>
                        <a:pt x="0" y="2679"/>
                        <a:pt x="819" y="3466"/>
                        <a:pt x="1764" y="3466"/>
                      </a:cubicBezTo>
                      <a:cubicBezTo>
                        <a:pt x="2709" y="3466"/>
                        <a:pt x="3529" y="2679"/>
                        <a:pt x="3529" y="1734"/>
                      </a:cubicBezTo>
                      <a:cubicBezTo>
                        <a:pt x="3529" y="788"/>
                        <a:pt x="2741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3" name="Google Shape;9567;p73">
                  <a:extLst>
                    <a:ext uri="{FF2B5EF4-FFF2-40B4-BE49-F238E27FC236}">
                      <a16:creationId xmlns:a16="http://schemas.microsoft.com/office/drawing/2014/main" id="{D133633F-041F-FBB1-6158-636AD83CA0E6}"/>
                    </a:ext>
                  </a:extLst>
                </p:cNvPr>
                <p:cNvSpPr/>
                <p:nvPr/>
              </p:nvSpPr>
              <p:spPr>
                <a:xfrm>
                  <a:off x="2176450" y="398182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733"/>
                      </a:moveTo>
                      <a:cubicBezTo>
                        <a:pt x="3372" y="1733"/>
                        <a:pt x="3529" y="1890"/>
                        <a:pt x="3529" y="2079"/>
                      </a:cubicBezTo>
                      <a:cubicBezTo>
                        <a:pt x="3529" y="2268"/>
                        <a:pt x="3372" y="2426"/>
                        <a:pt x="3151" y="2426"/>
                      </a:cubicBezTo>
                      <a:cubicBezTo>
                        <a:pt x="2962" y="2426"/>
                        <a:pt x="2805" y="2268"/>
                        <a:pt x="2805" y="2079"/>
                      </a:cubicBezTo>
                      <a:cubicBezTo>
                        <a:pt x="2805" y="1890"/>
                        <a:pt x="2962" y="1733"/>
                        <a:pt x="3151" y="1733"/>
                      </a:cubicBezTo>
                      <a:close/>
                      <a:moveTo>
                        <a:pt x="3151" y="2773"/>
                      </a:moveTo>
                      <a:cubicBezTo>
                        <a:pt x="3372" y="2773"/>
                        <a:pt x="3529" y="2930"/>
                        <a:pt x="3529" y="3151"/>
                      </a:cubicBezTo>
                      <a:lnTo>
                        <a:pt x="3529" y="4505"/>
                      </a:lnTo>
                      <a:cubicBezTo>
                        <a:pt x="3529" y="4726"/>
                        <a:pt x="3372" y="4883"/>
                        <a:pt x="3151" y="4883"/>
                      </a:cubicBezTo>
                      <a:cubicBezTo>
                        <a:pt x="2962" y="4883"/>
                        <a:pt x="2805" y="4726"/>
                        <a:pt x="2805" y="4505"/>
                      </a:cubicBezTo>
                      <a:lnTo>
                        <a:pt x="2805" y="3151"/>
                      </a:lnTo>
                      <a:cubicBezTo>
                        <a:pt x="2805" y="2930"/>
                        <a:pt x="2962" y="2773"/>
                        <a:pt x="3151" y="2773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64" y="1418"/>
                        <a:pt x="64" y="3088"/>
                      </a:cubicBezTo>
                      <a:cubicBezTo>
                        <a:pt x="64" y="3655"/>
                        <a:pt x="158" y="4159"/>
                        <a:pt x="442" y="4631"/>
                      </a:cubicBezTo>
                      <a:lnTo>
                        <a:pt x="64" y="5765"/>
                      </a:lnTo>
                      <a:cubicBezTo>
                        <a:pt x="1" y="5892"/>
                        <a:pt x="64" y="6018"/>
                        <a:pt x="127" y="6112"/>
                      </a:cubicBezTo>
                      <a:cubicBezTo>
                        <a:pt x="190" y="6207"/>
                        <a:pt x="379" y="6238"/>
                        <a:pt x="473" y="6238"/>
                      </a:cubicBezTo>
                      <a:lnTo>
                        <a:pt x="1796" y="5923"/>
                      </a:lnTo>
                      <a:cubicBezTo>
                        <a:pt x="2206" y="6175"/>
                        <a:pt x="2679" y="6238"/>
                        <a:pt x="3214" y="6238"/>
                      </a:cubicBezTo>
                      <a:cubicBezTo>
                        <a:pt x="4947" y="6238"/>
                        <a:pt x="6302" y="4820"/>
                        <a:pt x="6302" y="3119"/>
                      </a:cubicBezTo>
                      <a:cubicBezTo>
                        <a:pt x="6270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4" name="Google Shape;9568;p73">
                  <a:extLst>
                    <a:ext uri="{FF2B5EF4-FFF2-40B4-BE49-F238E27FC236}">
                      <a16:creationId xmlns:a16="http://schemas.microsoft.com/office/drawing/2014/main" id="{3001060F-5E19-D54F-1BE2-C94D5BD0C84B}"/>
                    </a:ext>
                  </a:extLst>
                </p:cNvPr>
                <p:cNvSpPr/>
                <p:nvPr/>
              </p:nvSpPr>
              <p:spPr>
                <a:xfrm>
                  <a:off x="2037825" y="4168475"/>
                  <a:ext cx="157550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9" extrusionOk="0">
                      <a:moveTo>
                        <a:pt x="1356" y="1"/>
                      </a:moveTo>
                      <a:cubicBezTo>
                        <a:pt x="568" y="568"/>
                        <a:pt x="1" y="1513"/>
                        <a:pt x="1" y="2553"/>
                      </a:cubicBezTo>
                      <a:lnTo>
                        <a:pt x="1" y="3970"/>
                      </a:lnTo>
                      <a:cubicBezTo>
                        <a:pt x="1" y="4222"/>
                        <a:pt x="158" y="4348"/>
                        <a:pt x="347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2" y="4191"/>
                        <a:pt x="6302" y="3970"/>
                      </a:cubicBezTo>
                      <a:lnTo>
                        <a:pt x="6302" y="2553"/>
                      </a:lnTo>
                      <a:cubicBezTo>
                        <a:pt x="6302" y="1513"/>
                        <a:pt x="5798" y="599"/>
                        <a:pt x="4947" y="1"/>
                      </a:cubicBezTo>
                      <a:cubicBezTo>
                        <a:pt x="4538" y="505"/>
                        <a:pt x="3844" y="820"/>
                        <a:pt x="3151" y="820"/>
                      </a:cubicBezTo>
                      <a:cubicBezTo>
                        <a:pt x="2427" y="820"/>
                        <a:pt x="1765" y="505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8" name="Google Shape;9569;p73">
                <a:extLst>
                  <a:ext uri="{FF2B5EF4-FFF2-40B4-BE49-F238E27FC236}">
                    <a16:creationId xmlns:a16="http://schemas.microsoft.com/office/drawing/2014/main" id="{F223351E-B532-77AA-721A-027110F5C6D0}"/>
                  </a:ext>
                </a:extLst>
              </p:cNvPr>
              <p:cNvGrpSpPr/>
              <p:nvPr/>
            </p:nvGrpSpPr>
            <p:grpSpPr>
              <a:xfrm>
                <a:off x="6475073" y="3793814"/>
                <a:ext cx="500612" cy="408748"/>
                <a:chOff x="3860400" y="3254050"/>
                <a:chExt cx="296175" cy="241825"/>
              </a:xfrm>
              <a:grpFill/>
            </p:grpSpPr>
            <p:sp>
              <p:nvSpPr>
                <p:cNvPr id="85" name="Google Shape;9570;p73">
                  <a:extLst>
                    <a:ext uri="{FF2B5EF4-FFF2-40B4-BE49-F238E27FC236}">
                      <a16:creationId xmlns:a16="http://schemas.microsoft.com/office/drawing/2014/main" id="{B2AD486E-2BBF-AEC7-8315-2E7902A678EA}"/>
                    </a:ext>
                  </a:extLst>
                </p:cNvPr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6" name="Google Shape;9571;p73">
                  <a:extLst>
                    <a:ext uri="{FF2B5EF4-FFF2-40B4-BE49-F238E27FC236}">
                      <a16:creationId xmlns:a16="http://schemas.microsoft.com/office/drawing/2014/main" id="{3EBA6A3B-1FEA-9336-F041-3476E23783ED}"/>
                    </a:ext>
                  </a:extLst>
                </p:cNvPr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7" name="Google Shape;9572;p73">
                  <a:extLst>
                    <a:ext uri="{FF2B5EF4-FFF2-40B4-BE49-F238E27FC236}">
                      <a16:creationId xmlns:a16="http://schemas.microsoft.com/office/drawing/2014/main" id="{2DA4BE63-3D49-2C6D-4916-33FF5E328219}"/>
                    </a:ext>
                  </a:extLst>
                </p:cNvPr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8" name="Google Shape;9573;p73">
                  <a:extLst>
                    <a:ext uri="{FF2B5EF4-FFF2-40B4-BE49-F238E27FC236}">
                      <a16:creationId xmlns:a16="http://schemas.microsoft.com/office/drawing/2014/main" id="{F7C27A01-C50B-515E-879A-247D094B5D3A}"/>
                    </a:ext>
                  </a:extLst>
                </p:cNvPr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9" name="Google Shape;9574;p73">
                  <a:extLst>
                    <a:ext uri="{FF2B5EF4-FFF2-40B4-BE49-F238E27FC236}">
                      <a16:creationId xmlns:a16="http://schemas.microsoft.com/office/drawing/2014/main" id="{23B49887-B04B-0443-B7F4-4BDAAF14B598}"/>
                    </a:ext>
                  </a:extLst>
                </p:cNvPr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0" name="Google Shape;9575;p73">
                  <a:extLst>
                    <a:ext uri="{FF2B5EF4-FFF2-40B4-BE49-F238E27FC236}">
                      <a16:creationId xmlns:a16="http://schemas.microsoft.com/office/drawing/2014/main" id="{7BEC80DD-CCB1-0F32-52FC-E4AC9F81D5FB}"/>
                    </a:ext>
                  </a:extLst>
                </p:cNvPr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91" name="Google Shape;9576;p73">
                  <a:extLst>
                    <a:ext uri="{FF2B5EF4-FFF2-40B4-BE49-F238E27FC236}">
                      <a16:creationId xmlns:a16="http://schemas.microsoft.com/office/drawing/2014/main" id="{F1687867-1A78-2C99-05C8-72B63DE722BA}"/>
                    </a:ext>
                  </a:extLst>
                </p:cNvPr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49" name="Google Shape;9577;p73">
                <a:extLst>
                  <a:ext uri="{FF2B5EF4-FFF2-40B4-BE49-F238E27FC236}">
                    <a16:creationId xmlns:a16="http://schemas.microsoft.com/office/drawing/2014/main" id="{1705067A-0785-DAAC-7DA4-D5B9624CE760}"/>
                  </a:ext>
                </a:extLst>
              </p:cNvPr>
              <p:cNvGrpSpPr/>
              <p:nvPr/>
            </p:nvGrpSpPr>
            <p:grpSpPr>
              <a:xfrm>
                <a:off x="6474397" y="4377925"/>
                <a:ext cx="501965" cy="500612"/>
                <a:chOff x="3859600" y="3591950"/>
                <a:chExt cx="296975" cy="296175"/>
              </a:xfrm>
              <a:grpFill/>
            </p:grpSpPr>
            <p:sp>
              <p:nvSpPr>
                <p:cNvPr id="82" name="Google Shape;9578;p73">
                  <a:extLst>
                    <a:ext uri="{FF2B5EF4-FFF2-40B4-BE49-F238E27FC236}">
                      <a16:creationId xmlns:a16="http://schemas.microsoft.com/office/drawing/2014/main" id="{4E7467B5-32DB-2BBE-733B-239A884E18F2}"/>
                    </a:ext>
                  </a:extLst>
                </p:cNvPr>
                <p:cNvSpPr/>
                <p:nvPr/>
              </p:nvSpPr>
              <p:spPr>
                <a:xfrm>
                  <a:off x="4034450" y="3766000"/>
                  <a:ext cx="122125" cy="1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885" extrusionOk="0">
                      <a:moveTo>
                        <a:pt x="2395" y="1324"/>
                      </a:moveTo>
                      <a:cubicBezTo>
                        <a:pt x="2616" y="1324"/>
                        <a:pt x="2773" y="1482"/>
                        <a:pt x="2773" y="1702"/>
                      </a:cubicBezTo>
                      <a:lnTo>
                        <a:pt x="2773" y="2049"/>
                      </a:lnTo>
                      <a:lnTo>
                        <a:pt x="3120" y="2049"/>
                      </a:lnTo>
                      <a:cubicBezTo>
                        <a:pt x="3309" y="2049"/>
                        <a:pt x="3466" y="2206"/>
                        <a:pt x="3466" y="2395"/>
                      </a:cubicBezTo>
                      <a:cubicBezTo>
                        <a:pt x="3466" y="2584"/>
                        <a:pt x="3309" y="2742"/>
                        <a:pt x="3120" y="2742"/>
                      </a:cubicBezTo>
                      <a:lnTo>
                        <a:pt x="2395" y="2742"/>
                      </a:lnTo>
                      <a:cubicBezTo>
                        <a:pt x="2206" y="2742"/>
                        <a:pt x="2049" y="2584"/>
                        <a:pt x="2049" y="2395"/>
                      </a:cubicBezTo>
                      <a:lnTo>
                        <a:pt x="2049" y="1702"/>
                      </a:lnTo>
                      <a:cubicBezTo>
                        <a:pt x="2049" y="1482"/>
                        <a:pt x="2206" y="1324"/>
                        <a:pt x="2395" y="1324"/>
                      </a:cubicBezTo>
                      <a:close/>
                      <a:moveTo>
                        <a:pt x="2458" y="1"/>
                      </a:moveTo>
                      <a:cubicBezTo>
                        <a:pt x="1104" y="1"/>
                        <a:pt x="1" y="1103"/>
                        <a:pt x="1" y="2427"/>
                      </a:cubicBezTo>
                      <a:cubicBezTo>
                        <a:pt x="1" y="3781"/>
                        <a:pt x="1104" y="4884"/>
                        <a:pt x="2458" y="4884"/>
                      </a:cubicBezTo>
                      <a:cubicBezTo>
                        <a:pt x="3782" y="4884"/>
                        <a:pt x="4884" y="3781"/>
                        <a:pt x="4884" y="2427"/>
                      </a:cubicBezTo>
                      <a:cubicBezTo>
                        <a:pt x="4853" y="1072"/>
                        <a:pt x="3782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3" name="Google Shape;9579;p73">
                  <a:extLst>
                    <a:ext uri="{FF2B5EF4-FFF2-40B4-BE49-F238E27FC236}">
                      <a16:creationId xmlns:a16="http://schemas.microsoft.com/office/drawing/2014/main" id="{043B2910-7754-D1C4-1AD9-4BB24BCC948B}"/>
                    </a:ext>
                  </a:extLst>
                </p:cNvPr>
                <p:cNvSpPr/>
                <p:nvPr/>
              </p:nvSpPr>
              <p:spPr>
                <a:xfrm>
                  <a:off x="3860400" y="3679375"/>
                  <a:ext cx="26072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6932" extrusionOk="0">
                      <a:moveTo>
                        <a:pt x="2426" y="662"/>
                      </a:moveTo>
                      <a:cubicBezTo>
                        <a:pt x="2647" y="662"/>
                        <a:pt x="2804" y="819"/>
                        <a:pt x="2804" y="1008"/>
                      </a:cubicBezTo>
                      <a:cubicBezTo>
                        <a:pt x="2804" y="1197"/>
                        <a:pt x="2647" y="1355"/>
                        <a:pt x="2426" y="1355"/>
                      </a:cubicBezTo>
                      <a:lnTo>
                        <a:pt x="1733" y="1355"/>
                      </a:lnTo>
                      <a:cubicBezTo>
                        <a:pt x="1544" y="1355"/>
                        <a:pt x="1387" y="1197"/>
                        <a:pt x="1387" y="1008"/>
                      </a:cubicBezTo>
                      <a:cubicBezTo>
                        <a:pt x="1387" y="819"/>
                        <a:pt x="1544" y="662"/>
                        <a:pt x="1733" y="662"/>
                      </a:cubicBezTo>
                      <a:close/>
                      <a:moveTo>
                        <a:pt x="4537" y="662"/>
                      </a:moveTo>
                      <a:cubicBezTo>
                        <a:pt x="4726" y="662"/>
                        <a:pt x="4884" y="819"/>
                        <a:pt x="4884" y="1008"/>
                      </a:cubicBezTo>
                      <a:cubicBezTo>
                        <a:pt x="4884" y="1197"/>
                        <a:pt x="4695" y="1355"/>
                        <a:pt x="4537" y="1355"/>
                      </a:cubicBezTo>
                      <a:lnTo>
                        <a:pt x="3812" y="1355"/>
                      </a:lnTo>
                      <a:cubicBezTo>
                        <a:pt x="3623" y="1355"/>
                        <a:pt x="3466" y="1197"/>
                        <a:pt x="3466" y="1008"/>
                      </a:cubicBezTo>
                      <a:cubicBezTo>
                        <a:pt x="3466" y="819"/>
                        <a:pt x="3623" y="662"/>
                        <a:pt x="3812" y="662"/>
                      </a:cubicBezTo>
                      <a:close/>
                      <a:moveTo>
                        <a:pt x="6648" y="662"/>
                      </a:moveTo>
                      <a:cubicBezTo>
                        <a:pt x="6837" y="662"/>
                        <a:pt x="6994" y="819"/>
                        <a:pt x="6994" y="1008"/>
                      </a:cubicBezTo>
                      <a:cubicBezTo>
                        <a:pt x="6994" y="1197"/>
                        <a:pt x="6837" y="1355"/>
                        <a:pt x="6648" y="1355"/>
                      </a:cubicBezTo>
                      <a:lnTo>
                        <a:pt x="5955" y="1355"/>
                      </a:lnTo>
                      <a:cubicBezTo>
                        <a:pt x="5734" y="1355"/>
                        <a:pt x="5577" y="1197"/>
                        <a:pt x="5577" y="1008"/>
                      </a:cubicBezTo>
                      <a:cubicBezTo>
                        <a:pt x="5577" y="819"/>
                        <a:pt x="5734" y="662"/>
                        <a:pt x="5955" y="662"/>
                      </a:cubicBezTo>
                      <a:close/>
                      <a:moveTo>
                        <a:pt x="8727" y="662"/>
                      </a:moveTo>
                      <a:cubicBezTo>
                        <a:pt x="8948" y="662"/>
                        <a:pt x="9105" y="819"/>
                        <a:pt x="9105" y="1008"/>
                      </a:cubicBezTo>
                      <a:cubicBezTo>
                        <a:pt x="9105" y="1197"/>
                        <a:pt x="8948" y="1355"/>
                        <a:pt x="8727" y="1355"/>
                      </a:cubicBezTo>
                      <a:lnTo>
                        <a:pt x="8034" y="1355"/>
                      </a:lnTo>
                      <a:cubicBezTo>
                        <a:pt x="7845" y="1355"/>
                        <a:pt x="7688" y="1197"/>
                        <a:pt x="7688" y="1008"/>
                      </a:cubicBezTo>
                      <a:cubicBezTo>
                        <a:pt x="7688" y="819"/>
                        <a:pt x="7845" y="662"/>
                        <a:pt x="8034" y="662"/>
                      </a:cubicBezTo>
                      <a:close/>
                      <a:moveTo>
                        <a:pt x="2426" y="2080"/>
                      </a:moveTo>
                      <a:cubicBezTo>
                        <a:pt x="2647" y="2080"/>
                        <a:pt x="2804" y="2237"/>
                        <a:pt x="2804" y="2426"/>
                      </a:cubicBezTo>
                      <a:cubicBezTo>
                        <a:pt x="2804" y="2647"/>
                        <a:pt x="2647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44" y="2773"/>
                        <a:pt x="1387" y="2647"/>
                        <a:pt x="1387" y="2426"/>
                      </a:cubicBezTo>
                      <a:cubicBezTo>
                        <a:pt x="1387" y="2206"/>
                        <a:pt x="1544" y="2080"/>
                        <a:pt x="1733" y="2080"/>
                      </a:cubicBezTo>
                      <a:close/>
                      <a:moveTo>
                        <a:pt x="4537" y="2080"/>
                      </a:moveTo>
                      <a:cubicBezTo>
                        <a:pt x="4726" y="2080"/>
                        <a:pt x="4884" y="2237"/>
                        <a:pt x="4884" y="2426"/>
                      </a:cubicBezTo>
                      <a:cubicBezTo>
                        <a:pt x="4884" y="2647"/>
                        <a:pt x="4695" y="2773"/>
                        <a:pt x="4537" y="2773"/>
                      </a:cubicBezTo>
                      <a:lnTo>
                        <a:pt x="3812" y="2773"/>
                      </a:lnTo>
                      <a:cubicBezTo>
                        <a:pt x="3623" y="2773"/>
                        <a:pt x="3466" y="2647"/>
                        <a:pt x="3466" y="2426"/>
                      </a:cubicBezTo>
                      <a:cubicBezTo>
                        <a:pt x="3466" y="2206"/>
                        <a:pt x="3623" y="2080"/>
                        <a:pt x="3812" y="2080"/>
                      </a:cubicBezTo>
                      <a:close/>
                      <a:moveTo>
                        <a:pt x="6648" y="2080"/>
                      </a:moveTo>
                      <a:cubicBezTo>
                        <a:pt x="6837" y="2080"/>
                        <a:pt x="6994" y="2237"/>
                        <a:pt x="6994" y="2426"/>
                      </a:cubicBezTo>
                      <a:cubicBezTo>
                        <a:pt x="6994" y="2647"/>
                        <a:pt x="6837" y="2773"/>
                        <a:pt x="6648" y="2773"/>
                      </a:cubicBezTo>
                      <a:lnTo>
                        <a:pt x="5955" y="2773"/>
                      </a:lnTo>
                      <a:cubicBezTo>
                        <a:pt x="5734" y="2773"/>
                        <a:pt x="5577" y="2647"/>
                        <a:pt x="5577" y="2426"/>
                      </a:cubicBezTo>
                      <a:cubicBezTo>
                        <a:pt x="5577" y="2206"/>
                        <a:pt x="5734" y="2080"/>
                        <a:pt x="5955" y="2080"/>
                      </a:cubicBezTo>
                      <a:close/>
                      <a:moveTo>
                        <a:pt x="8727" y="2080"/>
                      </a:moveTo>
                      <a:cubicBezTo>
                        <a:pt x="8948" y="2080"/>
                        <a:pt x="9105" y="2237"/>
                        <a:pt x="9105" y="2426"/>
                      </a:cubicBezTo>
                      <a:cubicBezTo>
                        <a:pt x="9105" y="2647"/>
                        <a:pt x="8948" y="2773"/>
                        <a:pt x="8727" y="2773"/>
                      </a:cubicBezTo>
                      <a:lnTo>
                        <a:pt x="8034" y="2773"/>
                      </a:lnTo>
                      <a:cubicBezTo>
                        <a:pt x="7845" y="2773"/>
                        <a:pt x="7688" y="2647"/>
                        <a:pt x="7688" y="2426"/>
                      </a:cubicBezTo>
                      <a:cubicBezTo>
                        <a:pt x="7688" y="2206"/>
                        <a:pt x="7845" y="2080"/>
                        <a:pt x="8034" y="2080"/>
                      </a:cubicBezTo>
                      <a:close/>
                      <a:moveTo>
                        <a:pt x="2426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cubicBezTo>
                        <a:pt x="2804" y="4001"/>
                        <a:pt x="2647" y="4159"/>
                        <a:pt x="2426" y="4159"/>
                      </a:cubicBezTo>
                      <a:lnTo>
                        <a:pt x="1733" y="4159"/>
                      </a:lnTo>
                      <a:cubicBezTo>
                        <a:pt x="1544" y="4159"/>
                        <a:pt x="1387" y="4001"/>
                        <a:pt x="1387" y="3812"/>
                      </a:cubicBezTo>
                      <a:cubicBezTo>
                        <a:pt x="1387" y="3623"/>
                        <a:pt x="1544" y="3466"/>
                        <a:pt x="1733" y="3466"/>
                      </a:cubicBezTo>
                      <a:close/>
                      <a:moveTo>
                        <a:pt x="4537" y="3466"/>
                      </a:moveTo>
                      <a:cubicBezTo>
                        <a:pt x="4726" y="3466"/>
                        <a:pt x="4884" y="3623"/>
                        <a:pt x="4884" y="3812"/>
                      </a:cubicBezTo>
                      <a:cubicBezTo>
                        <a:pt x="4884" y="4001"/>
                        <a:pt x="4695" y="4159"/>
                        <a:pt x="4537" y="4159"/>
                      </a:cubicBezTo>
                      <a:lnTo>
                        <a:pt x="3812" y="4159"/>
                      </a:lnTo>
                      <a:cubicBezTo>
                        <a:pt x="3623" y="4159"/>
                        <a:pt x="3466" y="4001"/>
                        <a:pt x="3466" y="3812"/>
                      </a:cubicBezTo>
                      <a:cubicBezTo>
                        <a:pt x="3466" y="3623"/>
                        <a:pt x="3623" y="3466"/>
                        <a:pt x="3812" y="3466"/>
                      </a:cubicBezTo>
                      <a:close/>
                      <a:moveTo>
                        <a:pt x="6648" y="3466"/>
                      </a:moveTo>
                      <a:cubicBezTo>
                        <a:pt x="6837" y="3466"/>
                        <a:pt x="6994" y="3623"/>
                        <a:pt x="6994" y="3812"/>
                      </a:cubicBezTo>
                      <a:cubicBezTo>
                        <a:pt x="6994" y="4001"/>
                        <a:pt x="6837" y="4159"/>
                        <a:pt x="6648" y="4159"/>
                      </a:cubicBezTo>
                      <a:lnTo>
                        <a:pt x="5955" y="4159"/>
                      </a:lnTo>
                      <a:cubicBezTo>
                        <a:pt x="5734" y="4159"/>
                        <a:pt x="5577" y="4001"/>
                        <a:pt x="5577" y="3812"/>
                      </a:cubicBezTo>
                      <a:cubicBezTo>
                        <a:pt x="5577" y="3623"/>
                        <a:pt x="5734" y="3466"/>
                        <a:pt x="5955" y="3466"/>
                      </a:cubicBezTo>
                      <a:close/>
                      <a:moveTo>
                        <a:pt x="2426" y="4852"/>
                      </a:moveTo>
                      <a:cubicBezTo>
                        <a:pt x="2647" y="4852"/>
                        <a:pt x="2804" y="5010"/>
                        <a:pt x="2804" y="5199"/>
                      </a:cubicBezTo>
                      <a:cubicBezTo>
                        <a:pt x="2804" y="5388"/>
                        <a:pt x="2647" y="5545"/>
                        <a:pt x="2426" y="5545"/>
                      </a:cubicBezTo>
                      <a:lnTo>
                        <a:pt x="1733" y="5545"/>
                      </a:lnTo>
                      <a:cubicBezTo>
                        <a:pt x="1544" y="5545"/>
                        <a:pt x="1387" y="5388"/>
                        <a:pt x="1387" y="5199"/>
                      </a:cubicBezTo>
                      <a:cubicBezTo>
                        <a:pt x="1387" y="5010"/>
                        <a:pt x="1544" y="4852"/>
                        <a:pt x="1733" y="4852"/>
                      </a:cubicBezTo>
                      <a:close/>
                      <a:moveTo>
                        <a:pt x="4537" y="4852"/>
                      </a:moveTo>
                      <a:cubicBezTo>
                        <a:pt x="4726" y="4852"/>
                        <a:pt x="4884" y="5010"/>
                        <a:pt x="4884" y="5199"/>
                      </a:cubicBezTo>
                      <a:cubicBezTo>
                        <a:pt x="4884" y="5388"/>
                        <a:pt x="4695" y="5545"/>
                        <a:pt x="4537" y="5545"/>
                      </a:cubicBezTo>
                      <a:lnTo>
                        <a:pt x="3812" y="5545"/>
                      </a:lnTo>
                      <a:cubicBezTo>
                        <a:pt x="3623" y="5545"/>
                        <a:pt x="3466" y="5388"/>
                        <a:pt x="3466" y="5199"/>
                      </a:cubicBezTo>
                      <a:cubicBezTo>
                        <a:pt x="3466" y="5010"/>
                        <a:pt x="3623" y="4852"/>
                        <a:pt x="3812" y="4852"/>
                      </a:cubicBezTo>
                      <a:close/>
                      <a:moveTo>
                        <a:pt x="0" y="0"/>
                      </a:moveTo>
                      <a:lnTo>
                        <a:pt x="0" y="5892"/>
                      </a:lnTo>
                      <a:cubicBezTo>
                        <a:pt x="0" y="6459"/>
                        <a:pt x="473" y="6931"/>
                        <a:pt x="1071" y="6931"/>
                      </a:cubicBezTo>
                      <a:lnTo>
                        <a:pt x="6490" y="6931"/>
                      </a:lnTo>
                      <a:cubicBezTo>
                        <a:pt x="6364" y="6616"/>
                        <a:pt x="6301" y="6270"/>
                        <a:pt x="6301" y="5892"/>
                      </a:cubicBezTo>
                      <a:cubicBezTo>
                        <a:pt x="6301" y="5797"/>
                        <a:pt x="6333" y="5671"/>
                        <a:pt x="6333" y="5545"/>
                      </a:cubicBezTo>
                      <a:lnTo>
                        <a:pt x="5955" y="5545"/>
                      </a:lnTo>
                      <a:cubicBezTo>
                        <a:pt x="5734" y="5545"/>
                        <a:pt x="5577" y="5388"/>
                        <a:pt x="5577" y="5199"/>
                      </a:cubicBezTo>
                      <a:cubicBezTo>
                        <a:pt x="5577" y="5010"/>
                        <a:pt x="5734" y="4852"/>
                        <a:pt x="5955" y="4852"/>
                      </a:cubicBezTo>
                      <a:lnTo>
                        <a:pt x="6490" y="4852"/>
                      </a:lnTo>
                      <a:cubicBezTo>
                        <a:pt x="6931" y="3623"/>
                        <a:pt x="8066" y="2741"/>
                        <a:pt x="9420" y="2741"/>
                      </a:cubicBezTo>
                      <a:cubicBezTo>
                        <a:pt x="9767" y="2741"/>
                        <a:pt x="10113" y="2836"/>
                        <a:pt x="10428" y="2962"/>
                      </a:cubicBezTo>
                      <a:lnTo>
                        <a:pt x="104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4" name="Google Shape;9580;p73">
                  <a:extLst>
                    <a:ext uri="{FF2B5EF4-FFF2-40B4-BE49-F238E27FC236}">
                      <a16:creationId xmlns:a16="http://schemas.microsoft.com/office/drawing/2014/main" id="{ED81BE9F-41D6-C082-0244-641C04D30864}"/>
                    </a:ext>
                  </a:extLst>
                </p:cNvPr>
                <p:cNvSpPr/>
                <p:nvPr/>
              </p:nvSpPr>
              <p:spPr>
                <a:xfrm>
                  <a:off x="3859600" y="3591950"/>
                  <a:ext cx="26152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1" h="2836" extrusionOk="0">
                      <a:moveTo>
                        <a:pt x="1734" y="0"/>
                      </a:moveTo>
                      <a:cubicBezTo>
                        <a:pt x="1513" y="0"/>
                        <a:pt x="1356" y="158"/>
                        <a:pt x="1356" y="347"/>
                      </a:cubicBezTo>
                      <a:lnTo>
                        <a:pt x="1356" y="693"/>
                      </a:lnTo>
                      <a:lnTo>
                        <a:pt x="1009" y="693"/>
                      </a:lnTo>
                      <a:cubicBezTo>
                        <a:pt x="410" y="693"/>
                        <a:pt x="1" y="1166"/>
                        <a:pt x="1" y="1733"/>
                      </a:cubicBezTo>
                      <a:lnTo>
                        <a:pt x="1" y="2836"/>
                      </a:lnTo>
                      <a:lnTo>
                        <a:pt x="10429" y="2836"/>
                      </a:lnTo>
                      <a:lnTo>
                        <a:pt x="10429" y="1733"/>
                      </a:lnTo>
                      <a:lnTo>
                        <a:pt x="10460" y="1733"/>
                      </a:lnTo>
                      <a:cubicBezTo>
                        <a:pt x="10460" y="1134"/>
                        <a:pt x="9988" y="693"/>
                        <a:pt x="9421" y="693"/>
                      </a:cubicBezTo>
                      <a:lnTo>
                        <a:pt x="9074" y="693"/>
                      </a:lnTo>
                      <a:lnTo>
                        <a:pt x="9074" y="347"/>
                      </a:lnTo>
                      <a:cubicBezTo>
                        <a:pt x="9074" y="158"/>
                        <a:pt x="8917" y="0"/>
                        <a:pt x="8728" y="0"/>
                      </a:cubicBezTo>
                      <a:cubicBezTo>
                        <a:pt x="8539" y="0"/>
                        <a:pt x="8381" y="158"/>
                        <a:pt x="8381" y="347"/>
                      </a:cubicBezTo>
                      <a:lnTo>
                        <a:pt x="8381" y="693"/>
                      </a:lnTo>
                      <a:lnTo>
                        <a:pt x="6995" y="693"/>
                      </a:lnTo>
                      <a:lnTo>
                        <a:pt x="6995" y="347"/>
                      </a:lnTo>
                      <a:cubicBezTo>
                        <a:pt x="6995" y="158"/>
                        <a:pt x="6837" y="0"/>
                        <a:pt x="6648" y="0"/>
                      </a:cubicBezTo>
                      <a:cubicBezTo>
                        <a:pt x="6459" y="0"/>
                        <a:pt x="6302" y="158"/>
                        <a:pt x="6302" y="347"/>
                      </a:cubicBezTo>
                      <a:lnTo>
                        <a:pt x="6302" y="693"/>
                      </a:lnTo>
                      <a:lnTo>
                        <a:pt x="4159" y="693"/>
                      </a:lnTo>
                      <a:lnTo>
                        <a:pt x="4159" y="347"/>
                      </a:lnTo>
                      <a:cubicBezTo>
                        <a:pt x="4159" y="158"/>
                        <a:pt x="4002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50" name="Google Shape;9581;p73">
                <a:extLst>
                  <a:ext uri="{FF2B5EF4-FFF2-40B4-BE49-F238E27FC236}">
                    <a16:creationId xmlns:a16="http://schemas.microsoft.com/office/drawing/2014/main" id="{8C5A72AD-20A8-D219-7A83-C70D6E445CB2}"/>
                  </a:ext>
                </a:extLst>
              </p:cNvPr>
              <p:cNvGrpSpPr/>
              <p:nvPr/>
            </p:nvGrpSpPr>
            <p:grpSpPr>
              <a:xfrm>
                <a:off x="6475073" y="4984646"/>
                <a:ext cx="500612" cy="500612"/>
                <a:chOff x="3860400" y="3955025"/>
                <a:chExt cx="296175" cy="296175"/>
              </a:xfrm>
              <a:grpFill/>
            </p:grpSpPr>
            <p:sp>
              <p:nvSpPr>
                <p:cNvPr id="77" name="Google Shape;9582;p73">
                  <a:extLst>
                    <a:ext uri="{FF2B5EF4-FFF2-40B4-BE49-F238E27FC236}">
                      <a16:creationId xmlns:a16="http://schemas.microsoft.com/office/drawing/2014/main" id="{70D02220-AC06-DFCE-06AD-D6224EE8054B}"/>
                    </a:ext>
                  </a:extLst>
                </p:cNvPr>
                <p:cNvSpPr/>
                <p:nvPr/>
              </p:nvSpPr>
              <p:spPr>
                <a:xfrm>
                  <a:off x="3973825" y="3955025"/>
                  <a:ext cx="685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42" extrusionOk="0">
                      <a:moveTo>
                        <a:pt x="1355" y="1"/>
                      </a:moveTo>
                      <a:cubicBezTo>
                        <a:pt x="630" y="1"/>
                        <a:pt x="0" y="631"/>
                        <a:pt x="0" y="1387"/>
                      </a:cubicBezTo>
                      <a:cubicBezTo>
                        <a:pt x="0" y="2112"/>
                        <a:pt x="630" y="2742"/>
                        <a:pt x="1355" y="2742"/>
                      </a:cubicBezTo>
                      <a:cubicBezTo>
                        <a:pt x="2111" y="2742"/>
                        <a:pt x="2741" y="2112"/>
                        <a:pt x="2741" y="1387"/>
                      </a:cubicBezTo>
                      <a:cubicBezTo>
                        <a:pt x="2741" y="631"/>
                        <a:pt x="2142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8" name="Google Shape;9583;p73">
                  <a:extLst>
                    <a:ext uri="{FF2B5EF4-FFF2-40B4-BE49-F238E27FC236}">
                      <a16:creationId xmlns:a16="http://schemas.microsoft.com/office/drawing/2014/main" id="{19D3F249-11BB-E415-4F6C-B2031AEA8708}"/>
                    </a:ext>
                  </a:extLst>
                </p:cNvPr>
                <p:cNvSpPr/>
                <p:nvPr/>
              </p:nvSpPr>
              <p:spPr>
                <a:xfrm>
                  <a:off x="3947025" y="40219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1"/>
                      </a:moveTo>
                      <a:cubicBezTo>
                        <a:pt x="316" y="442"/>
                        <a:pt x="1" y="1104"/>
                        <a:pt x="1" y="1797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8"/>
                        <a:pt x="347" y="2868"/>
                      </a:cubicBezTo>
                      <a:lnTo>
                        <a:pt x="4506" y="2868"/>
                      </a:lnTo>
                      <a:cubicBezTo>
                        <a:pt x="4727" y="2868"/>
                        <a:pt x="4884" y="2710"/>
                        <a:pt x="4884" y="2521"/>
                      </a:cubicBezTo>
                      <a:lnTo>
                        <a:pt x="4884" y="1860"/>
                      </a:lnTo>
                      <a:cubicBezTo>
                        <a:pt x="4884" y="1135"/>
                        <a:pt x="4569" y="473"/>
                        <a:pt x="4034" y="32"/>
                      </a:cubicBezTo>
                      <a:cubicBezTo>
                        <a:pt x="3655" y="473"/>
                        <a:pt x="3120" y="788"/>
                        <a:pt x="2427" y="788"/>
                      </a:cubicBezTo>
                      <a:cubicBezTo>
                        <a:pt x="1797" y="788"/>
                        <a:pt x="1198" y="473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9" name="Google Shape;9584;p73">
                  <a:extLst>
                    <a:ext uri="{FF2B5EF4-FFF2-40B4-BE49-F238E27FC236}">
                      <a16:creationId xmlns:a16="http://schemas.microsoft.com/office/drawing/2014/main" id="{E3C50734-2E9B-371D-D6A9-637AC5D7ED4D}"/>
                    </a:ext>
                  </a:extLst>
                </p:cNvPr>
                <p:cNvSpPr/>
                <p:nvPr/>
              </p:nvSpPr>
              <p:spPr>
                <a:xfrm>
                  <a:off x="4086450" y="4145650"/>
                  <a:ext cx="701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191" extrusionOk="0">
                      <a:moveTo>
                        <a:pt x="0" y="0"/>
                      </a:moveTo>
                      <a:lnTo>
                        <a:pt x="0" y="4190"/>
                      </a:lnTo>
                      <a:lnTo>
                        <a:pt x="2458" y="4190"/>
                      </a:lnTo>
                      <a:cubicBezTo>
                        <a:pt x="2647" y="4190"/>
                        <a:pt x="2804" y="4033"/>
                        <a:pt x="2804" y="3844"/>
                      </a:cubicBezTo>
                      <a:lnTo>
                        <a:pt x="2804" y="315"/>
                      </a:lnTo>
                      <a:cubicBezTo>
                        <a:pt x="2773" y="158"/>
                        <a:pt x="2647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0" name="Google Shape;9585;p73">
                  <a:extLst>
                    <a:ext uri="{FF2B5EF4-FFF2-40B4-BE49-F238E27FC236}">
                      <a16:creationId xmlns:a16="http://schemas.microsoft.com/office/drawing/2014/main" id="{F370A261-6C91-17BE-C7BA-54A64E69B50F}"/>
                    </a:ext>
                  </a:extLst>
                </p:cNvPr>
                <p:cNvSpPr/>
                <p:nvPr/>
              </p:nvSpPr>
              <p:spPr>
                <a:xfrm>
                  <a:off x="3860400" y="4180300"/>
                  <a:ext cx="70125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805" extrusionOk="0">
                      <a:moveTo>
                        <a:pt x="347" y="0"/>
                      </a:moveTo>
                      <a:cubicBezTo>
                        <a:pt x="158" y="0"/>
                        <a:pt x="0" y="189"/>
                        <a:pt x="0" y="347"/>
                      </a:cubicBezTo>
                      <a:lnTo>
                        <a:pt x="0" y="2458"/>
                      </a:lnTo>
                      <a:cubicBezTo>
                        <a:pt x="0" y="2678"/>
                        <a:pt x="158" y="2804"/>
                        <a:pt x="347" y="2804"/>
                      </a:cubicBezTo>
                      <a:lnTo>
                        <a:pt x="2804" y="2804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81" name="Google Shape;9586;p73">
                  <a:extLst>
                    <a:ext uri="{FF2B5EF4-FFF2-40B4-BE49-F238E27FC236}">
                      <a16:creationId xmlns:a16="http://schemas.microsoft.com/office/drawing/2014/main" id="{FB4C46DD-DC38-50F9-DEAD-84D822746DA0}"/>
                    </a:ext>
                  </a:extLst>
                </p:cNvPr>
                <p:cNvSpPr/>
                <p:nvPr/>
              </p:nvSpPr>
              <p:spPr>
                <a:xfrm>
                  <a:off x="3947025" y="4111775"/>
                  <a:ext cx="1221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577" extrusionOk="0">
                      <a:moveTo>
                        <a:pt x="2466" y="1377"/>
                      </a:moveTo>
                      <a:cubicBezTo>
                        <a:pt x="2522" y="1377"/>
                        <a:pt x="2582" y="1392"/>
                        <a:pt x="2647" y="1418"/>
                      </a:cubicBezTo>
                      <a:cubicBezTo>
                        <a:pt x="2742" y="1450"/>
                        <a:pt x="2836" y="1607"/>
                        <a:pt x="2836" y="1733"/>
                      </a:cubicBezTo>
                      <a:lnTo>
                        <a:pt x="2836" y="3497"/>
                      </a:lnTo>
                      <a:lnTo>
                        <a:pt x="3183" y="3497"/>
                      </a:lnTo>
                      <a:cubicBezTo>
                        <a:pt x="3372" y="3497"/>
                        <a:pt x="3529" y="3655"/>
                        <a:pt x="3529" y="3844"/>
                      </a:cubicBezTo>
                      <a:cubicBezTo>
                        <a:pt x="3529" y="4033"/>
                        <a:pt x="3340" y="4159"/>
                        <a:pt x="3151" y="4159"/>
                      </a:cubicBezTo>
                      <a:lnTo>
                        <a:pt x="1765" y="4159"/>
                      </a:lnTo>
                      <a:cubicBezTo>
                        <a:pt x="1576" y="4159"/>
                        <a:pt x="1419" y="4002"/>
                        <a:pt x="1419" y="3812"/>
                      </a:cubicBezTo>
                      <a:cubicBezTo>
                        <a:pt x="1419" y="3623"/>
                        <a:pt x="1576" y="3466"/>
                        <a:pt x="1765" y="3466"/>
                      </a:cubicBezTo>
                      <a:lnTo>
                        <a:pt x="2112" y="3466"/>
                      </a:lnTo>
                      <a:lnTo>
                        <a:pt x="2112" y="2552"/>
                      </a:lnTo>
                      <a:lnTo>
                        <a:pt x="1986" y="2678"/>
                      </a:lnTo>
                      <a:cubicBezTo>
                        <a:pt x="1938" y="2726"/>
                        <a:pt x="1852" y="2749"/>
                        <a:pt x="1765" y="2749"/>
                      </a:cubicBezTo>
                      <a:cubicBezTo>
                        <a:pt x="1679" y="2749"/>
                        <a:pt x="1592" y="2726"/>
                        <a:pt x="1545" y="2678"/>
                      </a:cubicBezTo>
                      <a:cubicBezTo>
                        <a:pt x="1419" y="2552"/>
                        <a:pt x="1419" y="2300"/>
                        <a:pt x="1545" y="2206"/>
                      </a:cubicBezTo>
                      <a:lnTo>
                        <a:pt x="2238" y="1481"/>
                      </a:lnTo>
                      <a:cubicBezTo>
                        <a:pt x="2312" y="1407"/>
                        <a:pt x="2385" y="1377"/>
                        <a:pt x="2466" y="1377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5577"/>
                      </a:lnTo>
                      <a:lnTo>
                        <a:pt x="4853" y="5577"/>
                      </a:lnTo>
                      <a:cubicBezTo>
                        <a:pt x="4884" y="3245"/>
                        <a:pt x="4884" y="2678"/>
                        <a:pt x="4884" y="347"/>
                      </a:cubicBezTo>
                      <a:cubicBezTo>
                        <a:pt x="4884" y="158"/>
                        <a:pt x="4727" y="0"/>
                        <a:pt x="45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51" name="Google Shape;9587;p73">
                <a:extLst>
                  <a:ext uri="{FF2B5EF4-FFF2-40B4-BE49-F238E27FC236}">
                    <a16:creationId xmlns:a16="http://schemas.microsoft.com/office/drawing/2014/main" id="{B2376F7D-9751-96C5-38A8-CAB8DC9350AE}"/>
                  </a:ext>
                </a:extLst>
              </p:cNvPr>
              <p:cNvGrpSpPr/>
              <p:nvPr/>
            </p:nvGrpSpPr>
            <p:grpSpPr>
              <a:xfrm>
                <a:off x="9642831" y="3748557"/>
                <a:ext cx="508599" cy="499261"/>
                <a:chOff x="5716825" y="3235950"/>
                <a:chExt cx="300900" cy="295375"/>
              </a:xfrm>
              <a:grpFill/>
            </p:grpSpPr>
            <p:sp>
              <p:nvSpPr>
                <p:cNvPr id="73" name="Google Shape;9588;p73">
                  <a:extLst>
                    <a:ext uri="{FF2B5EF4-FFF2-40B4-BE49-F238E27FC236}">
                      <a16:creationId xmlns:a16="http://schemas.microsoft.com/office/drawing/2014/main" id="{3E441CD6-3858-88EA-6BAC-2808BFF1EE9E}"/>
                    </a:ext>
                  </a:extLst>
                </p:cNvPr>
                <p:cNvSpPr/>
                <p:nvPr/>
              </p:nvSpPr>
              <p:spPr>
                <a:xfrm>
                  <a:off x="5716825" y="3309975"/>
                  <a:ext cx="137075" cy="1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61" extrusionOk="0">
                      <a:moveTo>
                        <a:pt x="2584" y="1"/>
                      </a:moveTo>
                      <a:lnTo>
                        <a:pt x="410" y="2206"/>
                      </a:lnTo>
                      <a:cubicBezTo>
                        <a:pt x="1" y="2615"/>
                        <a:pt x="1" y="3277"/>
                        <a:pt x="410" y="3655"/>
                      </a:cubicBezTo>
                      <a:lnTo>
                        <a:pt x="2584" y="5860"/>
                      </a:lnTo>
                      <a:lnTo>
                        <a:pt x="3781" y="4632"/>
                      </a:lnTo>
                      <a:cubicBezTo>
                        <a:pt x="3844" y="4584"/>
                        <a:pt x="3939" y="4561"/>
                        <a:pt x="4029" y="4561"/>
                      </a:cubicBezTo>
                      <a:cubicBezTo>
                        <a:pt x="4120" y="4561"/>
                        <a:pt x="4206" y="4584"/>
                        <a:pt x="4254" y="4632"/>
                      </a:cubicBezTo>
                      <a:lnTo>
                        <a:pt x="4726" y="5104"/>
                      </a:lnTo>
                      <a:cubicBezTo>
                        <a:pt x="4789" y="5167"/>
                        <a:pt x="4884" y="5199"/>
                        <a:pt x="4974" y="5199"/>
                      </a:cubicBezTo>
                      <a:cubicBezTo>
                        <a:pt x="5065" y="5199"/>
                        <a:pt x="5152" y="5167"/>
                        <a:pt x="5199" y="5104"/>
                      </a:cubicBezTo>
                      <a:cubicBezTo>
                        <a:pt x="5325" y="5010"/>
                        <a:pt x="5325" y="4758"/>
                        <a:pt x="5199" y="4632"/>
                      </a:cubicBezTo>
                      <a:lnTo>
                        <a:pt x="4726" y="4159"/>
                      </a:lnTo>
                      <a:cubicBezTo>
                        <a:pt x="4632" y="4065"/>
                        <a:pt x="4632" y="3813"/>
                        <a:pt x="4726" y="3687"/>
                      </a:cubicBezTo>
                      <a:lnTo>
                        <a:pt x="5482" y="2962"/>
                      </a:lnTo>
                      <a:lnTo>
                        <a:pt x="5010" y="2489"/>
                      </a:lnTo>
                      <a:lnTo>
                        <a:pt x="4789" y="2710"/>
                      </a:lnTo>
                      <a:cubicBezTo>
                        <a:pt x="4584" y="2915"/>
                        <a:pt x="4317" y="3017"/>
                        <a:pt x="4049" y="3017"/>
                      </a:cubicBezTo>
                      <a:cubicBezTo>
                        <a:pt x="3781" y="3017"/>
                        <a:pt x="3513" y="2915"/>
                        <a:pt x="3309" y="2710"/>
                      </a:cubicBezTo>
                      <a:cubicBezTo>
                        <a:pt x="2930" y="2332"/>
                        <a:pt x="2930" y="1670"/>
                        <a:pt x="3309" y="1261"/>
                      </a:cubicBezTo>
                      <a:lnTo>
                        <a:pt x="3561" y="1040"/>
                      </a:lnTo>
                      <a:lnTo>
                        <a:pt x="258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4" name="Google Shape;9589;p73">
                  <a:extLst>
                    <a:ext uri="{FF2B5EF4-FFF2-40B4-BE49-F238E27FC236}">
                      <a16:creationId xmlns:a16="http://schemas.microsoft.com/office/drawing/2014/main" id="{63B7C591-6EDD-26FE-3D62-CC57ACAC8B33}"/>
                    </a:ext>
                  </a:extLst>
                </p:cNvPr>
                <p:cNvSpPr/>
                <p:nvPr/>
              </p:nvSpPr>
              <p:spPr>
                <a:xfrm>
                  <a:off x="5794025" y="3235950"/>
                  <a:ext cx="145725" cy="1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9" h="5356" extrusionOk="0">
                      <a:moveTo>
                        <a:pt x="2926" y="0"/>
                      </a:moveTo>
                      <a:cubicBezTo>
                        <a:pt x="2662" y="0"/>
                        <a:pt x="2394" y="95"/>
                        <a:pt x="2205" y="284"/>
                      </a:cubicBezTo>
                      <a:lnTo>
                        <a:pt x="0" y="2457"/>
                      </a:lnTo>
                      <a:lnTo>
                        <a:pt x="1229" y="3686"/>
                      </a:lnTo>
                      <a:cubicBezTo>
                        <a:pt x="1323" y="3781"/>
                        <a:pt x="1323" y="4033"/>
                        <a:pt x="1229" y="4127"/>
                      </a:cubicBezTo>
                      <a:lnTo>
                        <a:pt x="725" y="4600"/>
                      </a:lnTo>
                      <a:cubicBezTo>
                        <a:pt x="630" y="4726"/>
                        <a:pt x="630" y="4978"/>
                        <a:pt x="725" y="5072"/>
                      </a:cubicBezTo>
                      <a:cubicBezTo>
                        <a:pt x="788" y="5135"/>
                        <a:pt x="882" y="5167"/>
                        <a:pt x="977" y="5167"/>
                      </a:cubicBezTo>
                      <a:cubicBezTo>
                        <a:pt x="1071" y="5167"/>
                        <a:pt x="1166" y="5135"/>
                        <a:pt x="1229" y="5072"/>
                      </a:cubicBezTo>
                      <a:lnTo>
                        <a:pt x="1701" y="4600"/>
                      </a:lnTo>
                      <a:cubicBezTo>
                        <a:pt x="1749" y="4553"/>
                        <a:pt x="1835" y="4529"/>
                        <a:pt x="1926" y="4529"/>
                      </a:cubicBezTo>
                      <a:cubicBezTo>
                        <a:pt x="2016" y="4529"/>
                        <a:pt x="2111" y="4553"/>
                        <a:pt x="2174" y="4600"/>
                      </a:cubicBezTo>
                      <a:lnTo>
                        <a:pt x="2898" y="5356"/>
                      </a:lnTo>
                      <a:lnTo>
                        <a:pt x="3371" y="4883"/>
                      </a:lnTo>
                      <a:lnTo>
                        <a:pt x="3151" y="4663"/>
                      </a:lnTo>
                      <a:cubicBezTo>
                        <a:pt x="2741" y="4253"/>
                        <a:pt x="2741" y="3592"/>
                        <a:pt x="3151" y="3214"/>
                      </a:cubicBezTo>
                      <a:cubicBezTo>
                        <a:pt x="3340" y="3009"/>
                        <a:pt x="3607" y="2906"/>
                        <a:pt x="3875" y="2906"/>
                      </a:cubicBezTo>
                      <a:cubicBezTo>
                        <a:pt x="4143" y="2906"/>
                        <a:pt x="4411" y="3009"/>
                        <a:pt x="4600" y="3214"/>
                      </a:cubicBezTo>
                      <a:lnTo>
                        <a:pt x="4852" y="3434"/>
                      </a:lnTo>
                      <a:lnTo>
                        <a:pt x="5828" y="2457"/>
                      </a:lnTo>
                      <a:lnTo>
                        <a:pt x="3623" y="284"/>
                      </a:lnTo>
                      <a:cubicBezTo>
                        <a:pt x="3450" y="95"/>
                        <a:pt x="3190" y="0"/>
                        <a:pt x="29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5" name="Google Shape;9590;p73">
                  <a:extLst>
                    <a:ext uri="{FF2B5EF4-FFF2-40B4-BE49-F238E27FC236}">
                      <a16:creationId xmlns:a16="http://schemas.microsoft.com/office/drawing/2014/main" id="{3FBEB364-6F5E-7C2E-349E-050A4005D126}"/>
                    </a:ext>
                  </a:extLst>
                </p:cNvPr>
                <p:cNvSpPr/>
                <p:nvPr/>
              </p:nvSpPr>
              <p:spPr>
                <a:xfrm>
                  <a:off x="5880650" y="3309975"/>
                  <a:ext cx="137075" cy="1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29" extrusionOk="0">
                      <a:moveTo>
                        <a:pt x="2899" y="1"/>
                      </a:moveTo>
                      <a:lnTo>
                        <a:pt x="1702" y="1229"/>
                      </a:lnTo>
                      <a:cubicBezTo>
                        <a:pt x="1639" y="1292"/>
                        <a:pt x="1544" y="1324"/>
                        <a:pt x="1450" y="1324"/>
                      </a:cubicBezTo>
                      <a:cubicBezTo>
                        <a:pt x="1355" y="1324"/>
                        <a:pt x="1261" y="1292"/>
                        <a:pt x="1198" y="1229"/>
                      </a:cubicBezTo>
                      <a:lnTo>
                        <a:pt x="725" y="757"/>
                      </a:lnTo>
                      <a:cubicBezTo>
                        <a:pt x="678" y="694"/>
                        <a:pt x="591" y="662"/>
                        <a:pt x="501" y="662"/>
                      </a:cubicBezTo>
                      <a:cubicBezTo>
                        <a:pt x="410" y="662"/>
                        <a:pt x="316" y="694"/>
                        <a:pt x="253" y="757"/>
                      </a:cubicBezTo>
                      <a:cubicBezTo>
                        <a:pt x="158" y="883"/>
                        <a:pt x="158" y="1103"/>
                        <a:pt x="253" y="1229"/>
                      </a:cubicBezTo>
                      <a:lnTo>
                        <a:pt x="725" y="1702"/>
                      </a:lnTo>
                      <a:cubicBezTo>
                        <a:pt x="851" y="1828"/>
                        <a:pt x="851" y="2048"/>
                        <a:pt x="725" y="2174"/>
                      </a:cubicBezTo>
                      <a:lnTo>
                        <a:pt x="1" y="2899"/>
                      </a:lnTo>
                      <a:lnTo>
                        <a:pt x="473" y="3372"/>
                      </a:lnTo>
                      <a:lnTo>
                        <a:pt x="694" y="3151"/>
                      </a:lnTo>
                      <a:cubicBezTo>
                        <a:pt x="898" y="2946"/>
                        <a:pt x="1166" y="2844"/>
                        <a:pt x="1434" y="2844"/>
                      </a:cubicBezTo>
                      <a:cubicBezTo>
                        <a:pt x="1702" y="2844"/>
                        <a:pt x="1970" y="2946"/>
                        <a:pt x="2174" y="3151"/>
                      </a:cubicBezTo>
                      <a:cubicBezTo>
                        <a:pt x="2552" y="3529"/>
                        <a:pt x="2552" y="4222"/>
                        <a:pt x="2174" y="4600"/>
                      </a:cubicBezTo>
                      <a:lnTo>
                        <a:pt x="1922" y="4852"/>
                      </a:lnTo>
                      <a:lnTo>
                        <a:pt x="2899" y="5829"/>
                      </a:lnTo>
                      <a:lnTo>
                        <a:pt x="5073" y="3655"/>
                      </a:lnTo>
                      <a:cubicBezTo>
                        <a:pt x="5482" y="3277"/>
                        <a:pt x="5482" y="2615"/>
                        <a:pt x="5073" y="2206"/>
                      </a:cubicBezTo>
                      <a:lnTo>
                        <a:pt x="289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6" name="Google Shape;9591;p73">
                  <a:extLst>
                    <a:ext uri="{FF2B5EF4-FFF2-40B4-BE49-F238E27FC236}">
                      <a16:creationId xmlns:a16="http://schemas.microsoft.com/office/drawing/2014/main" id="{12AD25A2-58BE-A5DE-C5E7-A57B40BCC501}"/>
                    </a:ext>
                  </a:extLst>
                </p:cNvPr>
                <p:cNvSpPr/>
                <p:nvPr/>
              </p:nvSpPr>
              <p:spPr>
                <a:xfrm>
                  <a:off x="5794025" y="3396625"/>
                  <a:ext cx="1473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5388" extrusionOk="0">
                      <a:moveTo>
                        <a:pt x="2993" y="0"/>
                      </a:moveTo>
                      <a:lnTo>
                        <a:pt x="2520" y="473"/>
                      </a:lnTo>
                      <a:lnTo>
                        <a:pt x="2741" y="725"/>
                      </a:lnTo>
                      <a:cubicBezTo>
                        <a:pt x="3151" y="1103"/>
                        <a:pt x="3151" y="1764"/>
                        <a:pt x="2741" y="2174"/>
                      </a:cubicBezTo>
                      <a:cubicBezTo>
                        <a:pt x="2505" y="2363"/>
                        <a:pt x="2221" y="2457"/>
                        <a:pt x="1949" y="2457"/>
                      </a:cubicBezTo>
                      <a:cubicBezTo>
                        <a:pt x="1678" y="2457"/>
                        <a:pt x="1418" y="2363"/>
                        <a:pt x="1229" y="2174"/>
                      </a:cubicBezTo>
                      <a:lnTo>
                        <a:pt x="977" y="1922"/>
                      </a:lnTo>
                      <a:lnTo>
                        <a:pt x="0" y="2930"/>
                      </a:lnTo>
                      <a:lnTo>
                        <a:pt x="2205" y="5072"/>
                      </a:lnTo>
                      <a:cubicBezTo>
                        <a:pt x="2394" y="5293"/>
                        <a:pt x="2678" y="5387"/>
                        <a:pt x="2930" y="5387"/>
                      </a:cubicBezTo>
                      <a:cubicBezTo>
                        <a:pt x="3214" y="5387"/>
                        <a:pt x="3497" y="5293"/>
                        <a:pt x="3686" y="5072"/>
                      </a:cubicBezTo>
                      <a:lnTo>
                        <a:pt x="5891" y="2930"/>
                      </a:lnTo>
                      <a:lnTo>
                        <a:pt x="4663" y="1701"/>
                      </a:lnTo>
                      <a:cubicBezTo>
                        <a:pt x="4568" y="1575"/>
                        <a:pt x="4568" y="1355"/>
                        <a:pt x="4663" y="1229"/>
                      </a:cubicBezTo>
                      <a:lnTo>
                        <a:pt x="5167" y="756"/>
                      </a:lnTo>
                      <a:cubicBezTo>
                        <a:pt x="5261" y="630"/>
                        <a:pt x="5261" y="410"/>
                        <a:pt x="5167" y="284"/>
                      </a:cubicBezTo>
                      <a:cubicBezTo>
                        <a:pt x="5104" y="221"/>
                        <a:pt x="5009" y="189"/>
                        <a:pt x="4915" y="189"/>
                      </a:cubicBezTo>
                      <a:cubicBezTo>
                        <a:pt x="4820" y="189"/>
                        <a:pt x="4726" y="221"/>
                        <a:pt x="4663" y="284"/>
                      </a:cubicBezTo>
                      <a:lnTo>
                        <a:pt x="4190" y="756"/>
                      </a:lnTo>
                      <a:cubicBezTo>
                        <a:pt x="4143" y="819"/>
                        <a:pt x="4056" y="851"/>
                        <a:pt x="3966" y="851"/>
                      </a:cubicBezTo>
                      <a:cubicBezTo>
                        <a:pt x="3875" y="851"/>
                        <a:pt x="3781" y="819"/>
                        <a:pt x="3718" y="756"/>
                      </a:cubicBezTo>
                      <a:lnTo>
                        <a:pt x="29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52" name="Google Shape;9592;p73">
                <a:extLst>
                  <a:ext uri="{FF2B5EF4-FFF2-40B4-BE49-F238E27FC236}">
                    <a16:creationId xmlns:a16="http://schemas.microsoft.com/office/drawing/2014/main" id="{06847C40-3937-0802-4EC4-40792329C0DF}"/>
                  </a:ext>
                </a:extLst>
              </p:cNvPr>
              <p:cNvGrpSpPr/>
              <p:nvPr/>
            </p:nvGrpSpPr>
            <p:grpSpPr>
              <a:xfrm>
                <a:off x="9661466" y="4393899"/>
                <a:ext cx="471329" cy="468667"/>
                <a:chOff x="5727850" y="3609275"/>
                <a:chExt cx="278850" cy="277275"/>
              </a:xfrm>
              <a:grpFill/>
            </p:grpSpPr>
            <p:sp>
              <p:nvSpPr>
                <p:cNvPr id="68" name="Google Shape;9593;p73">
                  <a:extLst>
                    <a:ext uri="{FF2B5EF4-FFF2-40B4-BE49-F238E27FC236}">
                      <a16:creationId xmlns:a16="http://schemas.microsoft.com/office/drawing/2014/main" id="{FA16913F-64D4-4534-47EC-CAB0E88631D7}"/>
                    </a:ext>
                  </a:extLst>
                </p:cNvPr>
                <p:cNvSpPr/>
                <p:nvPr/>
              </p:nvSpPr>
              <p:spPr>
                <a:xfrm>
                  <a:off x="5884600" y="3765225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6" y="662"/>
                      </a:moveTo>
                      <a:cubicBezTo>
                        <a:pt x="2646" y="662"/>
                        <a:pt x="2804" y="819"/>
                        <a:pt x="2804" y="1008"/>
                      </a:cubicBezTo>
                      <a:cubicBezTo>
                        <a:pt x="2804" y="1197"/>
                        <a:pt x="2646" y="1355"/>
                        <a:pt x="2426" y="1355"/>
                      </a:cubicBezTo>
                      <a:cubicBezTo>
                        <a:pt x="2237" y="1355"/>
                        <a:pt x="2079" y="1197"/>
                        <a:pt x="2079" y="1008"/>
                      </a:cubicBezTo>
                      <a:cubicBezTo>
                        <a:pt x="2079" y="819"/>
                        <a:pt x="2237" y="662"/>
                        <a:pt x="2426" y="662"/>
                      </a:cubicBezTo>
                      <a:close/>
                      <a:moveTo>
                        <a:pt x="2426" y="1670"/>
                      </a:moveTo>
                      <a:cubicBezTo>
                        <a:pt x="2646" y="1670"/>
                        <a:pt x="2804" y="1828"/>
                        <a:pt x="2804" y="2048"/>
                      </a:cubicBezTo>
                      <a:lnTo>
                        <a:pt x="2804" y="3781"/>
                      </a:lnTo>
                      <a:cubicBezTo>
                        <a:pt x="2804" y="3970"/>
                        <a:pt x="2646" y="4127"/>
                        <a:pt x="2426" y="4127"/>
                      </a:cubicBezTo>
                      <a:cubicBezTo>
                        <a:pt x="2237" y="4127"/>
                        <a:pt x="2079" y="3970"/>
                        <a:pt x="2079" y="3781"/>
                      </a:cubicBezTo>
                      <a:lnTo>
                        <a:pt x="2079" y="2048"/>
                      </a:lnTo>
                      <a:cubicBezTo>
                        <a:pt x="2079" y="1828"/>
                        <a:pt x="2237" y="1670"/>
                        <a:pt x="2426" y="1670"/>
                      </a:cubicBezTo>
                      <a:close/>
                      <a:moveTo>
                        <a:pt x="2426" y="0"/>
                      </a:moveTo>
                      <a:cubicBezTo>
                        <a:pt x="1103" y="0"/>
                        <a:pt x="0" y="1103"/>
                        <a:pt x="0" y="2426"/>
                      </a:cubicBezTo>
                      <a:cubicBezTo>
                        <a:pt x="0" y="3749"/>
                        <a:pt x="1103" y="4852"/>
                        <a:pt x="2426" y="4852"/>
                      </a:cubicBezTo>
                      <a:cubicBezTo>
                        <a:pt x="3781" y="4852"/>
                        <a:pt x="4883" y="3749"/>
                        <a:pt x="4883" y="2426"/>
                      </a:cubicBezTo>
                      <a:cubicBezTo>
                        <a:pt x="4883" y="1040"/>
                        <a:pt x="378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9" name="Google Shape;9594;p73">
                  <a:extLst>
                    <a:ext uri="{FF2B5EF4-FFF2-40B4-BE49-F238E27FC236}">
                      <a16:creationId xmlns:a16="http://schemas.microsoft.com/office/drawing/2014/main" id="{B7ECB362-0A43-F094-91E5-6646834D89E1}"/>
                    </a:ext>
                  </a:extLst>
                </p:cNvPr>
                <p:cNvSpPr/>
                <p:nvPr/>
              </p:nvSpPr>
              <p:spPr>
                <a:xfrm>
                  <a:off x="5727850" y="3669125"/>
                  <a:ext cx="35475" cy="21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8665" extrusionOk="0">
                      <a:moveTo>
                        <a:pt x="32" y="1"/>
                      </a:moveTo>
                      <a:lnTo>
                        <a:pt x="32" y="7310"/>
                      </a:lnTo>
                      <a:cubicBezTo>
                        <a:pt x="1" y="8034"/>
                        <a:pt x="631" y="8665"/>
                        <a:pt x="1418" y="8665"/>
                      </a:cubicBezTo>
                      <a:lnTo>
                        <a:pt x="1418" y="347"/>
                      </a:lnTo>
                      <a:lnTo>
                        <a:pt x="1072" y="347"/>
                      </a:lnTo>
                      <a:cubicBezTo>
                        <a:pt x="662" y="347"/>
                        <a:pt x="316" y="253"/>
                        <a:pt x="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0" name="Google Shape;9595;p73">
                  <a:extLst>
                    <a:ext uri="{FF2B5EF4-FFF2-40B4-BE49-F238E27FC236}">
                      <a16:creationId xmlns:a16="http://schemas.microsoft.com/office/drawing/2014/main" id="{3897A2A5-B3C0-F261-4F3C-935A0212C69A}"/>
                    </a:ext>
                  </a:extLst>
                </p:cNvPr>
                <p:cNvSpPr/>
                <p:nvPr/>
              </p:nvSpPr>
              <p:spPr>
                <a:xfrm>
                  <a:off x="5779825" y="3677800"/>
                  <a:ext cx="1749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6" h="8318" extrusionOk="0">
                      <a:moveTo>
                        <a:pt x="5262" y="693"/>
                      </a:moveTo>
                      <a:cubicBezTo>
                        <a:pt x="5451" y="693"/>
                        <a:pt x="5609" y="851"/>
                        <a:pt x="5609" y="1040"/>
                      </a:cubicBezTo>
                      <a:cubicBezTo>
                        <a:pt x="5609" y="1229"/>
                        <a:pt x="5451" y="1386"/>
                        <a:pt x="5262" y="1386"/>
                      </a:cubicBezTo>
                      <a:lnTo>
                        <a:pt x="1072" y="1386"/>
                      </a:lnTo>
                      <a:cubicBezTo>
                        <a:pt x="883" y="1386"/>
                        <a:pt x="726" y="1229"/>
                        <a:pt x="726" y="1040"/>
                      </a:cubicBezTo>
                      <a:cubicBezTo>
                        <a:pt x="726" y="851"/>
                        <a:pt x="883" y="693"/>
                        <a:pt x="1072" y="693"/>
                      </a:cubicBezTo>
                      <a:close/>
                      <a:moveTo>
                        <a:pt x="5262" y="2080"/>
                      </a:moveTo>
                      <a:cubicBezTo>
                        <a:pt x="5451" y="2080"/>
                        <a:pt x="5609" y="2237"/>
                        <a:pt x="5609" y="2426"/>
                      </a:cubicBezTo>
                      <a:cubicBezTo>
                        <a:pt x="5609" y="2615"/>
                        <a:pt x="5451" y="2773"/>
                        <a:pt x="5262" y="2773"/>
                      </a:cubicBezTo>
                      <a:lnTo>
                        <a:pt x="1072" y="2773"/>
                      </a:lnTo>
                      <a:cubicBezTo>
                        <a:pt x="883" y="2773"/>
                        <a:pt x="726" y="2615"/>
                        <a:pt x="726" y="2426"/>
                      </a:cubicBezTo>
                      <a:cubicBezTo>
                        <a:pt x="726" y="2237"/>
                        <a:pt x="883" y="2080"/>
                        <a:pt x="1072" y="2080"/>
                      </a:cubicBezTo>
                      <a:close/>
                      <a:moveTo>
                        <a:pt x="1" y="0"/>
                      </a:moveTo>
                      <a:lnTo>
                        <a:pt x="1" y="8318"/>
                      </a:lnTo>
                      <a:lnTo>
                        <a:pt x="4695" y="8318"/>
                      </a:lnTo>
                      <a:cubicBezTo>
                        <a:pt x="4002" y="7750"/>
                        <a:pt x="3498" y="6868"/>
                        <a:pt x="3498" y="5892"/>
                      </a:cubicBezTo>
                      <a:cubicBezTo>
                        <a:pt x="3498" y="5766"/>
                        <a:pt x="3561" y="5640"/>
                        <a:pt x="3561" y="5545"/>
                      </a:cubicBezTo>
                      <a:lnTo>
                        <a:pt x="1072" y="5545"/>
                      </a:lnTo>
                      <a:cubicBezTo>
                        <a:pt x="883" y="5545"/>
                        <a:pt x="726" y="5388"/>
                        <a:pt x="726" y="5167"/>
                      </a:cubicBezTo>
                      <a:lnTo>
                        <a:pt x="726" y="3812"/>
                      </a:lnTo>
                      <a:cubicBezTo>
                        <a:pt x="726" y="3592"/>
                        <a:pt x="883" y="3434"/>
                        <a:pt x="1072" y="3434"/>
                      </a:cubicBezTo>
                      <a:lnTo>
                        <a:pt x="4695" y="3434"/>
                      </a:lnTo>
                      <a:cubicBezTo>
                        <a:pt x="5199" y="3056"/>
                        <a:pt x="5861" y="2773"/>
                        <a:pt x="6617" y="2773"/>
                      </a:cubicBezTo>
                      <a:cubicBezTo>
                        <a:pt x="6743" y="2773"/>
                        <a:pt x="6869" y="2804"/>
                        <a:pt x="6995" y="2804"/>
                      </a:cubicBezTo>
                      <a:lnTo>
                        <a:pt x="69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1" name="Google Shape;9596;p73">
                  <a:extLst>
                    <a:ext uri="{FF2B5EF4-FFF2-40B4-BE49-F238E27FC236}">
                      <a16:creationId xmlns:a16="http://schemas.microsoft.com/office/drawing/2014/main" id="{2C5B18DA-97AB-50E7-A090-C6FCCAB694E9}"/>
                    </a:ext>
                  </a:extLst>
                </p:cNvPr>
                <p:cNvSpPr/>
                <p:nvPr/>
              </p:nvSpPr>
              <p:spPr>
                <a:xfrm>
                  <a:off x="5815275" y="3781750"/>
                  <a:ext cx="662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8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2301" y="694"/>
                      </a:lnTo>
                      <a:cubicBezTo>
                        <a:pt x="2364" y="473"/>
                        <a:pt x="2490" y="221"/>
                        <a:pt x="26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72" name="Google Shape;9597;p73">
                  <a:extLst>
                    <a:ext uri="{FF2B5EF4-FFF2-40B4-BE49-F238E27FC236}">
                      <a16:creationId xmlns:a16="http://schemas.microsoft.com/office/drawing/2014/main" id="{F699FFEC-63A6-100E-6C0D-A394A82B12C1}"/>
                    </a:ext>
                  </a:extLst>
                </p:cNvPr>
                <p:cNvSpPr/>
                <p:nvPr/>
              </p:nvSpPr>
              <p:spPr>
                <a:xfrm>
                  <a:off x="5727850" y="3609275"/>
                  <a:ext cx="2260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2049" extrusionOk="0">
                      <a:moveTo>
                        <a:pt x="1072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cubicBezTo>
                        <a:pt x="1" y="1576"/>
                        <a:pt x="473" y="2048"/>
                        <a:pt x="1072" y="2048"/>
                      </a:cubicBezTo>
                      <a:lnTo>
                        <a:pt x="9043" y="2048"/>
                      </a:lnTo>
                      <a:cubicBezTo>
                        <a:pt x="8475" y="2048"/>
                        <a:pt x="8034" y="1576"/>
                        <a:pt x="8034" y="1040"/>
                      </a:cubicBezTo>
                      <a:cubicBezTo>
                        <a:pt x="8034" y="441"/>
                        <a:pt x="8507" y="0"/>
                        <a:pt x="90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53" name="Google Shape;9598;p73">
                <a:extLst>
                  <a:ext uri="{FF2B5EF4-FFF2-40B4-BE49-F238E27FC236}">
                    <a16:creationId xmlns:a16="http://schemas.microsoft.com/office/drawing/2014/main" id="{862D4125-1278-F079-8E9F-430E1A4EF965}"/>
                  </a:ext>
                </a:extLst>
              </p:cNvPr>
              <p:cNvGrpSpPr/>
              <p:nvPr/>
            </p:nvGrpSpPr>
            <p:grpSpPr>
              <a:xfrm>
                <a:off x="9677461" y="4985321"/>
                <a:ext cx="439341" cy="499261"/>
                <a:chOff x="5736525" y="3963700"/>
                <a:chExt cx="259925" cy="295375"/>
              </a:xfrm>
              <a:grpFill/>
            </p:grpSpPr>
            <p:sp>
              <p:nvSpPr>
                <p:cNvPr id="61" name="Google Shape;9599;p73">
                  <a:extLst>
                    <a:ext uri="{FF2B5EF4-FFF2-40B4-BE49-F238E27FC236}">
                      <a16:creationId xmlns:a16="http://schemas.microsoft.com/office/drawing/2014/main" id="{43A1B1C9-4F31-D91F-3C74-3581FF368491}"/>
                    </a:ext>
                  </a:extLst>
                </p:cNvPr>
                <p:cNvSpPr/>
                <p:nvPr/>
              </p:nvSpPr>
              <p:spPr>
                <a:xfrm>
                  <a:off x="5736525" y="4153525"/>
                  <a:ext cx="121300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222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3875"/>
                      </a:lnTo>
                      <a:cubicBezTo>
                        <a:pt x="0" y="4064"/>
                        <a:pt x="158" y="4222"/>
                        <a:pt x="378" y="4222"/>
                      </a:cubicBezTo>
                      <a:lnTo>
                        <a:pt x="4852" y="4222"/>
                      </a:lnTo>
                      <a:lnTo>
                        <a:pt x="4852" y="2584"/>
                      </a:lnTo>
                      <a:lnTo>
                        <a:pt x="23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2" name="Google Shape;9600;p73">
                  <a:extLst>
                    <a:ext uri="{FF2B5EF4-FFF2-40B4-BE49-F238E27FC236}">
                      <a16:creationId xmlns:a16="http://schemas.microsoft.com/office/drawing/2014/main" id="{7438990C-5EA7-7176-BE32-7180B16FDD3D}"/>
                    </a:ext>
                  </a:extLst>
                </p:cNvPr>
                <p:cNvSpPr/>
                <p:nvPr/>
              </p:nvSpPr>
              <p:spPr>
                <a:xfrm>
                  <a:off x="5833400" y="41684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2678" y="1"/>
                      </a:moveTo>
                      <a:lnTo>
                        <a:pt x="2678" y="1"/>
                      </a:lnTo>
                      <a:cubicBezTo>
                        <a:pt x="2458" y="32"/>
                        <a:pt x="2237" y="127"/>
                        <a:pt x="1985" y="127"/>
                      </a:cubicBezTo>
                      <a:lnTo>
                        <a:pt x="662" y="127"/>
                      </a:lnTo>
                      <a:cubicBezTo>
                        <a:pt x="441" y="127"/>
                        <a:pt x="221" y="95"/>
                        <a:pt x="0" y="1"/>
                      </a:cubicBezTo>
                      <a:lnTo>
                        <a:pt x="0" y="1"/>
                      </a:lnTo>
                      <a:lnTo>
                        <a:pt x="1323" y="1355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3" name="Google Shape;9601;p73">
                  <a:extLst>
                    <a:ext uri="{FF2B5EF4-FFF2-40B4-BE49-F238E27FC236}">
                      <a16:creationId xmlns:a16="http://schemas.microsoft.com/office/drawing/2014/main" id="{D4FD283B-2414-75B0-A09A-CEC968239091}"/>
                    </a:ext>
                  </a:extLst>
                </p:cNvPr>
                <p:cNvSpPr/>
                <p:nvPr/>
              </p:nvSpPr>
              <p:spPr>
                <a:xfrm>
                  <a:off x="5875925" y="4153525"/>
                  <a:ext cx="120525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222" extrusionOk="0">
                      <a:moveTo>
                        <a:pt x="2426" y="2048"/>
                      </a:moveTo>
                      <a:cubicBezTo>
                        <a:pt x="2615" y="2048"/>
                        <a:pt x="2773" y="2205"/>
                        <a:pt x="2773" y="2426"/>
                      </a:cubicBezTo>
                      <a:cubicBezTo>
                        <a:pt x="2773" y="2615"/>
                        <a:pt x="2615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13" y="2773"/>
                        <a:pt x="1355" y="2615"/>
                        <a:pt x="1355" y="2426"/>
                      </a:cubicBezTo>
                      <a:cubicBezTo>
                        <a:pt x="1355" y="2205"/>
                        <a:pt x="1513" y="2048"/>
                        <a:pt x="1733" y="2048"/>
                      </a:cubicBezTo>
                      <a:close/>
                      <a:moveTo>
                        <a:pt x="2552" y="0"/>
                      </a:moveTo>
                      <a:lnTo>
                        <a:pt x="1" y="2584"/>
                      </a:lnTo>
                      <a:lnTo>
                        <a:pt x="1" y="4222"/>
                      </a:lnTo>
                      <a:lnTo>
                        <a:pt x="4474" y="4222"/>
                      </a:lnTo>
                      <a:cubicBezTo>
                        <a:pt x="4663" y="4222"/>
                        <a:pt x="4821" y="4064"/>
                        <a:pt x="4821" y="3875"/>
                      </a:cubicBezTo>
                      <a:lnTo>
                        <a:pt x="4821" y="1733"/>
                      </a:lnTo>
                      <a:cubicBezTo>
                        <a:pt x="4821" y="788"/>
                        <a:pt x="4033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4" name="Google Shape;9602;p73">
                  <a:extLst>
                    <a:ext uri="{FF2B5EF4-FFF2-40B4-BE49-F238E27FC236}">
                      <a16:creationId xmlns:a16="http://schemas.microsoft.com/office/drawing/2014/main" id="{3706361C-F4C4-D17A-397A-C8EB3CA062CA}"/>
                    </a:ext>
                  </a:extLst>
                </p:cNvPr>
                <p:cNvSpPr/>
                <p:nvPr/>
              </p:nvSpPr>
              <p:spPr>
                <a:xfrm>
                  <a:off x="5754625" y="3963700"/>
                  <a:ext cx="22450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6176" extrusionOk="0">
                      <a:moveTo>
                        <a:pt x="3120" y="1"/>
                      </a:moveTo>
                      <a:cubicBezTo>
                        <a:pt x="1387" y="1"/>
                        <a:pt x="1" y="1418"/>
                        <a:pt x="1" y="3119"/>
                      </a:cubicBezTo>
                      <a:lnTo>
                        <a:pt x="1" y="4506"/>
                      </a:lnTo>
                      <a:cubicBezTo>
                        <a:pt x="1" y="5325"/>
                        <a:pt x="568" y="6018"/>
                        <a:pt x="1355" y="6175"/>
                      </a:cubicBezTo>
                      <a:lnTo>
                        <a:pt x="1355" y="2773"/>
                      </a:lnTo>
                      <a:lnTo>
                        <a:pt x="1009" y="2773"/>
                      </a:lnTo>
                      <a:cubicBezTo>
                        <a:pt x="914" y="2773"/>
                        <a:pt x="820" y="2804"/>
                        <a:pt x="694" y="2804"/>
                      </a:cubicBezTo>
                      <a:cubicBezTo>
                        <a:pt x="851" y="1607"/>
                        <a:pt x="1860" y="662"/>
                        <a:pt x="3120" y="662"/>
                      </a:cubicBezTo>
                      <a:lnTo>
                        <a:pt x="5861" y="662"/>
                      </a:lnTo>
                      <a:cubicBezTo>
                        <a:pt x="7089" y="662"/>
                        <a:pt x="8098" y="1607"/>
                        <a:pt x="8255" y="2804"/>
                      </a:cubicBezTo>
                      <a:cubicBezTo>
                        <a:pt x="8161" y="2773"/>
                        <a:pt x="8066" y="2773"/>
                        <a:pt x="7940" y="2773"/>
                      </a:cubicBezTo>
                      <a:lnTo>
                        <a:pt x="7593" y="2773"/>
                      </a:lnTo>
                      <a:lnTo>
                        <a:pt x="7593" y="6175"/>
                      </a:lnTo>
                      <a:cubicBezTo>
                        <a:pt x="8381" y="6018"/>
                        <a:pt x="8980" y="5325"/>
                        <a:pt x="8980" y="4506"/>
                      </a:cubicBezTo>
                      <a:lnTo>
                        <a:pt x="8980" y="3119"/>
                      </a:lnTo>
                      <a:cubicBezTo>
                        <a:pt x="8980" y="1387"/>
                        <a:pt x="7562" y="1"/>
                        <a:pt x="58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5" name="Google Shape;9603;p73">
                  <a:extLst>
                    <a:ext uri="{FF2B5EF4-FFF2-40B4-BE49-F238E27FC236}">
                      <a16:creationId xmlns:a16="http://schemas.microsoft.com/office/drawing/2014/main" id="{E418D05E-CD97-B6AF-2583-0345D64B0B90}"/>
                    </a:ext>
                  </a:extLst>
                </p:cNvPr>
                <p:cNvSpPr/>
                <p:nvPr/>
              </p:nvSpPr>
              <p:spPr>
                <a:xfrm>
                  <a:off x="5806625" y="3998350"/>
                  <a:ext cx="6932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081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1733" y="2080"/>
                      </a:lnTo>
                      <a:cubicBezTo>
                        <a:pt x="2300" y="2049"/>
                        <a:pt x="2773" y="1607"/>
                        <a:pt x="2773" y="1009"/>
                      </a:cubicBezTo>
                      <a:lnTo>
                        <a:pt x="27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6" name="Google Shape;9604;p73">
                  <a:extLst>
                    <a:ext uri="{FF2B5EF4-FFF2-40B4-BE49-F238E27FC236}">
                      <a16:creationId xmlns:a16="http://schemas.microsoft.com/office/drawing/2014/main" id="{4883633C-0DCB-2FF3-4570-FFCECBF8BFD4}"/>
                    </a:ext>
                  </a:extLst>
                </p:cNvPr>
                <p:cNvSpPr/>
                <p:nvPr/>
              </p:nvSpPr>
              <p:spPr>
                <a:xfrm>
                  <a:off x="5893250" y="3999150"/>
                  <a:ext cx="346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049" extrusionOk="0">
                      <a:moveTo>
                        <a:pt x="1" y="0"/>
                      </a:moveTo>
                      <a:lnTo>
                        <a:pt x="1" y="1040"/>
                      </a:lnTo>
                      <a:cubicBezTo>
                        <a:pt x="1" y="1607"/>
                        <a:pt x="473" y="2048"/>
                        <a:pt x="1040" y="2048"/>
                      </a:cubicBezTo>
                      <a:lnTo>
                        <a:pt x="1387" y="2048"/>
                      </a:lnTo>
                      <a:lnTo>
                        <a:pt x="1387" y="1701"/>
                      </a:lnTo>
                      <a:cubicBezTo>
                        <a:pt x="1387" y="882"/>
                        <a:pt x="788" y="158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7" name="Google Shape;9605;p73">
                  <a:extLst>
                    <a:ext uri="{FF2B5EF4-FFF2-40B4-BE49-F238E27FC236}">
                      <a16:creationId xmlns:a16="http://schemas.microsoft.com/office/drawing/2014/main" id="{A484B649-44A8-368B-0A3F-205411F9E066}"/>
                    </a:ext>
                  </a:extLst>
                </p:cNvPr>
                <p:cNvSpPr/>
                <p:nvPr/>
              </p:nvSpPr>
              <p:spPr>
                <a:xfrm>
                  <a:off x="5806625" y="4049550"/>
                  <a:ext cx="1213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160" extrusionOk="0">
                      <a:moveTo>
                        <a:pt x="3119" y="1"/>
                      </a:moveTo>
                      <a:cubicBezTo>
                        <a:pt x="2804" y="442"/>
                        <a:pt x="2300" y="694"/>
                        <a:pt x="1733" y="694"/>
                      </a:cubicBezTo>
                      <a:lnTo>
                        <a:pt x="0" y="694"/>
                      </a:lnTo>
                      <a:lnTo>
                        <a:pt x="0" y="2426"/>
                      </a:lnTo>
                      <a:cubicBezTo>
                        <a:pt x="0" y="3372"/>
                        <a:pt x="788" y="4159"/>
                        <a:pt x="1733" y="4159"/>
                      </a:cubicBezTo>
                      <a:lnTo>
                        <a:pt x="3119" y="4159"/>
                      </a:lnTo>
                      <a:cubicBezTo>
                        <a:pt x="4064" y="4159"/>
                        <a:pt x="4852" y="3372"/>
                        <a:pt x="4852" y="2426"/>
                      </a:cubicBezTo>
                      <a:lnTo>
                        <a:pt x="4852" y="694"/>
                      </a:lnTo>
                      <a:lnTo>
                        <a:pt x="4505" y="694"/>
                      </a:lnTo>
                      <a:cubicBezTo>
                        <a:pt x="3938" y="694"/>
                        <a:pt x="3434" y="442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  <p:grpSp>
            <p:nvGrpSpPr>
              <p:cNvPr id="54" name="Google Shape;9606;p73">
                <a:extLst>
                  <a:ext uri="{FF2B5EF4-FFF2-40B4-BE49-F238E27FC236}">
                    <a16:creationId xmlns:a16="http://schemas.microsoft.com/office/drawing/2014/main" id="{EFB89E6E-35DB-2303-FC96-6DBB9908CCCD}"/>
                  </a:ext>
                </a:extLst>
              </p:cNvPr>
              <p:cNvGrpSpPr/>
              <p:nvPr/>
            </p:nvGrpSpPr>
            <p:grpSpPr>
              <a:xfrm>
                <a:off x="10925482" y="4377925"/>
                <a:ext cx="501965" cy="500612"/>
                <a:chOff x="6553275" y="3604550"/>
                <a:chExt cx="296975" cy="296175"/>
              </a:xfrm>
              <a:grpFill/>
            </p:grpSpPr>
            <p:sp>
              <p:nvSpPr>
                <p:cNvPr id="55" name="Google Shape;9607;p73">
                  <a:extLst>
                    <a:ext uri="{FF2B5EF4-FFF2-40B4-BE49-F238E27FC236}">
                      <a16:creationId xmlns:a16="http://schemas.microsoft.com/office/drawing/2014/main" id="{C880518A-8EE0-0C84-F03D-113DD6FFDC46}"/>
                    </a:ext>
                  </a:extLst>
                </p:cNvPr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56" name="Google Shape;9608;p73">
                  <a:extLst>
                    <a:ext uri="{FF2B5EF4-FFF2-40B4-BE49-F238E27FC236}">
                      <a16:creationId xmlns:a16="http://schemas.microsoft.com/office/drawing/2014/main" id="{22320C70-5927-D35D-9F02-51C7440252C8}"/>
                    </a:ext>
                  </a:extLst>
                </p:cNvPr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57" name="Google Shape;9609;p73">
                  <a:extLst>
                    <a:ext uri="{FF2B5EF4-FFF2-40B4-BE49-F238E27FC236}">
                      <a16:creationId xmlns:a16="http://schemas.microsoft.com/office/drawing/2014/main" id="{E700520C-CB68-0D54-F350-2073C059F2E6}"/>
                    </a:ext>
                  </a:extLst>
                </p:cNvPr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58" name="Google Shape;9610;p73">
                  <a:extLst>
                    <a:ext uri="{FF2B5EF4-FFF2-40B4-BE49-F238E27FC236}">
                      <a16:creationId xmlns:a16="http://schemas.microsoft.com/office/drawing/2014/main" id="{55C93001-9236-7005-33DE-2780EACA7230}"/>
                    </a:ext>
                  </a:extLst>
                </p:cNvPr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59" name="Google Shape;9611;p73">
                  <a:extLst>
                    <a:ext uri="{FF2B5EF4-FFF2-40B4-BE49-F238E27FC236}">
                      <a16:creationId xmlns:a16="http://schemas.microsoft.com/office/drawing/2014/main" id="{FC75087B-9823-109D-2966-956A5DCC898D}"/>
                    </a:ext>
                  </a:extLst>
                </p:cNvPr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  <p:sp>
              <p:nvSpPr>
                <p:cNvPr id="60" name="Google Shape;9612;p73">
                  <a:extLst>
                    <a:ext uri="{FF2B5EF4-FFF2-40B4-BE49-F238E27FC236}">
                      <a16:creationId xmlns:a16="http://schemas.microsoft.com/office/drawing/2014/main" id="{69DE4CA1-A028-3FE4-E91D-C6FFC3AA7704}"/>
                    </a:ext>
                  </a:extLst>
                </p:cNvPr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</a:endParaRPr>
                </a:p>
              </p:txBody>
            </p:sp>
          </p:grpSp>
        </p:grpSp>
      </p:grpSp>
      <p:sp>
        <p:nvSpPr>
          <p:cNvPr id="471" name="TextBox 470">
            <a:extLst>
              <a:ext uri="{FF2B5EF4-FFF2-40B4-BE49-F238E27FC236}">
                <a16:creationId xmlns:a16="http://schemas.microsoft.com/office/drawing/2014/main" id="{9927CD74-163D-91E6-9796-807613C96138}"/>
              </a:ext>
            </a:extLst>
          </p:cNvPr>
          <p:cNvSpPr txBox="1"/>
          <p:nvPr/>
        </p:nvSpPr>
        <p:spPr>
          <a:xfrm>
            <a:off x="0" y="39687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3422725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16BC8-F51E-C81C-F9FB-F26BAC6BF02C}"/>
              </a:ext>
            </a:extLst>
          </p:cNvPr>
          <p:cNvSpPr txBox="1"/>
          <p:nvPr/>
        </p:nvSpPr>
        <p:spPr>
          <a:xfrm>
            <a:off x="0" y="39687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</a:rPr>
              <a:t>Icons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DD8097-FC37-B5A3-F579-B15677CF56F2}"/>
              </a:ext>
            </a:extLst>
          </p:cNvPr>
          <p:cNvGrpSpPr/>
          <p:nvPr/>
        </p:nvGrpSpPr>
        <p:grpSpPr>
          <a:xfrm>
            <a:off x="397192" y="1476392"/>
            <a:ext cx="11397616" cy="4614289"/>
            <a:chOff x="397192" y="1548962"/>
            <a:chExt cx="11397616" cy="4614289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DF07B9-28F0-8489-BE8E-63D90B11A4A9}"/>
                </a:ext>
              </a:extLst>
            </p:cNvPr>
            <p:cNvGrpSpPr/>
            <p:nvPr/>
          </p:nvGrpSpPr>
          <p:grpSpPr>
            <a:xfrm>
              <a:off x="420547" y="3548838"/>
              <a:ext cx="11373408" cy="644982"/>
              <a:chOff x="420547" y="3453239"/>
              <a:chExt cx="11373408" cy="644982"/>
            </a:xfrm>
            <a:grpFill/>
          </p:grpSpPr>
          <p:sp>
            <p:nvSpPr>
              <p:cNvPr id="188" name="Google Shape;12426;p89">
                <a:extLst>
                  <a:ext uri="{FF2B5EF4-FFF2-40B4-BE49-F238E27FC236}">
                    <a16:creationId xmlns:a16="http://schemas.microsoft.com/office/drawing/2014/main" id="{26F9E5E4-A968-8C13-F673-0982BD75CA1C}"/>
                  </a:ext>
                </a:extLst>
              </p:cNvPr>
              <p:cNvSpPr/>
              <p:nvPr/>
            </p:nvSpPr>
            <p:spPr>
              <a:xfrm>
                <a:off x="420547" y="3454119"/>
                <a:ext cx="649979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689" extrusionOk="0">
                    <a:moveTo>
                      <a:pt x="7026" y="757"/>
                    </a:moveTo>
                    <a:lnTo>
                      <a:pt x="7026" y="2710"/>
                    </a:lnTo>
                    <a:lnTo>
                      <a:pt x="5829" y="2710"/>
                    </a:lnTo>
                    <a:cubicBezTo>
                      <a:pt x="5924" y="2332"/>
                      <a:pt x="6081" y="1954"/>
                      <a:pt x="6176" y="1702"/>
                    </a:cubicBezTo>
                    <a:cubicBezTo>
                      <a:pt x="6428" y="1229"/>
                      <a:pt x="6711" y="914"/>
                      <a:pt x="7026" y="757"/>
                    </a:cubicBezTo>
                    <a:close/>
                    <a:moveTo>
                      <a:pt x="7688" y="757"/>
                    </a:moveTo>
                    <a:cubicBezTo>
                      <a:pt x="8003" y="914"/>
                      <a:pt x="8287" y="1229"/>
                      <a:pt x="8507" y="1702"/>
                    </a:cubicBezTo>
                    <a:cubicBezTo>
                      <a:pt x="8665" y="2017"/>
                      <a:pt x="8791" y="2364"/>
                      <a:pt x="8854" y="2710"/>
                    </a:cubicBezTo>
                    <a:lnTo>
                      <a:pt x="7688" y="2710"/>
                    </a:lnTo>
                    <a:lnTo>
                      <a:pt x="7688" y="757"/>
                    </a:lnTo>
                    <a:close/>
                    <a:moveTo>
                      <a:pt x="8917" y="977"/>
                    </a:moveTo>
                    <a:cubicBezTo>
                      <a:pt x="9704" y="1387"/>
                      <a:pt x="10334" y="1954"/>
                      <a:pt x="10712" y="2710"/>
                    </a:cubicBezTo>
                    <a:lnTo>
                      <a:pt x="9578" y="2710"/>
                    </a:lnTo>
                    <a:cubicBezTo>
                      <a:pt x="9452" y="2206"/>
                      <a:pt x="9295" y="1765"/>
                      <a:pt x="9106" y="1387"/>
                    </a:cubicBezTo>
                    <a:cubicBezTo>
                      <a:pt x="9011" y="1261"/>
                      <a:pt x="8948" y="1103"/>
                      <a:pt x="8917" y="977"/>
                    </a:cubicBezTo>
                    <a:close/>
                    <a:moveTo>
                      <a:pt x="5798" y="1009"/>
                    </a:moveTo>
                    <a:lnTo>
                      <a:pt x="5798" y="1009"/>
                    </a:lnTo>
                    <a:cubicBezTo>
                      <a:pt x="5703" y="1135"/>
                      <a:pt x="5640" y="1261"/>
                      <a:pt x="5609" y="1418"/>
                    </a:cubicBezTo>
                    <a:cubicBezTo>
                      <a:pt x="5388" y="1796"/>
                      <a:pt x="5231" y="2269"/>
                      <a:pt x="5136" y="2742"/>
                    </a:cubicBezTo>
                    <a:lnTo>
                      <a:pt x="3970" y="2742"/>
                    </a:lnTo>
                    <a:cubicBezTo>
                      <a:pt x="4380" y="1954"/>
                      <a:pt x="5042" y="1387"/>
                      <a:pt x="5798" y="1009"/>
                    </a:cubicBezTo>
                    <a:close/>
                    <a:moveTo>
                      <a:pt x="5010" y="3435"/>
                    </a:moveTo>
                    <a:cubicBezTo>
                      <a:pt x="4978" y="3750"/>
                      <a:pt x="4915" y="4096"/>
                      <a:pt x="4915" y="4443"/>
                    </a:cubicBezTo>
                    <a:cubicBezTo>
                      <a:pt x="4978" y="4789"/>
                      <a:pt x="4978" y="5167"/>
                      <a:pt x="5010" y="5482"/>
                    </a:cubicBezTo>
                    <a:lnTo>
                      <a:pt x="3718" y="5482"/>
                    </a:lnTo>
                    <a:cubicBezTo>
                      <a:pt x="3624" y="5167"/>
                      <a:pt x="3561" y="4789"/>
                      <a:pt x="3561" y="4443"/>
                    </a:cubicBezTo>
                    <a:cubicBezTo>
                      <a:pt x="3561" y="4096"/>
                      <a:pt x="3592" y="3750"/>
                      <a:pt x="3718" y="3435"/>
                    </a:cubicBezTo>
                    <a:close/>
                    <a:moveTo>
                      <a:pt x="7026" y="3435"/>
                    </a:moveTo>
                    <a:lnTo>
                      <a:pt x="7026" y="5482"/>
                    </a:lnTo>
                    <a:lnTo>
                      <a:pt x="5703" y="5482"/>
                    </a:lnTo>
                    <a:cubicBezTo>
                      <a:pt x="5672" y="5136"/>
                      <a:pt x="5640" y="4789"/>
                      <a:pt x="5640" y="4443"/>
                    </a:cubicBezTo>
                    <a:cubicBezTo>
                      <a:pt x="5640" y="4096"/>
                      <a:pt x="5672" y="3718"/>
                      <a:pt x="5703" y="3435"/>
                    </a:cubicBezTo>
                    <a:close/>
                    <a:moveTo>
                      <a:pt x="8980" y="3435"/>
                    </a:moveTo>
                    <a:cubicBezTo>
                      <a:pt x="9011" y="3750"/>
                      <a:pt x="9074" y="4096"/>
                      <a:pt x="9074" y="4443"/>
                    </a:cubicBezTo>
                    <a:cubicBezTo>
                      <a:pt x="9074" y="4789"/>
                      <a:pt x="9011" y="5167"/>
                      <a:pt x="8980" y="5482"/>
                    </a:cubicBezTo>
                    <a:lnTo>
                      <a:pt x="7688" y="5482"/>
                    </a:lnTo>
                    <a:lnTo>
                      <a:pt x="7688" y="3435"/>
                    </a:lnTo>
                    <a:close/>
                    <a:moveTo>
                      <a:pt x="10996" y="3435"/>
                    </a:moveTo>
                    <a:cubicBezTo>
                      <a:pt x="11059" y="3750"/>
                      <a:pt x="11153" y="4096"/>
                      <a:pt x="11153" y="4443"/>
                    </a:cubicBezTo>
                    <a:cubicBezTo>
                      <a:pt x="11153" y="4789"/>
                      <a:pt x="11122" y="5167"/>
                      <a:pt x="10996" y="5482"/>
                    </a:cubicBezTo>
                    <a:lnTo>
                      <a:pt x="9704" y="5482"/>
                    </a:lnTo>
                    <a:cubicBezTo>
                      <a:pt x="9736" y="5136"/>
                      <a:pt x="9767" y="4789"/>
                      <a:pt x="9767" y="4443"/>
                    </a:cubicBezTo>
                    <a:cubicBezTo>
                      <a:pt x="9736" y="4096"/>
                      <a:pt x="9736" y="3750"/>
                      <a:pt x="9704" y="3435"/>
                    </a:cubicBezTo>
                    <a:close/>
                    <a:moveTo>
                      <a:pt x="5136" y="6144"/>
                    </a:moveTo>
                    <a:cubicBezTo>
                      <a:pt x="5231" y="6648"/>
                      <a:pt x="5388" y="7089"/>
                      <a:pt x="5609" y="7467"/>
                    </a:cubicBezTo>
                    <a:cubicBezTo>
                      <a:pt x="5672" y="7593"/>
                      <a:pt x="5766" y="7751"/>
                      <a:pt x="5798" y="7877"/>
                    </a:cubicBezTo>
                    <a:cubicBezTo>
                      <a:pt x="5042" y="7530"/>
                      <a:pt x="4380" y="6932"/>
                      <a:pt x="3970" y="6144"/>
                    </a:cubicBezTo>
                    <a:close/>
                    <a:moveTo>
                      <a:pt x="10712" y="6144"/>
                    </a:moveTo>
                    <a:cubicBezTo>
                      <a:pt x="10334" y="6932"/>
                      <a:pt x="9704" y="7530"/>
                      <a:pt x="8917" y="7877"/>
                    </a:cubicBezTo>
                    <a:cubicBezTo>
                      <a:pt x="8980" y="7751"/>
                      <a:pt x="9074" y="7625"/>
                      <a:pt x="9106" y="7467"/>
                    </a:cubicBezTo>
                    <a:cubicBezTo>
                      <a:pt x="9295" y="7089"/>
                      <a:pt x="9452" y="6617"/>
                      <a:pt x="9578" y="6144"/>
                    </a:cubicBezTo>
                    <a:close/>
                    <a:moveTo>
                      <a:pt x="7026" y="6144"/>
                    </a:moveTo>
                    <a:lnTo>
                      <a:pt x="7026" y="8097"/>
                    </a:lnTo>
                    <a:cubicBezTo>
                      <a:pt x="6743" y="7940"/>
                      <a:pt x="6428" y="7625"/>
                      <a:pt x="6239" y="7152"/>
                    </a:cubicBezTo>
                    <a:cubicBezTo>
                      <a:pt x="6081" y="6837"/>
                      <a:pt x="5955" y="6491"/>
                      <a:pt x="5861" y="6144"/>
                    </a:cubicBezTo>
                    <a:close/>
                    <a:moveTo>
                      <a:pt x="8854" y="6144"/>
                    </a:moveTo>
                    <a:cubicBezTo>
                      <a:pt x="8791" y="6522"/>
                      <a:pt x="8633" y="6900"/>
                      <a:pt x="8507" y="7152"/>
                    </a:cubicBezTo>
                    <a:cubicBezTo>
                      <a:pt x="8287" y="7688"/>
                      <a:pt x="8003" y="8003"/>
                      <a:pt x="7688" y="8097"/>
                    </a:cubicBezTo>
                    <a:lnTo>
                      <a:pt x="7688" y="6144"/>
                    </a:lnTo>
                    <a:close/>
                    <a:moveTo>
                      <a:pt x="2726" y="8759"/>
                    </a:moveTo>
                    <a:cubicBezTo>
                      <a:pt x="2813" y="8759"/>
                      <a:pt x="2899" y="8790"/>
                      <a:pt x="2962" y="8853"/>
                    </a:cubicBezTo>
                    <a:cubicBezTo>
                      <a:pt x="3088" y="8980"/>
                      <a:pt x="3088" y="9169"/>
                      <a:pt x="2962" y="9326"/>
                    </a:cubicBezTo>
                    <a:lnTo>
                      <a:pt x="1387" y="10901"/>
                    </a:lnTo>
                    <a:cubicBezTo>
                      <a:pt x="1324" y="10964"/>
                      <a:pt x="1237" y="10996"/>
                      <a:pt x="1151" y="10996"/>
                    </a:cubicBezTo>
                    <a:cubicBezTo>
                      <a:pt x="1064" y="10996"/>
                      <a:pt x="977" y="10964"/>
                      <a:pt x="914" y="10901"/>
                    </a:cubicBezTo>
                    <a:cubicBezTo>
                      <a:pt x="788" y="10775"/>
                      <a:pt x="788" y="10555"/>
                      <a:pt x="914" y="10429"/>
                    </a:cubicBezTo>
                    <a:lnTo>
                      <a:pt x="2490" y="8853"/>
                    </a:lnTo>
                    <a:cubicBezTo>
                      <a:pt x="2553" y="8790"/>
                      <a:pt x="2639" y="8759"/>
                      <a:pt x="2726" y="8759"/>
                    </a:cubicBezTo>
                    <a:close/>
                    <a:moveTo>
                      <a:pt x="7373" y="1"/>
                    </a:moveTo>
                    <a:cubicBezTo>
                      <a:pt x="4915" y="1"/>
                      <a:pt x="2931" y="1985"/>
                      <a:pt x="2931" y="4443"/>
                    </a:cubicBezTo>
                    <a:cubicBezTo>
                      <a:pt x="2931" y="5514"/>
                      <a:pt x="3309" y="6522"/>
                      <a:pt x="4002" y="7310"/>
                    </a:cubicBezTo>
                    <a:lnTo>
                      <a:pt x="3151" y="8160"/>
                    </a:lnTo>
                    <a:cubicBezTo>
                      <a:pt x="3011" y="8079"/>
                      <a:pt x="2858" y="8040"/>
                      <a:pt x="2705" y="8040"/>
                    </a:cubicBezTo>
                    <a:cubicBezTo>
                      <a:pt x="2445" y="8040"/>
                      <a:pt x="2184" y="8151"/>
                      <a:pt x="1986" y="8349"/>
                    </a:cubicBezTo>
                    <a:lnTo>
                      <a:pt x="410" y="9925"/>
                    </a:lnTo>
                    <a:cubicBezTo>
                      <a:pt x="1" y="10303"/>
                      <a:pt x="1" y="10996"/>
                      <a:pt x="410" y="11374"/>
                    </a:cubicBezTo>
                    <a:cubicBezTo>
                      <a:pt x="599" y="11563"/>
                      <a:pt x="883" y="11689"/>
                      <a:pt x="1103" y="11689"/>
                    </a:cubicBezTo>
                    <a:cubicBezTo>
                      <a:pt x="1387" y="11689"/>
                      <a:pt x="1607" y="11563"/>
                      <a:pt x="1828" y="11374"/>
                    </a:cubicBezTo>
                    <a:lnTo>
                      <a:pt x="3403" y="9799"/>
                    </a:lnTo>
                    <a:cubicBezTo>
                      <a:pt x="3718" y="9484"/>
                      <a:pt x="3781" y="9011"/>
                      <a:pt x="3592" y="8633"/>
                    </a:cubicBezTo>
                    <a:lnTo>
                      <a:pt x="4411" y="7782"/>
                    </a:lnTo>
                    <a:cubicBezTo>
                      <a:pt x="5199" y="8444"/>
                      <a:pt x="6207" y="8853"/>
                      <a:pt x="7278" y="8853"/>
                    </a:cubicBezTo>
                    <a:cubicBezTo>
                      <a:pt x="7298" y="8854"/>
                      <a:pt x="7318" y="8854"/>
                      <a:pt x="7338" y="8854"/>
                    </a:cubicBezTo>
                    <a:cubicBezTo>
                      <a:pt x="9830" y="8854"/>
                      <a:pt x="11815" y="6881"/>
                      <a:pt x="11815" y="4443"/>
                    </a:cubicBezTo>
                    <a:cubicBezTo>
                      <a:pt x="11815" y="2017"/>
                      <a:pt x="9799" y="1"/>
                      <a:pt x="73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89" name="Google Shape;12431;p89">
                <a:extLst>
                  <a:ext uri="{FF2B5EF4-FFF2-40B4-BE49-F238E27FC236}">
                    <a16:creationId xmlns:a16="http://schemas.microsoft.com/office/drawing/2014/main" id="{F04CB8D7-F288-D367-C502-F566FF9B47C7}"/>
                  </a:ext>
                </a:extLst>
              </p:cNvPr>
              <p:cNvGrpSpPr/>
              <p:nvPr/>
            </p:nvGrpSpPr>
            <p:grpSpPr>
              <a:xfrm>
                <a:off x="4541947" y="3455229"/>
                <a:ext cx="644752" cy="641288"/>
                <a:chOff x="-4931075" y="2765725"/>
                <a:chExt cx="293025" cy="291450"/>
              </a:xfrm>
              <a:grpFill/>
            </p:grpSpPr>
            <p:sp>
              <p:nvSpPr>
                <p:cNvPr id="244" name="Google Shape;12432;p89">
                  <a:extLst>
                    <a:ext uri="{FF2B5EF4-FFF2-40B4-BE49-F238E27FC236}">
                      <a16:creationId xmlns:a16="http://schemas.microsoft.com/office/drawing/2014/main" id="{3CB4FDB3-491B-2142-6877-6D82AB1E51BD}"/>
                    </a:ext>
                  </a:extLst>
                </p:cNvPr>
                <p:cNvSpPr/>
                <p:nvPr/>
              </p:nvSpPr>
              <p:spPr>
                <a:xfrm>
                  <a:off x="-4810550" y="288465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663"/>
                      </a:moveTo>
                      <a:cubicBezTo>
                        <a:pt x="1229" y="663"/>
                        <a:pt x="1386" y="820"/>
                        <a:pt x="1386" y="1041"/>
                      </a:cubicBezTo>
                      <a:cubicBezTo>
                        <a:pt x="1386" y="1230"/>
                        <a:pt x="1229" y="1387"/>
                        <a:pt x="1008" y="1387"/>
                      </a:cubicBezTo>
                      <a:cubicBezTo>
                        <a:pt x="819" y="1387"/>
                        <a:pt x="662" y="1230"/>
                        <a:pt x="662" y="1041"/>
                      </a:cubicBezTo>
                      <a:cubicBezTo>
                        <a:pt x="662" y="820"/>
                        <a:pt x="819" y="663"/>
                        <a:pt x="1008" y="663"/>
                      </a:cubicBez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41"/>
                      </a:cubicBezTo>
                      <a:cubicBezTo>
                        <a:pt x="0" y="1576"/>
                        <a:pt x="473" y="2049"/>
                        <a:pt x="1040" y="2049"/>
                      </a:cubicBezTo>
                      <a:cubicBezTo>
                        <a:pt x="1575" y="2049"/>
                        <a:pt x="2048" y="1576"/>
                        <a:pt x="2048" y="1041"/>
                      </a:cubicBezTo>
                      <a:cubicBezTo>
                        <a:pt x="2048" y="473"/>
                        <a:pt x="160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Google Shape;12433;p89">
                  <a:extLst>
                    <a:ext uri="{FF2B5EF4-FFF2-40B4-BE49-F238E27FC236}">
                      <a16:creationId xmlns:a16="http://schemas.microsoft.com/office/drawing/2014/main" id="{2A78DCEF-794E-FEAB-9A93-963D13782165}"/>
                    </a:ext>
                  </a:extLst>
                </p:cNvPr>
                <p:cNvSpPr/>
                <p:nvPr/>
              </p:nvSpPr>
              <p:spPr>
                <a:xfrm>
                  <a:off x="-4931075" y="27657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3214" y="1387"/>
                      </a:moveTo>
                      <a:lnTo>
                        <a:pt x="4475" y="3844"/>
                      </a:lnTo>
                      <a:cubicBezTo>
                        <a:pt x="4223" y="4002"/>
                        <a:pt x="4034" y="4222"/>
                        <a:pt x="3876" y="4443"/>
                      </a:cubicBezTo>
                      <a:lnTo>
                        <a:pt x="1356" y="3214"/>
                      </a:lnTo>
                      <a:cubicBezTo>
                        <a:pt x="1828" y="2427"/>
                        <a:pt x="2458" y="1796"/>
                        <a:pt x="3214" y="1387"/>
                      </a:cubicBezTo>
                      <a:close/>
                      <a:moveTo>
                        <a:pt x="5829" y="4128"/>
                      </a:moveTo>
                      <a:cubicBezTo>
                        <a:pt x="6775" y="4128"/>
                        <a:pt x="7531" y="4884"/>
                        <a:pt x="7531" y="5829"/>
                      </a:cubicBezTo>
                      <a:cubicBezTo>
                        <a:pt x="7562" y="6743"/>
                        <a:pt x="6775" y="7530"/>
                        <a:pt x="5829" y="7530"/>
                      </a:cubicBezTo>
                      <a:cubicBezTo>
                        <a:pt x="4884" y="7530"/>
                        <a:pt x="4160" y="6774"/>
                        <a:pt x="4160" y="5829"/>
                      </a:cubicBezTo>
                      <a:cubicBezTo>
                        <a:pt x="4160" y="4884"/>
                        <a:pt x="4884" y="4128"/>
                        <a:pt x="5829" y="4128"/>
                      </a:cubicBezTo>
                      <a:close/>
                      <a:moveTo>
                        <a:pt x="5798" y="662"/>
                      </a:moveTo>
                      <a:cubicBezTo>
                        <a:pt x="8665" y="662"/>
                        <a:pt x="10996" y="2994"/>
                        <a:pt x="10996" y="5861"/>
                      </a:cubicBezTo>
                      <a:cubicBezTo>
                        <a:pt x="10996" y="6585"/>
                        <a:pt x="10839" y="7247"/>
                        <a:pt x="10618" y="7845"/>
                      </a:cubicBezTo>
                      <a:lnTo>
                        <a:pt x="8129" y="6585"/>
                      </a:lnTo>
                      <a:cubicBezTo>
                        <a:pt x="8192" y="6333"/>
                        <a:pt x="8255" y="6050"/>
                        <a:pt x="8255" y="5829"/>
                      </a:cubicBezTo>
                      <a:cubicBezTo>
                        <a:pt x="8255" y="4474"/>
                        <a:pt x="7184" y="3435"/>
                        <a:pt x="5829" y="3435"/>
                      </a:cubicBezTo>
                      <a:cubicBezTo>
                        <a:pt x="5577" y="3435"/>
                        <a:pt x="5325" y="3466"/>
                        <a:pt x="5105" y="3529"/>
                      </a:cubicBezTo>
                      <a:lnTo>
                        <a:pt x="3845" y="1072"/>
                      </a:lnTo>
                      <a:cubicBezTo>
                        <a:pt x="4412" y="820"/>
                        <a:pt x="5105" y="662"/>
                        <a:pt x="5798" y="662"/>
                      </a:cubicBezTo>
                      <a:close/>
                      <a:moveTo>
                        <a:pt x="7814" y="7152"/>
                      </a:moveTo>
                      <a:lnTo>
                        <a:pt x="10303" y="8412"/>
                      </a:lnTo>
                      <a:cubicBezTo>
                        <a:pt x="9862" y="9200"/>
                        <a:pt x="9232" y="9830"/>
                        <a:pt x="8444" y="10271"/>
                      </a:cubicBezTo>
                      <a:lnTo>
                        <a:pt x="7216" y="7751"/>
                      </a:lnTo>
                      <a:cubicBezTo>
                        <a:pt x="7468" y="7593"/>
                        <a:pt x="7657" y="7404"/>
                        <a:pt x="7814" y="7152"/>
                      </a:cubicBezTo>
                      <a:close/>
                      <a:moveTo>
                        <a:pt x="1072" y="3844"/>
                      </a:moveTo>
                      <a:lnTo>
                        <a:pt x="3593" y="5073"/>
                      </a:lnTo>
                      <a:cubicBezTo>
                        <a:pt x="3530" y="5325"/>
                        <a:pt x="3498" y="5546"/>
                        <a:pt x="3498" y="5829"/>
                      </a:cubicBezTo>
                      <a:cubicBezTo>
                        <a:pt x="3498" y="7152"/>
                        <a:pt x="4538" y="8223"/>
                        <a:pt x="5892" y="8223"/>
                      </a:cubicBezTo>
                      <a:cubicBezTo>
                        <a:pt x="6176" y="8223"/>
                        <a:pt x="6396" y="8192"/>
                        <a:pt x="6648" y="8097"/>
                      </a:cubicBezTo>
                      <a:lnTo>
                        <a:pt x="7846" y="10618"/>
                      </a:lnTo>
                      <a:cubicBezTo>
                        <a:pt x="7216" y="10901"/>
                        <a:pt x="6554" y="11027"/>
                        <a:pt x="5892" y="11027"/>
                      </a:cubicBezTo>
                      <a:cubicBezTo>
                        <a:pt x="2994" y="10996"/>
                        <a:pt x="694" y="8665"/>
                        <a:pt x="694" y="5829"/>
                      </a:cubicBezTo>
                      <a:cubicBezTo>
                        <a:pt x="694" y="5104"/>
                        <a:pt x="852" y="4443"/>
                        <a:pt x="1072" y="3844"/>
                      </a:cubicBezTo>
                      <a:close/>
                      <a:moveTo>
                        <a:pt x="5798" y="1"/>
                      </a:moveTo>
                      <a:cubicBezTo>
                        <a:pt x="4254" y="1"/>
                        <a:pt x="2773" y="599"/>
                        <a:pt x="1702" y="1702"/>
                      </a:cubicBezTo>
                      <a:cubicBezTo>
                        <a:pt x="600" y="2805"/>
                        <a:pt x="1" y="4254"/>
                        <a:pt x="1" y="5798"/>
                      </a:cubicBezTo>
                      <a:cubicBezTo>
                        <a:pt x="1" y="8980"/>
                        <a:pt x="2647" y="11657"/>
                        <a:pt x="5892" y="11657"/>
                      </a:cubicBezTo>
                      <a:cubicBezTo>
                        <a:pt x="9106" y="11657"/>
                        <a:pt x="11721" y="9043"/>
                        <a:pt x="11721" y="5829"/>
                      </a:cubicBezTo>
                      <a:cubicBezTo>
                        <a:pt x="11658" y="2647"/>
                        <a:pt x="9043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0" name="Google Shape;12444;p89">
                <a:extLst>
                  <a:ext uri="{FF2B5EF4-FFF2-40B4-BE49-F238E27FC236}">
                    <a16:creationId xmlns:a16="http://schemas.microsoft.com/office/drawing/2014/main" id="{4C8A3B56-618A-770D-6AD2-09C05F4EA644}"/>
                  </a:ext>
                </a:extLst>
              </p:cNvPr>
              <p:cNvGrpSpPr/>
              <p:nvPr/>
            </p:nvGrpSpPr>
            <p:grpSpPr>
              <a:xfrm>
                <a:off x="8683385" y="3492498"/>
                <a:ext cx="641288" cy="566751"/>
                <a:chOff x="-3137650" y="2787000"/>
                <a:chExt cx="291450" cy="257575"/>
              </a:xfrm>
              <a:grpFill/>
            </p:grpSpPr>
            <p:sp>
              <p:nvSpPr>
                <p:cNvPr id="236" name="Google Shape;12445;p89">
                  <a:extLst>
                    <a:ext uri="{FF2B5EF4-FFF2-40B4-BE49-F238E27FC236}">
                      <a16:creationId xmlns:a16="http://schemas.microsoft.com/office/drawing/2014/main" id="{6F67A78A-D18C-4164-6728-4DBE96E020B7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Google Shape;12446;p89">
                  <a:extLst>
                    <a:ext uri="{FF2B5EF4-FFF2-40B4-BE49-F238E27FC236}">
                      <a16:creationId xmlns:a16="http://schemas.microsoft.com/office/drawing/2014/main" id="{B136D718-3670-65CB-BBF5-D07A58A6446D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Google Shape;12447;p89">
                  <a:extLst>
                    <a:ext uri="{FF2B5EF4-FFF2-40B4-BE49-F238E27FC236}">
                      <a16:creationId xmlns:a16="http://schemas.microsoft.com/office/drawing/2014/main" id="{92229ED2-11F9-E419-74AE-25F9CE10ECB0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Google Shape;12448;p89">
                  <a:extLst>
                    <a:ext uri="{FF2B5EF4-FFF2-40B4-BE49-F238E27FC236}">
                      <a16:creationId xmlns:a16="http://schemas.microsoft.com/office/drawing/2014/main" id="{3472198F-8615-DE82-49A7-580461EBBA56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Google Shape;12449;p89">
                  <a:extLst>
                    <a:ext uri="{FF2B5EF4-FFF2-40B4-BE49-F238E27FC236}">
                      <a16:creationId xmlns:a16="http://schemas.microsoft.com/office/drawing/2014/main" id="{99F3A283-189B-BBD7-0B75-076ECC3C17CD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Google Shape;12450;p89">
                  <a:extLst>
                    <a:ext uri="{FF2B5EF4-FFF2-40B4-BE49-F238E27FC236}">
                      <a16:creationId xmlns:a16="http://schemas.microsoft.com/office/drawing/2014/main" id="{5622AD64-31AD-FE41-7297-55F300017F36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Google Shape;12451;p89">
                  <a:extLst>
                    <a:ext uri="{FF2B5EF4-FFF2-40B4-BE49-F238E27FC236}">
                      <a16:creationId xmlns:a16="http://schemas.microsoft.com/office/drawing/2014/main" id="{05E46F8A-776A-F49B-290F-B99DD0F1792F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Google Shape;12452;p89">
                  <a:extLst>
                    <a:ext uri="{FF2B5EF4-FFF2-40B4-BE49-F238E27FC236}">
                      <a16:creationId xmlns:a16="http://schemas.microsoft.com/office/drawing/2014/main" id="{00C30F12-B937-929F-DA66-E7DD4A7FA6E7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1" name="Google Shape;12456;p89">
                <a:extLst>
                  <a:ext uri="{FF2B5EF4-FFF2-40B4-BE49-F238E27FC236}">
                    <a16:creationId xmlns:a16="http://schemas.microsoft.com/office/drawing/2014/main" id="{5E101D95-ACAB-3FD7-0524-53739FCE0265}"/>
                  </a:ext>
                </a:extLst>
              </p:cNvPr>
              <p:cNvGrpSpPr/>
              <p:nvPr/>
            </p:nvGrpSpPr>
            <p:grpSpPr>
              <a:xfrm>
                <a:off x="1243541" y="3454375"/>
                <a:ext cx="642992" cy="642992"/>
                <a:chOff x="-6354300" y="2757075"/>
                <a:chExt cx="292225" cy="292225"/>
              </a:xfrm>
              <a:grpFill/>
            </p:grpSpPr>
            <p:sp>
              <p:nvSpPr>
                <p:cNvPr id="232" name="Google Shape;12457;p89">
                  <a:extLst>
                    <a:ext uri="{FF2B5EF4-FFF2-40B4-BE49-F238E27FC236}">
                      <a16:creationId xmlns:a16="http://schemas.microsoft.com/office/drawing/2014/main" id="{29ACF079-64BC-2BE7-4D38-FF9444EB99C1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Google Shape;12458;p89">
                  <a:extLst>
                    <a:ext uri="{FF2B5EF4-FFF2-40B4-BE49-F238E27FC236}">
                      <a16:creationId xmlns:a16="http://schemas.microsoft.com/office/drawing/2014/main" id="{DCA58EB9-05CD-2EE0-ED8E-10E52F344707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Google Shape;12459;p89">
                  <a:extLst>
                    <a:ext uri="{FF2B5EF4-FFF2-40B4-BE49-F238E27FC236}">
                      <a16:creationId xmlns:a16="http://schemas.microsoft.com/office/drawing/2014/main" id="{C8FAE6A0-01D5-2DBD-29A6-C9D075879933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Google Shape;12460;p89">
                  <a:extLst>
                    <a:ext uri="{FF2B5EF4-FFF2-40B4-BE49-F238E27FC236}">
                      <a16:creationId xmlns:a16="http://schemas.microsoft.com/office/drawing/2014/main" id="{D53D0C80-E18B-F478-A530-F6450A73A2C6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oogle Shape;12467;p89">
                <a:extLst>
                  <a:ext uri="{FF2B5EF4-FFF2-40B4-BE49-F238E27FC236}">
                    <a16:creationId xmlns:a16="http://schemas.microsoft.com/office/drawing/2014/main" id="{CDEE862A-5754-2080-E8D8-1186EE0DB961}"/>
                  </a:ext>
                </a:extLst>
              </p:cNvPr>
              <p:cNvGrpSpPr/>
              <p:nvPr/>
            </p:nvGrpSpPr>
            <p:grpSpPr>
              <a:xfrm>
                <a:off x="5368208" y="3453523"/>
                <a:ext cx="644752" cy="644698"/>
                <a:chOff x="-4572700" y="2764950"/>
                <a:chExt cx="293025" cy="293000"/>
              </a:xfrm>
              <a:grpFill/>
            </p:grpSpPr>
            <p:sp>
              <p:nvSpPr>
                <p:cNvPr id="227" name="Google Shape;12468;p89">
                  <a:extLst>
                    <a:ext uri="{FF2B5EF4-FFF2-40B4-BE49-F238E27FC236}">
                      <a16:creationId xmlns:a16="http://schemas.microsoft.com/office/drawing/2014/main" id="{2AEAA3FA-EE24-23F0-F290-3019E612667B}"/>
                    </a:ext>
                  </a:extLst>
                </p:cNvPr>
                <p:cNvSpPr/>
                <p:nvPr/>
              </p:nvSpPr>
              <p:spPr>
                <a:xfrm>
                  <a:off x="-4572700" y="2764950"/>
                  <a:ext cx="293025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720" extrusionOk="0">
                      <a:moveTo>
                        <a:pt x="10681" y="2048"/>
                      </a:moveTo>
                      <a:cubicBezTo>
                        <a:pt x="10870" y="2048"/>
                        <a:pt x="11027" y="2206"/>
                        <a:pt x="11027" y="2395"/>
                      </a:cubicBezTo>
                      <a:lnTo>
                        <a:pt x="11027" y="7246"/>
                      </a:lnTo>
                      <a:cubicBezTo>
                        <a:pt x="11027" y="7435"/>
                        <a:pt x="10870" y="7593"/>
                        <a:pt x="10681" y="7593"/>
                      </a:cubicBezTo>
                      <a:lnTo>
                        <a:pt x="1072" y="7593"/>
                      </a:lnTo>
                      <a:cubicBezTo>
                        <a:pt x="883" y="7593"/>
                        <a:pt x="725" y="7435"/>
                        <a:pt x="725" y="7246"/>
                      </a:cubicBezTo>
                      <a:lnTo>
                        <a:pt x="725" y="2395"/>
                      </a:lnTo>
                      <a:cubicBezTo>
                        <a:pt x="725" y="2206"/>
                        <a:pt x="883" y="2048"/>
                        <a:pt x="1072" y="2048"/>
                      </a:cubicBezTo>
                      <a:close/>
                      <a:moveTo>
                        <a:pt x="4821" y="8286"/>
                      </a:moveTo>
                      <a:lnTo>
                        <a:pt x="4821" y="8979"/>
                      </a:lnTo>
                      <a:lnTo>
                        <a:pt x="3435" y="8979"/>
                      </a:lnTo>
                      <a:lnTo>
                        <a:pt x="3435" y="8286"/>
                      </a:lnTo>
                      <a:close/>
                      <a:moveTo>
                        <a:pt x="8287" y="8286"/>
                      </a:moveTo>
                      <a:lnTo>
                        <a:pt x="8287" y="8979"/>
                      </a:lnTo>
                      <a:lnTo>
                        <a:pt x="6869" y="8979"/>
                      </a:lnTo>
                      <a:lnTo>
                        <a:pt x="6869" y="8286"/>
                      </a:lnTo>
                      <a:close/>
                      <a:moveTo>
                        <a:pt x="6207" y="8254"/>
                      </a:moveTo>
                      <a:lnTo>
                        <a:pt x="6207" y="11027"/>
                      </a:lnTo>
                      <a:lnTo>
                        <a:pt x="5514" y="11027"/>
                      </a:lnTo>
                      <a:lnTo>
                        <a:pt x="5514" y="8254"/>
                      </a:ln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cubicBezTo>
                        <a:pt x="1387" y="536"/>
                        <a:pt x="1544" y="693"/>
                        <a:pt x="1733" y="693"/>
                      </a:cubicBezTo>
                      <a:lnTo>
                        <a:pt x="2112" y="693"/>
                      </a:lnTo>
                      <a:lnTo>
                        <a:pt x="2112" y="1355"/>
                      </a:lnTo>
                      <a:lnTo>
                        <a:pt x="1072" y="1355"/>
                      </a:lnTo>
                      <a:cubicBezTo>
                        <a:pt x="536" y="1355"/>
                        <a:pt x="64" y="1827"/>
                        <a:pt x="64" y="2395"/>
                      </a:cubicBezTo>
                      <a:lnTo>
                        <a:pt x="64" y="7246"/>
                      </a:lnTo>
                      <a:cubicBezTo>
                        <a:pt x="64" y="7782"/>
                        <a:pt x="536" y="8254"/>
                        <a:pt x="1072" y="8254"/>
                      </a:cubicBezTo>
                      <a:lnTo>
                        <a:pt x="2773" y="8254"/>
                      </a:lnTo>
                      <a:lnTo>
                        <a:pt x="2773" y="8916"/>
                      </a:lnTo>
                      <a:lnTo>
                        <a:pt x="1733" y="8916"/>
                      </a:lnTo>
                      <a:cubicBezTo>
                        <a:pt x="1544" y="8916"/>
                        <a:pt x="1387" y="9074"/>
                        <a:pt x="1387" y="9294"/>
                      </a:cubicBezTo>
                      <a:cubicBezTo>
                        <a:pt x="1387" y="9483"/>
                        <a:pt x="1544" y="9641"/>
                        <a:pt x="1733" y="9641"/>
                      </a:cubicBezTo>
                      <a:lnTo>
                        <a:pt x="4821" y="9641"/>
                      </a:lnTo>
                      <a:lnTo>
                        <a:pt x="4821" y="11027"/>
                      </a:lnTo>
                      <a:lnTo>
                        <a:pt x="379" y="11027"/>
                      </a:lnTo>
                      <a:cubicBezTo>
                        <a:pt x="158" y="11027"/>
                        <a:pt x="1" y="11184"/>
                        <a:pt x="1" y="11373"/>
                      </a:cubicBezTo>
                      <a:cubicBezTo>
                        <a:pt x="1" y="11562"/>
                        <a:pt x="158" y="11720"/>
                        <a:pt x="379" y="11720"/>
                      </a:cubicBezTo>
                      <a:lnTo>
                        <a:pt x="11342" y="11720"/>
                      </a:lnTo>
                      <a:cubicBezTo>
                        <a:pt x="11563" y="11720"/>
                        <a:pt x="11721" y="11562"/>
                        <a:pt x="11721" y="11373"/>
                      </a:cubicBezTo>
                      <a:cubicBezTo>
                        <a:pt x="11721" y="11184"/>
                        <a:pt x="11563" y="11027"/>
                        <a:pt x="11342" y="11027"/>
                      </a:cubicBezTo>
                      <a:lnTo>
                        <a:pt x="6869" y="11027"/>
                      </a:lnTo>
                      <a:lnTo>
                        <a:pt x="6869" y="9641"/>
                      </a:lnTo>
                      <a:lnTo>
                        <a:pt x="9988" y="9641"/>
                      </a:lnTo>
                      <a:cubicBezTo>
                        <a:pt x="10177" y="9641"/>
                        <a:pt x="10334" y="9483"/>
                        <a:pt x="10334" y="9294"/>
                      </a:cubicBezTo>
                      <a:cubicBezTo>
                        <a:pt x="10334" y="9074"/>
                        <a:pt x="10177" y="8916"/>
                        <a:pt x="9988" y="8916"/>
                      </a:cubicBezTo>
                      <a:lnTo>
                        <a:pt x="8948" y="8916"/>
                      </a:lnTo>
                      <a:lnTo>
                        <a:pt x="8948" y="8254"/>
                      </a:lnTo>
                      <a:lnTo>
                        <a:pt x="10681" y="8254"/>
                      </a:lnTo>
                      <a:cubicBezTo>
                        <a:pt x="11248" y="8254"/>
                        <a:pt x="11721" y="7782"/>
                        <a:pt x="11721" y="7246"/>
                      </a:cubicBezTo>
                      <a:lnTo>
                        <a:pt x="11721" y="2395"/>
                      </a:lnTo>
                      <a:cubicBezTo>
                        <a:pt x="11721" y="1827"/>
                        <a:pt x="11248" y="1355"/>
                        <a:pt x="10681" y="1355"/>
                      </a:cubicBezTo>
                      <a:lnTo>
                        <a:pt x="9673" y="1355"/>
                      </a:lnTo>
                      <a:lnTo>
                        <a:pt x="9673" y="693"/>
                      </a:lnTo>
                      <a:lnTo>
                        <a:pt x="10019" y="693"/>
                      </a:lnTo>
                      <a:cubicBezTo>
                        <a:pt x="10208" y="693"/>
                        <a:pt x="10366" y="536"/>
                        <a:pt x="10366" y="347"/>
                      </a:cubicBezTo>
                      <a:cubicBezTo>
                        <a:pt x="10366" y="158"/>
                        <a:pt x="10208" y="0"/>
                        <a:pt x="10019" y="0"/>
                      </a:cubicBezTo>
                      <a:lnTo>
                        <a:pt x="8633" y="0"/>
                      </a:lnTo>
                      <a:cubicBezTo>
                        <a:pt x="8444" y="0"/>
                        <a:pt x="8287" y="158"/>
                        <a:pt x="8287" y="347"/>
                      </a:cubicBezTo>
                      <a:cubicBezTo>
                        <a:pt x="8287" y="536"/>
                        <a:pt x="8444" y="693"/>
                        <a:pt x="8633" y="693"/>
                      </a:cubicBezTo>
                      <a:lnTo>
                        <a:pt x="8980" y="693"/>
                      </a:lnTo>
                      <a:lnTo>
                        <a:pt x="8980" y="1355"/>
                      </a:lnTo>
                      <a:lnTo>
                        <a:pt x="6207" y="1355"/>
                      </a:lnTo>
                      <a:lnTo>
                        <a:pt x="6207" y="693"/>
                      </a:lnTo>
                      <a:lnTo>
                        <a:pt x="6554" y="693"/>
                      </a:lnTo>
                      <a:cubicBezTo>
                        <a:pt x="6743" y="693"/>
                        <a:pt x="6900" y="536"/>
                        <a:pt x="6900" y="347"/>
                      </a:cubicBezTo>
                      <a:cubicBezTo>
                        <a:pt x="6900" y="158"/>
                        <a:pt x="6743" y="0"/>
                        <a:pt x="6554" y="0"/>
                      </a:cubicBezTo>
                      <a:lnTo>
                        <a:pt x="5168" y="0"/>
                      </a:lnTo>
                      <a:cubicBezTo>
                        <a:pt x="4978" y="0"/>
                        <a:pt x="4821" y="158"/>
                        <a:pt x="4821" y="347"/>
                      </a:cubicBezTo>
                      <a:cubicBezTo>
                        <a:pt x="4821" y="536"/>
                        <a:pt x="4978" y="693"/>
                        <a:pt x="5168" y="693"/>
                      </a:cubicBezTo>
                      <a:lnTo>
                        <a:pt x="5514" y="693"/>
                      </a:lnTo>
                      <a:lnTo>
                        <a:pt x="5514" y="1355"/>
                      </a:lnTo>
                      <a:lnTo>
                        <a:pt x="2773" y="1355"/>
                      </a:lnTo>
                      <a:lnTo>
                        <a:pt x="2773" y="693"/>
                      </a:lnTo>
                      <a:lnTo>
                        <a:pt x="3120" y="693"/>
                      </a:lnTo>
                      <a:cubicBezTo>
                        <a:pt x="3309" y="693"/>
                        <a:pt x="3466" y="536"/>
                        <a:pt x="3466" y="347"/>
                      </a:cubicBezTo>
                      <a:cubicBezTo>
                        <a:pt x="3466" y="158"/>
                        <a:pt x="3309" y="0"/>
                        <a:pt x="3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Google Shape;12469;p89">
                  <a:extLst>
                    <a:ext uri="{FF2B5EF4-FFF2-40B4-BE49-F238E27FC236}">
                      <a16:creationId xmlns:a16="http://schemas.microsoft.com/office/drawing/2014/main" id="{2EBB937E-E851-8997-B9B8-5841DFB0D5CA}"/>
                    </a:ext>
                  </a:extLst>
                </p:cNvPr>
                <p:cNvSpPr/>
                <p:nvPr/>
              </p:nvSpPr>
              <p:spPr>
                <a:xfrm>
                  <a:off x="-4538825" y="2833475"/>
                  <a:ext cx="866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191" extrusionOk="0">
                      <a:moveTo>
                        <a:pt x="2804" y="662"/>
                      </a:moveTo>
                      <a:lnTo>
                        <a:pt x="2804" y="3466"/>
                      </a:lnTo>
                      <a:lnTo>
                        <a:pt x="757" y="3466"/>
                      </a:lnTo>
                      <a:lnTo>
                        <a:pt x="757" y="662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3812"/>
                      </a:lnTo>
                      <a:cubicBezTo>
                        <a:pt x="0" y="4033"/>
                        <a:pt x="158" y="4190"/>
                        <a:pt x="347" y="4190"/>
                      </a:cubicBezTo>
                      <a:lnTo>
                        <a:pt x="3119" y="4190"/>
                      </a:lnTo>
                      <a:cubicBezTo>
                        <a:pt x="3308" y="4190"/>
                        <a:pt x="3466" y="4033"/>
                        <a:pt x="3466" y="3812"/>
                      </a:cubicBezTo>
                      <a:lnTo>
                        <a:pt x="3466" y="347"/>
                      </a:ln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Google Shape;12470;p89">
                  <a:extLst>
                    <a:ext uri="{FF2B5EF4-FFF2-40B4-BE49-F238E27FC236}">
                      <a16:creationId xmlns:a16="http://schemas.microsoft.com/office/drawing/2014/main" id="{15626248-5A24-115B-0420-68C6A4652541}"/>
                    </a:ext>
                  </a:extLst>
                </p:cNvPr>
                <p:cNvSpPr/>
                <p:nvPr/>
              </p:nvSpPr>
              <p:spPr>
                <a:xfrm>
                  <a:off x="-4435650" y="29027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Google Shape;12471;p89">
                  <a:extLst>
                    <a:ext uri="{FF2B5EF4-FFF2-40B4-BE49-F238E27FC236}">
                      <a16:creationId xmlns:a16="http://schemas.microsoft.com/office/drawing/2014/main" id="{F62185E1-7D43-3811-7F26-CE2053168AE7}"/>
                    </a:ext>
                  </a:extLst>
                </p:cNvPr>
                <p:cNvSpPr/>
                <p:nvPr/>
              </p:nvSpPr>
              <p:spPr>
                <a:xfrm>
                  <a:off x="-4435650" y="286732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68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Google Shape;12472;p89">
                  <a:extLst>
                    <a:ext uri="{FF2B5EF4-FFF2-40B4-BE49-F238E27FC236}">
                      <a16:creationId xmlns:a16="http://schemas.microsoft.com/office/drawing/2014/main" id="{89C0170E-B3F2-DD45-BE14-3A4C27DD6357}"/>
                    </a:ext>
                  </a:extLst>
                </p:cNvPr>
                <p:cNvSpPr/>
                <p:nvPr/>
              </p:nvSpPr>
              <p:spPr>
                <a:xfrm>
                  <a:off x="-4435650" y="2833475"/>
                  <a:ext cx="1213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67"/>
                        <a:pt x="158" y="725"/>
                        <a:pt x="347" y="725"/>
                      </a:cubicBezTo>
                      <a:lnTo>
                        <a:pt x="4506" y="725"/>
                      </a:lnTo>
                      <a:cubicBezTo>
                        <a:pt x="4695" y="725"/>
                        <a:pt x="4852" y="567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oogle Shape;12485;p89">
                <a:extLst>
                  <a:ext uri="{FF2B5EF4-FFF2-40B4-BE49-F238E27FC236}">
                    <a16:creationId xmlns:a16="http://schemas.microsoft.com/office/drawing/2014/main" id="{E0C8C8EB-9243-565D-022B-BDD233241621}"/>
                  </a:ext>
                </a:extLst>
              </p:cNvPr>
              <p:cNvGrpSpPr/>
              <p:nvPr/>
            </p:nvGrpSpPr>
            <p:grpSpPr>
              <a:xfrm>
                <a:off x="9506180" y="3456108"/>
                <a:ext cx="642992" cy="639527"/>
                <a:chOff x="-2571737" y="2764550"/>
                <a:chExt cx="292225" cy="290650"/>
              </a:xfrm>
              <a:grpFill/>
            </p:grpSpPr>
            <p:sp>
              <p:nvSpPr>
                <p:cNvPr id="224" name="Google Shape;12486;p89">
                  <a:extLst>
                    <a:ext uri="{FF2B5EF4-FFF2-40B4-BE49-F238E27FC236}">
                      <a16:creationId xmlns:a16="http://schemas.microsoft.com/office/drawing/2014/main" id="{06B743A7-34CA-C555-15B6-9620B84EA67C}"/>
                    </a:ext>
                  </a:extLst>
                </p:cNvPr>
                <p:cNvSpPr/>
                <p:nvPr/>
              </p:nvSpPr>
              <p:spPr>
                <a:xfrm>
                  <a:off x="-2496085" y="30091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27" y="1"/>
                        <a:pt x="0" y="158"/>
                        <a:pt x="0" y="347"/>
                      </a:cubicBezTo>
                      <a:cubicBezTo>
                        <a:pt x="0" y="536"/>
                        <a:pt x="127" y="694"/>
                        <a:pt x="347" y="694"/>
                      </a:cubicBezTo>
                      <a:cubicBezTo>
                        <a:pt x="536" y="694"/>
                        <a:pt x="694" y="536"/>
                        <a:pt x="694" y="347"/>
                      </a:cubicBezTo>
                      <a:cubicBezTo>
                        <a:pt x="662" y="158"/>
                        <a:pt x="505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Google Shape;12487;p89">
                  <a:extLst>
                    <a:ext uri="{FF2B5EF4-FFF2-40B4-BE49-F238E27FC236}">
                      <a16:creationId xmlns:a16="http://schemas.microsoft.com/office/drawing/2014/main" id="{4B345A32-3FB0-2A49-D66B-935F9242DBD8}"/>
                    </a:ext>
                  </a:extLst>
                </p:cNvPr>
                <p:cNvSpPr/>
                <p:nvPr/>
              </p:nvSpPr>
              <p:spPr>
                <a:xfrm>
                  <a:off x="-2398548" y="2800375"/>
                  <a:ext cx="52000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821" extrusionOk="0">
                      <a:moveTo>
                        <a:pt x="1008" y="0"/>
                      </a:moveTo>
                      <a:cubicBezTo>
                        <a:pt x="819" y="0"/>
                        <a:pt x="662" y="158"/>
                        <a:pt x="662" y="378"/>
                      </a:cubicBezTo>
                      <a:lnTo>
                        <a:pt x="662" y="757"/>
                      </a:lnTo>
                      <a:cubicBezTo>
                        <a:pt x="252" y="914"/>
                        <a:pt x="0" y="1261"/>
                        <a:pt x="0" y="1733"/>
                      </a:cubicBezTo>
                      <a:cubicBezTo>
                        <a:pt x="0" y="2300"/>
                        <a:pt x="473" y="2773"/>
                        <a:pt x="1008" y="2773"/>
                      </a:cubicBezTo>
                      <a:cubicBezTo>
                        <a:pt x="1323" y="2773"/>
                        <a:pt x="1481" y="3119"/>
                        <a:pt x="1260" y="3371"/>
                      </a:cubicBezTo>
                      <a:cubicBezTo>
                        <a:pt x="1197" y="3419"/>
                        <a:pt x="1103" y="3442"/>
                        <a:pt x="1012" y="3442"/>
                      </a:cubicBezTo>
                      <a:cubicBezTo>
                        <a:pt x="922" y="3442"/>
                        <a:pt x="835" y="3419"/>
                        <a:pt x="788" y="3371"/>
                      </a:cubicBezTo>
                      <a:cubicBezTo>
                        <a:pt x="725" y="3308"/>
                        <a:pt x="630" y="3277"/>
                        <a:pt x="540" y="3277"/>
                      </a:cubicBezTo>
                      <a:cubicBezTo>
                        <a:pt x="449" y="3277"/>
                        <a:pt x="362" y="3308"/>
                        <a:pt x="315" y="3371"/>
                      </a:cubicBezTo>
                      <a:cubicBezTo>
                        <a:pt x="189" y="3466"/>
                        <a:pt x="189" y="3718"/>
                        <a:pt x="315" y="3844"/>
                      </a:cubicBezTo>
                      <a:cubicBezTo>
                        <a:pt x="410" y="3939"/>
                        <a:pt x="536" y="4033"/>
                        <a:pt x="693" y="4065"/>
                      </a:cubicBezTo>
                      <a:lnTo>
                        <a:pt x="693" y="4474"/>
                      </a:lnTo>
                      <a:cubicBezTo>
                        <a:pt x="693" y="4663"/>
                        <a:pt x="851" y="4821"/>
                        <a:pt x="1040" y="4821"/>
                      </a:cubicBezTo>
                      <a:cubicBezTo>
                        <a:pt x="1260" y="4821"/>
                        <a:pt x="1418" y="4663"/>
                        <a:pt x="1418" y="4474"/>
                      </a:cubicBezTo>
                      <a:lnTo>
                        <a:pt x="1418" y="4065"/>
                      </a:lnTo>
                      <a:cubicBezTo>
                        <a:pt x="1796" y="3907"/>
                        <a:pt x="2079" y="3560"/>
                        <a:pt x="2079" y="3088"/>
                      </a:cubicBezTo>
                      <a:cubicBezTo>
                        <a:pt x="2079" y="2521"/>
                        <a:pt x="1607" y="2048"/>
                        <a:pt x="1040" y="2048"/>
                      </a:cubicBezTo>
                      <a:cubicBezTo>
                        <a:pt x="851" y="2048"/>
                        <a:pt x="693" y="1891"/>
                        <a:pt x="693" y="1702"/>
                      </a:cubicBezTo>
                      <a:cubicBezTo>
                        <a:pt x="693" y="1495"/>
                        <a:pt x="842" y="1356"/>
                        <a:pt x="1016" y="1356"/>
                      </a:cubicBezTo>
                      <a:cubicBezTo>
                        <a:pt x="1107" y="1356"/>
                        <a:pt x="1205" y="1394"/>
                        <a:pt x="1292" y="1481"/>
                      </a:cubicBezTo>
                      <a:cubicBezTo>
                        <a:pt x="1355" y="1528"/>
                        <a:pt x="1441" y="1552"/>
                        <a:pt x="1528" y="1552"/>
                      </a:cubicBezTo>
                      <a:cubicBezTo>
                        <a:pt x="1615" y="1552"/>
                        <a:pt x="1701" y="1528"/>
                        <a:pt x="1764" y="1481"/>
                      </a:cubicBezTo>
                      <a:cubicBezTo>
                        <a:pt x="1859" y="1355"/>
                        <a:pt x="1859" y="1103"/>
                        <a:pt x="1764" y="1009"/>
                      </a:cubicBezTo>
                      <a:cubicBezTo>
                        <a:pt x="1638" y="883"/>
                        <a:pt x="1512" y="788"/>
                        <a:pt x="1355" y="757"/>
                      </a:cubicBezTo>
                      <a:lnTo>
                        <a:pt x="1355" y="378"/>
                      </a:lnTo>
                      <a:cubicBezTo>
                        <a:pt x="1355" y="158"/>
                        <a:pt x="1197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Google Shape;12488;p89">
                  <a:extLst>
                    <a:ext uri="{FF2B5EF4-FFF2-40B4-BE49-F238E27FC236}">
                      <a16:creationId xmlns:a16="http://schemas.microsoft.com/office/drawing/2014/main" id="{3A3D051A-2A43-156A-ADA2-A64222F1A9C8}"/>
                    </a:ext>
                  </a:extLst>
                </p:cNvPr>
                <p:cNvSpPr/>
                <p:nvPr/>
              </p:nvSpPr>
              <p:spPr>
                <a:xfrm>
                  <a:off x="-2571737" y="2764550"/>
                  <a:ext cx="292225" cy="29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26" extrusionOk="0">
                      <a:moveTo>
                        <a:pt x="5009" y="1355"/>
                      </a:moveTo>
                      <a:cubicBezTo>
                        <a:pt x="4789" y="1576"/>
                        <a:pt x="4694" y="1796"/>
                        <a:pt x="4537" y="2049"/>
                      </a:cubicBezTo>
                      <a:lnTo>
                        <a:pt x="662" y="2049"/>
                      </a:lnTo>
                      <a:lnTo>
                        <a:pt x="662" y="1670"/>
                      </a:lnTo>
                      <a:cubicBezTo>
                        <a:pt x="662" y="1513"/>
                        <a:pt x="819" y="1355"/>
                        <a:pt x="1008" y="1355"/>
                      </a:cubicBezTo>
                      <a:close/>
                      <a:moveTo>
                        <a:pt x="7908" y="694"/>
                      </a:moveTo>
                      <a:cubicBezTo>
                        <a:pt x="9609" y="694"/>
                        <a:pt x="10995" y="2080"/>
                        <a:pt x="10995" y="3781"/>
                      </a:cubicBezTo>
                      <a:cubicBezTo>
                        <a:pt x="10995" y="5451"/>
                        <a:pt x="9609" y="6837"/>
                        <a:pt x="7908" y="6837"/>
                      </a:cubicBezTo>
                      <a:cubicBezTo>
                        <a:pt x="7309" y="6837"/>
                        <a:pt x="6679" y="6680"/>
                        <a:pt x="6206" y="6365"/>
                      </a:cubicBezTo>
                      <a:cubicBezTo>
                        <a:pt x="6162" y="6342"/>
                        <a:pt x="6086" y="6320"/>
                        <a:pt x="6023" y="6320"/>
                      </a:cubicBezTo>
                      <a:cubicBezTo>
                        <a:pt x="5997" y="6320"/>
                        <a:pt x="5973" y="6324"/>
                        <a:pt x="5954" y="6333"/>
                      </a:cubicBezTo>
                      <a:cubicBezTo>
                        <a:pt x="5671" y="6396"/>
                        <a:pt x="5324" y="6522"/>
                        <a:pt x="5009" y="6648"/>
                      </a:cubicBezTo>
                      <a:lnTo>
                        <a:pt x="5324" y="5703"/>
                      </a:lnTo>
                      <a:cubicBezTo>
                        <a:pt x="5356" y="5609"/>
                        <a:pt x="5324" y="5514"/>
                        <a:pt x="5261" y="5420"/>
                      </a:cubicBezTo>
                      <a:cubicBezTo>
                        <a:pt x="4946" y="4947"/>
                        <a:pt x="4789" y="4348"/>
                        <a:pt x="4789" y="3781"/>
                      </a:cubicBezTo>
                      <a:cubicBezTo>
                        <a:pt x="4789" y="2080"/>
                        <a:pt x="6238" y="694"/>
                        <a:pt x="7908" y="694"/>
                      </a:cubicBezTo>
                      <a:close/>
                      <a:moveTo>
                        <a:pt x="4253" y="2710"/>
                      </a:moveTo>
                      <a:cubicBezTo>
                        <a:pt x="4190" y="3025"/>
                        <a:pt x="4096" y="3372"/>
                        <a:pt x="4096" y="3718"/>
                      </a:cubicBezTo>
                      <a:cubicBezTo>
                        <a:pt x="4096" y="4411"/>
                        <a:pt x="4253" y="5041"/>
                        <a:pt x="4600" y="5609"/>
                      </a:cubicBezTo>
                      <a:lnTo>
                        <a:pt x="4127" y="7089"/>
                      </a:lnTo>
                      <a:cubicBezTo>
                        <a:pt x="4096" y="7184"/>
                        <a:pt x="4127" y="7341"/>
                        <a:pt x="4222" y="7436"/>
                      </a:cubicBezTo>
                      <a:cubicBezTo>
                        <a:pt x="4266" y="7480"/>
                        <a:pt x="4358" y="7525"/>
                        <a:pt x="4453" y="7525"/>
                      </a:cubicBezTo>
                      <a:cubicBezTo>
                        <a:pt x="4492" y="7525"/>
                        <a:pt x="4531" y="7517"/>
                        <a:pt x="4568" y="7499"/>
                      </a:cubicBezTo>
                      <a:cubicBezTo>
                        <a:pt x="4568" y="7499"/>
                        <a:pt x="5387" y="7247"/>
                        <a:pt x="6017" y="7026"/>
                      </a:cubicBezTo>
                      <a:cubicBezTo>
                        <a:pt x="6080" y="7089"/>
                        <a:pt x="6143" y="7089"/>
                        <a:pt x="6175" y="7121"/>
                      </a:cubicBezTo>
                      <a:lnTo>
                        <a:pt x="6175" y="8223"/>
                      </a:lnTo>
                      <a:lnTo>
                        <a:pt x="662" y="8223"/>
                      </a:lnTo>
                      <a:lnTo>
                        <a:pt x="662" y="2710"/>
                      </a:lnTo>
                      <a:close/>
                      <a:moveTo>
                        <a:pt x="6112" y="8885"/>
                      </a:moveTo>
                      <a:lnTo>
                        <a:pt x="6112" y="10618"/>
                      </a:lnTo>
                      <a:cubicBezTo>
                        <a:pt x="6143" y="10807"/>
                        <a:pt x="5986" y="10964"/>
                        <a:pt x="5797" y="10964"/>
                      </a:cubicBezTo>
                      <a:lnTo>
                        <a:pt x="977" y="10964"/>
                      </a:lnTo>
                      <a:cubicBezTo>
                        <a:pt x="788" y="10964"/>
                        <a:pt x="630" y="10807"/>
                        <a:pt x="630" y="10618"/>
                      </a:cubicBezTo>
                      <a:lnTo>
                        <a:pt x="630" y="8885"/>
                      </a:lnTo>
                      <a:close/>
                      <a:moveTo>
                        <a:pt x="7908" y="1"/>
                      </a:moveTo>
                      <a:cubicBezTo>
                        <a:pt x="7120" y="1"/>
                        <a:pt x="6364" y="221"/>
                        <a:pt x="5734" y="662"/>
                      </a:cubicBezTo>
                      <a:lnTo>
                        <a:pt x="1008" y="662"/>
                      </a:lnTo>
                      <a:cubicBezTo>
                        <a:pt x="473" y="662"/>
                        <a:pt x="0" y="1135"/>
                        <a:pt x="0" y="1670"/>
                      </a:cubicBezTo>
                      <a:lnTo>
                        <a:pt x="0" y="10618"/>
                      </a:lnTo>
                      <a:cubicBezTo>
                        <a:pt x="0" y="11153"/>
                        <a:pt x="473" y="11626"/>
                        <a:pt x="1008" y="11626"/>
                      </a:cubicBezTo>
                      <a:lnTo>
                        <a:pt x="5828" y="11626"/>
                      </a:lnTo>
                      <a:cubicBezTo>
                        <a:pt x="6364" y="11626"/>
                        <a:pt x="6837" y="11153"/>
                        <a:pt x="6837" y="10618"/>
                      </a:cubicBezTo>
                      <a:lnTo>
                        <a:pt x="6837" y="7341"/>
                      </a:lnTo>
                      <a:cubicBezTo>
                        <a:pt x="7215" y="7436"/>
                        <a:pt x="7561" y="7499"/>
                        <a:pt x="7908" y="7499"/>
                      </a:cubicBezTo>
                      <a:cubicBezTo>
                        <a:pt x="9987" y="7499"/>
                        <a:pt x="11688" y="5798"/>
                        <a:pt x="11688" y="3718"/>
                      </a:cubicBezTo>
                      <a:cubicBezTo>
                        <a:pt x="11657" y="1670"/>
                        <a:pt x="9956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4" name="Google Shape;12498;p89">
                <a:extLst>
                  <a:ext uri="{FF2B5EF4-FFF2-40B4-BE49-F238E27FC236}">
                    <a16:creationId xmlns:a16="http://schemas.microsoft.com/office/drawing/2014/main" id="{A65D2EB5-714C-A8CA-D9F0-17F7EFD46883}"/>
                  </a:ext>
                </a:extLst>
              </p:cNvPr>
              <p:cNvGrpSpPr/>
              <p:nvPr/>
            </p:nvGrpSpPr>
            <p:grpSpPr>
              <a:xfrm>
                <a:off x="2088889" y="3454375"/>
                <a:ext cx="606578" cy="642992"/>
                <a:chOff x="-5995925" y="2757850"/>
                <a:chExt cx="275675" cy="292225"/>
              </a:xfrm>
              <a:grpFill/>
            </p:grpSpPr>
            <p:sp>
              <p:nvSpPr>
                <p:cNvPr id="215" name="Google Shape;12499;p89">
                  <a:extLst>
                    <a:ext uri="{FF2B5EF4-FFF2-40B4-BE49-F238E27FC236}">
                      <a16:creationId xmlns:a16="http://schemas.microsoft.com/office/drawing/2014/main" id="{9537290F-6637-1900-15D5-F1B36A247841}"/>
                    </a:ext>
                  </a:extLst>
                </p:cNvPr>
                <p:cNvSpPr/>
                <p:nvPr/>
              </p:nvSpPr>
              <p:spPr>
                <a:xfrm>
                  <a:off x="-5995925" y="2757850"/>
                  <a:ext cx="2756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7" h="11689" extrusionOk="0">
                      <a:moveTo>
                        <a:pt x="9924" y="1324"/>
                      </a:moveTo>
                      <a:cubicBezTo>
                        <a:pt x="10113" y="1324"/>
                        <a:pt x="10271" y="1481"/>
                        <a:pt x="10271" y="1702"/>
                      </a:cubicBezTo>
                      <a:lnTo>
                        <a:pt x="10271" y="9263"/>
                      </a:lnTo>
                      <a:lnTo>
                        <a:pt x="10302" y="9263"/>
                      </a:lnTo>
                      <a:cubicBezTo>
                        <a:pt x="10302" y="9452"/>
                        <a:pt x="10145" y="9610"/>
                        <a:pt x="9956" y="9610"/>
                      </a:cubicBezTo>
                      <a:lnTo>
                        <a:pt x="9609" y="9610"/>
                      </a:lnTo>
                      <a:lnTo>
                        <a:pt x="9609" y="8570"/>
                      </a:lnTo>
                      <a:cubicBezTo>
                        <a:pt x="9609" y="8381"/>
                        <a:pt x="9452" y="8223"/>
                        <a:pt x="9263" y="8223"/>
                      </a:cubicBezTo>
                      <a:lnTo>
                        <a:pt x="4442" y="8223"/>
                      </a:lnTo>
                      <a:cubicBezTo>
                        <a:pt x="4253" y="8223"/>
                        <a:pt x="4096" y="8381"/>
                        <a:pt x="4096" y="8570"/>
                      </a:cubicBezTo>
                      <a:lnTo>
                        <a:pt x="4096" y="9610"/>
                      </a:lnTo>
                      <a:lnTo>
                        <a:pt x="3434" y="9610"/>
                      </a:lnTo>
                      <a:lnTo>
                        <a:pt x="3434" y="1324"/>
                      </a:lnTo>
                      <a:close/>
                      <a:moveTo>
                        <a:pt x="2426" y="631"/>
                      </a:moveTo>
                      <a:cubicBezTo>
                        <a:pt x="2647" y="631"/>
                        <a:pt x="2804" y="788"/>
                        <a:pt x="2804" y="977"/>
                      </a:cubicBezTo>
                      <a:lnTo>
                        <a:pt x="2804" y="9925"/>
                      </a:lnTo>
                      <a:cubicBezTo>
                        <a:pt x="2804" y="10114"/>
                        <a:pt x="2647" y="10271"/>
                        <a:pt x="2426" y="10271"/>
                      </a:cubicBezTo>
                      <a:lnTo>
                        <a:pt x="1071" y="10271"/>
                      </a:lnTo>
                      <a:cubicBezTo>
                        <a:pt x="851" y="10271"/>
                        <a:pt x="693" y="10114"/>
                        <a:pt x="693" y="9925"/>
                      </a:cubicBezTo>
                      <a:lnTo>
                        <a:pt x="693" y="977"/>
                      </a:lnTo>
                      <a:cubicBezTo>
                        <a:pt x="693" y="788"/>
                        <a:pt x="851" y="631"/>
                        <a:pt x="1071" y="631"/>
                      </a:cubicBezTo>
                      <a:close/>
                      <a:moveTo>
                        <a:pt x="8948" y="8948"/>
                      </a:moveTo>
                      <a:lnTo>
                        <a:pt x="8948" y="10996"/>
                      </a:lnTo>
                      <a:lnTo>
                        <a:pt x="4852" y="10996"/>
                      </a:lnTo>
                      <a:lnTo>
                        <a:pt x="4852" y="8948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956"/>
                      </a:lnTo>
                      <a:cubicBezTo>
                        <a:pt x="0" y="10523"/>
                        <a:pt x="473" y="10996"/>
                        <a:pt x="1008" y="10996"/>
                      </a:cubicBezTo>
                      <a:lnTo>
                        <a:pt x="2395" y="10996"/>
                      </a:lnTo>
                      <a:cubicBezTo>
                        <a:pt x="2836" y="10996"/>
                        <a:pt x="3214" y="10712"/>
                        <a:pt x="3371" y="10303"/>
                      </a:cubicBezTo>
                      <a:lnTo>
                        <a:pt x="4127" y="10303"/>
                      </a:lnTo>
                      <a:lnTo>
                        <a:pt x="4127" y="11342"/>
                      </a:lnTo>
                      <a:cubicBezTo>
                        <a:pt x="4127" y="11531"/>
                        <a:pt x="4285" y="11689"/>
                        <a:pt x="4474" y="11689"/>
                      </a:cubicBezTo>
                      <a:lnTo>
                        <a:pt x="9294" y="11689"/>
                      </a:lnTo>
                      <a:cubicBezTo>
                        <a:pt x="9483" y="11689"/>
                        <a:pt x="9641" y="11531"/>
                        <a:pt x="9641" y="11342"/>
                      </a:cubicBezTo>
                      <a:lnTo>
                        <a:pt x="9641" y="10271"/>
                      </a:lnTo>
                      <a:lnTo>
                        <a:pt x="9987" y="10271"/>
                      </a:lnTo>
                      <a:cubicBezTo>
                        <a:pt x="10554" y="10271"/>
                        <a:pt x="11027" y="9799"/>
                        <a:pt x="11027" y="9263"/>
                      </a:cubicBezTo>
                      <a:lnTo>
                        <a:pt x="11027" y="1702"/>
                      </a:lnTo>
                      <a:cubicBezTo>
                        <a:pt x="10995" y="1103"/>
                        <a:pt x="10554" y="662"/>
                        <a:pt x="9956" y="662"/>
                      </a:cubicBezTo>
                      <a:lnTo>
                        <a:pt x="3371" y="662"/>
                      </a:lnTo>
                      <a:cubicBezTo>
                        <a:pt x="3214" y="284"/>
                        <a:pt x="2867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Google Shape;12500;p89">
                  <a:extLst>
                    <a:ext uri="{FF2B5EF4-FFF2-40B4-BE49-F238E27FC236}">
                      <a16:creationId xmlns:a16="http://schemas.microsoft.com/office/drawing/2014/main" id="{6D43C501-2B7F-3A0A-086C-D9C65070C4E7}"/>
                    </a:ext>
                  </a:extLst>
                </p:cNvPr>
                <p:cNvSpPr/>
                <p:nvPr/>
              </p:nvSpPr>
              <p:spPr>
                <a:xfrm>
                  <a:off x="-5892750" y="2808250"/>
                  <a:ext cx="1378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2774" extrusionOk="0">
                      <a:moveTo>
                        <a:pt x="4821" y="694"/>
                      </a:moveTo>
                      <a:lnTo>
                        <a:pt x="4821" y="2112"/>
                      </a:lnTo>
                      <a:lnTo>
                        <a:pt x="725" y="2112"/>
                      </a:lnTo>
                      <a:lnTo>
                        <a:pt x="725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8"/>
                      </a:cubicBezTo>
                      <a:lnTo>
                        <a:pt x="0" y="2427"/>
                      </a:lnTo>
                      <a:cubicBezTo>
                        <a:pt x="0" y="2616"/>
                        <a:pt x="158" y="2773"/>
                        <a:pt x="347" y="2773"/>
                      </a:cubicBezTo>
                      <a:lnTo>
                        <a:pt x="5167" y="2773"/>
                      </a:lnTo>
                      <a:cubicBezTo>
                        <a:pt x="5356" y="2773"/>
                        <a:pt x="5514" y="2616"/>
                        <a:pt x="5514" y="2427"/>
                      </a:cubicBezTo>
                      <a:lnTo>
                        <a:pt x="5514" y="348"/>
                      </a:lnTo>
                      <a:cubicBezTo>
                        <a:pt x="5514" y="158"/>
                        <a:pt x="535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Google Shape;12501;p89">
                  <a:extLst>
                    <a:ext uri="{FF2B5EF4-FFF2-40B4-BE49-F238E27FC236}">
                      <a16:creationId xmlns:a16="http://schemas.microsoft.com/office/drawing/2014/main" id="{0A539D03-497E-E353-5B53-FE82CECA28A0}"/>
                    </a:ext>
                  </a:extLst>
                </p:cNvPr>
                <p:cNvSpPr/>
                <p:nvPr/>
              </p:nvSpPr>
              <p:spPr>
                <a:xfrm>
                  <a:off x="-5891975" y="2895675"/>
                  <a:ext cx="3470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1" y="694"/>
                      </a:lnTo>
                      <a:cubicBezTo>
                        <a:pt x="1230" y="694"/>
                        <a:pt x="1387" y="537"/>
                        <a:pt x="1387" y="348"/>
                      </a:cubicBezTo>
                      <a:cubicBezTo>
                        <a:pt x="1356" y="127"/>
                        <a:pt x="1198" y="1"/>
                        <a:pt x="10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Google Shape;12502;p89">
                  <a:extLst>
                    <a:ext uri="{FF2B5EF4-FFF2-40B4-BE49-F238E27FC236}">
                      <a16:creationId xmlns:a16="http://schemas.microsoft.com/office/drawing/2014/main" id="{1DD9CE35-5DD4-B107-850C-C733F6BDC27F}"/>
                    </a:ext>
                  </a:extLst>
                </p:cNvPr>
                <p:cNvSpPr/>
                <p:nvPr/>
              </p:nvSpPr>
              <p:spPr>
                <a:xfrm>
                  <a:off x="-5891975" y="2928775"/>
                  <a:ext cx="34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1" y="725"/>
                      </a:lnTo>
                      <a:cubicBezTo>
                        <a:pt x="1230" y="725"/>
                        <a:pt x="1387" y="567"/>
                        <a:pt x="1387" y="378"/>
                      </a:cubicBezTo>
                      <a:cubicBezTo>
                        <a:pt x="1356" y="158"/>
                        <a:pt x="119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12503;p89">
                  <a:extLst>
                    <a:ext uri="{FF2B5EF4-FFF2-40B4-BE49-F238E27FC236}">
                      <a16:creationId xmlns:a16="http://schemas.microsoft.com/office/drawing/2014/main" id="{D8187782-CF11-AB42-D184-2D58486F8EEF}"/>
                    </a:ext>
                  </a:extLst>
                </p:cNvPr>
                <p:cNvSpPr/>
                <p:nvPr/>
              </p:nvSpPr>
              <p:spPr>
                <a:xfrm>
                  <a:off x="-58407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Google Shape;12504;p89">
                  <a:extLst>
                    <a:ext uri="{FF2B5EF4-FFF2-40B4-BE49-F238E27FC236}">
                      <a16:creationId xmlns:a16="http://schemas.microsoft.com/office/drawing/2014/main" id="{5DCC10A2-2D39-6A26-C81C-BC8982D88B22}"/>
                    </a:ext>
                  </a:extLst>
                </p:cNvPr>
                <p:cNvSpPr/>
                <p:nvPr/>
              </p:nvSpPr>
              <p:spPr>
                <a:xfrm>
                  <a:off x="-58407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12505;p89">
                  <a:extLst>
                    <a:ext uri="{FF2B5EF4-FFF2-40B4-BE49-F238E27FC236}">
                      <a16:creationId xmlns:a16="http://schemas.microsoft.com/office/drawing/2014/main" id="{5DBAA17D-ADCF-A8E7-089C-596C56EE8183}"/>
                    </a:ext>
                  </a:extLst>
                </p:cNvPr>
                <p:cNvSpPr/>
                <p:nvPr/>
              </p:nvSpPr>
              <p:spPr>
                <a:xfrm>
                  <a:off x="-57895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12506;p89">
                  <a:extLst>
                    <a:ext uri="{FF2B5EF4-FFF2-40B4-BE49-F238E27FC236}">
                      <a16:creationId xmlns:a16="http://schemas.microsoft.com/office/drawing/2014/main" id="{88A653D4-D439-380E-3983-231B852CDBF0}"/>
                    </a:ext>
                  </a:extLst>
                </p:cNvPr>
                <p:cNvSpPr/>
                <p:nvPr/>
              </p:nvSpPr>
              <p:spPr>
                <a:xfrm>
                  <a:off x="-57895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Google Shape;12507;p89">
                  <a:extLst>
                    <a:ext uri="{FF2B5EF4-FFF2-40B4-BE49-F238E27FC236}">
                      <a16:creationId xmlns:a16="http://schemas.microsoft.com/office/drawing/2014/main" id="{F7842D30-7ED6-41F9-E417-E957801D93DF}"/>
                    </a:ext>
                  </a:extLst>
                </p:cNvPr>
                <p:cNvSpPr/>
                <p:nvPr/>
              </p:nvSpPr>
              <p:spPr>
                <a:xfrm>
                  <a:off x="-5858100" y="2998075"/>
                  <a:ext cx="685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584" y="694"/>
                        <a:pt x="2742" y="536"/>
                        <a:pt x="2742" y="347"/>
                      </a:cubicBezTo>
                      <a:cubicBezTo>
                        <a:pt x="2742" y="158"/>
                        <a:pt x="2584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" name="Google Shape;12515;p89">
                <a:extLst>
                  <a:ext uri="{FF2B5EF4-FFF2-40B4-BE49-F238E27FC236}">
                    <a16:creationId xmlns:a16="http://schemas.microsoft.com/office/drawing/2014/main" id="{7862BD4D-A694-6396-9287-F516B5778F5C}"/>
                  </a:ext>
                </a:extLst>
              </p:cNvPr>
              <p:cNvGrpSpPr/>
              <p:nvPr/>
            </p:nvGrpSpPr>
            <p:grpSpPr>
              <a:xfrm>
                <a:off x="6192681" y="3474318"/>
                <a:ext cx="641288" cy="603112"/>
                <a:chOff x="-4211975" y="2783850"/>
                <a:chExt cx="291450" cy="274100"/>
              </a:xfrm>
              <a:grpFill/>
            </p:grpSpPr>
            <p:sp>
              <p:nvSpPr>
                <p:cNvPr id="212" name="Google Shape;12516;p89">
                  <a:extLst>
                    <a:ext uri="{FF2B5EF4-FFF2-40B4-BE49-F238E27FC236}">
                      <a16:creationId xmlns:a16="http://schemas.microsoft.com/office/drawing/2014/main" id="{723246EE-7FA4-0930-E51A-F118BB61A64E}"/>
                    </a:ext>
                  </a:extLst>
                </p:cNvPr>
                <p:cNvSpPr/>
                <p:nvPr/>
              </p:nvSpPr>
              <p:spPr>
                <a:xfrm>
                  <a:off x="-4211975" y="2937125"/>
                  <a:ext cx="291450" cy="12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4833" extrusionOk="0">
                      <a:moveTo>
                        <a:pt x="978" y="706"/>
                      </a:moveTo>
                      <a:cubicBezTo>
                        <a:pt x="1167" y="706"/>
                        <a:pt x="1324" y="863"/>
                        <a:pt x="1324" y="1052"/>
                      </a:cubicBezTo>
                      <a:lnTo>
                        <a:pt x="1324" y="3762"/>
                      </a:lnTo>
                      <a:cubicBezTo>
                        <a:pt x="1324" y="3982"/>
                        <a:pt x="1167" y="4140"/>
                        <a:pt x="978" y="4140"/>
                      </a:cubicBezTo>
                      <a:lnTo>
                        <a:pt x="631" y="4140"/>
                      </a:lnTo>
                      <a:lnTo>
                        <a:pt x="631" y="706"/>
                      </a:lnTo>
                      <a:close/>
                      <a:moveTo>
                        <a:pt x="3866" y="717"/>
                      </a:moveTo>
                      <a:cubicBezTo>
                        <a:pt x="4374" y="717"/>
                        <a:pt x="4886" y="859"/>
                        <a:pt x="5325" y="1147"/>
                      </a:cubicBezTo>
                      <a:cubicBezTo>
                        <a:pt x="5672" y="1367"/>
                        <a:pt x="5703" y="1399"/>
                        <a:pt x="5829" y="1399"/>
                      </a:cubicBezTo>
                      <a:lnTo>
                        <a:pt x="7247" y="1399"/>
                      </a:lnTo>
                      <a:cubicBezTo>
                        <a:pt x="7436" y="1399"/>
                        <a:pt x="7594" y="1556"/>
                        <a:pt x="7594" y="1777"/>
                      </a:cubicBezTo>
                      <a:cubicBezTo>
                        <a:pt x="7594" y="1966"/>
                        <a:pt x="7436" y="2124"/>
                        <a:pt x="7247" y="2124"/>
                      </a:cubicBezTo>
                      <a:lnTo>
                        <a:pt x="4758" y="2124"/>
                      </a:lnTo>
                      <a:cubicBezTo>
                        <a:pt x="4380" y="2124"/>
                        <a:pt x="4034" y="2344"/>
                        <a:pt x="3845" y="2659"/>
                      </a:cubicBezTo>
                      <a:cubicBezTo>
                        <a:pt x="3782" y="2817"/>
                        <a:pt x="3845" y="3069"/>
                        <a:pt x="4002" y="3132"/>
                      </a:cubicBezTo>
                      <a:cubicBezTo>
                        <a:pt x="4045" y="3158"/>
                        <a:pt x="4096" y="3169"/>
                        <a:pt x="4148" y="3169"/>
                      </a:cubicBezTo>
                      <a:cubicBezTo>
                        <a:pt x="4284" y="3169"/>
                        <a:pt x="4429" y="3088"/>
                        <a:pt x="4475" y="2974"/>
                      </a:cubicBezTo>
                      <a:cubicBezTo>
                        <a:pt x="4538" y="2848"/>
                        <a:pt x="4632" y="2785"/>
                        <a:pt x="4790" y="2785"/>
                      </a:cubicBezTo>
                      <a:lnTo>
                        <a:pt x="7562" y="2785"/>
                      </a:lnTo>
                      <a:cubicBezTo>
                        <a:pt x="7783" y="2785"/>
                        <a:pt x="8003" y="2722"/>
                        <a:pt x="8192" y="2596"/>
                      </a:cubicBezTo>
                      <a:lnTo>
                        <a:pt x="10555" y="769"/>
                      </a:lnTo>
                      <a:cubicBezTo>
                        <a:pt x="10603" y="747"/>
                        <a:pt x="10649" y="737"/>
                        <a:pt x="10693" y="737"/>
                      </a:cubicBezTo>
                      <a:cubicBezTo>
                        <a:pt x="10969" y="737"/>
                        <a:pt x="11146" y="1123"/>
                        <a:pt x="10902" y="1367"/>
                      </a:cubicBezTo>
                      <a:cubicBezTo>
                        <a:pt x="10844" y="1406"/>
                        <a:pt x="10817" y="1419"/>
                        <a:pt x="10805" y="1419"/>
                      </a:cubicBezTo>
                      <a:cubicBezTo>
                        <a:pt x="10780" y="1419"/>
                        <a:pt x="10836" y="1354"/>
                        <a:pt x="10826" y="1354"/>
                      </a:cubicBezTo>
                      <a:cubicBezTo>
                        <a:pt x="10804" y="1354"/>
                        <a:pt x="10447" y="1686"/>
                        <a:pt x="8066" y="3856"/>
                      </a:cubicBezTo>
                      <a:cubicBezTo>
                        <a:pt x="7877" y="4014"/>
                        <a:pt x="7625" y="4140"/>
                        <a:pt x="7373" y="4140"/>
                      </a:cubicBezTo>
                      <a:lnTo>
                        <a:pt x="3435" y="4140"/>
                      </a:lnTo>
                      <a:cubicBezTo>
                        <a:pt x="2962" y="4140"/>
                        <a:pt x="2490" y="4014"/>
                        <a:pt x="2049" y="3825"/>
                      </a:cubicBezTo>
                      <a:lnTo>
                        <a:pt x="2049" y="1399"/>
                      </a:lnTo>
                      <a:lnTo>
                        <a:pt x="2332" y="1210"/>
                      </a:lnTo>
                      <a:cubicBezTo>
                        <a:pt x="2774" y="883"/>
                        <a:pt x="3318" y="717"/>
                        <a:pt x="3866" y="717"/>
                      </a:cubicBezTo>
                      <a:close/>
                      <a:moveTo>
                        <a:pt x="3817" y="0"/>
                      </a:moveTo>
                      <a:cubicBezTo>
                        <a:pt x="3151" y="0"/>
                        <a:pt x="2491" y="205"/>
                        <a:pt x="1923" y="611"/>
                      </a:cubicBezTo>
                      <a:cubicBezTo>
                        <a:pt x="1765" y="265"/>
                        <a:pt x="1419" y="13"/>
                        <a:pt x="1009" y="13"/>
                      </a:cubicBezTo>
                      <a:lnTo>
                        <a:pt x="348" y="13"/>
                      </a:lnTo>
                      <a:cubicBezTo>
                        <a:pt x="159" y="13"/>
                        <a:pt x="1" y="170"/>
                        <a:pt x="1" y="391"/>
                      </a:cubicBezTo>
                      <a:lnTo>
                        <a:pt x="1" y="4486"/>
                      </a:lnTo>
                      <a:cubicBezTo>
                        <a:pt x="1" y="4675"/>
                        <a:pt x="159" y="4833"/>
                        <a:pt x="348" y="4833"/>
                      </a:cubicBezTo>
                      <a:lnTo>
                        <a:pt x="1009" y="4833"/>
                      </a:lnTo>
                      <a:cubicBezTo>
                        <a:pt x="1324" y="4833"/>
                        <a:pt x="1608" y="4675"/>
                        <a:pt x="1797" y="4486"/>
                      </a:cubicBezTo>
                      <a:cubicBezTo>
                        <a:pt x="2332" y="4707"/>
                        <a:pt x="2868" y="4833"/>
                        <a:pt x="3435" y="4833"/>
                      </a:cubicBezTo>
                      <a:lnTo>
                        <a:pt x="7373" y="4833"/>
                      </a:lnTo>
                      <a:cubicBezTo>
                        <a:pt x="7783" y="4833"/>
                        <a:pt x="8192" y="4675"/>
                        <a:pt x="8507" y="4392"/>
                      </a:cubicBezTo>
                      <a:cubicBezTo>
                        <a:pt x="8539" y="4392"/>
                        <a:pt x="11217" y="1903"/>
                        <a:pt x="11248" y="1872"/>
                      </a:cubicBezTo>
                      <a:cubicBezTo>
                        <a:pt x="11406" y="1809"/>
                        <a:pt x="11658" y="1493"/>
                        <a:pt x="11658" y="1084"/>
                      </a:cubicBezTo>
                      <a:cubicBezTo>
                        <a:pt x="11658" y="454"/>
                        <a:pt x="11185" y="44"/>
                        <a:pt x="10618" y="44"/>
                      </a:cubicBezTo>
                      <a:cubicBezTo>
                        <a:pt x="10303" y="44"/>
                        <a:pt x="10051" y="202"/>
                        <a:pt x="9925" y="296"/>
                      </a:cubicBezTo>
                      <a:lnTo>
                        <a:pt x="8192" y="1619"/>
                      </a:lnTo>
                      <a:cubicBezTo>
                        <a:pt x="8098" y="1084"/>
                        <a:pt x="7688" y="706"/>
                        <a:pt x="7153" y="706"/>
                      </a:cubicBezTo>
                      <a:lnTo>
                        <a:pt x="5861" y="706"/>
                      </a:lnTo>
                      <a:lnTo>
                        <a:pt x="5640" y="548"/>
                      </a:lnTo>
                      <a:cubicBezTo>
                        <a:pt x="5075" y="182"/>
                        <a:pt x="4444" y="0"/>
                        <a:pt x="381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12517;p89">
                  <a:extLst>
                    <a:ext uri="{FF2B5EF4-FFF2-40B4-BE49-F238E27FC236}">
                      <a16:creationId xmlns:a16="http://schemas.microsoft.com/office/drawing/2014/main" id="{61ADF52A-11C9-FA2C-4EAE-E3CED7E9374E}"/>
                    </a:ext>
                  </a:extLst>
                </p:cNvPr>
                <p:cNvSpPr/>
                <p:nvPr/>
              </p:nvSpPr>
              <p:spPr>
                <a:xfrm>
                  <a:off x="-4109575" y="2783850"/>
                  <a:ext cx="153625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6176" extrusionOk="0">
                      <a:moveTo>
                        <a:pt x="3057" y="693"/>
                      </a:moveTo>
                      <a:cubicBezTo>
                        <a:pt x="4411" y="693"/>
                        <a:pt x="5482" y="1765"/>
                        <a:pt x="5482" y="3088"/>
                      </a:cubicBezTo>
                      <a:cubicBezTo>
                        <a:pt x="5482" y="4442"/>
                        <a:pt x="4411" y="5482"/>
                        <a:pt x="3057" y="5482"/>
                      </a:cubicBezTo>
                      <a:cubicBezTo>
                        <a:pt x="1733" y="5482"/>
                        <a:pt x="662" y="4442"/>
                        <a:pt x="662" y="3088"/>
                      </a:cubicBezTo>
                      <a:cubicBezTo>
                        <a:pt x="662" y="1765"/>
                        <a:pt x="1733" y="693"/>
                        <a:pt x="3057" y="693"/>
                      </a:cubicBezTo>
                      <a:close/>
                      <a:moveTo>
                        <a:pt x="3057" y="0"/>
                      </a:moveTo>
                      <a:cubicBezTo>
                        <a:pt x="1387" y="0"/>
                        <a:pt x="1" y="1387"/>
                        <a:pt x="1" y="3088"/>
                      </a:cubicBezTo>
                      <a:cubicBezTo>
                        <a:pt x="1" y="4789"/>
                        <a:pt x="1387" y="6175"/>
                        <a:pt x="3057" y="6175"/>
                      </a:cubicBezTo>
                      <a:cubicBezTo>
                        <a:pt x="4758" y="6175"/>
                        <a:pt x="6144" y="4789"/>
                        <a:pt x="6144" y="3088"/>
                      </a:cubicBezTo>
                      <a:cubicBezTo>
                        <a:pt x="6144" y="1387"/>
                        <a:pt x="4758" y="0"/>
                        <a:pt x="30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12518;p89">
                  <a:extLst>
                    <a:ext uri="{FF2B5EF4-FFF2-40B4-BE49-F238E27FC236}">
                      <a16:creationId xmlns:a16="http://schemas.microsoft.com/office/drawing/2014/main" id="{7761FB32-0F1C-D044-7C49-F383D7748FCD}"/>
                    </a:ext>
                  </a:extLst>
                </p:cNvPr>
                <p:cNvSpPr/>
                <p:nvPr/>
              </p:nvSpPr>
              <p:spPr>
                <a:xfrm>
                  <a:off x="-4074925" y="2818500"/>
                  <a:ext cx="8430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404" extrusionOk="0">
                      <a:moveTo>
                        <a:pt x="1671" y="631"/>
                      </a:moveTo>
                      <a:cubicBezTo>
                        <a:pt x="2238" y="631"/>
                        <a:pt x="2710" y="1103"/>
                        <a:pt x="2710" y="1670"/>
                      </a:cubicBezTo>
                      <a:cubicBezTo>
                        <a:pt x="2710" y="2206"/>
                        <a:pt x="2238" y="2678"/>
                        <a:pt x="1671" y="2678"/>
                      </a:cubicBezTo>
                      <a:cubicBezTo>
                        <a:pt x="1135" y="2678"/>
                        <a:pt x="662" y="2206"/>
                        <a:pt x="662" y="1670"/>
                      </a:cubicBezTo>
                      <a:cubicBezTo>
                        <a:pt x="662" y="1103"/>
                        <a:pt x="1135" y="631"/>
                        <a:pt x="1671" y="631"/>
                      </a:cubicBezTo>
                      <a:close/>
                      <a:moveTo>
                        <a:pt x="1671" y="1"/>
                      </a:moveTo>
                      <a:cubicBezTo>
                        <a:pt x="725" y="1"/>
                        <a:pt x="1" y="757"/>
                        <a:pt x="1" y="1702"/>
                      </a:cubicBezTo>
                      <a:cubicBezTo>
                        <a:pt x="1" y="2647"/>
                        <a:pt x="725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2"/>
                      </a:cubicBezTo>
                      <a:cubicBezTo>
                        <a:pt x="3372" y="757"/>
                        <a:pt x="2616" y="1"/>
                        <a:pt x="1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6" name="Google Shape;12528;p89">
                <a:extLst>
                  <a:ext uri="{FF2B5EF4-FFF2-40B4-BE49-F238E27FC236}">
                    <a16:creationId xmlns:a16="http://schemas.microsoft.com/office/drawing/2014/main" id="{EF2B876F-E3EE-2E93-963A-C7D01D7525DB}"/>
                  </a:ext>
                </a:extLst>
              </p:cNvPr>
              <p:cNvSpPr/>
              <p:nvPr/>
            </p:nvSpPr>
            <p:spPr>
              <a:xfrm>
                <a:off x="10330796" y="3453239"/>
                <a:ext cx="64645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21" extrusionOk="0">
                    <a:moveTo>
                      <a:pt x="6490" y="662"/>
                    </a:moveTo>
                    <a:cubicBezTo>
                      <a:pt x="6711" y="662"/>
                      <a:pt x="6868" y="820"/>
                      <a:pt x="6868" y="1009"/>
                    </a:cubicBezTo>
                    <a:lnTo>
                      <a:pt x="6868" y="1355"/>
                    </a:lnTo>
                    <a:lnTo>
                      <a:pt x="5167" y="1355"/>
                    </a:lnTo>
                    <a:cubicBezTo>
                      <a:pt x="4600" y="1355"/>
                      <a:pt x="4127" y="1828"/>
                      <a:pt x="4127" y="2395"/>
                    </a:cubicBezTo>
                    <a:lnTo>
                      <a:pt x="4127" y="2773"/>
                    </a:lnTo>
                    <a:lnTo>
                      <a:pt x="3088" y="2773"/>
                    </a:lnTo>
                    <a:cubicBezTo>
                      <a:pt x="2993" y="2773"/>
                      <a:pt x="2867" y="2836"/>
                      <a:pt x="2836" y="2899"/>
                    </a:cubicBezTo>
                    <a:lnTo>
                      <a:pt x="2048" y="3687"/>
                    </a:lnTo>
                    <a:lnTo>
                      <a:pt x="2048" y="3151"/>
                    </a:lnTo>
                    <a:cubicBezTo>
                      <a:pt x="2048" y="2931"/>
                      <a:pt x="1891" y="2773"/>
                      <a:pt x="1702" y="2773"/>
                    </a:cubicBezTo>
                    <a:lnTo>
                      <a:pt x="1040" y="2773"/>
                    </a:lnTo>
                    <a:cubicBezTo>
                      <a:pt x="819" y="2773"/>
                      <a:pt x="662" y="2616"/>
                      <a:pt x="662" y="2427"/>
                    </a:cubicBezTo>
                    <a:lnTo>
                      <a:pt x="662" y="1009"/>
                    </a:lnTo>
                    <a:cubicBezTo>
                      <a:pt x="662" y="820"/>
                      <a:pt x="819" y="662"/>
                      <a:pt x="1040" y="662"/>
                    </a:cubicBezTo>
                    <a:close/>
                    <a:moveTo>
                      <a:pt x="10649" y="1986"/>
                    </a:moveTo>
                    <a:cubicBezTo>
                      <a:pt x="10838" y="1986"/>
                      <a:pt x="10995" y="2143"/>
                      <a:pt x="10995" y="2364"/>
                    </a:cubicBezTo>
                    <a:lnTo>
                      <a:pt x="10995" y="3781"/>
                    </a:lnTo>
                    <a:cubicBezTo>
                      <a:pt x="10995" y="3970"/>
                      <a:pt x="10838" y="4128"/>
                      <a:pt x="10649" y="4128"/>
                    </a:cubicBezTo>
                    <a:lnTo>
                      <a:pt x="8601" y="4128"/>
                    </a:lnTo>
                    <a:cubicBezTo>
                      <a:pt x="8412" y="4128"/>
                      <a:pt x="8255" y="4285"/>
                      <a:pt x="8255" y="4474"/>
                    </a:cubicBezTo>
                    <a:lnTo>
                      <a:pt x="8255" y="5041"/>
                    </a:lnTo>
                    <a:lnTo>
                      <a:pt x="7404" y="4191"/>
                    </a:lnTo>
                    <a:cubicBezTo>
                      <a:pt x="7372" y="4159"/>
                      <a:pt x="7246" y="4128"/>
                      <a:pt x="7183" y="4128"/>
                    </a:cubicBezTo>
                    <a:lnTo>
                      <a:pt x="5136" y="4128"/>
                    </a:lnTo>
                    <a:cubicBezTo>
                      <a:pt x="4947" y="4128"/>
                      <a:pt x="4789" y="3970"/>
                      <a:pt x="4789" y="3781"/>
                    </a:cubicBezTo>
                    <a:lnTo>
                      <a:pt x="4789" y="2364"/>
                    </a:lnTo>
                    <a:cubicBezTo>
                      <a:pt x="4789" y="2143"/>
                      <a:pt x="4947" y="1986"/>
                      <a:pt x="5136" y="1986"/>
                    </a:cubicBezTo>
                    <a:close/>
                    <a:moveTo>
                      <a:pt x="3088" y="6207"/>
                    </a:moveTo>
                    <a:cubicBezTo>
                      <a:pt x="3623" y="6207"/>
                      <a:pt x="4096" y="6680"/>
                      <a:pt x="4096" y="7247"/>
                    </a:cubicBezTo>
                    <a:cubicBezTo>
                      <a:pt x="4096" y="7782"/>
                      <a:pt x="3623" y="8255"/>
                      <a:pt x="3088" y="8255"/>
                    </a:cubicBezTo>
                    <a:cubicBezTo>
                      <a:pt x="2521" y="8255"/>
                      <a:pt x="2048" y="7782"/>
                      <a:pt x="2048" y="7247"/>
                    </a:cubicBezTo>
                    <a:cubicBezTo>
                      <a:pt x="2048" y="6648"/>
                      <a:pt x="2489" y="6207"/>
                      <a:pt x="3088" y="6207"/>
                    </a:cubicBezTo>
                    <a:close/>
                    <a:moveTo>
                      <a:pt x="8601" y="6207"/>
                    </a:moveTo>
                    <a:cubicBezTo>
                      <a:pt x="9137" y="6207"/>
                      <a:pt x="9609" y="6648"/>
                      <a:pt x="9609" y="7247"/>
                    </a:cubicBezTo>
                    <a:cubicBezTo>
                      <a:pt x="9609" y="7782"/>
                      <a:pt x="9137" y="8255"/>
                      <a:pt x="8601" y="8255"/>
                    </a:cubicBezTo>
                    <a:cubicBezTo>
                      <a:pt x="8003" y="8255"/>
                      <a:pt x="7530" y="7782"/>
                      <a:pt x="7530" y="7247"/>
                    </a:cubicBezTo>
                    <a:cubicBezTo>
                      <a:pt x="7530" y="6680"/>
                      <a:pt x="8003" y="6207"/>
                      <a:pt x="8601" y="6207"/>
                    </a:cubicBezTo>
                    <a:close/>
                    <a:moveTo>
                      <a:pt x="3749" y="8980"/>
                    </a:moveTo>
                    <a:cubicBezTo>
                      <a:pt x="4695" y="8980"/>
                      <a:pt x="5451" y="9704"/>
                      <a:pt x="5451" y="10649"/>
                    </a:cubicBezTo>
                    <a:lnTo>
                      <a:pt x="5451" y="11027"/>
                    </a:lnTo>
                    <a:lnTo>
                      <a:pt x="630" y="11027"/>
                    </a:lnTo>
                    <a:lnTo>
                      <a:pt x="630" y="10649"/>
                    </a:lnTo>
                    <a:lnTo>
                      <a:pt x="662" y="10649"/>
                    </a:lnTo>
                    <a:cubicBezTo>
                      <a:pt x="662" y="9704"/>
                      <a:pt x="1418" y="8980"/>
                      <a:pt x="2363" y="8980"/>
                    </a:cubicBezTo>
                    <a:close/>
                    <a:moveTo>
                      <a:pt x="9369" y="8976"/>
                    </a:moveTo>
                    <a:cubicBezTo>
                      <a:pt x="10266" y="8976"/>
                      <a:pt x="10995" y="9740"/>
                      <a:pt x="10995" y="10649"/>
                    </a:cubicBezTo>
                    <a:lnTo>
                      <a:pt x="10995" y="11027"/>
                    </a:lnTo>
                    <a:lnTo>
                      <a:pt x="6144" y="11027"/>
                    </a:lnTo>
                    <a:lnTo>
                      <a:pt x="6144" y="10649"/>
                    </a:lnTo>
                    <a:cubicBezTo>
                      <a:pt x="6144" y="9704"/>
                      <a:pt x="6900" y="8980"/>
                      <a:pt x="7845" y="8980"/>
                    </a:cubicBezTo>
                    <a:lnTo>
                      <a:pt x="9263" y="8980"/>
                    </a:lnTo>
                    <a:cubicBezTo>
                      <a:pt x="9298" y="8977"/>
                      <a:pt x="9334" y="8976"/>
                      <a:pt x="9369" y="8976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2427"/>
                    </a:lnTo>
                    <a:cubicBezTo>
                      <a:pt x="0" y="2994"/>
                      <a:pt x="473" y="3466"/>
                      <a:pt x="1040" y="3466"/>
                    </a:cubicBezTo>
                    <a:lnTo>
                      <a:pt x="1386" y="3466"/>
                    </a:lnTo>
                    <a:lnTo>
                      <a:pt x="1386" y="4474"/>
                    </a:lnTo>
                    <a:cubicBezTo>
                      <a:pt x="1386" y="4688"/>
                      <a:pt x="1546" y="4829"/>
                      <a:pt x="1727" y="4829"/>
                    </a:cubicBezTo>
                    <a:cubicBezTo>
                      <a:pt x="1813" y="4829"/>
                      <a:pt x="1904" y="4797"/>
                      <a:pt x="1985" y="4726"/>
                    </a:cubicBezTo>
                    <a:lnTo>
                      <a:pt x="3245" y="3466"/>
                    </a:lnTo>
                    <a:lnTo>
                      <a:pt x="4096" y="3466"/>
                    </a:lnTo>
                    <a:lnTo>
                      <a:pt x="4096" y="3813"/>
                    </a:lnTo>
                    <a:cubicBezTo>
                      <a:pt x="4096" y="4348"/>
                      <a:pt x="4568" y="4821"/>
                      <a:pt x="5136" y="4821"/>
                    </a:cubicBezTo>
                    <a:lnTo>
                      <a:pt x="7057" y="4821"/>
                    </a:lnTo>
                    <a:lnTo>
                      <a:pt x="7908" y="5672"/>
                    </a:lnTo>
                    <a:cubicBezTo>
                      <a:pt x="7341" y="5924"/>
                      <a:pt x="6868" y="6522"/>
                      <a:pt x="6868" y="7247"/>
                    </a:cubicBezTo>
                    <a:cubicBezTo>
                      <a:pt x="6868" y="7625"/>
                      <a:pt x="7026" y="8034"/>
                      <a:pt x="7278" y="8349"/>
                    </a:cubicBezTo>
                    <a:cubicBezTo>
                      <a:pt x="6648" y="8507"/>
                      <a:pt x="6144" y="8885"/>
                      <a:pt x="5829" y="9452"/>
                    </a:cubicBezTo>
                    <a:cubicBezTo>
                      <a:pt x="5514" y="8917"/>
                      <a:pt x="5010" y="8539"/>
                      <a:pt x="4411" y="8381"/>
                    </a:cubicBezTo>
                    <a:cubicBezTo>
                      <a:pt x="4663" y="8066"/>
                      <a:pt x="4821" y="7719"/>
                      <a:pt x="4821" y="7278"/>
                    </a:cubicBezTo>
                    <a:cubicBezTo>
                      <a:pt x="4821" y="6333"/>
                      <a:pt x="4064" y="5577"/>
                      <a:pt x="3119" y="5577"/>
                    </a:cubicBezTo>
                    <a:cubicBezTo>
                      <a:pt x="2174" y="5577"/>
                      <a:pt x="1418" y="6333"/>
                      <a:pt x="1418" y="7278"/>
                    </a:cubicBezTo>
                    <a:cubicBezTo>
                      <a:pt x="1418" y="7719"/>
                      <a:pt x="1576" y="8097"/>
                      <a:pt x="1828" y="8381"/>
                    </a:cubicBezTo>
                    <a:cubicBezTo>
                      <a:pt x="788" y="8665"/>
                      <a:pt x="32" y="9610"/>
                      <a:pt x="32" y="10712"/>
                    </a:cubicBezTo>
                    <a:lnTo>
                      <a:pt x="32" y="11374"/>
                    </a:lnTo>
                    <a:cubicBezTo>
                      <a:pt x="32" y="11563"/>
                      <a:pt x="189" y="11721"/>
                      <a:pt x="410" y="11721"/>
                    </a:cubicBezTo>
                    <a:lnTo>
                      <a:pt x="11374" y="11721"/>
                    </a:lnTo>
                    <a:cubicBezTo>
                      <a:pt x="11594" y="11721"/>
                      <a:pt x="11752" y="11563"/>
                      <a:pt x="11752" y="11374"/>
                    </a:cubicBezTo>
                    <a:lnTo>
                      <a:pt x="11752" y="10712"/>
                    </a:lnTo>
                    <a:cubicBezTo>
                      <a:pt x="11752" y="9610"/>
                      <a:pt x="10995" y="8665"/>
                      <a:pt x="9956" y="8381"/>
                    </a:cubicBezTo>
                    <a:cubicBezTo>
                      <a:pt x="10208" y="8066"/>
                      <a:pt x="10365" y="7719"/>
                      <a:pt x="10365" y="7278"/>
                    </a:cubicBezTo>
                    <a:cubicBezTo>
                      <a:pt x="10365" y="6459"/>
                      <a:pt x="9767" y="5735"/>
                      <a:pt x="8979" y="5577"/>
                    </a:cubicBezTo>
                    <a:lnTo>
                      <a:pt x="8979" y="4884"/>
                    </a:lnTo>
                    <a:lnTo>
                      <a:pt x="10649" y="4884"/>
                    </a:lnTo>
                    <a:lnTo>
                      <a:pt x="10649" y="4821"/>
                    </a:lnTo>
                    <a:cubicBezTo>
                      <a:pt x="11185" y="4821"/>
                      <a:pt x="11657" y="4348"/>
                      <a:pt x="11657" y="3813"/>
                    </a:cubicBezTo>
                    <a:lnTo>
                      <a:pt x="11657" y="2395"/>
                    </a:lnTo>
                    <a:cubicBezTo>
                      <a:pt x="11657" y="1828"/>
                      <a:pt x="11185" y="1355"/>
                      <a:pt x="10649" y="1355"/>
                    </a:cubicBezTo>
                    <a:lnTo>
                      <a:pt x="7530" y="1355"/>
                    </a:lnTo>
                    <a:lnTo>
                      <a:pt x="7530" y="1009"/>
                    </a:lnTo>
                    <a:cubicBezTo>
                      <a:pt x="7530" y="473"/>
                      <a:pt x="7057" y="1"/>
                      <a:pt x="6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97" name="Google Shape;12540;p89">
                <a:extLst>
                  <a:ext uri="{FF2B5EF4-FFF2-40B4-BE49-F238E27FC236}">
                    <a16:creationId xmlns:a16="http://schemas.microsoft.com/office/drawing/2014/main" id="{89359008-141F-BD18-C99C-7AD95F1B636F}"/>
                  </a:ext>
                </a:extLst>
              </p:cNvPr>
              <p:cNvGrpSpPr/>
              <p:nvPr/>
            </p:nvGrpSpPr>
            <p:grpSpPr>
              <a:xfrm>
                <a:off x="2893270" y="3454375"/>
                <a:ext cx="644698" cy="642992"/>
                <a:chOff x="-5635975" y="2757075"/>
                <a:chExt cx="293000" cy="292225"/>
              </a:xfrm>
              <a:grpFill/>
            </p:grpSpPr>
            <p:sp>
              <p:nvSpPr>
                <p:cNvPr id="210" name="Google Shape;12541;p89">
                  <a:extLst>
                    <a:ext uri="{FF2B5EF4-FFF2-40B4-BE49-F238E27FC236}">
                      <a16:creationId xmlns:a16="http://schemas.microsoft.com/office/drawing/2014/main" id="{A9B5281C-DC18-43CA-09B1-496D0D64B36E}"/>
                    </a:ext>
                  </a:extLst>
                </p:cNvPr>
                <p:cNvSpPr/>
                <p:nvPr/>
              </p:nvSpPr>
              <p:spPr>
                <a:xfrm>
                  <a:off x="-5635975" y="2757075"/>
                  <a:ext cx="29300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1689" extrusionOk="0">
                      <a:moveTo>
                        <a:pt x="10649" y="693"/>
                      </a:moveTo>
                      <a:cubicBezTo>
                        <a:pt x="10838" y="693"/>
                        <a:pt x="10995" y="851"/>
                        <a:pt x="10995" y="1040"/>
                      </a:cubicBezTo>
                      <a:lnTo>
                        <a:pt x="10995" y="7593"/>
                      </a:lnTo>
                      <a:lnTo>
                        <a:pt x="693" y="7593"/>
                      </a:lnTo>
                      <a:lnTo>
                        <a:pt x="693" y="1040"/>
                      </a:lnTo>
                      <a:cubicBezTo>
                        <a:pt x="725" y="851"/>
                        <a:pt x="882" y="693"/>
                        <a:pt x="1040" y="693"/>
                      </a:cubicBezTo>
                      <a:close/>
                      <a:moveTo>
                        <a:pt x="10995" y="8223"/>
                      </a:moveTo>
                      <a:lnTo>
                        <a:pt x="10995" y="8569"/>
                      </a:lnTo>
                      <a:cubicBezTo>
                        <a:pt x="11027" y="8821"/>
                        <a:pt x="10869" y="8916"/>
                        <a:pt x="10680" y="8916"/>
                      </a:cubicBezTo>
                      <a:lnTo>
                        <a:pt x="1040" y="8916"/>
                      </a:lnTo>
                      <a:cubicBezTo>
                        <a:pt x="851" y="8916"/>
                        <a:pt x="693" y="8758"/>
                        <a:pt x="693" y="8569"/>
                      </a:cubicBezTo>
                      <a:lnTo>
                        <a:pt x="693" y="8223"/>
                      </a:lnTo>
                      <a:close/>
                      <a:moveTo>
                        <a:pt x="6679" y="9641"/>
                      </a:moveTo>
                      <a:lnTo>
                        <a:pt x="6994" y="11027"/>
                      </a:lnTo>
                      <a:lnTo>
                        <a:pt x="4694" y="11027"/>
                      </a:lnTo>
                      <a:lnTo>
                        <a:pt x="5009" y="9641"/>
                      </a:ln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08"/>
                      </a:cubicBezTo>
                      <a:lnTo>
                        <a:pt x="0" y="8569"/>
                      </a:lnTo>
                      <a:cubicBezTo>
                        <a:pt x="0" y="9137"/>
                        <a:pt x="473" y="9609"/>
                        <a:pt x="1040" y="9609"/>
                      </a:cubicBezTo>
                      <a:lnTo>
                        <a:pt x="4316" y="9609"/>
                      </a:lnTo>
                      <a:lnTo>
                        <a:pt x="4001" y="10964"/>
                      </a:lnTo>
                      <a:lnTo>
                        <a:pt x="3087" y="10964"/>
                      </a:lnTo>
                      <a:cubicBezTo>
                        <a:pt x="2898" y="10964"/>
                        <a:pt x="2741" y="11121"/>
                        <a:pt x="2741" y="11342"/>
                      </a:cubicBezTo>
                      <a:cubicBezTo>
                        <a:pt x="2741" y="11531"/>
                        <a:pt x="2898" y="11688"/>
                        <a:pt x="3087" y="11688"/>
                      </a:cubicBezTo>
                      <a:lnTo>
                        <a:pt x="8569" y="11688"/>
                      </a:lnTo>
                      <a:cubicBezTo>
                        <a:pt x="8758" y="11688"/>
                        <a:pt x="8916" y="11531"/>
                        <a:pt x="8916" y="11342"/>
                      </a:cubicBezTo>
                      <a:cubicBezTo>
                        <a:pt x="8916" y="11121"/>
                        <a:pt x="8758" y="10964"/>
                        <a:pt x="8569" y="10964"/>
                      </a:cubicBezTo>
                      <a:lnTo>
                        <a:pt x="7656" y="10964"/>
                      </a:lnTo>
                      <a:lnTo>
                        <a:pt x="7341" y="9609"/>
                      </a:lnTo>
                      <a:lnTo>
                        <a:pt x="10649" y="9609"/>
                      </a:lnTo>
                      <a:cubicBezTo>
                        <a:pt x="11216" y="9609"/>
                        <a:pt x="11688" y="9137"/>
                        <a:pt x="11688" y="8569"/>
                      </a:cubicBezTo>
                      <a:lnTo>
                        <a:pt x="11688" y="1008"/>
                      </a:lnTo>
                      <a:cubicBezTo>
                        <a:pt x="11720" y="473"/>
                        <a:pt x="11247" y="0"/>
                        <a:pt x="10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Google Shape;12542;p89">
                  <a:extLst>
                    <a:ext uri="{FF2B5EF4-FFF2-40B4-BE49-F238E27FC236}">
                      <a16:creationId xmlns:a16="http://schemas.microsoft.com/office/drawing/2014/main" id="{CA867D27-4C4E-B930-B398-4AD336C4F836}"/>
                    </a:ext>
                  </a:extLst>
                </p:cNvPr>
                <p:cNvSpPr/>
                <p:nvPr/>
              </p:nvSpPr>
              <p:spPr>
                <a:xfrm>
                  <a:off x="-5584800" y="2790150"/>
                  <a:ext cx="189850" cy="13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4" h="5522" extrusionOk="0">
                      <a:moveTo>
                        <a:pt x="2994" y="725"/>
                      </a:moveTo>
                      <a:lnTo>
                        <a:pt x="2332" y="1387"/>
                      </a:lnTo>
                      <a:lnTo>
                        <a:pt x="1230" y="1387"/>
                      </a:lnTo>
                      <a:lnTo>
                        <a:pt x="1891" y="725"/>
                      </a:lnTo>
                      <a:close/>
                      <a:moveTo>
                        <a:pt x="3781" y="882"/>
                      </a:moveTo>
                      <a:lnTo>
                        <a:pt x="4349" y="1418"/>
                      </a:lnTo>
                      <a:lnTo>
                        <a:pt x="3246" y="1418"/>
                      </a:lnTo>
                      <a:lnTo>
                        <a:pt x="3781" y="882"/>
                      </a:lnTo>
                      <a:close/>
                      <a:moveTo>
                        <a:pt x="5735" y="756"/>
                      </a:moveTo>
                      <a:lnTo>
                        <a:pt x="6396" y="1418"/>
                      </a:lnTo>
                      <a:lnTo>
                        <a:pt x="5294" y="1418"/>
                      </a:lnTo>
                      <a:lnTo>
                        <a:pt x="4632" y="756"/>
                      </a:lnTo>
                      <a:close/>
                      <a:moveTo>
                        <a:pt x="2175" y="2080"/>
                      </a:moveTo>
                      <a:lnTo>
                        <a:pt x="2868" y="3749"/>
                      </a:lnTo>
                      <a:lnTo>
                        <a:pt x="1198" y="2080"/>
                      </a:lnTo>
                      <a:close/>
                      <a:moveTo>
                        <a:pt x="6396" y="2080"/>
                      </a:moveTo>
                      <a:lnTo>
                        <a:pt x="4727" y="3749"/>
                      </a:lnTo>
                      <a:lnTo>
                        <a:pt x="5420" y="2080"/>
                      </a:lnTo>
                      <a:close/>
                      <a:moveTo>
                        <a:pt x="4664" y="2080"/>
                      </a:moveTo>
                      <a:lnTo>
                        <a:pt x="3781" y="4253"/>
                      </a:lnTo>
                      <a:lnTo>
                        <a:pt x="2931" y="2080"/>
                      </a:lnTo>
                      <a:close/>
                      <a:moveTo>
                        <a:pt x="1734" y="0"/>
                      </a:moveTo>
                      <a:cubicBezTo>
                        <a:pt x="1671" y="0"/>
                        <a:pt x="1545" y="32"/>
                        <a:pt x="1513" y="126"/>
                      </a:cubicBezTo>
                      <a:lnTo>
                        <a:pt x="127" y="1513"/>
                      </a:lnTo>
                      <a:cubicBezTo>
                        <a:pt x="1" y="1670"/>
                        <a:pt x="1" y="1859"/>
                        <a:pt x="127" y="2017"/>
                      </a:cubicBezTo>
                      <a:lnTo>
                        <a:pt x="3561" y="5451"/>
                      </a:lnTo>
                      <a:cubicBezTo>
                        <a:pt x="3624" y="5498"/>
                        <a:pt x="3711" y="5522"/>
                        <a:pt x="3797" y="5522"/>
                      </a:cubicBezTo>
                      <a:cubicBezTo>
                        <a:pt x="3884" y="5522"/>
                        <a:pt x="3970" y="5498"/>
                        <a:pt x="4033" y="5451"/>
                      </a:cubicBezTo>
                      <a:lnTo>
                        <a:pt x="7468" y="2017"/>
                      </a:lnTo>
                      <a:cubicBezTo>
                        <a:pt x="7594" y="1891"/>
                        <a:pt x="7594" y="1702"/>
                        <a:pt x="7499" y="1544"/>
                      </a:cubicBezTo>
                      <a:lnTo>
                        <a:pt x="7468" y="1513"/>
                      </a:lnTo>
                      <a:lnTo>
                        <a:pt x="6081" y="126"/>
                      </a:lnTo>
                      <a:cubicBezTo>
                        <a:pt x="6018" y="32"/>
                        <a:pt x="5924" y="0"/>
                        <a:pt x="58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8" name="Google Shape;12549;p89">
                <a:extLst>
                  <a:ext uri="{FF2B5EF4-FFF2-40B4-BE49-F238E27FC236}">
                    <a16:creationId xmlns:a16="http://schemas.microsoft.com/office/drawing/2014/main" id="{3DCB7510-7E89-D987-456E-A6544447F8CC}"/>
                  </a:ext>
                </a:extLst>
              </p:cNvPr>
              <p:cNvGrpSpPr/>
              <p:nvPr/>
            </p:nvGrpSpPr>
            <p:grpSpPr>
              <a:xfrm>
                <a:off x="7003473" y="3453523"/>
                <a:ext cx="641288" cy="644698"/>
                <a:chOff x="-3852025" y="2764950"/>
                <a:chExt cx="291450" cy="293000"/>
              </a:xfrm>
              <a:grpFill/>
            </p:grpSpPr>
            <p:sp>
              <p:nvSpPr>
                <p:cNvPr id="208" name="Google Shape;12550;p89">
                  <a:extLst>
                    <a:ext uri="{FF2B5EF4-FFF2-40B4-BE49-F238E27FC236}">
                      <a16:creationId xmlns:a16="http://schemas.microsoft.com/office/drawing/2014/main" id="{A589068B-D1EF-4589-2859-1EE38899A1F1}"/>
                    </a:ext>
                  </a:extLst>
                </p:cNvPr>
                <p:cNvSpPr/>
                <p:nvPr/>
              </p:nvSpPr>
              <p:spPr>
                <a:xfrm>
                  <a:off x="-3852025" y="2764950"/>
                  <a:ext cx="291450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720" extrusionOk="0">
                      <a:moveTo>
                        <a:pt x="4380" y="693"/>
                      </a:moveTo>
                      <a:cubicBezTo>
                        <a:pt x="6774" y="693"/>
                        <a:pt x="8161" y="1355"/>
                        <a:pt x="8161" y="1733"/>
                      </a:cubicBezTo>
                      <a:cubicBezTo>
                        <a:pt x="8161" y="2080"/>
                        <a:pt x="6774" y="2741"/>
                        <a:pt x="4380" y="2741"/>
                      </a:cubicBezTo>
                      <a:cubicBezTo>
                        <a:pt x="1986" y="2741"/>
                        <a:pt x="599" y="2080"/>
                        <a:pt x="599" y="1733"/>
                      </a:cubicBezTo>
                      <a:cubicBezTo>
                        <a:pt x="631" y="1355"/>
                        <a:pt x="2017" y="693"/>
                        <a:pt x="4380" y="693"/>
                      </a:cubicBezTo>
                      <a:close/>
                      <a:moveTo>
                        <a:pt x="8224" y="2710"/>
                      </a:moveTo>
                      <a:lnTo>
                        <a:pt x="8224" y="4190"/>
                      </a:lnTo>
                      <a:lnTo>
                        <a:pt x="7845" y="4190"/>
                      </a:lnTo>
                      <a:cubicBezTo>
                        <a:pt x="7815" y="4189"/>
                        <a:pt x="7784" y="4189"/>
                        <a:pt x="7753" y="4189"/>
                      </a:cubicBezTo>
                      <a:cubicBezTo>
                        <a:pt x="6625" y="4189"/>
                        <a:pt x="5622" y="4748"/>
                        <a:pt x="4947" y="5545"/>
                      </a:cubicBezTo>
                      <a:cubicBezTo>
                        <a:pt x="4743" y="5555"/>
                        <a:pt x="4544" y="5560"/>
                        <a:pt x="4352" y="5560"/>
                      </a:cubicBezTo>
                      <a:cubicBezTo>
                        <a:pt x="2081" y="5560"/>
                        <a:pt x="662" y="4912"/>
                        <a:pt x="662" y="4505"/>
                      </a:cubicBezTo>
                      <a:lnTo>
                        <a:pt x="662" y="2710"/>
                      </a:lnTo>
                      <a:cubicBezTo>
                        <a:pt x="1639" y="3308"/>
                        <a:pt x="3246" y="3466"/>
                        <a:pt x="4443" y="3466"/>
                      </a:cubicBezTo>
                      <a:cubicBezTo>
                        <a:pt x="5577" y="3466"/>
                        <a:pt x="7215" y="3308"/>
                        <a:pt x="8224" y="2710"/>
                      </a:cubicBezTo>
                      <a:close/>
                      <a:moveTo>
                        <a:pt x="631" y="5514"/>
                      </a:moveTo>
                      <a:cubicBezTo>
                        <a:pt x="1639" y="6081"/>
                        <a:pt x="3309" y="6238"/>
                        <a:pt x="4474" y="6238"/>
                      </a:cubicBezTo>
                      <a:cubicBezTo>
                        <a:pt x="4222" y="6711"/>
                        <a:pt x="4065" y="7309"/>
                        <a:pt x="4065" y="7939"/>
                      </a:cubicBezTo>
                      <a:lnTo>
                        <a:pt x="4065" y="8286"/>
                      </a:lnTo>
                      <a:cubicBezTo>
                        <a:pt x="1860" y="8223"/>
                        <a:pt x="631" y="7624"/>
                        <a:pt x="631" y="7278"/>
                      </a:cubicBezTo>
                      <a:lnTo>
                        <a:pt x="631" y="5514"/>
                      </a:lnTo>
                      <a:close/>
                      <a:moveTo>
                        <a:pt x="631" y="8223"/>
                      </a:moveTo>
                      <a:cubicBezTo>
                        <a:pt x="1576" y="8759"/>
                        <a:pt x="3120" y="8979"/>
                        <a:pt x="4222" y="8979"/>
                      </a:cubicBezTo>
                      <a:cubicBezTo>
                        <a:pt x="4474" y="9798"/>
                        <a:pt x="4947" y="10460"/>
                        <a:pt x="5609" y="10964"/>
                      </a:cubicBezTo>
                      <a:cubicBezTo>
                        <a:pt x="5199" y="11005"/>
                        <a:pt x="4802" y="11024"/>
                        <a:pt x="4424" y="11024"/>
                      </a:cubicBezTo>
                      <a:cubicBezTo>
                        <a:pt x="2216" y="11024"/>
                        <a:pt x="631" y="10391"/>
                        <a:pt x="631" y="9987"/>
                      </a:cubicBezTo>
                      <a:lnTo>
                        <a:pt x="631" y="8223"/>
                      </a:lnTo>
                      <a:close/>
                      <a:moveTo>
                        <a:pt x="7814" y="4852"/>
                      </a:moveTo>
                      <a:cubicBezTo>
                        <a:pt x="9515" y="4852"/>
                        <a:pt x="10933" y="6238"/>
                        <a:pt x="10933" y="7939"/>
                      </a:cubicBezTo>
                      <a:cubicBezTo>
                        <a:pt x="10964" y="9641"/>
                        <a:pt x="9547" y="11027"/>
                        <a:pt x="7814" y="11027"/>
                      </a:cubicBezTo>
                      <a:cubicBezTo>
                        <a:pt x="6113" y="11027"/>
                        <a:pt x="4726" y="9641"/>
                        <a:pt x="4726" y="7939"/>
                      </a:cubicBezTo>
                      <a:cubicBezTo>
                        <a:pt x="4726" y="6238"/>
                        <a:pt x="6113" y="4852"/>
                        <a:pt x="7814" y="4852"/>
                      </a:cubicBezTo>
                      <a:close/>
                      <a:moveTo>
                        <a:pt x="4411" y="0"/>
                      </a:moveTo>
                      <a:cubicBezTo>
                        <a:pt x="3277" y="0"/>
                        <a:pt x="2206" y="158"/>
                        <a:pt x="1418" y="410"/>
                      </a:cubicBezTo>
                      <a:cubicBezTo>
                        <a:pt x="253" y="819"/>
                        <a:pt x="1" y="1323"/>
                        <a:pt x="1" y="1733"/>
                      </a:cubicBezTo>
                      <a:lnTo>
                        <a:pt x="1" y="9987"/>
                      </a:lnTo>
                      <a:cubicBezTo>
                        <a:pt x="1" y="10334"/>
                        <a:pt x="253" y="10901"/>
                        <a:pt x="1418" y="11279"/>
                      </a:cubicBezTo>
                      <a:cubicBezTo>
                        <a:pt x="2269" y="11562"/>
                        <a:pt x="3309" y="11720"/>
                        <a:pt x="4411" y="11720"/>
                      </a:cubicBezTo>
                      <a:cubicBezTo>
                        <a:pt x="5199" y="11720"/>
                        <a:pt x="5955" y="11657"/>
                        <a:pt x="6617" y="11531"/>
                      </a:cubicBezTo>
                      <a:cubicBezTo>
                        <a:pt x="7026" y="11657"/>
                        <a:pt x="7404" y="11720"/>
                        <a:pt x="7845" y="11720"/>
                      </a:cubicBezTo>
                      <a:cubicBezTo>
                        <a:pt x="9925" y="11720"/>
                        <a:pt x="11658" y="10019"/>
                        <a:pt x="11658" y="7939"/>
                      </a:cubicBezTo>
                      <a:cubicBezTo>
                        <a:pt x="11626" y="6175"/>
                        <a:pt x="10397" y="4757"/>
                        <a:pt x="8822" y="4316"/>
                      </a:cubicBezTo>
                      <a:lnTo>
                        <a:pt x="8822" y="1733"/>
                      </a:lnTo>
                      <a:cubicBezTo>
                        <a:pt x="8822" y="1355"/>
                        <a:pt x="8602" y="819"/>
                        <a:pt x="7404" y="410"/>
                      </a:cubicBezTo>
                      <a:cubicBezTo>
                        <a:pt x="6585" y="158"/>
                        <a:pt x="5514" y="0"/>
                        <a:pt x="44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12551;p89">
                  <a:extLst>
                    <a:ext uri="{FF2B5EF4-FFF2-40B4-BE49-F238E27FC236}">
                      <a16:creationId xmlns:a16="http://schemas.microsoft.com/office/drawing/2014/main" id="{FDF3BC92-4838-9BB7-BF88-259BF2EAF8B4}"/>
                    </a:ext>
                  </a:extLst>
                </p:cNvPr>
                <p:cNvSpPr/>
                <p:nvPr/>
              </p:nvSpPr>
              <p:spPr>
                <a:xfrm>
                  <a:off x="-3707100" y="2937425"/>
                  <a:ext cx="103200" cy="6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2711" extrusionOk="0">
                      <a:moveTo>
                        <a:pt x="3785" y="1"/>
                      </a:moveTo>
                      <a:cubicBezTo>
                        <a:pt x="3695" y="1"/>
                        <a:pt x="3608" y="32"/>
                        <a:pt x="3561" y="95"/>
                      </a:cubicBezTo>
                      <a:lnTo>
                        <a:pt x="1733" y="1923"/>
                      </a:lnTo>
                      <a:lnTo>
                        <a:pt x="599" y="757"/>
                      </a:lnTo>
                      <a:cubicBezTo>
                        <a:pt x="536" y="710"/>
                        <a:pt x="450" y="686"/>
                        <a:pt x="363" y="686"/>
                      </a:cubicBezTo>
                      <a:cubicBezTo>
                        <a:pt x="276" y="686"/>
                        <a:pt x="190" y="710"/>
                        <a:pt x="127" y="757"/>
                      </a:cubicBezTo>
                      <a:cubicBezTo>
                        <a:pt x="1" y="883"/>
                        <a:pt x="1" y="1135"/>
                        <a:pt x="127" y="1229"/>
                      </a:cubicBezTo>
                      <a:lnTo>
                        <a:pt x="1513" y="2616"/>
                      </a:lnTo>
                      <a:cubicBezTo>
                        <a:pt x="1560" y="2679"/>
                        <a:pt x="1647" y="2710"/>
                        <a:pt x="1737" y="2710"/>
                      </a:cubicBezTo>
                      <a:cubicBezTo>
                        <a:pt x="1828" y="2710"/>
                        <a:pt x="1922" y="2679"/>
                        <a:pt x="1985" y="2616"/>
                      </a:cubicBezTo>
                      <a:lnTo>
                        <a:pt x="4033" y="568"/>
                      </a:lnTo>
                      <a:cubicBezTo>
                        <a:pt x="4128" y="442"/>
                        <a:pt x="4128" y="221"/>
                        <a:pt x="4033" y="95"/>
                      </a:cubicBezTo>
                      <a:cubicBezTo>
                        <a:pt x="3970" y="32"/>
                        <a:pt x="3876" y="1"/>
                        <a:pt x="37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9" name="Google Shape;12554;p89">
                <a:extLst>
                  <a:ext uri="{FF2B5EF4-FFF2-40B4-BE49-F238E27FC236}">
                    <a16:creationId xmlns:a16="http://schemas.microsoft.com/office/drawing/2014/main" id="{0A3B9FB1-64BA-1BCC-3E7F-A8EA0C7367F2}"/>
                  </a:ext>
                </a:extLst>
              </p:cNvPr>
              <p:cNvGrpSpPr/>
              <p:nvPr/>
            </p:nvGrpSpPr>
            <p:grpSpPr>
              <a:xfrm>
                <a:off x="11152667" y="3454376"/>
                <a:ext cx="641288" cy="642992"/>
                <a:chOff x="-2060175" y="2768875"/>
                <a:chExt cx="291450" cy="292225"/>
              </a:xfrm>
              <a:grpFill/>
            </p:grpSpPr>
            <p:sp>
              <p:nvSpPr>
                <p:cNvPr id="206" name="Google Shape;12555;p89">
                  <a:extLst>
                    <a:ext uri="{FF2B5EF4-FFF2-40B4-BE49-F238E27FC236}">
                      <a16:creationId xmlns:a16="http://schemas.microsoft.com/office/drawing/2014/main" id="{2BBFCC44-A8B3-513C-A8F4-9357C3225E95}"/>
                    </a:ext>
                  </a:extLst>
                </p:cNvPr>
                <p:cNvSpPr/>
                <p:nvPr/>
              </p:nvSpPr>
              <p:spPr>
                <a:xfrm>
                  <a:off x="-206017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cubicBezTo>
                        <a:pt x="10996" y="1198"/>
                        <a:pt x="10838" y="1355"/>
                        <a:pt x="10649" y="1355"/>
                      </a:cubicBezTo>
                      <a:lnTo>
                        <a:pt x="1040" y="1355"/>
                      </a:lnTo>
                      <a:cubicBezTo>
                        <a:pt x="851" y="1355"/>
                        <a:pt x="694" y="1198"/>
                        <a:pt x="694" y="1009"/>
                      </a:cubicBez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303" y="2049"/>
                      </a:moveTo>
                      <a:lnTo>
                        <a:pt x="10303" y="7908"/>
                      </a:lnTo>
                      <a:cubicBezTo>
                        <a:pt x="10334" y="8097"/>
                        <a:pt x="10177" y="8255"/>
                        <a:pt x="9988" y="8255"/>
                      </a:cubicBezTo>
                      <a:lnTo>
                        <a:pt x="1702" y="8255"/>
                      </a:lnTo>
                      <a:cubicBezTo>
                        <a:pt x="1513" y="8255"/>
                        <a:pt x="1355" y="8097"/>
                        <a:pt x="1355" y="7908"/>
                      </a:cubicBezTo>
                      <a:lnTo>
                        <a:pt x="1355" y="2049"/>
                      </a:lnTo>
                      <a:close/>
                      <a:moveTo>
                        <a:pt x="5797" y="10271"/>
                      </a:moveTo>
                      <a:cubicBezTo>
                        <a:pt x="5986" y="10271"/>
                        <a:pt x="6144" y="10429"/>
                        <a:pt x="6144" y="10618"/>
                      </a:cubicBezTo>
                      <a:cubicBezTo>
                        <a:pt x="6144" y="10807"/>
                        <a:pt x="5986" y="10964"/>
                        <a:pt x="5797" y="10964"/>
                      </a:cubicBezTo>
                      <a:cubicBezTo>
                        <a:pt x="5608" y="10964"/>
                        <a:pt x="5451" y="10807"/>
                        <a:pt x="5451" y="10618"/>
                      </a:cubicBezTo>
                      <a:cubicBezTo>
                        <a:pt x="5451" y="10429"/>
                        <a:pt x="5608" y="10271"/>
                        <a:pt x="5797" y="10271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cubicBezTo>
                        <a:pt x="1" y="1450"/>
                        <a:pt x="284" y="1828"/>
                        <a:pt x="694" y="1986"/>
                      </a:cubicBezTo>
                      <a:lnTo>
                        <a:pt x="694" y="7908"/>
                      </a:lnTo>
                      <a:cubicBezTo>
                        <a:pt x="694" y="8444"/>
                        <a:pt x="1166" y="8917"/>
                        <a:pt x="1702" y="8917"/>
                      </a:cubicBezTo>
                      <a:lnTo>
                        <a:pt x="5482" y="8917"/>
                      </a:lnTo>
                      <a:lnTo>
                        <a:pt x="5482" y="9673"/>
                      </a:lnTo>
                      <a:cubicBezTo>
                        <a:pt x="5104" y="9830"/>
                        <a:pt x="4821" y="10177"/>
                        <a:pt x="4821" y="10649"/>
                      </a:cubicBezTo>
                      <a:cubicBezTo>
                        <a:pt x="4821" y="11216"/>
                        <a:pt x="5293" y="11689"/>
                        <a:pt x="5829" y="11689"/>
                      </a:cubicBezTo>
                      <a:cubicBezTo>
                        <a:pt x="6396" y="11689"/>
                        <a:pt x="6869" y="11216"/>
                        <a:pt x="6869" y="10649"/>
                      </a:cubicBezTo>
                      <a:cubicBezTo>
                        <a:pt x="6869" y="10240"/>
                        <a:pt x="6585" y="9830"/>
                        <a:pt x="6207" y="9673"/>
                      </a:cubicBezTo>
                      <a:lnTo>
                        <a:pt x="6207" y="8917"/>
                      </a:lnTo>
                      <a:lnTo>
                        <a:pt x="10019" y="8917"/>
                      </a:lnTo>
                      <a:cubicBezTo>
                        <a:pt x="10555" y="8917"/>
                        <a:pt x="11027" y="8444"/>
                        <a:pt x="11027" y="7908"/>
                      </a:cubicBezTo>
                      <a:lnTo>
                        <a:pt x="11027" y="1986"/>
                      </a:lnTo>
                      <a:cubicBezTo>
                        <a:pt x="11405" y="1828"/>
                        <a:pt x="11657" y="1450"/>
                        <a:pt x="11657" y="1009"/>
                      </a:cubicBezTo>
                      <a:cubicBezTo>
                        <a:pt x="11657" y="473"/>
                        <a:pt x="11185" y="1"/>
                        <a:pt x="106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12556;p89">
                  <a:extLst>
                    <a:ext uri="{FF2B5EF4-FFF2-40B4-BE49-F238E27FC236}">
                      <a16:creationId xmlns:a16="http://schemas.microsoft.com/office/drawing/2014/main" id="{E46CB589-25D5-3DD0-695E-FC67A1A54C3A}"/>
                    </a:ext>
                  </a:extLst>
                </p:cNvPr>
                <p:cNvSpPr/>
                <p:nvPr/>
              </p:nvSpPr>
              <p:spPr>
                <a:xfrm>
                  <a:off x="-2008975" y="2855525"/>
                  <a:ext cx="189050" cy="8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3380" extrusionOk="0">
                      <a:moveTo>
                        <a:pt x="6553" y="0"/>
                      </a:moveTo>
                      <a:cubicBezTo>
                        <a:pt x="6144" y="0"/>
                        <a:pt x="6081" y="504"/>
                        <a:pt x="6427" y="662"/>
                      </a:cubicBezTo>
                      <a:lnTo>
                        <a:pt x="4474" y="2584"/>
                      </a:lnTo>
                      <a:lnTo>
                        <a:pt x="2647" y="788"/>
                      </a:lnTo>
                      <a:cubicBezTo>
                        <a:pt x="2584" y="725"/>
                        <a:pt x="2497" y="693"/>
                        <a:pt x="2410" y="693"/>
                      </a:cubicBezTo>
                      <a:cubicBezTo>
                        <a:pt x="2324" y="693"/>
                        <a:pt x="2237" y="725"/>
                        <a:pt x="2174" y="788"/>
                      </a:cubicBezTo>
                      <a:lnTo>
                        <a:pt x="126" y="2836"/>
                      </a:lnTo>
                      <a:cubicBezTo>
                        <a:pt x="0" y="2930"/>
                        <a:pt x="0" y="3182"/>
                        <a:pt x="126" y="3308"/>
                      </a:cubicBezTo>
                      <a:cubicBezTo>
                        <a:pt x="189" y="3356"/>
                        <a:pt x="276" y="3379"/>
                        <a:pt x="363" y="3379"/>
                      </a:cubicBezTo>
                      <a:cubicBezTo>
                        <a:pt x="449" y="3379"/>
                        <a:pt x="536" y="3356"/>
                        <a:pt x="599" y="3308"/>
                      </a:cubicBezTo>
                      <a:lnTo>
                        <a:pt x="2426" y="1481"/>
                      </a:lnTo>
                      <a:lnTo>
                        <a:pt x="4222" y="3308"/>
                      </a:lnTo>
                      <a:cubicBezTo>
                        <a:pt x="4285" y="3356"/>
                        <a:pt x="4372" y="3379"/>
                        <a:pt x="4458" y="3379"/>
                      </a:cubicBezTo>
                      <a:cubicBezTo>
                        <a:pt x="4545" y="3379"/>
                        <a:pt x="4632" y="3356"/>
                        <a:pt x="4695" y="3308"/>
                      </a:cubicBezTo>
                      <a:lnTo>
                        <a:pt x="6900" y="1134"/>
                      </a:lnTo>
                      <a:cubicBezTo>
                        <a:pt x="6931" y="1260"/>
                        <a:pt x="7057" y="1355"/>
                        <a:pt x="7215" y="1355"/>
                      </a:cubicBezTo>
                      <a:cubicBezTo>
                        <a:pt x="7404" y="1355"/>
                        <a:pt x="7562" y="1197"/>
                        <a:pt x="7562" y="1008"/>
                      </a:cubicBezTo>
                      <a:lnTo>
                        <a:pt x="7562" y="347"/>
                      </a:lnTo>
                      <a:cubicBezTo>
                        <a:pt x="7562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0" name="Google Shape;12566;p89">
                <a:extLst>
                  <a:ext uri="{FF2B5EF4-FFF2-40B4-BE49-F238E27FC236}">
                    <a16:creationId xmlns:a16="http://schemas.microsoft.com/office/drawing/2014/main" id="{236521F9-7D22-CEFE-27E6-68E99A929BAB}"/>
                  </a:ext>
                </a:extLst>
              </p:cNvPr>
              <p:cNvSpPr/>
              <p:nvPr/>
            </p:nvSpPr>
            <p:spPr>
              <a:xfrm>
                <a:off x="3729407" y="3454999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797" y="2111"/>
                    </a:moveTo>
                    <a:cubicBezTo>
                      <a:pt x="6175" y="2111"/>
                      <a:pt x="6459" y="2426"/>
                      <a:pt x="6459" y="2773"/>
                    </a:cubicBezTo>
                    <a:cubicBezTo>
                      <a:pt x="6459" y="3151"/>
                      <a:pt x="6175" y="3466"/>
                      <a:pt x="5797" y="3466"/>
                    </a:cubicBezTo>
                    <a:cubicBezTo>
                      <a:pt x="5388" y="3466"/>
                      <a:pt x="5104" y="3151"/>
                      <a:pt x="5104" y="2773"/>
                    </a:cubicBezTo>
                    <a:cubicBezTo>
                      <a:pt x="5104" y="2426"/>
                      <a:pt x="5419" y="2111"/>
                      <a:pt x="5797" y="2111"/>
                    </a:cubicBezTo>
                    <a:close/>
                    <a:moveTo>
                      <a:pt x="6112" y="4159"/>
                    </a:moveTo>
                    <a:cubicBezTo>
                      <a:pt x="6648" y="4159"/>
                      <a:pt x="7120" y="4631"/>
                      <a:pt x="7120" y="5198"/>
                    </a:cubicBezTo>
                    <a:lnTo>
                      <a:pt x="7120" y="5545"/>
                    </a:lnTo>
                    <a:lnTo>
                      <a:pt x="4379" y="5545"/>
                    </a:lnTo>
                    <a:lnTo>
                      <a:pt x="4379" y="5198"/>
                    </a:lnTo>
                    <a:cubicBezTo>
                      <a:pt x="4411" y="4600"/>
                      <a:pt x="4884" y="4159"/>
                      <a:pt x="5419" y="4159"/>
                    </a:cubicBezTo>
                    <a:close/>
                    <a:moveTo>
                      <a:pt x="10586" y="662"/>
                    </a:moveTo>
                    <a:cubicBezTo>
                      <a:pt x="10775" y="662"/>
                      <a:pt x="10932" y="819"/>
                      <a:pt x="10932" y="1008"/>
                    </a:cubicBezTo>
                    <a:lnTo>
                      <a:pt x="10932" y="5860"/>
                    </a:lnTo>
                    <a:lnTo>
                      <a:pt x="10996" y="5860"/>
                    </a:lnTo>
                    <a:cubicBezTo>
                      <a:pt x="10996" y="6049"/>
                      <a:pt x="10838" y="6207"/>
                      <a:pt x="10617" y="6207"/>
                    </a:cubicBezTo>
                    <a:lnTo>
                      <a:pt x="9483" y="6207"/>
                    </a:lnTo>
                    <a:cubicBezTo>
                      <a:pt x="9326" y="5829"/>
                      <a:pt x="8979" y="5545"/>
                      <a:pt x="8507" y="5545"/>
                    </a:cubicBezTo>
                    <a:lnTo>
                      <a:pt x="7845" y="5545"/>
                    </a:lnTo>
                    <a:lnTo>
                      <a:pt x="7845" y="5198"/>
                    </a:lnTo>
                    <a:cubicBezTo>
                      <a:pt x="7845" y="4505"/>
                      <a:pt x="7435" y="3938"/>
                      <a:pt x="6837" y="3655"/>
                    </a:cubicBezTo>
                    <a:cubicBezTo>
                      <a:pt x="7057" y="3403"/>
                      <a:pt x="7152" y="3151"/>
                      <a:pt x="7152" y="2773"/>
                    </a:cubicBezTo>
                    <a:cubicBezTo>
                      <a:pt x="7152" y="2048"/>
                      <a:pt x="6522" y="1418"/>
                      <a:pt x="5797" y="1418"/>
                    </a:cubicBezTo>
                    <a:cubicBezTo>
                      <a:pt x="5041" y="1418"/>
                      <a:pt x="4411" y="2048"/>
                      <a:pt x="4411" y="2773"/>
                    </a:cubicBezTo>
                    <a:cubicBezTo>
                      <a:pt x="4411" y="3088"/>
                      <a:pt x="4537" y="3403"/>
                      <a:pt x="4726" y="3655"/>
                    </a:cubicBezTo>
                    <a:cubicBezTo>
                      <a:pt x="4127" y="3938"/>
                      <a:pt x="3749" y="4505"/>
                      <a:pt x="3749" y="5198"/>
                    </a:cubicBezTo>
                    <a:lnTo>
                      <a:pt x="3749" y="5545"/>
                    </a:lnTo>
                    <a:lnTo>
                      <a:pt x="3056" y="5545"/>
                    </a:lnTo>
                    <a:cubicBezTo>
                      <a:pt x="2647" y="5545"/>
                      <a:pt x="2237" y="5829"/>
                      <a:pt x="2080" y="6207"/>
                    </a:cubicBezTo>
                    <a:lnTo>
                      <a:pt x="977" y="6207"/>
                    </a:lnTo>
                    <a:cubicBezTo>
                      <a:pt x="788" y="6207"/>
                      <a:pt x="630" y="6049"/>
                      <a:pt x="630" y="5860"/>
                    </a:cubicBezTo>
                    <a:lnTo>
                      <a:pt x="630" y="1008"/>
                    </a:lnTo>
                    <a:cubicBezTo>
                      <a:pt x="630" y="819"/>
                      <a:pt x="788" y="662"/>
                      <a:pt x="977" y="662"/>
                    </a:cubicBezTo>
                    <a:close/>
                    <a:moveTo>
                      <a:pt x="8538" y="6175"/>
                    </a:moveTo>
                    <a:cubicBezTo>
                      <a:pt x="8759" y="6175"/>
                      <a:pt x="8916" y="6333"/>
                      <a:pt x="8916" y="6522"/>
                    </a:cubicBezTo>
                    <a:cubicBezTo>
                      <a:pt x="8853" y="6711"/>
                      <a:pt x="8696" y="6868"/>
                      <a:pt x="8538" y="6868"/>
                    </a:cubicBezTo>
                    <a:lnTo>
                      <a:pt x="3088" y="6868"/>
                    </a:lnTo>
                    <a:cubicBezTo>
                      <a:pt x="2867" y="6868"/>
                      <a:pt x="2710" y="6711"/>
                      <a:pt x="2710" y="6522"/>
                    </a:cubicBezTo>
                    <a:cubicBezTo>
                      <a:pt x="2710" y="6333"/>
                      <a:pt x="2867" y="6175"/>
                      <a:pt x="3088" y="6175"/>
                    </a:cubicBezTo>
                    <a:close/>
                    <a:moveTo>
                      <a:pt x="8160" y="7593"/>
                    </a:moveTo>
                    <a:lnTo>
                      <a:pt x="7561" y="11027"/>
                    </a:lnTo>
                    <a:lnTo>
                      <a:pt x="4033" y="11027"/>
                    </a:lnTo>
                    <a:lnTo>
                      <a:pt x="3466" y="7593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5860"/>
                    </a:lnTo>
                    <a:cubicBezTo>
                      <a:pt x="0" y="6396"/>
                      <a:pt x="473" y="6868"/>
                      <a:pt x="1008" y="6868"/>
                    </a:cubicBezTo>
                    <a:lnTo>
                      <a:pt x="2111" y="6868"/>
                    </a:lnTo>
                    <a:cubicBezTo>
                      <a:pt x="2237" y="7183"/>
                      <a:pt x="2489" y="7435"/>
                      <a:pt x="2804" y="7498"/>
                    </a:cubicBezTo>
                    <a:lnTo>
                      <a:pt x="3434" y="11373"/>
                    </a:lnTo>
                    <a:cubicBezTo>
                      <a:pt x="3466" y="11531"/>
                      <a:pt x="3592" y="11657"/>
                      <a:pt x="3781" y="11657"/>
                    </a:cubicBezTo>
                    <a:lnTo>
                      <a:pt x="7877" y="11657"/>
                    </a:lnTo>
                    <a:cubicBezTo>
                      <a:pt x="8034" y="11657"/>
                      <a:pt x="8192" y="11531"/>
                      <a:pt x="8223" y="11373"/>
                    </a:cubicBezTo>
                    <a:lnTo>
                      <a:pt x="8853" y="7498"/>
                    </a:lnTo>
                    <a:cubicBezTo>
                      <a:pt x="9168" y="7435"/>
                      <a:pt x="9420" y="7183"/>
                      <a:pt x="9546" y="6868"/>
                    </a:cubicBezTo>
                    <a:lnTo>
                      <a:pt x="10680" y="6868"/>
                    </a:lnTo>
                    <a:cubicBezTo>
                      <a:pt x="11216" y="6868"/>
                      <a:pt x="11689" y="6396"/>
                      <a:pt x="11689" y="5860"/>
                    </a:cubicBezTo>
                    <a:lnTo>
                      <a:pt x="11689" y="1008"/>
                    </a:lnTo>
                    <a:cubicBezTo>
                      <a:pt x="11657" y="473"/>
                      <a:pt x="11185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01" name="Google Shape;12580;p89">
                <a:extLst>
                  <a:ext uri="{FF2B5EF4-FFF2-40B4-BE49-F238E27FC236}">
                    <a16:creationId xmlns:a16="http://schemas.microsoft.com/office/drawing/2014/main" id="{A4D1E1D6-CC28-CCEB-8DE4-94ACE766D353}"/>
                  </a:ext>
                </a:extLst>
              </p:cNvPr>
              <p:cNvGrpSpPr/>
              <p:nvPr/>
            </p:nvGrpSpPr>
            <p:grpSpPr>
              <a:xfrm>
                <a:off x="7973122" y="3454376"/>
                <a:ext cx="414267" cy="642992"/>
                <a:chOff x="-3443250" y="2765725"/>
                <a:chExt cx="188275" cy="292225"/>
              </a:xfrm>
              <a:grpFill/>
            </p:grpSpPr>
            <p:sp>
              <p:nvSpPr>
                <p:cNvPr id="202" name="Google Shape;12581;p89">
                  <a:extLst>
                    <a:ext uri="{FF2B5EF4-FFF2-40B4-BE49-F238E27FC236}">
                      <a16:creationId xmlns:a16="http://schemas.microsoft.com/office/drawing/2014/main" id="{F85EB927-3550-2453-BDBA-FD55F1D55088}"/>
                    </a:ext>
                  </a:extLst>
                </p:cNvPr>
                <p:cNvSpPr/>
                <p:nvPr/>
              </p:nvSpPr>
              <p:spPr>
                <a:xfrm>
                  <a:off x="-3443250" y="2765725"/>
                  <a:ext cx="1882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1" h="11689" extrusionOk="0">
                      <a:moveTo>
                        <a:pt x="6491" y="662"/>
                      </a:moveTo>
                      <a:cubicBezTo>
                        <a:pt x="6711" y="662"/>
                        <a:pt x="6869" y="820"/>
                        <a:pt x="6869" y="1009"/>
                      </a:cubicBezTo>
                      <a:lnTo>
                        <a:pt x="6869" y="7908"/>
                      </a:lnTo>
                      <a:cubicBezTo>
                        <a:pt x="6869" y="8097"/>
                        <a:pt x="6711" y="8255"/>
                        <a:pt x="6491" y="8255"/>
                      </a:cubicBezTo>
                      <a:lnTo>
                        <a:pt x="1040" y="8255"/>
                      </a:lnTo>
                      <a:cubicBezTo>
                        <a:pt x="851" y="8255"/>
                        <a:pt x="694" y="8097"/>
                        <a:pt x="694" y="7908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4821" y="8948"/>
                      </a:moveTo>
                      <a:lnTo>
                        <a:pt x="4821" y="10996"/>
                      </a:lnTo>
                      <a:lnTo>
                        <a:pt x="2773" y="10996"/>
                      </a:lnTo>
                      <a:lnTo>
                        <a:pt x="2773" y="8948"/>
                      </a:ln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lnTo>
                        <a:pt x="1" y="7908"/>
                      </a:lnTo>
                      <a:cubicBezTo>
                        <a:pt x="1" y="8475"/>
                        <a:pt x="473" y="8917"/>
                        <a:pt x="1040" y="8917"/>
                      </a:cubicBezTo>
                      <a:lnTo>
                        <a:pt x="2049" y="8917"/>
                      </a:lnTo>
                      <a:lnTo>
                        <a:pt x="2049" y="10964"/>
                      </a:lnTo>
                      <a:lnTo>
                        <a:pt x="1040" y="10964"/>
                      </a:lnTo>
                      <a:cubicBezTo>
                        <a:pt x="851" y="10964"/>
                        <a:pt x="694" y="11122"/>
                        <a:pt x="694" y="11342"/>
                      </a:cubicBezTo>
                      <a:cubicBezTo>
                        <a:pt x="694" y="11531"/>
                        <a:pt x="851" y="11689"/>
                        <a:pt x="1040" y="11689"/>
                      </a:cubicBezTo>
                      <a:lnTo>
                        <a:pt x="6491" y="11689"/>
                      </a:lnTo>
                      <a:cubicBezTo>
                        <a:pt x="6711" y="11689"/>
                        <a:pt x="6869" y="11531"/>
                        <a:pt x="6869" y="11342"/>
                      </a:cubicBezTo>
                      <a:cubicBezTo>
                        <a:pt x="6869" y="11122"/>
                        <a:pt x="6711" y="10964"/>
                        <a:pt x="6491" y="10964"/>
                      </a:cubicBezTo>
                      <a:lnTo>
                        <a:pt x="5483" y="10964"/>
                      </a:lnTo>
                      <a:lnTo>
                        <a:pt x="5483" y="8917"/>
                      </a:lnTo>
                      <a:lnTo>
                        <a:pt x="6491" y="8917"/>
                      </a:lnTo>
                      <a:cubicBezTo>
                        <a:pt x="7058" y="8917"/>
                        <a:pt x="7531" y="8475"/>
                        <a:pt x="7531" y="7908"/>
                      </a:cubicBezTo>
                      <a:lnTo>
                        <a:pt x="7531" y="1009"/>
                      </a:lnTo>
                      <a:cubicBezTo>
                        <a:pt x="7531" y="442"/>
                        <a:pt x="7089" y="1"/>
                        <a:pt x="64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Google Shape;12582;p89">
                  <a:extLst>
                    <a:ext uri="{FF2B5EF4-FFF2-40B4-BE49-F238E27FC236}">
                      <a16:creationId xmlns:a16="http://schemas.microsoft.com/office/drawing/2014/main" id="{B978A43F-4C0F-77B4-ECBA-061698DDE370}"/>
                    </a:ext>
                  </a:extLst>
                </p:cNvPr>
                <p:cNvSpPr/>
                <p:nvPr/>
              </p:nvSpPr>
              <p:spPr>
                <a:xfrm>
                  <a:off x="-3411725" y="2799375"/>
                  <a:ext cx="124450" cy="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" h="3444" extrusionOk="0">
                      <a:moveTo>
                        <a:pt x="1859" y="1144"/>
                      </a:moveTo>
                      <a:lnTo>
                        <a:pt x="2678" y="2750"/>
                      </a:lnTo>
                      <a:lnTo>
                        <a:pt x="1040" y="2750"/>
                      </a:lnTo>
                      <a:lnTo>
                        <a:pt x="1859" y="1144"/>
                      </a:lnTo>
                      <a:close/>
                      <a:moveTo>
                        <a:pt x="3151" y="1049"/>
                      </a:moveTo>
                      <a:lnTo>
                        <a:pt x="4033" y="2782"/>
                      </a:lnTo>
                      <a:lnTo>
                        <a:pt x="3403" y="2782"/>
                      </a:lnTo>
                      <a:lnTo>
                        <a:pt x="3403" y="2750"/>
                      </a:lnTo>
                      <a:lnTo>
                        <a:pt x="2804" y="1553"/>
                      </a:lnTo>
                      <a:lnTo>
                        <a:pt x="3151" y="1049"/>
                      </a:lnTo>
                      <a:close/>
                      <a:moveTo>
                        <a:pt x="3213" y="1"/>
                      </a:moveTo>
                      <a:cubicBezTo>
                        <a:pt x="3110" y="1"/>
                        <a:pt x="3003" y="48"/>
                        <a:pt x="2930" y="135"/>
                      </a:cubicBezTo>
                      <a:lnTo>
                        <a:pt x="2457" y="829"/>
                      </a:lnTo>
                      <a:lnTo>
                        <a:pt x="2142" y="198"/>
                      </a:lnTo>
                      <a:cubicBezTo>
                        <a:pt x="2079" y="72"/>
                        <a:pt x="1961" y="9"/>
                        <a:pt x="1839" y="9"/>
                      </a:cubicBezTo>
                      <a:cubicBezTo>
                        <a:pt x="1717" y="9"/>
                        <a:pt x="1591" y="72"/>
                        <a:pt x="1512" y="198"/>
                      </a:cubicBezTo>
                      <a:lnTo>
                        <a:pt x="126" y="2939"/>
                      </a:lnTo>
                      <a:cubicBezTo>
                        <a:pt x="0" y="3191"/>
                        <a:pt x="158" y="3443"/>
                        <a:pt x="441" y="3443"/>
                      </a:cubicBezTo>
                      <a:lnTo>
                        <a:pt x="4537" y="3443"/>
                      </a:lnTo>
                      <a:cubicBezTo>
                        <a:pt x="4757" y="3443"/>
                        <a:pt x="4978" y="3191"/>
                        <a:pt x="4852" y="2939"/>
                      </a:cubicBezTo>
                      <a:lnTo>
                        <a:pt x="3497" y="198"/>
                      </a:lnTo>
                      <a:cubicBezTo>
                        <a:pt x="3446" y="63"/>
                        <a:pt x="3332" y="1"/>
                        <a:pt x="32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12583;p89">
                  <a:extLst>
                    <a:ext uri="{FF2B5EF4-FFF2-40B4-BE49-F238E27FC236}">
                      <a16:creationId xmlns:a16="http://schemas.microsoft.com/office/drawing/2014/main" id="{F180CAB5-0565-D5E4-8334-97D7AE383A50}"/>
                    </a:ext>
                  </a:extLst>
                </p:cNvPr>
                <p:cNvSpPr/>
                <p:nvPr/>
              </p:nvSpPr>
              <p:spPr>
                <a:xfrm>
                  <a:off x="-3392825" y="290357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Google Shape;12584;p89">
                  <a:extLst>
                    <a:ext uri="{FF2B5EF4-FFF2-40B4-BE49-F238E27FC236}">
                      <a16:creationId xmlns:a16="http://schemas.microsoft.com/office/drawing/2014/main" id="{842A8E8B-6157-D432-E285-C64B19672BD6}"/>
                    </a:ext>
                  </a:extLst>
                </p:cNvPr>
                <p:cNvSpPr/>
                <p:nvPr/>
              </p:nvSpPr>
              <p:spPr>
                <a:xfrm>
                  <a:off x="-3392825" y="293822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968145-C66B-2B4A-2354-1A38F1020C1D}"/>
                </a:ext>
              </a:extLst>
            </p:cNvPr>
            <p:cNvGrpSpPr/>
            <p:nvPr/>
          </p:nvGrpSpPr>
          <p:grpSpPr>
            <a:xfrm>
              <a:off x="397192" y="1548962"/>
              <a:ext cx="11397616" cy="650754"/>
              <a:chOff x="397192" y="1883391"/>
              <a:chExt cx="11397616" cy="650754"/>
            </a:xfrm>
            <a:grpFill/>
          </p:grpSpPr>
          <p:sp>
            <p:nvSpPr>
              <p:cNvPr id="146" name="Google Shape;12422;p89">
                <a:extLst>
                  <a:ext uri="{FF2B5EF4-FFF2-40B4-BE49-F238E27FC236}">
                    <a16:creationId xmlns:a16="http://schemas.microsoft.com/office/drawing/2014/main" id="{AB21F162-CA91-DF9A-6D41-C16918AF5314}"/>
                  </a:ext>
                </a:extLst>
              </p:cNvPr>
              <p:cNvSpPr/>
              <p:nvPr/>
            </p:nvSpPr>
            <p:spPr>
              <a:xfrm>
                <a:off x="397192" y="1884273"/>
                <a:ext cx="660320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1713" extrusionOk="0">
                    <a:moveTo>
                      <a:pt x="8633" y="2088"/>
                    </a:moveTo>
                    <a:cubicBezTo>
                      <a:pt x="8900" y="2088"/>
                      <a:pt x="9168" y="2182"/>
                      <a:pt x="9357" y="2371"/>
                    </a:cubicBezTo>
                    <a:cubicBezTo>
                      <a:pt x="9767" y="2781"/>
                      <a:pt x="9767" y="3442"/>
                      <a:pt x="9357" y="3820"/>
                    </a:cubicBezTo>
                    <a:lnTo>
                      <a:pt x="8128" y="5018"/>
                    </a:lnTo>
                    <a:cubicBezTo>
                      <a:pt x="7939" y="4702"/>
                      <a:pt x="7750" y="4419"/>
                      <a:pt x="7498" y="4135"/>
                    </a:cubicBezTo>
                    <a:cubicBezTo>
                      <a:pt x="7278" y="3915"/>
                      <a:pt x="6994" y="3726"/>
                      <a:pt x="6679" y="3568"/>
                    </a:cubicBezTo>
                    <a:lnTo>
                      <a:pt x="7908" y="2371"/>
                    </a:lnTo>
                    <a:cubicBezTo>
                      <a:pt x="8097" y="2182"/>
                      <a:pt x="8365" y="2088"/>
                      <a:pt x="8633" y="2088"/>
                    </a:cubicBezTo>
                    <a:close/>
                    <a:moveTo>
                      <a:pt x="5230" y="5333"/>
                    </a:moveTo>
                    <a:cubicBezTo>
                      <a:pt x="5514" y="5333"/>
                      <a:pt x="5829" y="5396"/>
                      <a:pt x="6018" y="5648"/>
                    </a:cubicBezTo>
                    <a:cubicBezTo>
                      <a:pt x="6207" y="5837"/>
                      <a:pt x="6333" y="6120"/>
                      <a:pt x="6333" y="6435"/>
                    </a:cubicBezTo>
                    <a:cubicBezTo>
                      <a:pt x="6049" y="6435"/>
                      <a:pt x="5766" y="6309"/>
                      <a:pt x="5545" y="6120"/>
                    </a:cubicBezTo>
                    <a:cubicBezTo>
                      <a:pt x="5356" y="5931"/>
                      <a:pt x="5230" y="5648"/>
                      <a:pt x="5230" y="5333"/>
                    </a:cubicBezTo>
                    <a:close/>
                    <a:moveTo>
                      <a:pt x="8617" y="717"/>
                    </a:moveTo>
                    <a:cubicBezTo>
                      <a:pt x="9223" y="717"/>
                      <a:pt x="9830" y="953"/>
                      <a:pt x="10302" y="1426"/>
                    </a:cubicBezTo>
                    <a:cubicBezTo>
                      <a:pt x="11247" y="2340"/>
                      <a:pt x="11247" y="3883"/>
                      <a:pt x="10302" y="4828"/>
                    </a:cubicBezTo>
                    <a:lnTo>
                      <a:pt x="8381" y="6719"/>
                    </a:lnTo>
                    <a:cubicBezTo>
                      <a:pt x="8412" y="6404"/>
                      <a:pt x="8412" y="6089"/>
                      <a:pt x="8349" y="5774"/>
                    </a:cubicBezTo>
                    <a:lnTo>
                      <a:pt x="9798" y="4356"/>
                    </a:lnTo>
                    <a:cubicBezTo>
                      <a:pt x="10460" y="3663"/>
                      <a:pt x="10460" y="2560"/>
                      <a:pt x="9798" y="1930"/>
                    </a:cubicBezTo>
                    <a:cubicBezTo>
                      <a:pt x="9467" y="1599"/>
                      <a:pt x="9034" y="1434"/>
                      <a:pt x="8601" y="1434"/>
                    </a:cubicBezTo>
                    <a:cubicBezTo>
                      <a:pt x="8168" y="1434"/>
                      <a:pt x="7735" y="1599"/>
                      <a:pt x="7404" y="1930"/>
                    </a:cubicBezTo>
                    <a:cubicBezTo>
                      <a:pt x="7309" y="2025"/>
                      <a:pt x="5356" y="3946"/>
                      <a:pt x="5073" y="4230"/>
                    </a:cubicBezTo>
                    <a:cubicBezTo>
                      <a:pt x="4411" y="4892"/>
                      <a:pt x="4411" y="5963"/>
                      <a:pt x="5073" y="6624"/>
                    </a:cubicBezTo>
                    <a:cubicBezTo>
                      <a:pt x="5356" y="6908"/>
                      <a:pt x="5671" y="7065"/>
                      <a:pt x="6049" y="7097"/>
                    </a:cubicBezTo>
                    <a:lnTo>
                      <a:pt x="5514" y="7664"/>
                    </a:lnTo>
                    <a:cubicBezTo>
                      <a:pt x="5167" y="7538"/>
                      <a:pt x="4883" y="7349"/>
                      <a:pt x="4600" y="7097"/>
                    </a:cubicBezTo>
                    <a:cubicBezTo>
                      <a:pt x="3655" y="6152"/>
                      <a:pt x="3655" y="4671"/>
                      <a:pt x="4600" y="3726"/>
                    </a:cubicBezTo>
                    <a:lnTo>
                      <a:pt x="6931" y="1426"/>
                    </a:lnTo>
                    <a:cubicBezTo>
                      <a:pt x="7404" y="953"/>
                      <a:pt x="8010" y="717"/>
                      <a:pt x="8617" y="717"/>
                    </a:cubicBezTo>
                    <a:close/>
                    <a:moveTo>
                      <a:pt x="3497" y="6719"/>
                    </a:moveTo>
                    <a:cubicBezTo>
                      <a:pt x="3655" y="7034"/>
                      <a:pt x="3844" y="7286"/>
                      <a:pt x="4127" y="7569"/>
                    </a:cubicBezTo>
                    <a:cubicBezTo>
                      <a:pt x="4348" y="7821"/>
                      <a:pt x="4663" y="8042"/>
                      <a:pt x="4978" y="8168"/>
                    </a:cubicBezTo>
                    <a:lnTo>
                      <a:pt x="3812" y="9334"/>
                    </a:lnTo>
                    <a:cubicBezTo>
                      <a:pt x="3608" y="9538"/>
                      <a:pt x="3340" y="9641"/>
                      <a:pt x="3076" y="9641"/>
                    </a:cubicBezTo>
                    <a:cubicBezTo>
                      <a:pt x="2812" y="9641"/>
                      <a:pt x="2552" y="9538"/>
                      <a:pt x="2363" y="9334"/>
                    </a:cubicBezTo>
                    <a:cubicBezTo>
                      <a:pt x="1954" y="8956"/>
                      <a:pt x="1954" y="8294"/>
                      <a:pt x="2363" y="7884"/>
                    </a:cubicBezTo>
                    <a:lnTo>
                      <a:pt x="3497" y="6719"/>
                    </a:lnTo>
                    <a:close/>
                    <a:moveTo>
                      <a:pt x="6112" y="4135"/>
                    </a:moveTo>
                    <a:cubicBezTo>
                      <a:pt x="6396" y="4261"/>
                      <a:pt x="6742" y="4450"/>
                      <a:pt x="6963" y="4702"/>
                    </a:cubicBezTo>
                    <a:cubicBezTo>
                      <a:pt x="7908" y="5648"/>
                      <a:pt x="7908" y="7128"/>
                      <a:pt x="6963" y="8073"/>
                    </a:cubicBezTo>
                    <a:lnTo>
                      <a:pt x="4757" y="10342"/>
                    </a:lnTo>
                    <a:cubicBezTo>
                      <a:pt x="4285" y="10814"/>
                      <a:pt x="3671" y="11051"/>
                      <a:pt x="3056" y="11051"/>
                    </a:cubicBezTo>
                    <a:cubicBezTo>
                      <a:pt x="2442" y="11051"/>
                      <a:pt x="1828" y="10814"/>
                      <a:pt x="1355" y="10342"/>
                    </a:cubicBezTo>
                    <a:cubicBezTo>
                      <a:pt x="945" y="9901"/>
                      <a:pt x="662" y="9271"/>
                      <a:pt x="662" y="8641"/>
                    </a:cubicBezTo>
                    <a:cubicBezTo>
                      <a:pt x="662" y="8010"/>
                      <a:pt x="882" y="7380"/>
                      <a:pt x="1355" y="6939"/>
                    </a:cubicBezTo>
                    <a:lnTo>
                      <a:pt x="3214" y="5081"/>
                    </a:lnTo>
                    <a:lnTo>
                      <a:pt x="3214" y="5081"/>
                    </a:lnTo>
                    <a:cubicBezTo>
                      <a:pt x="3182" y="5396"/>
                      <a:pt x="3214" y="5679"/>
                      <a:pt x="3245" y="5994"/>
                    </a:cubicBezTo>
                    <a:lnTo>
                      <a:pt x="1828" y="7443"/>
                    </a:lnTo>
                    <a:cubicBezTo>
                      <a:pt x="1166" y="8105"/>
                      <a:pt x="1166" y="9176"/>
                      <a:pt x="1828" y="9838"/>
                    </a:cubicBezTo>
                    <a:cubicBezTo>
                      <a:pt x="2174" y="10184"/>
                      <a:pt x="2623" y="10358"/>
                      <a:pt x="3064" y="10358"/>
                    </a:cubicBezTo>
                    <a:cubicBezTo>
                      <a:pt x="3505" y="10358"/>
                      <a:pt x="3938" y="10184"/>
                      <a:pt x="4253" y="9838"/>
                    </a:cubicBezTo>
                    <a:lnTo>
                      <a:pt x="6490" y="7569"/>
                    </a:lnTo>
                    <a:cubicBezTo>
                      <a:pt x="7152" y="6908"/>
                      <a:pt x="7152" y="5837"/>
                      <a:pt x="6490" y="5175"/>
                    </a:cubicBezTo>
                    <a:cubicBezTo>
                      <a:pt x="6207" y="4892"/>
                      <a:pt x="5892" y="4734"/>
                      <a:pt x="5514" y="4702"/>
                    </a:cubicBezTo>
                    <a:lnTo>
                      <a:pt x="6112" y="4135"/>
                    </a:lnTo>
                    <a:close/>
                    <a:moveTo>
                      <a:pt x="8585" y="0"/>
                    </a:moveTo>
                    <a:cubicBezTo>
                      <a:pt x="7798" y="0"/>
                      <a:pt x="7010" y="308"/>
                      <a:pt x="6396" y="922"/>
                    </a:cubicBezTo>
                    <a:lnTo>
                      <a:pt x="4096" y="3190"/>
                    </a:lnTo>
                    <a:lnTo>
                      <a:pt x="882" y="6467"/>
                    </a:lnTo>
                    <a:cubicBezTo>
                      <a:pt x="315" y="7065"/>
                      <a:pt x="0" y="7821"/>
                      <a:pt x="0" y="8641"/>
                    </a:cubicBezTo>
                    <a:cubicBezTo>
                      <a:pt x="0" y="9460"/>
                      <a:pt x="315" y="10247"/>
                      <a:pt x="882" y="10814"/>
                    </a:cubicBezTo>
                    <a:cubicBezTo>
                      <a:pt x="1497" y="11413"/>
                      <a:pt x="2284" y="11712"/>
                      <a:pt x="3072" y="11712"/>
                    </a:cubicBezTo>
                    <a:cubicBezTo>
                      <a:pt x="3860" y="11712"/>
                      <a:pt x="4647" y="11413"/>
                      <a:pt x="5262" y="10814"/>
                    </a:cubicBezTo>
                    <a:cubicBezTo>
                      <a:pt x="8034" y="8010"/>
                      <a:pt x="6837" y="9145"/>
                      <a:pt x="10775" y="5301"/>
                    </a:cubicBezTo>
                    <a:cubicBezTo>
                      <a:pt x="12004" y="4072"/>
                      <a:pt x="12004" y="2151"/>
                      <a:pt x="10775" y="922"/>
                    </a:cubicBezTo>
                    <a:cubicBezTo>
                      <a:pt x="10161" y="308"/>
                      <a:pt x="9373" y="0"/>
                      <a:pt x="8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47" name="Google Shape;12427;p89">
                <a:extLst>
                  <a:ext uri="{FF2B5EF4-FFF2-40B4-BE49-F238E27FC236}">
                    <a16:creationId xmlns:a16="http://schemas.microsoft.com/office/drawing/2014/main" id="{3826ACC8-D2DF-55DB-E844-072C93D71774}"/>
                  </a:ext>
                </a:extLst>
              </p:cNvPr>
              <p:cNvGrpSpPr/>
              <p:nvPr/>
            </p:nvGrpSpPr>
            <p:grpSpPr>
              <a:xfrm>
                <a:off x="4523765" y="1886197"/>
                <a:ext cx="644752" cy="640848"/>
                <a:chOff x="-4932650" y="2046625"/>
                <a:chExt cx="293025" cy="291250"/>
              </a:xfrm>
              <a:grpFill/>
            </p:grpSpPr>
            <p:sp>
              <p:nvSpPr>
                <p:cNvPr id="186" name="Google Shape;12428;p89">
                  <a:extLst>
                    <a:ext uri="{FF2B5EF4-FFF2-40B4-BE49-F238E27FC236}">
                      <a16:creationId xmlns:a16="http://schemas.microsoft.com/office/drawing/2014/main" id="{BAFC1B58-6239-1705-28CD-5C582C6C31FE}"/>
                    </a:ext>
                  </a:extLst>
                </p:cNvPr>
                <p:cNvSpPr/>
                <p:nvPr/>
              </p:nvSpPr>
              <p:spPr>
                <a:xfrm>
                  <a:off x="-4932650" y="2046625"/>
                  <a:ext cx="293025" cy="29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0" extrusionOk="0">
                      <a:moveTo>
                        <a:pt x="7625" y="694"/>
                      </a:moveTo>
                      <a:cubicBezTo>
                        <a:pt x="9515" y="694"/>
                        <a:pt x="11059" y="2206"/>
                        <a:pt x="11059" y="4096"/>
                      </a:cubicBezTo>
                      <a:cubicBezTo>
                        <a:pt x="11059" y="5987"/>
                        <a:pt x="9515" y="7530"/>
                        <a:pt x="7625" y="7530"/>
                      </a:cubicBezTo>
                      <a:cubicBezTo>
                        <a:pt x="5735" y="7530"/>
                        <a:pt x="4223" y="5987"/>
                        <a:pt x="4223" y="4096"/>
                      </a:cubicBezTo>
                      <a:cubicBezTo>
                        <a:pt x="4223" y="2206"/>
                        <a:pt x="5735" y="694"/>
                        <a:pt x="7625" y="694"/>
                      </a:cubicBezTo>
                      <a:close/>
                      <a:moveTo>
                        <a:pt x="3344" y="8066"/>
                      </a:moveTo>
                      <a:cubicBezTo>
                        <a:pt x="3435" y="8066"/>
                        <a:pt x="3529" y="8098"/>
                        <a:pt x="3593" y="8161"/>
                      </a:cubicBezTo>
                      <a:cubicBezTo>
                        <a:pt x="3719" y="8287"/>
                        <a:pt x="3719" y="8507"/>
                        <a:pt x="3593" y="8633"/>
                      </a:cubicBezTo>
                      <a:lnTo>
                        <a:pt x="1324" y="10870"/>
                      </a:lnTo>
                      <a:cubicBezTo>
                        <a:pt x="1277" y="10933"/>
                        <a:pt x="1190" y="10964"/>
                        <a:pt x="1100" y="10964"/>
                      </a:cubicBezTo>
                      <a:cubicBezTo>
                        <a:pt x="1009" y="10964"/>
                        <a:pt x="915" y="10933"/>
                        <a:pt x="852" y="10870"/>
                      </a:cubicBezTo>
                      <a:cubicBezTo>
                        <a:pt x="757" y="10744"/>
                        <a:pt x="757" y="10523"/>
                        <a:pt x="852" y="10397"/>
                      </a:cubicBezTo>
                      <a:lnTo>
                        <a:pt x="3120" y="8161"/>
                      </a:lnTo>
                      <a:cubicBezTo>
                        <a:pt x="3167" y="8098"/>
                        <a:pt x="3254" y="8066"/>
                        <a:pt x="3344" y="8066"/>
                      </a:cubicBezTo>
                      <a:close/>
                      <a:moveTo>
                        <a:pt x="7625" y="1"/>
                      </a:moveTo>
                      <a:cubicBezTo>
                        <a:pt x="5357" y="1"/>
                        <a:pt x="3529" y="1860"/>
                        <a:pt x="3529" y="4096"/>
                      </a:cubicBezTo>
                      <a:cubicBezTo>
                        <a:pt x="3529" y="5136"/>
                        <a:pt x="3908" y="6050"/>
                        <a:pt x="4538" y="6743"/>
                      </a:cubicBezTo>
                      <a:lnTo>
                        <a:pt x="3813" y="7467"/>
                      </a:lnTo>
                      <a:cubicBezTo>
                        <a:pt x="3673" y="7386"/>
                        <a:pt x="3520" y="7347"/>
                        <a:pt x="3367" y="7347"/>
                      </a:cubicBezTo>
                      <a:cubicBezTo>
                        <a:pt x="3106" y="7347"/>
                        <a:pt x="2846" y="7458"/>
                        <a:pt x="2647" y="7656"/>
                      </a:cubicBezTo>
                      <a:lnTo>
                        <a:pt x="379" y="9893"/>
                      </a:lnTo>
                      <a:cubicBezTo>
                        <a:pt x="1" y="10271"/>
                        <a:pt x="1" y="10964"/>
                        <a:pt x="379" y="11343"/>
                      </a:cubicBezTo>
                      <a:cubicBezTo>
                        <a:pt x="584" y="11547"/>
                        <a:pt x="852" y="11650"/>
                        <a:pt x="1119" y="11650"/>
                      </a:cubicBezTo>
                      <a:cubicBezTo>
                        <a:pt x="1387" y="11650"/>
                        <a:pt x="1655" y="11547"/>
                        <a:pt x="1860" y="11343"/>
                      </a:cubicBezTo>
                      <a:lnTo>
                        <a:pt x="4097" y="9106"/>
                      </a:lnTo>
                      <a:cubicBezTo>
                        <a:pt x="4412" y="8791"/>
                        <a:pt x="4506" y="8318"/>
                        <a:pt x="4286" y="7909"/>
                      </a:cubicBezTo>
                      <a:lnTo>
                        <a:pt x="5010" y="7215"/>
                      </a:lnTo>
                      <a:cubicBezTo>
                        <a:pt x="5703" y="7814"/>
                        <a:pt x="6648" y="8192"/>
                        <a:pt x="7625" y="8192"/>
                      </a:cubicBezTo>
                      <a:cubicBezTo>
                        <a:pt x="9925" y="8192"/>
                        <a:pt x="11721" y="6333"/>
                        <a:pt x="11721" y="4096"/>
                      </a:cubicBezTo>
                      <a:cubicBezTo>
                        <a:pt x="11721" y="1828"/>
                        <a:pt x="9893" y="1"/>
                        <a:pt x="76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Google Shape;12429;p89">
                  <a:extLst>
                    <a:ext uri="{FF2B5EF4-FFF2-40B4-BE49-F238E27FC236}">
                      <a16:creationId xmlns:a16="http://schemas.microsoft.com/office/drawing/2014/main" id="{9F341C40-C5B1-8326-965E-8DD1278D853E}"/>
                    </a:ext>
                  </a:extLst>
                </p:cNvPr>
                <p:cNvSpPr/>
                <p:nvPr/>
              </p:nvSpPr>
              <p:spPr>
                <a:xfrm>
                  <a:off x="-4802675" y="2115050"/>
                  <a:ext cx="122100" cy="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43" extrusionOk="0">
                      <a:moveTo>
                        <a:pt x="2428" y="1"/>
                      </a:moveTo>
                      <a:cubicBezTo>
                        <a:pt x="2301" y="1"/>
                        <a:pt x="2172" y="72"/>
                        <a:pt x="2111" y="225"/>
                      </a:cubicBezTo>
                      <a:lnTo>
                        <a:pt x="1418" y="2116"/>
                      </a:lnTo>
                      <a:lnTo>
                        <a:pt x="693" y="225"/>
                      </a:lnTo>
                      <a:cubicBezTo>
                        <a:pt x="645" y="105"/>
                        <a:pt x="524" y="4"/>
                        <a:pt x="400" y="4"/>
                      </a:cubicBezTo>
                      <a:cubicBezTo>
                        <a:pt x="361" y="4"/>
                        <a:pt x="321" y="14"/>
                        <a:pt x="284" y="36"/>
                      </a:cubicBezTo>
                      <a:cubicBezTo>
                        <a:pt x="126" y="99"/>
                        <a:pt x="0" y="288"/>
                        <a:pt x="63" y="446"/>
                      </a:cubicBezTo>
                      <a:lnTo>
                        <a:pt x="1103" y="3218"/>
                      </a:lnTo>
                      <a:cubicBezTo>
                        <a:pt x="1168" y="3364"/>
                        <a:pt x="1299" y="3443"/>
                        <a:pt x="1428" y="3443"/>
                      </a:cubicBezTo>
                      <a:cubicBezTo>
                        <a:pt x="1551" y="3443"/>
                        <a:pt x="1672" y="3372"/>
                        <a:pt x="1733" y="3218"/>
                      </a:cubicBezTo>
                      <a:lnTo>
                        <a:pt x="2426" y="1328"/>
                      </a:lnTo>
                      <a:lnTo>
                        <a:pt x="3151" y="3218"/>
                      </a:lnTo>
                      <a:cubicBezTo>
                        <a:pt x="3215" y="3364"/>
                        <a:pt x="3346" y="3443"/>
                        <a:pt x="3476" y="3443"/>
                      </a:cubicBezTo>
                      <a:cubicBezTo>
                        <a:pt x="3598" y="3443"/>
                        <a:pt x="3719" y="3372"/>
                        <a:pt x="3781" y="3218"/>
                      </a:cubicBezTo>
                      <a:lnTo>
                        <a:pt x="4789" y="446"/>
                      </a:lnTo>
                      <a:cubicBezTo>
                        <a:pt x="4884" y="257"/>
                        <a:pt x="4789" y="68"/>
                        <a:pt x="4600" y="36"/>
                      </a:cubicBezTo>
                      <a:cubicBezTo>
                        <a:pt x="4562" y="14"/>
                        <a:pt x="4521" y="4"/>
                        <a:pt x="4479" y="4"/>
                      </a:cubicBezTo>
                      <a:cubicBezTo>
                        <a:pt x="4346" y="4"/>
                        <a:pt x="4207" y="105"/>
                        <a:pt x="4159" y="225"/>
                      </a:cubicBezTo>
                      <a:lnTo>
                        <a:pt x="3466" y="2116"/>
                      </a:lnTo>
                      <a:lnTo>
                        <a:pt x="2741" y="225"/>
                      </a:lnTo>
                      <a:cubicBezTo>
                        <a:pt x="2693" y="80"/>
                        <a:pt x="2561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8" name="Google Shape;12434;p89">
                <a:extLst>
                  <a:ext uri="{FF2B5EF4-FFF2-40B4-BE49-F238E27FC236}">
                    <a16:creationId xmlns:a16="http://schemas.microsoft.com/office/drawing/2014/main" id="{BFC37329-4BB9-6D83-8D57-66C05B77E164}"/>
                  </a:ext>
                </a:extLst>
              </p:cNvPr>
              <p:cNvGrpSpPr/>
              <p:nvPr/>
            </p:nvGrpSpPr>
            <p:grpSpPr>
              <a:xfrm>
                <a:off x="8665202" y="1924126"/>
                <a:ext cx="641288" cy="564991"/>
                <a:chOff x="-3137650" y="2067900"/>
                <a:chExt cx="291450" cy="256775"/>
              </a:xfrm>
              <a:grpFill/>
            </p:grpSpPr>
            <p:sp>
              <p:nvSpPr>
                <p:cNvPr id="183" name="Google Shape;12435;p89">
                  <a:extLst>
                    <a:ext uri="{FF2B5EF4-FFF2-40B4-BE49-F238E27FC236}">
                      <a16:creationId xmlns:a16="http://schemas.microsoft.com/office/drawing/2014/main" id="{237AB02C-AF4E-4347-8B31-09166E037EF2}"/>
                    </a:ext>
                  </a:extLst>
                </p:cNvPr>
                <p:cNvSpPr/>
                <p:nvPr/>
              </p:nvSpPr>
              <p:spPr>
                <a:xfrm>
                  <a:off x="-3137650" y="2067900"/>
                  <a:ext cx="291450" cy="1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7499" extrusionOk="0">
                      <a:moveTo>
                        <a:pt x="10618" y="694"/>
                      </a:moveTo>
                      <a:cubicBezTo>
                        <a:pt x="10838" y="694"/>
                        <a:pt x="10964" y="851"/>
                        <a:pt x="10964" y="1040"/>
                      </a:cubicBezTo>
                      <a:lnTo>
                        <a:pt x="10964" y="6522"/>
                      </a:lnTo>
                      <a:cubicBezTo>
                        <a:pt x="10964" y="6711"/>
                        <a:pt x="10838" y="6868"/>
                        <a:pt x="10618" y="6868"/>
                      </a:cubicBezTo>
                      <a:lnTo>
                        <a:pt x="1009" y="6868"/>
                      </a:lnTo>
                      <a:cubicBezTo>
                        <a:pt x="820" y="6868"/>
                        <a:pt x="662" y="6711"/>
                        <a:pt x="662" y="6522"/>
                      </a:cubicBezTo>
                      <a:lnTo>
                        <a:pt x="662" y="1040"/>
                      </a:lnTo>
                      <a:cubicBezTo>
                        <a:pt x="662" y="851"/>
                        <a:pt x="820" y="694"/>
                        <a:pt x="1009" y="694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6490"/>
                      </a:lnTo>
                      <a:cubicBezTo>
                        <a:pt x="1" y="7026"/>
                        <a:pt x="473" y="7499"/>
                        <a:pt x="1009" y="7499"/>
                      </a:cubicBezTo>
                      <a:lnTo>
                        <a:pt x="10618" y="7499"/>
                      </a:lnTo>
                      <a:cubicBezTo>
                        <a:pt x="11185" y="7499"/>
                        <a:pt x="11658" y="7026"/>
                        <a:pt x="11658" y="6490"/>
                      </a:cubicBezTo>
                      <a:lnTo>
                        <a:pt x="11658" y="1009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Google Shape;12436;p89">
                  <a:extLst>
                    <a:ext uri="{FF2B5EF4-FFF2-40B4-BE49-F238E27FC236}">
                      <a16:creationId xmlns:a16="http://schemas.microsoft.com/office/drawing/2014/main" id="{1318B0A1-4847-A17D-BFD5-ED121E96A610}"/>
                    </a:ext>
                  </a:extLst>
                </p:cNvPr>
                <p:cNvSpPr/>
                <p:nvPr/>
              </p:nvSpPr>
              <p:spPr>
                <a:xfrm>
                  <a:off x="-3137650" y="2273475"/>
                  <a:ext cx="29145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2048" extrusionOk="0">
                      <a:moveTo>
                        <a:pt x="10618" y="662"/>
                      </a:moveTo>
                      <a:cubicBezTo>
                        <a:pt x="10838" y="662"/>
                        <a:pt x="10964" y="819"/>
                        <a:pt x="10964" y="1008"/>
                      </a:cubicBezTo>
                      <a:cubicBezTo>
                        <a:pt x="10964" y="1197"/>
                        <a:pt x="10838" y="1355"/>
                        <a:pt x="10618" y="1355"/>
                      </a:cubicBezTo>
                      <a:lnTo>
                        <a:pt x="6050" y="1355"/>
                      </a:lnTo>
                      <a:cubicBezTo>
                        <a:pt x="6113" y="1260"/>
                        <a:pt x="6113" y="1134"/>
                        <a:pt x="6113" y="1008"/>
                      </a:cubicBezTo>
                      <a:cubicBezTo>
                        <a:pt x="6113" y="882"/>
                        <a:pt x="6050" y="788"/>
                        <a:pt x="6050" y="662"/>
                      </a:cubicBezTo>
                      <a:close/>
                      <a:moveTo>
                        <a:pt x="5105" y="662"/>
                      </a:moveTo>
                      <a:cubicBezTo>
                        <a:pt x="5294" y="662"/>
                        <a:pt x="5451" y="819"/>
                        <a:pt x="5451" y="1008"/>
                      </a:cubicBezTo>
                      <a:cubicBezTo>
                        <a:pt x="5451" y="1229"/>
                        <a:pt x="5294" y="1386"/>
                        <a:pt x="5105" y="1386"/>
                      </a:cubicBezTo>
                      <a:lnTo>
                        <a:pt x="1009" y="1386"/>
                      </a:lnTo>
                      <a:cubicBezTo>
                        <a:pt x="820" y="1355"/>
                        <a:pt x="662" y="1229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8"/>
                      </a:cubicBezTo>
                      <a:cubicBezTo>
                        <a:pt x="1" y="1575"/>
                        <a:pt x="473" y="2048"/>
                        <a:pt x="1009" y="2048"/>
                      </a:cubicBezTo>
                      <a:lnTo>
                        <a:pt x="10618" y="2048"/>
                      </a:lnTo>
                      <a:cubicBezTo>
                        <a:pt x="11185" y="2048"/>
                        <a:pt x="11658" y="1575"/>
                        <a:pt x="11658" y="1008"/>
                      </a:cubicBez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Google Shape;12437;p89">
                  <a:extLst>
                    <a:ext uri="{FF2B5EF4-FFF2-40B4-BE49-F238E27FC236}">
                      <a16:creationId xmlns:a16="http://schemas.microsoft.com/office/drawing/2014/main" id="{72213942-3E3E-1A50-22DB-37F2CEFF2842}"/>
                    </a:ext>
                  </a:extLst>
                </p:cNvPr>
                <p:cNvSpPr/>
                <p:nvPr/>
              </p:nvSpPr>
              <p:spPr>
                <a:xfrm>
                  <a:off x="-3035250" y="2103000"/>
                  <a:ext cx="104000" cy="1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740" extrusionOk="0">
                      <a:moveTo>
                        <a:pt x="662" y="896"/>
                      </a:moveTo>
                      <a:lnTo>
                        <a:pt x="3056" y="2346"/>
                      </a:lnTo>
                      <a:lnTo>
                        <a:pt x="662" y="3826"/>
                      </a:lnTo>
                      <a:lnTo>
                        <a:pt x="662" y="896"/>
                      </a:lnTo>
                      <a:close/>
                      <a:moveTo>
                        <a:pt x="322" y="1"/>
                      </a:moveTo>
                      <a:cubicBezTo>
                        <a:pt x="144" y="1"/>
                        <a:pt x="0" y="131"/>
                        <a:pt x="0" y="298"/>
                      </a:cubicBezTo>
                      <a:lnTo>
                        <a:pt x="0" y="4425"/>
                      </a:lnTo>
                      <a:cubicBezTo>
                        <a:pt x="0" y="4607"/>
                        <a:pt x="132" y="4740"/>
                        <a:pt x="301" y="4740"/>
                      </a:cubicBezTo>
                      <a:cubicBezTo>
                        <a:pt x="365" y="4740"/>
                        <a:pt x="435" y="4720"/>
                        <a:pt x="504" y="4677"/>
                      </a:cubicBezTo>
                      <a:lnTo>
                        <a:pt x="3939" y="2629"/>
                      </a:lnTo>
                      <a:cubicBezTo>
                        <a:pt x="4159" y="2535"/>
                        <a:pt x="4159" y="2219"/>
                        <a:pt x="3939" y="2093"/>
                      </a:cubicBezTo>
                      <a:lnTo>
                        <a:pt x="504" y="46"/>
                      </a:lnTo>
                      <a:cubicBezTo>
                        <a:pt x="443" y="15"/>
                        <a:pt x="381" y="1"/>
                        <a:pt x="3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49" name="Google Shape;12454;p89">
                <a:extLst>
                  <a:ext uri="{FF2B5EF4-FFF2-40B4-BE49-F238E27FC236}">
                    <a16:creationId xmlns:a16="http://schemas.microsoft.com/office/drawing/2014/main" id="{A3C484F1-0D7E-6E78-A7F9-AD2A1AA5B86A}"/>
                  </a:ext>
                </a:extLst>
              </p:cNvPr>
              <p:cNvSpPr/>
              <p:nvPr/>
            </p:nvSpPr>
            <p:spPr>
              <a:xfrm>
                <a:off x="1225976" y="1884797"/>
                <a:ext cx="642992" cy="643268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4" extrusionOk="0">
                    <a:moveTo>
                      <a:pt x="5829" y="2048"/>
                    </a:moveTo>
                    <a:cubicBezTo>
                      <a:pt x="6018" y="2048"/>
                      <a:pt x="6175" y="2206"/>
                      <a:pt x="6175" y="2395"/>
                    </a:cubicBezTo>
                    <a:cubicBezTo>
                      <a:pt x="6175" y="2615"/>
                      <a:pt x="6018" y="2804"/>
                      <a:pt x="5829" y="2804"/>
                    </a:cubicBezTo>
                    <a:cubicBezTo>
                      <a:pt x="5640" y="2804"/>
                      <a:pt x="5482" y="2615"/>
                      <a:pt x="5482" y="2395"/>
                    </a:cubicBezTo>
                    <a:cubicBezTo>
                      <a:pt x="5482" y="2206"/>
                      <a:pt x="5640" y="2048"/>
                      <a:pt x="5829" y="2048"/>
                    </a:cubicBezTo>
                    <a:close/>
                    <a:moveTo>
                      <a:pt x="5829" y="725"/>
                    </a:moveTo>
                    <a:cubicBezTo>
                      <a:pt x="6774" y="725"/>
                      <a:pt x="7530" y="1449"/>
                      <a:pt x="7530" y="2395"/>
                    </a:cubicBezTo>
                    <a:cubicBezTo>
                      <a:pt x="7530" y="2521"/>
                      <a:pt x="7530" y="2678"/>
                      <a:pt x="7467" y="2804"/>
                    </a:cubicBezTo>
                    <a:lnTo>
                      <a:pt x="6774" y="2804"/>
                    </a:lnTo>
                    <a:cubicBezTo>
                      <a:pt x="6806" y="2678"/>
                      <a:pt x="6837" y="2552"/>
                      <a:pt x="6837" y="2395"/>
                    </a:cubicBezTo>
                    <a:cubicBezTo>
                      <a:pt x="6837" y="1859"/>
                      <a:pt x="6364" y="1386"/>
                      <a:pt x="5829" y="1386"/>
                    </a:cubicBezTo>
                    <a:cubicBezTo>
                      <a:pt x="5262" y="1386"/>
                      <a:pt x="4789" y="1859"/>
                      <a:pt x="4789" y="2395"/>
                    </a:cubicBezTo>
                    <a:cubicBezTo>
                      <a:pt x="4789" y="2521"/>
                      <a:pt x="4852" y="2678"/>
                      <a:pt x="4884" y="2804"/>
                    </a:cubicBezTo>
                    <a:lnTo>
                      <a:pt x="4159" y="2804"/>
                    </a:lnTo>
                    <a:cubicBezTo>
                      <a:pt x="4128" y="2678"/>
                      <a:pt x="4128" y="2521"/>
                      <a:pt x="4128" y="2395"/>
                    </a:cubicBezTo>
                    <a:cubicBezTo>
                      <a:pt x="4128" y="1449"/>
                      <a:pt x="4884" y="725"/>
                      <a:pt x="5829" y="725"/>
                    </a:cubicBezTo>
                    <a:close/>
                    <a:moveTo>
                      <a:pt x="10681" y="3466"/>
                    </a:moveTo>
                    <a:cubicBezTo>
                      <a:pt x="10870" y="3466"/>
                      <a:pt x="11027" y="3623"/>
                      <a:pt x="11027" y="3812"/>
                    </a:cubicBezTo>
                    <a:cubicBezTo>
                      <a:pt x="11027" y="4033"/>
                      <a:pt x="10870" y="4190"/>
                      <a:pt x="10681" y="4190"/>
                    </a:cubicBezTo>
                    <a:lnTo>
                      <a:pt x="1009" y="4190"/>
                    </a:lnTo>
                    <a:cubicBezTo>
                      <a:pt x="820" y="4190"/>
                      <a:pt x="662" y="4033"/>
                      <a:pt x="662" y="3812"/>
                    </a:cubicBezTo>
                    <a:cubicBezTo>
                      <a:pt x="662" y="3623"/>
                      <a:pt x="851" y="3466"/>
                      <a:pt x="1009" y="3466"/>
                    </a:cubicBezTo>
                    <a:close/>
                    <a:moveTo>
                      <a:pt x="9799" y="4852"/>
                    </a:moveTo>
                    <a:lnTo>
                      <a:pt x="7058" y="7593"/>
                    </a:lnTo>
                    <a:lnTo>
                      <a:pt x="4600" y="7593"/>
                    </a:lnTo>
                    <a:lnTo>
                      <a:pt x="1859" y="4852"/>
                    </a:lnTo>
                    <a:close/>
                    <a:moveTo>
                      <a:pt x="6869" y="8255"/>
                    </a:moveTo>
                    <a:lnTo>
                      <a:pt x="6869" y="9767"/>
                    </a:lnTo>
                    <a:lnTo>
                      <a:pt x="4789" y="10775"/>
                    </a:lnTo>
                    <a:lnTo>
                      <a:pt x="4789" y="8255"/>
                    </a:lnTo>
                    <a:close/>
                    <a:moveTo>
                      <a:pt x="5829" y="0"/>
                    </a:moveTo>
                    <a:cubicBezTo>
                      <a:pt x="4474" y="0"/>
                      <a:pt x="3435" y="1071"/>
                      <a:pt x="3435" y="2395"/>
                    </a:cubicBezTo>
                    <a:cubicBezTo>
                      <a:pt x="3435" y="2521"/>
                      <a:pt x="3435" y="2678"/>
                      <a:pt x="3466" y="2804"/>
                    </a:cubicBezTo>
                    <a:lnTo>
                      <a:pt x="1009" y="2804"/>
                    </a:lnTo>
                    <a:cubicBezTo>
                      <a:pt x="473" y="2804"/>
                      <a:pt x="0" y="3277"/>
                      <a:pt x="0" y="3812"/>
                    </a:cubicBezTo>
                    <a:cubicBezTo>
                      <a:pt x="0" y="4348"/>
                      <a:pt x="379" y="4757"/>
                      <a:pt x="851" y="4852"/>
                    </a:cubicBezTo>
                    <a:lnTo>
                      <a:pt x="4096" y="8065"/>
                    </a:lnTo>
                    <a:lnTo>
                      <a:pt x="4096" y="11342"/>
                    </a:lnTo>
                    <a:cubicBezTo>
                      <a:pt x="4096" y="11518"/>
                      <a:pt x="4277" y="11694"/>
                      <a:pt x="4462" y="11694"/>
                    </a:cubicBezTo>
                    <a:cubicBezTo>
                      <a:pt x="4508" y="11694"/>
                      <a:pt x="4556" y="11683"/>
                      <a:pt x="4600" y="11657"/>
                    </a:cubicBezTo>
                    <a:lnTo>
                      <a:pt x="7373" y="10271"/>
                    </a:lnTo>
                    <a:cubicBezTo>
                      <a:pt x="7467" y="10239"/>
                      <a:pt x="7562" y="10113"/>
                      <a:pt x="7562" y="9956"/>
                    </a:cubicBezTo>
                    <a:lnTo>
                      <a:pt x="7562" y="8034"/>
                    </a:lnTo>
                    <a:lnTo>
                      <a:pt x="10838" y="4820"/>
                    </a:lnTo>
                    <a:cubicBezTo>
                      <a:pt x="11311" y="4757"/>
                      <a:pt x="11689" y="4348"/>
                      <a:pt x="11689" y="3812"/>
                    </a:cubicBezTo>
                    <a:cubicBezTo>
                      <a:pt x="11689" y="3277"/>
                      <a:pt x="11216" y="2804"/>
                      <a:pt x="10681" y="2804"/>
                    </a:cubicBezTo>
                    <a:lnTo>
                      <a:pt x="8192" y="2804"/>
                    </a:lnTo>
                    <a:cubicBezTo>
                      <a:pt x="8192" y="2678"/>
                      <a:pt x="8223" y="2521"/>
                      <a:pt x="8223" y="2395"/>
                    </a:cubicBezTo>
                    <a:cubicBezTo>
                      <a:pt x="8223" y="1071"/>
                      <a:pt x="7152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50" name="Google Shape;12461;p89">
                <a:extLst>
                  <a:ext uri="{FF2B5EF4-FFF2-40B4-BE49-F238E27FC236}">
                    <a16:creationId xmlns:a16="http://schemas.microsoft.com/office/drawing/2014/main" id="{A2D54B08-E28F-7A1B-8AE2-BDE916740B48}"/>
                  </a:ext>
                </a:extLst>
              </p:cNvPr>
              <p:cNvGrpSpPr/>
              <p:nvPr/>
            </p:nvGrpSpPr>
            <p:grpSpPr>
              <a:xfrm>
                <a:off x="5349172" y="1883391"/>
                <a:ext cx="646458" cy="646458"/>
                <a:chOff x="-4573475" y="2045850"/>
                <a:chExt cx="293800" cy="293800"/>
              </a:xfrm>
              <a:grpFill/>
            </p:grpSpPr>
            <p:sp>
              <p:nvSpPr>
                <p:cNvPr id="181" name="Google Shape;12462;p89">
                  <a:extLst>
                    <a:ext uri="{FF2B5EF4-FFF2-40B4-BE49-F238E27FC236}">
                      <a16:creationId xmlns:a16="http://schemas.microsoft.com/office/drawing/2014/main" id="{F5F32DC6-7073-FDCB-833B-2A48A7B7A12D}"/>
                    </a:ext>
                  </a:extLst>
                </p:cNvPr>
                <p:cNvSpPr/>
                <p:nvPr/>
              </p:nvSpPr>
              <p:spPr>
                <a:xfrm>
                  <a:off x="-4573475" y="2045850"/>
                  <a:ext cx="2938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11752" extrusionOk="0">
                      <a:moveTo>
                        <a:pt x="6333" y="756"/>
                      </a:moveTo>
                      <a:lnTo>
                        <a:pt x="6459" y="1292"/>
                      </a:lnTo>
                      <a:cubicBezTo>
                        <a:pt x="6490" y="1418"/>
                        <a:pt x="6585" y="1544"/>
                        <a:pt x="6742" y="1576"/>
                      </a:cubicBezTo>
                      <a:cubicBezTo>
                        <a:pt x="7372" y="1702"/>
                        <a:pt x="7908" y="1922"/>
                        <a:pt x="8444" y="2300"/>
                      </a:cubicBezTo>
                      <a:cubicBezTo>
                        <a:pt x="8491" y="2332"/>
                        <a:pt x="8546" y="2347"/>
                        <a:pt x="8605" y="2347"/>
                      </a:cubicBezTo>
                      <a:cubicBezTo>
                        <a:pt x="8664" y="2347"/>
                        <a:pt x="8727" y="2332"/>
                        <a:pt x="8790" y="2300"/>
                      </a:cubicBezTo>
                      <a:lnTo>
                        <a:pt x="9231" y="2017"/>
                      </a:lnTo>
                      <a:lnTo>
                        <a:pt x="9798" y="2584"/>
                      </a:lnTo>
                      <a:lnTo>
                        <a:pt x="9546" y="3025"/>
                      </a:lnTo>
                      <a:cubicBezTo>
                        <a:pt x="9452" y="3151"/>
                        <a:pt x="9452" y="3308"/>
                        <a:pt x="9546" y="3371"/>
                      </a:cubicBezTo>
                      <a:cubicBezTo>
                        <a:pt x="9893" y="3907"/>
                        <a:pt x="10113" y="4505"/>
                        <a:pt x="10239" y="5073"/>
                      </a:cubicBezTo>
                      <a:cubicBezTo>
                        <a:pt x="10271" y="5199"/>
                        <a:pt x="10365" y="5325"/>
                        <a:pt x="10523" y="5356"/>
                      </a:cubicBezTo>
                      <a:lnTo>
                        <a:pt x="11058" y="5482"/>
                      </a:lnTo>
                      <a:lnTo>
                        <a:pt x="11058" y="6301"/>
                      </a:lnTo>
                      <a:lnTo>
                        <a:pt x="10523" y="6427"/>
                      </a:lnTo>
                      <a:cubicBezTo>
                        <a:pt x="10397" y="6459"/>
                        <a:pt x="10271" y="6553"/>
                        <a:pt x="10239" y="6711"/>
                      </a:cubicBezTo>
                      <a:cubicBezTo>
                        <a:pt x="10113" y="7309"/>
                        <a:pt x="9893" y="7877"/>
                        <a:pt x="9546" y="8381"/>
                      </a:cubicBezTo>
                      <a:cubicBezTo>
                        <a:pt x="9452" y="8507"/>
                        <a:pt x="9452" y="8633"/>
                        <a:pt x="9546" y="8759"/>
                      </a:cubicBezTo>
                      <a:lnTo>
                        <a:pt x="9798" y="9168"/>
                      </a:lnTo>
                      <a:lnTo>
                        <a:pt x="9231" y="9767"/>
                      </a:lnTo>
                      <a:lnTo>
                        <a:pt x="8790" y="9483"/>
                      </a:lnTo>
                      <a:cubicBezTo>
                        <a:pt x="8727" y="9452"/>
                        <a:pt x="8656" y="9436"/>
                        <a:pt x="8593" y="9436"/>
                      </a:cubicBezTo>
                      <a:cubicBezTo>
                        <a:pt x="8530" y="9436"/>
                        <a:pt x="8475" y="9452"/>
                        <a:pt x="8444" y="9483"/>
                      </a:cubicBezTo>
                      <a:cubicBezTo>
                        <a:pt x="7908" y="9861"/>
                        <a:pt x="7341" y="10082"/>
                        <a:pt x="6742" y="10208"/>
                      </a:cubicBezTo>
                      <a:cubicBezTo>
                        <a:pt x="6616" y="10239"/>
                        <a:pt x="6490" y="10334"/>
                        <a:pt x="6459" y="10428"/>
                      </a:cubicBezTo>
                      <a:lnTo>
                        <a:pt x="6333" y="10964"/>
                      </a:lnTo>
                      <a:lnTo>
                        <a:pt x="5514" y="10964"/>
                      </a:lnTo>
                      <a:lnTo>
                        <a:pt x="5388" y="10428"/>
                      </a:lnTo>
                      <a:cubicBezTo>
                        <a:pt x="5356" y="10334"/>
                        <a:pt x="5230" y="10208"/>
                        <a:pt x="5136" y="10208"/>
                      </a:cubicBezTo>
                      <a:cubicBezTo>
                        <a:pt x="4505" y="10082"/>
                        <a:pt x="3938" y="9861"/>
                        <a:pt x="3434" y="9483"/>
                      </a:cubicBezTo>
                      <a:cubicBezTo>
                        <a:pt x="3371" y="9452"/>
                        <a:pt x="3308" y="9436"/>
                        <a:pt x="3249" y="9436"/>
                      </a:cubicBezTo>
                      <a:cubicBezTo>
                        <a:pt x="3190" y="9436"/>
                        <a:pt x="3135" y="9452"/>
                        <a:pt x="3088" y="9483"/>
                      </a:cubicBezTo>
                      <a:lnTo>
                        <a:pt x="2647" y="9767"/>
                      </a:lnTo>
                      <a:lnTo>
                        <a:pt x="2048" y="9168"/>
                      </a:lnTo>
                      <a:lnTo>
                        <a:pt x="2332" y="8759"/>
                      </a:lnTo>
                      <a:cubicBezTo>
                        <a:pt x="2395" y="8633"/>
                        <a:pt x="2395" y="8475"/>
                        <a:pt x="2332" y="8381"/>
                      </a:cubicBezTo>
                      <a:cubicBezTo>
                        <a:pt x="1985" y="7877"/>
                        <a:pt x="1733" y="7278"/>
                        <a:pt x="1607" y="6711"/>
                      </a:cubicBezTo>
                      <a:cubicBezTo>
                        <a:pt x="1575" y="6585"/>
                        <a:pt x="1512" y="6459"/>
                        <a:pt x="1386" y="6427"/>
                      </a:cubicBezTo>
                      <a:lnTo>
                        <a:pt x="882" y="6301"/>
                      </a:lnTo>
                      <a:lnTo>
                        <a:pt x="882" y="5482"/>
                      </a:lnTo>
                      <a:lnTo>
                        <a:pt x="1386" y="5356"/>
                      </a:lnTo>
                      <a:cubicBezTo>
                        <a:pt x="1512" y="5325"/>
                        <a:pt x="1607" y="5199"/>
                        <a:pt x="1607" y="5073"/>
                      </a:cubicBezTo>
                      <a:cubicBezTo>
                        <a:pt x="1733" y="4442"/>
                        <a:pt x="1985" y="3907"/>
                        <a:pt x="2332" y="3371"/>
                      </a:cubicBezTo>
                      <a:cubicBezTo>
                        <a:pt x="2395" y="3277"/>
                        <a:pt x="2395" y="3151"/>
                        <a:pt x="2332" y="3025"/>
                      </a:cubicBezTo>
                      <a:lnTo>
                        <a:pt x="2048" y="2584"/>
                      </a:lnTo>
                      <a:lnTo>
                        <a:pt x="2647" y="2017"/>
                      </a:lnTo>
                      <a:lnTo>
                        <a:pt x="3088" y="2300"/>
                      </a:lnTo>
                      <a:cubicBezTo>
                        <a:pt x="3135" y="2332"/>
                        <a:pt x="3198" y="2347"/>
                        <a:pt x="3261" y="2347"/>
                      </a:cubicBezTo>
                      <a:cubicBezTo>
                        <a:pt x="3324" y="2347"/>
                        <a:pt x="3387" y="2332"/>
                        <a:pt x="3434" y="2300"/>
                      </a:cubicBezTo>
                      <a:cubicBezTo>
                        <a:pt x="3938" y="1922"/>
                        <a:pt x="4537" y="1702"/>
                        <a:pt x="5136" y="1576"/>
                      </a:cubicBezTo>
                      <a:cubicBezTo>
                        <a:pt x="5230" y="1544"/>
                        <a:pt x="5356" y="1450"/>
                        <a:pt x="5388" y="1292"/>
                      </a:cubicBezTo>
                      <a:lnTo>
                        <a:pt x="5514" y="756"/>
                      </a:lnTo>
                      <a:close/>
                      <a:moveTo>
                        <a:pt x="5167" y="0"/>
                      </a:moveTo>
                      <a:cubicBezTo>
                        <a:pt x="5009" y="0"/>
                        <a:pt x="4852" y="126"/>
                        <a:pt x="4852" y="284"/>
                      </a:cubicBezTo>
                      <a:lnTo>
                        <a:pt x="4694" y="882"/>
                      </a:lnTo>
                      <a:cubicBezTo>
                        <a:pt x="4127" y="977"/>
                        <a:pt x="3623" y="1229"/>
                        <a:pt x="3119" y="1513"/>
                      </a:cubicBezTo>
                      <a:lnTo>
                        <a:pt x="2615" y="1197"/>
                      </a:lnTo>
                      <a:cubicBezTo>
                        <a:pt x="2557" y="1154"/>
                        <a:pt x="2485" y="1130"/>
                        <a:pt x="2412" y="1130"/>
                      </a:cubicBezTo>
                      <a:cubicBezTo>
                        <a:pt x="2327" y="1130"/>
                        <a:pt x="2242" y="1161"/>
                        <a:pt x="2174" y="1229"/>
                      </a:cubicBezTo>
                      <a:lnTo>
                        <a:pt x="1197" y="2206"/>
                      </a:lnTo>
                      <a:cubicBezTo>
                        <a:pt x="1071" y="2332"/>
                        <a:pt x="1071" y="2489"/>
                        <a:pt x="1134" y="2647"/>
                      </a:cubicBezTo>
                      <a:lnTo>
                        <a:pt x="1449" y="3151"/>
                      </a:lnTo>
                      <a:cubicBezTo>
                        <a:pt x="1134" y="3623"/>
                        <a:pt x="945" y="4159"/>
                        <a:pt x="819" y="4726"/>
                      </a:cubicBezTo>
                      <a:lnTo>
                        <a:pt x="284" y="4884"/>
                      </a:lnTo>
                      <a:cubicBezTo>
                        <a:pt x="126" y="4915"/>
                        <a:pt x="0" y="5041"/>
                        <a:pt x="0" y="5199"/>
                      </a:cubicBezTo>
                      <a:lnTo>
                        <a:pt x="0" y="6585"/>
                      </a:lnTo>
                      <a:cubicBezTo>
                        <a:pt x="0" y="6742"/>
                        <a:pt x="126" y="6868"/>
                        <a:pt x="284" y="6900"/>
                      </a:cubicBezTo>
                      <a:lnTo>
                        <a:pt x="819" y="7057"/>
                      </a:lnTo>
                      <a:cubicBezTo>
                        <a:pt x="945" y="7593"/>
                        <a:pt x="1197" y="8129"/>
                        <a:pt x="1449" y="8633"/>
                      </a:cubicBezTo>
                      <a:lnTo>
                        <a:pt x="1134" y="9137"/>
                      </a:lnTo>
                      <a:cubicBezTo>
                        <a:pt x="1071" y="9263"/>
                        <a:pt x="1071" y="9452"/>
                        <a:pt x="1197" y="9578"/>
                      </a:cubicBezTo>
                      <a:lnTo>
                        <a:pt x="2174" y="10554"/>
                      </a:lnTo>
                      <a:cubicBezTo>
                        <a:pt x="2242" y="10622"/>
                        <a:pt x="2318" y="10653"/>
                        <a:pt x="2399" y="10653"/>
                      </a:cubicBezTo>
                      <a:cubicBezTo>
                        <a:pt x="2469" y="10653"/>
                        <a:pt x="2542" y="10630"/>
                        <a:pt x="2615" y="10586"/>
                      </a:cubicBezTo>
                      <a:lnTo>
                        <a:pt x="3119" y="10271"/>
                      </a:lnTo>
                      <a:cubicBezTo>
                        <a:pt x="3592" y="10586"/>
                        <a:pt x="4127" y="10806"/>
                        <a:pt x="4694" y="10901"/>
                      </a:cubicBezTo>
                      <a:lnTo>
                        <a:pt x="4852" y="11468"/>
                      </a:lnTo>
                      <a:cubicBezTo>
                        <a:pt x="4883" y="11626"/>
                        <a:pt x="5009" y="11752"/>
                        <a:pt x="5167" y="11752"/>
                      </a:cubicBezTo>
                      <a:lnTo>
                        <a:pt x="6553" y="11752"/>
                      </a:lnTo>
                      <a:cubicBezTo>
                        <a:pt x="6711" y="11752"/>
                        <a:pt x="6805" y="11626"/>
                        <a:pt x="6868" y="11468"/>
                      </a:cubicBezTo>
                      <a:lnTo>
                        <a:pt x="7026" y="10901"/>
                      </a:lnTo>
                      <a:cubicBezTo>
                        <a:pt x="7561" y="10806"/>
                        <a:pt x="8065" y="10554"/>
                        <a:pt x="8601" y="10271"/>
                      </a:cubicBezTo>
                      <a:lnTo>
                        <a:pt x="9105" y="10586"/>
                      </a:lnTo>
                      <a:cubicBezTo>
                        <a:pt x="9164" y="10630"/>
                        <a:pt x="9236" y="10653"/>
                        <a:pt x="9309" y="10653"/>
                      </a:cubicBezTo>
                      <a:cubicBezTo>
                        <a:pt x="9393" y="10653"/>
                        <a:pt x="9479" y="10622"/>
                        <a:pt x="9546" y="10554"/>
                      </a:cubicBezTo>
                      <a:lnTo>
                        <a:pt x="10523" y="9578"/>
                      </a:lnTo>
                      <a:cubicBezTo>
                        <a:pt x="10649" y="9452"/>
                        <a:pt x="10649" y="9294"/>
                        <a:pt x="10554" y="9137"/>
                      </a:cubicBezTo>
                      <a:lnTo>
                        <a:pt x="10239" y="8633"/>
                      </a:lnTo>
                      <a:cubicBezTo>
                        <a:pt x="10554" y="8160"/>
                        <a:pt x="10743" y="7656"/>
                        <a:pt x="10869" y="7057"/>
                      </a:cubicBezTo>
                      <a:lnTo>
                        <a:pt x="11468" y="6900"/>
                      </a:lnTo>
                      <a:cubicBezTo>
                        <a:pt x="11626" y="6868"/>
                        <a:pt x="11752" y="6742"/>
                        <a:pt x="11752" y="6585"/>
                      </a:cubicBezTo>
                      <a:lnTo>
                        <a:pt x="11752" y="5199"/>
                      </a:lnTo>
                      <a:cubicBezTo>
                        <a:pt x="11752" y="5041"/>
                        <a:pt x="11626" y="4915"/>
                        <a:pt x="11468" y="4884"/>
                      </a:cubicBezTo>
                      <a:lnTo>
                        <a:pt x="10869" y="4726"/>
                      </a:lnTo>
                      <a:cubicBezTo>
                        <a:pt x="10743" y="4159"/>
                        <a:pt x="10523" y="3655"/>
                        <a:pt x="10239" y="3151"/>
                      </a:cubicBezTo>
                      <a:lnTo>
                        <a:pt x="10554" y="2647"/>
                      </a:lnTo>
                      <a:cubicBezTo>
                        <a:pt x="10649" y="2521"/>
                        <a:pt x="10649" y="2332"/>
                        <a:pt x="10523" y="2206"/>
                      </a:cubicBezTo>
                      <a:lnTo>
                        <a:pt x="9546" y="1229"/>
                      </a:lnTo>
                      <a:cubicBezTo>
                        <a:pt x="9479" y="1161"/>
                        <a:pt x="9402" y="1130"/>
                        <a:pt x="9321" y="1130"/>
                      </a:cubicBezTo>
                      <a:cubicBezTo>
                        <a:pt x="9251" y="1130"/>
                        <a:pt x="9178" y="1154"/>
                        <a:pt x="9105" y="1197"/>
                      </a:cubicBezTo>
                      <a:lnTo>
                        <a:pt x="8601" y="1513"/>
                      </a:lnTo>
                      <a:cubicBezTo>
                        <a:pt x="8128" y="1197"/>
                        <a:pt x="7593" y="977"/>
                        <a:pt x="7026" y="882"/>
                      </a:cubicBezTo>
                      <a:lnTo>
                        <a:pt x="6868" y="284"/>
                      </a:lnTo>
                      <a:cubicBezTo>
                        <a:pt x="6805" y="126"/>
                        <a:pt x="6711" y="0"/>
                        <a:pt x="6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Google Shape;12463;p89">
                  <a:extLst>
                    <a:ext uri="{FF2B5EF4-FFF2-40B4-BE49-F238E27FC236}">
                      <a16:creationId xmlns:a16="http://schemas.microsoft.com/office/drawing/2014/main" id="{AA0A1436-F823-2730-BB8C-FFCE68B734F4}"/>
                    </a:ext>
                  </a:extLst>
                </p:cNvPr>
                <p:cNvSpPr/>
                <p:nvPr/>
              </p:nvSpPr>
              <p:spPr>
                <a:xfrm>
                  <a:off x="-4521500" y="2099400"/>
                  <a:ext cx="189050" cy="18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7531" extrusionOk="0">
                      <a:moveTo>
                        <a:pt x="3750" y="662"/>
                      </a:moveTo>
                      <a:cubicBezTo>
                        <a:pt x="5451" y="662"/>
                        <a:pt x="6837" y="2017"/>
                        <a:pt x="6837" y="3718"/>
                      </a:cubicBezTo>
                      <a:cubicBezTo>
                        <a:pt x="6869" y="5104"/>
                        <a:pt x="6049" y="6239"/>
                        <a:pt x="4821" y="6648"/>
                      </a:cubicBezTo>
                      <a:lnTo>
                        <a:pt x="4821" y="5892"/>
                      </a:lnTo>
                      <a:cubicBezTo>
                        <a:pt x="5640" y="5514"/>
                        <a:pt x="6207" y="4663"/>
                        <a:pt x="6207" y="3718"/>
                      </a:cubicBezTo>
                      <a:cubicBezTo>
                        <a:pt x="6207" y="2710"/>
                        <a:pt x="5577" y="1796"/>
                        <a:pt x="4569" y="1481"/>
                      </a:cubicBezTo>
                      <a:cubicBezTo>
                        <a:pt x="4535" y="1472"/>
                        <a:pt x="4501" y="1467"/>
                        <a:pt x="4468" y="1467"/>
                      </a:cubicBezTo>
                      <a:cubicBezTo>
                        <a:pt x="4278" y="1467"/>
                        <a:pt x="4096" y="1609"/>
                        <a:pt x="4096" y="1796"/>
                      </a:cubicBezTo>
                      <a:lnTo>
                        <a:pt x="4096" y="3372"/>
                      </a:lnTo>
                      <a:lnTo>
                        <a:pt x="3435" y="3372"/>
                      </a:lnTo>
                      <a:lnTo>
                        <a:pt x="3435" y="1796"/>
                      </a:lnTo>
                      <a:cubicBezTo>
                        <a:pt x="3435" y="1609"/>
                        <a:pt x="3276" y="1467"/>
                        <a:pt x="3073" y="1467"/>
                      </a:cubicBezTo>
                      <a:cubicBezTo>
                        <a:pt x="3037" y="1467"/>
                        <a:pt x="3000" y="1472"/>
                        <a:pt x="2962" y="1481"/>
                      </a:cubicBezTo>
                      <a:cubicBezTo>
                        <a:pt x="2017" y="1828"/>
                        <a:pt x="1355" y="2742"/>
                        <a:pt x="1355" y="3718"/>
                      </a:cubicBezTo>
                      <a:cubicBezTo>
                        <a:pt x="1355" y="4663"/>
                        <a:pt x="1891" y="5514"/>
                        <a:pt x="2741" y="5892"/>
                      </a:cubicBezTo>
                      <a:lnTo>
                        <a:pt x="2741" y="6648"/>
                      </a:lnTo>
                      <a:cubicBezTo>
                        <a:pt x="1544" y="6207"/>
                        <a:pt x="694" y="5073"/>
                        <a:pt x="694" y="3718"/>
                      </a:cubicBezTo>
                      <a:cubicBezTo>
                        <a:pt x="694" y="2017"/>
                        <a:pt x="2048" y="662"/>
                        <a:pt x="3750" y="662"/>
                      </a:cubicBezTo>
                      <a:close/>
                      <a:moveTo>
                        <a:pt x="4852" y="2363"/>
                      </a:moveTo>
                      <a:cubicBezTo>
                        <a:pt x="5293" y="2679"/>
                        <a:pt x="5514" y="3183"/>
                        <a:pt x="5514" y="3718"/>
                      </a:cubicBezTo>
                      <a:cubicBezTo>
                        <a:pt x="5514" y="4443"/>
                        <a:pt x="5041" y="5104"/>
                        <a:pt x="4380" y="5356"/>
                      </a:cubicBezTo>
                      <a:cubicBezTo>
                        <a:pt x="4254" y="5388"/>
                        <a:pt x="4159" y="5545"/>
                        <a:pt x="4159" y="5671"/>
                      </a:cubicBezTo>
                      <a:lnTo>
                        <a:pt x="4159" y="6806"/>
                      </a:lnTo>
                      <a:lnTo>
                        <a:pt x="3781" y="6806"/>
                      </a:lnTo>
                      <a:cubicBezTo>
                        <a:pt x="3734" y="6821"/>
                        <a:pt x="3679" y="6829"/>
                        <a:pt x="3624" y="6829"/>
                      </a:cubicBezTo>
                      <a:cubicBezTo>
                        <a:pt x="3568" y="6829"/>
                        <a:pt x="3513" y="6821"/>
                        <a:pt x="3466" y="6806"/>
                      </a:cubicBezTo>
                      <a:lnTo>
                        <a:pt x="3466" y="5671"/>
                      </a:lnTo>
                      <a:cubicBezTo>
                        <a:pt x="3466" y="5514"/>
                        <a:pt x="3403" y="5388"/>
                        <a:pt x="3246" y="5356"/>
                      </a:cubicBezTo>
                      <a:cubicBezTo>
                        <a:pt x="2584" y="5104"/>
                        <a:pt x="2111" y="4443"/>
                        <a:pt x="2111" y="3718"/>
                      </a:cubicBezTo>
                      <a:cubicBezTo>
                        <a:pt x="2111" y="3183"/>
                        <a:pt x="2363" y="2679"/>
                        <a:pt x="2773" y="2363"/>
                      </a:cubicBezTo>
                      <a:lnTo>
                        <a:pt x="2773" y="3718"/>
                      </a:lnTo>
                      <a:cubicBezTo>
                        <a:pt x="2773" y="3939"/>
                        <a:pt x="2930" y="4096"/>
                        <a:pt x="3120" y="4096"/>
                      </a:cubicBezTo>
                      <a:lnTo>
                        <a:pt x="4506" y="4096"/>
                      </a:lnTo>
                      <a:cubicBezTo>
                        <a:pt x="4695" y="4096"/>
                        <a:pt x="4852" y="3939"/>
                        <a:pt x="4852" y="3718"/>
                      </a:cubicBezTo>
                      <a:lnTo>
                        <a:pt x="4852" y="2363"/>
                      </a:lnTo>
                      <a:close/>
                      <a:moveTo>
                        <a:pt x="3781" y="1"/>
                      </a:moveTo>
                      <a:cubicBezTo>
                        <a:pt x="1702" y="1"/>
                        <a:pt x="1" y="1670"/>
                        <a:pt x="1" y="3781"/>
                      </a:cubicBezTo>
                      <a:cubicBezTo>
                        <a:pt x="1" y="5861"/>
                        <a:pt x="1702" y="7530"/>
                        <a:pt x="3781" y="7530"/>
                      </a:cubicBezTo>
                      <a:cubicBezTo>
                        <a:pt x="5892" y="7530"/>
                        <a:pt x="7562" y="5861"/>
                        <a:pt x="7562" y="3781"/>
                      </a:cubicBezTo>
                      <a:cubicBezTo>
                        <a:pt x="7562" y="1670"/>
                        <a:pt x="5892" y="1"/>
                        <a:pt x="3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1" name="Google Shape;12473;p89">
                <a:extLst>
                  <a:ext uri="{FF2B5EF4-FFF2-40B4-BE49-F238E27FC236}">
                    <a16:creationId xmlns:a16="http://schemas.microsoft.com/office/drawing/2014/main" id="{7DE29743-4F1B-9B50-9230-D0DEB335F675}"/>
                  </a:ext>
                </a:extLst>
              </p:cNvPr>
              <p:cNvGrpSpPr/>
              <p:nvPr/>
            </p:nvGrpSpPr>
            <p:grpSpPr>
              <a:xfrm>
                <a:off x="9511570" y="1885950"/>
                <a:ext cx="632212" cy="641343"/>
                <a:chOff x="-2777700" y="2049775"/>
                <a:chExt cx="287325" cy="291475"/>
              </a:xfrm>
              <a:grpFill/>
            </p:grpSpPr>
            <p:sp>
              <p:nvSpPr>
                <p:cNvPr id="178" name="Google Shape;12474;p89">
                  <a:extLst>
                    <a:ext uri="{FF2B5EF4-FFF2-40B4-BE49-F238E27FC236}">
                      <a16:creationId xmlns:a16="http://schemas.microsoft.com/office/drawing/2014/main" id="{4972AB89-C372-8D2C-FF13-0BC45361B634}"/>
                    </a:ext>
                  </a:extLst>
                </p:cNvPr>
                <p:cNvSpPr/>
                <p:nvPr/>
              </p:nvSpPr>
              <p:spPr>
                <a:xfrm>
                  <a:off x="-2777700" y="2049775"/>
                  <a:ext cx="287325" cy="2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" h="11659" extrusionOk="0">
                      <a:moveTo>
                        <a:pt x="7121" y="662"/>
                      </a:moveTo>
                      <a:cubicBezTo>
                        <a:pt x="7341" y="662"/>
                        <a:pt x="7499" y="820"/>
                        <a:pt x="7499" y="1040"/>
                      </a:cubicBezTo>
                      <a:cubicBezTo>
                        <a:pt x="7499" y="1230"/>
                        <a:pt x="7341" y="1387"/>
                        <a:pt x="7121" y="1387"/>
                      </a:cubicBezTo>
                      <a:lnTo>
                        <a:pt x="4380" y="1387"/>
                      </a:lnTo>
                      <a:cubicBezTo>
                        <a:pt x="4191" y="1387"/>
                        <a:pt x="4033" y="1230"/>
                        <a:pt x="4033" y="1040"/>
                      </a:cubicBezTo>
                      <a:cubicBezTo>
                        <a:pt x="4033" y="820"/>
                        <a:pt x="4191" y="662"/>
                        <a:pt x="4380" y="662"/>
                      </a:cubicBezTo>
                      <a:close/>
                      <a:moveTo>
                        <a:pt x="6774" y="2049"/>
                      </a:moveTo>
                      <a:lnTo>
                        <a:pt x="6774" y="4285"/>
                      </a:lnTo>
                      <a:cubicBezTo>
                        <a:pt x="6774" y="4412"/>
                        <a:pt x="6774" y="4443"/>
                        <a:pt x="7499" y="5514"/>
                      </a:cubicBezTo>
                      <a:lnTo>
                        <a:pt x="3970" y="5514"/>
                      </a:lnTo>
                      <a:cubicBezTo>
                        <a:pt x="4758" y="4412"/>
                        <a:pt x="4726" y="4443"/>
                        <a:pt x="4726" y="4348"/>
                      </a:cubicBezTo>
                      <a:lnTo>
                        <a:pt x="4726" y="2049"/>
                      </a:lnTo>
                      <a:close/>
                      <a:moveTo>
                        <a:pt x="8003" y="6176"/>
                      </a:moveTo>
                      <a:cubicBezTo>
                        <a:pt x="8696" y="7215"/>
                        <a:pt x="9578" y="8507"/>
                        <a:pt x="10177" y="9389"/>
                      </a:cubicBezTo>
                      <a:cubicBezTo>
                        <a:pt x="10649" y="10082"/>
                        <a:pt x="10177" y="10996"/>
                        <a:pt x="9294" y="10996"/>
                      </a:cubicBezTo>
                      <a:lnTo>
                        <a:pt x="2206" y="10996"/>
                      </a:lnTo>
                      <a:cubicBezTo>
                        <a:pt x="1387" y="10996"/>
                        <a:pt x="914" y="10051"/>
                        <a:pt x="1387" y="9389"/>
                      </a:cubicBezTo>
                      <a:cubicBezTo>
                        <a:pt x="1859" y="8665"/>
                        <a:pt x="2804" y="7341"/>
                        <a:pt x="3561" y="6176"/>
                      </a:cubicBezTo>
                      <a:close/>
                      <a:moveTo>
                        <a:pt x="4380" y="1"/>
                      </a:moveTo>
                      <a:cubicBezTo>
                        <a:pt x="3813" y="1"/>
                        <a:pt x="3340" y="473"/>
                        <a:pt x="3340" y="1040"/>
                      </a:cubicBezTo>
                      <a:cubicBezTo>
                        <a:pt x="3340" y="1513"/>
                        <a:pt x="3655" y="1860"/>
                        <a:pt x="4065" y="2017"/>
                      </a:cubicBezTo>
                      <a:lnTo>
                        <a:pt x="4065" y="4222"/>
                      </a:lnTo>
                      <a:cubicBezTo>
                        <a:pt x="3718" y="4790"/>
                        <a:pt x="1198" y="8413"/>
                        <a:pt x="788" y="8980"/>
                      </a:cubicBezTo>
                      <a:cubicBezTo>
                        <a:pt x="1" y="10114"/>
                        <a:pt x="820" y="11658"/>
                        <a:pt x="2206" y="11658"/>
                      </a:cubicBezTo>
                      <a:lnTo>
                        <a:pt x="9294" y="11658"/>
                      </a:lnTo>
                      <a:cubicBezTo>
                        <a:pt x="9308" y="11658"/>
                        <a:pt x="9322" y="11658"/>
                        <a:pt x="9335" y="11658"/>
                      </a:cubicBezTo>
                      <a:cubicBezTo>
                        <a:pt x="10697" y="11658"/>
                        <a:pt x="11492" y="10103"/>
                        <a:pt x="10712" y="9011"/>
                      </a:cubicBezTo>
                      <a:cubicBezTo>
                        <a:pt x="10271" y="8444"/>
                        <a:pt x="7845" y="4853"/>
                        <a:pt x="7499" y="4254"/>
                      </a:cubicBezTo>
                      <a:lnTo>
                        <a:pt x="7499" y="1986"/>
                      </a:lnTo>
                      <a:cubicBezTo>
                        <a:pt x="7877" y="1828"/>
                        <a:pt x="8160" y="1450"/>
                        <a:pt x="8160" y="1040"/>
                      </a:cubicBezTo>
                      <a:cubicBezTo>
                        <a:pt x="8160" y="473"/>
                        <a:pt x="7688" y="1"/>
                        <a:pt x="71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Google Shape;12475;p89">
                  <a:extLst>
                    <a:ext uri="{FF2B5EF4-FFF2-40B4-BE49-F238E27FC236}">
                      <a16:creationId xmlns:a16="http://schemas.microsoft.com/office/drawing/2014/main" id="{C3775346-3C3A-B1DA-2F18-62A2985C65AB}"/>
                    </a:ext>
                  </a:extLst>
                </p:cNvPr>
                <p:cNvSpPr/>
                <p:nvPr/>
              </p:nvSpPr>
              <p:spPr>
                <a:xfrm>
                  <a:off x="-2694200" y="2221475"/>
                  <a:ext cx="693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42" extrusionOk="0">
                      <a:moveTo>
                        <a:pt x="1386" y="694"/>
                      </a:moveTo>
                      <a:cubicBezTo>
                        <a:pt x="1733" y="694"/>
                        <a:pt x="2048" y="1009"/>
                        <a:pt x="2048" y="1356"/>
                      </a:cubicBezTo>
                      <a:cubicBezTo>
                        <a:pt x="2048" y="1765"/>
                        <a:pt x="1764" y="2049"/>
                        <a:pt x="1386" y="2049"/>
                      </a:cubicBezTo>
                      <a:cubicBezTo>
                        <a:pt x="1008" y="2049"/>
                        <a:pt x="725" y="1702"/>
                        <a:pt x="725" y="1356"/>
                      </a:cubicBezTo>
                      <a:cubicBezTo>
                        <a:pt x="725" y="978"/>
                        <a:pt x="1040" y="694"/>
                        <a:pt x="1386" y="694"/>
                      </a:cubicBezTo>
                      <a:close/>
                      <a:moveTo>
                        <a:pt x="1386" y="1"/>
                      </a:moveTo>
                      <a:cubicBezTo>
                        <a:pt x="630" y="1"/>
                        <a:pt x="0" y="631"/>
                        <a:pt x="0" y="1356"/>
                      </a:cubicBezTo>
                      <a:cubicBezTo>
                        <a:pt x="0" y="2112"/>
                        <a:pt x="630" y="2742"/>
                        <a:pt x="1386" y="2742"/>
                      </a:cubicBezTo>
                      <a:cubicBezTo>
                        <a:pt x="2142" y="2742"/>
                        <a:pt x="2772" y="2112"/>
                        <a:pt x="2772" y="1356"/>
                      </a:cubicBezTo>
                      <a:cubicBezTo>
                        <a:pt x="2772" y="631"/>
                        <a:pt x="2142" y="1"/>
                        <a:pt x="13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Google Shape;12476;p89">
                  <a:extLst>
                    <a:ext uri="{FF2B5EF4-FFF2-40B4-BE49-F238E27FC236}">
                      <a16:creationId xmlns:a16="http://schemas.microsoft.com/office/drawing/2014/main" id="{3781FE4D-5559-82D6-E848-2BDC35666725}"/>
                    </a:ext>
                  </a:extLst>
                </p:cNvPr>
                <p:cNvSpPr/>
                <p:nvPr/>
              </p:nvSpPr>
              <p:spPr>
                <a:xfrm>
                  <a:off x="-2608350" y="225535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694"/>
                      </a:moveTo>
                      <a:cubicBezTo>
                        <a:pt x="1229" y="694"/>
                        <a:pt x="1386" y="851"/>
                        <a:pt x="1386" y="1040"/>
                      </a:cubicBezTo>
                      <a:cubicBezTo>
                        <a:pt x="1386" y="1229"/>
                        <a:pt x="1229" y="1387"/>
                        <a:pt x="1040" y="1387"/>
                      </a:cubicBezTo>
                      <a:cubicBezTo>
                        <a:pt x="819" y="1387"/>
                        <a:pt x="693" y="1229"/>
                        <a:pt x="693" y="1040"/>
                      </a:cubicBezTo>
                      <a:cubicBezTo>
                        <a:pt x="693" y="851"/>
                        <a:pt x="819" y="694"/>
                        <a:pt x="1040" y="694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2" name="Google Shape;12508;p89">
                <a:extLst>
                  <a:ext uri="{FF2B5EF4-FFF2-40B4-BE49-F238E27FC236}">
                    <a16:creationId xmlns:a16="http://schemas.microsoft.com/office/drawing/2014/main" id="{2B1C6A90-46A3-5154-C4EB-F1A86859B88E}"/>
                  </a:ext>
                </a:extLst>
              </p:cNvPr>
              <p:cNvGrpSpPr/>
              <p:nvPr/>
            </p:nvGrpSpPr>
            <p:grpSpPr>
              <a:xfrm>
                <a:off x="6173618" y="1886830"/>
                <a:ext cx="643048" cy="639583"/>
                <a:chOff x="-4211975" y="2046625"/>
                <a:chExt cx="292250" cy="290675"/>
              </a:xfrm>
              <a:grpFill/>
            </p:grpSpPr>
            <p:sp>
              <p:nvSpPr>
                <p:cNvPr id="176" name="Google Shape;12509;p89">
                  <a:extLst>
                    <a:ext uri="{FF2B5EF4-FFF2-40B4-BE49-F238E27FC236}">
                      <a16:creationId xmlns:a16="http://schemas.microsoft.com/office/drawing/2014/main" id="{349266C5-5333-00E9-934D-F7491676502C}"/>
                    </a:ext>
                  </a:extLst>
                </p:cNvPr>
                <p:cNvSpPr/>
                <p:nvPr/>
              </p:nvSpPr>
              <p:spPr>
                <a:xfrm>
                  <a:off x="-4211975" y="2081300"/>
                  <a:ext cx="256025" cy="25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10240" extrusionOk="0">
                      <a:moveTo>
                        <a:pt x="4758" y="693"/>
                      </a:moveTo>
                      <a:lnTo>
                        <a:pt x="4758" y="5167"/>
                      </a:lnTo>
                      <a:cubicBezTo>
                        <a:pt x="4758" y="5356"/>
                        <a:pt x="4916" y="5513"/>
                        <a:pt x="5105" y="5513"/>
                      </a:cubicBezTo>
                      <a:lnTo>
                        <a:pt x="9578" y="5513"/>
                      </a:lnTo>
                      <a:cubicBezTo>
                        <a:pt x="9358" y="7813"/>
                        <a:pt x="7436" y="9609"/>
                        <a:pt x="5105" y="9609"/>
                      </a:cubicBezTo>
                      <a:cubicBezTo>
                        <a:pt x="2679" y="9609"/>
                        <a:pt x="663" y="7593"/>
                        <a:pt x="663" y="5167"/>
                      </a:cubicBezTo>
                      <a:cubicBezTo>
                        <a:pt x="663" y="2835"/>
                        <a:pt x="2490" y="914"/>
                        <a:pt x="4758" y="693"/>
                      </a:cubicBezTo>
                      <a:close/>
                      <a:moveTo>
                        <a:pt x="5105" y="0"/>
                      </a:moveTo>
                      <a:cubicBezTo>
                        <a:pt x="2269" y="0"/>
                        <a:pt x="1" y="2300"/>
                        <a:pt x="1" y="5104"/>
                      </a:cubicBezTo>
                      <a:cubicBezTo>
                        <a:pt x="1" y="7939"/>
                        <a:pt x="2269" y="10239"/>
                        <a:pt x="5105" y="10239"/>
                      </a:cubicBezTo>
                      <a:cubicBezTo>
                        <a:pt x="7940" y="10239"/>
                        <a:pt x="10240" y="7939"/>
                        <a:pt x="10240" y="5104"/>
                      </a:cubicBezTo>
                      <a:cubicBezTo>
                        <a:pt x="10240" y="4978"/>
                        <a:pt x="10083" y="4820"/>
                        <a:pt x="9925" y="4820"/>
                      </a:cubicBezTo>
                      <a:lnTo>
                        <a:pt x="5483" y="4820"/>
                      </a:lnTo>
                      <a:lnTo>
                        <a:pt x="5483" y="347"/>
                      </a:lnTo>
                      <a:cubicBezTo>
                        <a:pt x="5483" y="158"/>
                        <a:pt x="5325" y="0"/>
                        <a:pt x="51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Google Shape;12510;p89">
                  <a:extLst>
                    <a:ext uri="{FF2B5EF4-FFF2-40B4-BE49-F238E27FC236}">
                      <a16:creationId xmlns:a16="http://schemas.microsoft.com/office/drawing/2014/main" id="{1F141F71-3E94-E76A-7A2F-5DE1A9F936A6}"/>
                    </a:ext>
                  </a:extLst>
                </p:cNvPr>
                <p:cNvSpPr/>
                <p:nvPr/>
              </p:nvSpPr>
              <p:spPr>
                <a:xfrm>
                  <a:off x="-4057600" y="2046625"/>
                  <a:ext cx="1378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5" h="5515" extrusionOk="0">
                      <a:moveTo>
                        <a:pt x="663" y="694"/>
                      </a:moveTo>
                      <a:cubicBezTo>
                        <a:pt x="2836" y="851"/>
                        <a:pt x="4601" y="2616"/>
                        <a:pt x="4758" y="4790"/>
                      </a:cubicBezTo>
                      <a:lnTo>
                        <a:pt x="663" y="4790"/>
                      </a:lnTo>
                      <a:lnTo>
                        <a:pt x="663" y="694"/>
                      </a:lnTo>
                      <a:close/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5168"/>
                      </a:lnTo>
                      <a:cubicBezTo>
                        <a:pt x="1" y="5357"/>
                        <a:pt x="158" y="5514"/>
                        <a:pt x="348" y="5514"/>
                      </a:cubicBezTo>
                      <a:lnTo>
                        <a:pt x="5168" y="5514"/>
                      </a:lnTo>
                      <a:cubicBezTo>
                        <a:pt x="5357" y="5514"/>
                        <a:pt x="5514" y="5357"/>
                        <a:pt x="5514" y="5168"/>
                      </a:cubicBezTo>
                      <a:cubicBezTo>
                        <a:pt x="5483" y="3750"/>
                        <a:pt x="4979" y="2490"/>
                        <a:pt x="3971" y="1513"/>
                      </a:cubicBezTo>
                      <a:cubicBezTo>
                        <a:pt x="2994" y="536"/>
                        <a:pt x="1734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53" name="Google Shape;12519;p89">
                <a:extLst>
                  <a:ext uri="{FF2B5EF4-FFF2-40B4-BE49-F238E27FC236}">
                    <a16:creationId xmlns:a16="http://schemas.microsoft.com/office/drawing/2014/main" id="{5B6C67EA-3A00-A44F-569B-E0C95A2173F5}"/>
                  </a:ext>
                </a:extLst>
              </p:cNvPr>
              <p:cNvSpPr/>
              <p:nvPr/>
            </p:nvSpPr>
            <p:spPr>
              <a:xfrm>
                <a:off x="10331675" y="1884054"/>
                <a:ext cx="60833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059" h="11721" extrusionOk="0">
                    <a:moveTo>
                      <a:pt x="1418" y="693"/>
                    </a:moveTo>
                    <a:lnTo>
                      <a:pt x="1418" y="1387"/>
                    </a:lnTo>
                    <a:lnTo>
                      <a:pt x="725" y="1387"/>
                    </a:lnTo>
                    <a:lnTo>
                      <a:pt x="725" y="693"/>
                    </a:lnTo>
                    <a:close/>
                    <a:moveTo>
                      <a:pt x="9011" y="693"/>
                    </a:moveTo>
                    <a:lnTo>
                      <a:pt x="9011" y="1387"/>
                    </a:lnTo>
                    <a:lnTo>
                      <a:pt x="8349" y="1387"/>
                    </a:lnTo>
                    <a:lnTo>
                      <a:pt x="8349" y="693"/>
                    </a:lnTo>
                    <a:close/>
                    <a:moveTo>
                      <a:pt x="7656" y="1324"/>
                    </a:moveTo>
                    <a:lnTo>
                      <a:pt x="7656" y="1670"/>
                    </a:lnTo>
                    <a:cubicBezTo>
                      <a:pt x="7656" y="1891"/>
                      <a:pt x="7813" y="2048"/>
                      <a:pt x="8034" y="2048"/>
                    </a:cubicBezTo>
                    <a:lnTo>
                      <a:pt x="8381" y="2048"/>
                    </a:lnTo>
                    <a:lnTo>
                      <a:pt x="8381" y="4222"/>
                    </a:lnTo>
                    <a:cubicBezTo>
                      <a:pt x="8255" y="4253"/>
                      <a:pt x="8160" y="4316"/>
                      <a:pt x="8034" y="4411"/>
                    </a:cubicBezTo>
                    <a:cubicBezTo>
                      <a:pt x="7845" y="4243"/>
                      <a:pt x="7614" y="4159"/>
                      <a:pt x="7369" y="4159"/>
                    </a:cubicBezTo>
                    <a:cubicBezTo>
                      <a:pt x="7246" y="4159"/>
                      <a:pt x="7120" y="4180"/>
                      <a:pt x="6994" y="4222"/>
                    </a:cubicBezTo>
                    <a:lnTo>
                      <a:pt x="6994" y="3088"/>
                    </a:lnTo>
                    <a:cubicBezTo>
                      <a:pt x="6994" y="2552"/>
                      <a:pt x="6522" y="2080"/>
                      <a:pt x="5986" y="2080"/>
                    </a:cubicBezTo>
                    <a:cubicBezTo>
                      <a:pt x="5419" y="2080"/>
                      <a:pt x="4947" y="2552"/>
                      <a:pt x="4947" y="3088"/>
                    </a:cubicBezTo>
                    <a:lnTo>
                      <a:pt x="4947" y="6459"/>
                    </a:lnTo>
                    <a:lnTo>
                      <a:pt x="4789" y="6301"/>
                    </a:lnTo>
                    <a:cubicBezTo>
                      <a:pt x="4600" y="6097"/>
                      <a:pt x="4340" y="5994"/>
                      <a:pt x="4076" y="5994"/>
                    </a:cubicBezTo>
                    <a:cubicBezTo>
                      <a:pt x="3812" y="5994"/>
                      <a:pt x="3545" y="6097"/>
                      <a:pt x="3340" y="6301"/>
                    </a:cubicBezTo>
                    <a:cubicBezTo>
                      <a:pt x="2962" y="6679"/>
                      <a:pt x="2962" y="7341"/>
                      <a:pt x="3340" y="7751"/>
                    </a:cubicBezTo>
                    <a:lnTo>
                      <a:pt x="3812" y="8223"/>
                    </a:lnTo>
                    <a:lnTo>
                      <a:pt x="2111" y="8223"/>
                    </a:lnTo>
                    <a:lnTo>
                      <a:pt x="2111" y="7908"/>
                    </a:lnTo>
                    <a:cubicBezTo>
                      <a:pt x="2111" y="7719"/>
                      <a:pt x="1954" y="7561"/>
                      <a:pt x="1765" y="7561"/>
                    </a:cubicBezTo>
                    <a:lnTo>
                      <a:pt x="1418" y="7561"/>
                    </a:lnTo>
                    <a:lnTo>
                      <a:pt x="1418" y="2048"/>
                    </a:lnTo>
                    <a:lnTo>
                      <a:pt x="1765" y="2048"/>
                    </a:lnTo>
                    <a:cubicBezTo>
                      <a:pt x="1954" y="2048"/>
                      <a:pt x="2111" y="1891"/>
                      <a:pt x="2111" y="1670"/>
                    </a:cubicBezTo>
                    <a:lnTo>
                      <a:pt x="2111" y="1324"/>
                    </a:lnTo>
                    <a:close/>
                    <a:moveTo>
                      <a:pt x="1418" y="8255"/>
                    </a:moveTo>
                    <a:lnTo>
                      <a:pt x="1418" y="8948"/>
                    </a:lnTo>
                    <a:lnTo>
                      <a:pt x="725" y="8948"/>
                    </a:lnTo>
                    <a:lnTo>
                      <a:pt x="725" y="8255"/>
                    </a:lnTo>
                    <a:close/>
                    <a:moveTo>
                      <a:pt x="5955" y="2836"/>
                    </a:moveTo>
                    <a:cubicBezTo>
                      <a:pt x="6144" y="2836"/>
                      <a:pt x="6301" y="2993"/>
                      <a:pt x="6301" y="3182"/>
                    </a:cubicBezTo>
                    <a:lnTo>
                      <a:pt x="6301" y="6616"/>
                    </a:lnTo>
                    <a:cubicBezTo>
                      <a:pt x="6301" y="6805"/>
                      <a:pt x="6459" y="6963"/>
                      <a:pt x="6648" y="6963"/>
                    </a:cubicBezTo>
                    <a:cubicBezTo>
                      <a:pt x="6837" y="6963"/>
                      <a:pt x="6994" y="6805"/>
                      <a:pt x="6994" y="6616"/>
                    </a:cubicBezTo>
                    <a:lnTo>
                      <a:pt x="6994" y="5230"/>
                    </a:lnTo>
                    <a:cubicBezTo>
                      <a:pt x="6994" y="5041"/>
                      <a:pt x="7152" y="4884"/>
                      <a:pt x="7372" y="4884"/>
                    </a:cubicBezTo>
                    <a:cubicBezTo>
                      <a:pt x="7561" y="4884"/>
                      <a:pt x="7719" y="5041"/>
                      <a:pt x="7719" y="5230"/>
                    </a:cubicBezTo>
                    <a:lnTo>
                      <a:pt x="7719" y="6616"/>
                    </a:lnTo>
                    <a:cubicBezTo>
                      <a:pt x="7719" y="6805"/>
                      <a:pt x="7876" y="6963"/>
                      <a:pt x="8066" y="6963"/>
                    </a:cubicBezTo>
                    <a:cubicBezTo>
                      <a:pt x="8255" y="6963"/>
                      <a:pt x="8412" y="6805"/>
                      <a:pt x="8412" y="6616"/>
                    </a:cubicBezTo>
                    <a:lnTo>
                      <a:pt x="8412" y="5230"/>
                    </a:lnTo>
                    <a:cubicBezTo>
                      <a:pt x="8412" y="5041"/>
                      <a:pt x="8570" y="4884"/>
                      <a:pt x="8790" y="4884"/>
                    </a:cubicBezTo>
                    <a:cubicBezTo>
                      <a:pt x="8979" y="4884"/>
                      <a:pt x="9137" y="5041"/>
                      <a:pt x="9137" y="5230"/>
                    </a:cubicBezTo>
                    <a:lnTo>
                      <a:pt x="9137" y="6616"/>
                    </a:lnTo>
                    <a:cubicBezTo>
                      <a:pt x="9137" y="6805"/>
                      <a:pt x="9294" y="6963"/>
                      <a:pt x="9483" y="6963"/>
                    </a:cubicBezTo>
                    <a:cubicBezTo>
                      <a:pt x="9672" y="6963"/>
                      <a:pt x="9830" y="6805"/>
                      <a:pt x="9830" y="6616"/>
                    </a:cubicBezTo>
                    <a:lnTo>
                      <a:pt x="9830" y="5955"/>
                    </a:lnTo>
                    <a:cubicBezTo>
                      <a:pt x="9704" y="5703"/>
                      <a:pt x="9861" y="5545"/>
                      <a:pt x="10019" y="5545"/>
                    </a:cubicBezTo>
                    <a:cubicBezTo>
                      <a:pt x="10239" y="5545"/>
                      <a:pt x="10397" y="5703"/>
                      <a:pt x="10397" y="5892"/>
                    </a:cubicBezTo>
                    <a:lnTo>
                      <a:pt x="10397" y="7057"/>
                    </a:lnTo>
                    <a:cubicBezTo>
                      <a:pt x="10397" y="8003"/>
                      <a:pt x="10176" y="8885"/>
                      <a:pt x="9830" y="9672"/>
                    </a:cubicBezTo>
                    <a:lnTo>
                      <a:pt x="6144" y="9672"/>
                    </a:lnTo>
                    <a:lnTo>
                      <a:pt x="3812" y="7372"/>
                    </a:lnTo>
                    <a:cubicBezTo>
                      <a:pt x="3686" y="7246"/>
                      <a:pt x="3686" y="6994"/>
                      <a:pt x="3812" y="6900"/>
                    </a:cubicBezTo>
                    <a:cubicBezTo>
                      <a:pt x="3875" y="6837"/>
                      <a:pt x="3962" y="6805"/>
                      <a:pt x="4049" y="6805"/>
                    </a:cubicBezTo>
                    <a:cubicBezTo>
                      <a:pt x="4135" y="6805"/>
                      <a:pt x="4222" y="6837"/>
                      <a:pt x="4285" y="6900"/>
                    </a:cubicBezTo>
                    <a:lnTo>
                      <a:pt x="5010" y="7593"/>
                    </a:lnTo>
                    <a:cubicBezTo>
                      <a:pt x="5075" y="7659"/>
                      <a:pt x="5163" y="7690"/>
                      <a:pt x="5251" y="7690"/>
                    </a:cubicBezTo>
                    <a:cubicBezTo>
                      <a:pt x="5415" y="7690"/>
                      <a:pt x="5577" y="7578"/>
                      <a:pt x="5577" y="7372"/>
                    </a:cubicBezTo>
                    <a:lnTo>
                      <a:pt x="5577" y="3182"/>
                    </a:lnTo>
                    <a:cubicBezTo>
                      <a:pt x="5577" y="2993"/>
                      <a:pt x="5734" y="2836"/>
                      <a:pt x="5955" y="2836"/>
                    </a:cubicBezTo>
                    <a:close/>
                    <a:moveTo>
                      <a:pt x="9672" y="10302"/>
                    </a:moveTo>
                    <a:lnTo>
                      <a:pt x="9672" y="10680"/>
                    </a:lnTo>
                    <a:cubicBezTo>
                      <a:pt x="9704" y="10869"/>
                      <a:pt x="9546" y="11027"/>
                      <a:pt x="9357" y="11027"/>
                    </a:cubicBezTo>
                    <a:lnTo>
                      <a:pt x="6616" y="11027"/>
                    </a:lnTo>
                    <a:cubicBezTo>
                      <a:pt x="6396" y="11027"/>
                      <a:pt x="6238" y="10869"/>
                      <a:pt x="6238" y="10680"/>
                    </a:cubicBezTo>
                    <a:lnTo>
                      <a:pt x="6238" y="10302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47" y="2080"/>
                    </a:cubicBezTo>
                    <a:lnTo>
                      <a:pt x="693" y="2080"/>
                    </a:lnTo>
                    <a:lnTo>
                      <a:pt x="693" y="7593"/>
                    </a:lnTo>
                    <a:lnTo>
                      <a:pt x="347" y="7593"/>
                    </a:lnTo>
                    <a:cubicBezTo>
                      <a:pt x="158" y="7593"/>
                      <a:pt x="0" y="7751"/>
                      <a:pt x="0" y="7940"/>
                    </a:cubicBezTo>
                    <a:lnTo>
                      <a:pt x="0" y="9326"/>
                    </a:lnTo>
                    <a:cubicBezTo>
                      <a:pt x="0" y="9515"/>
                      <a:pt x="158" y="9672"/>
                      <a:pt x="347" y="9672"/>
                    </a:cubicBezTo>
                    <a:lnTo>
                      <a:pt x="1733" y="9672"/>
                    </a:lnTo>
                    <a:cubicBezTo>
                      <a:pt x="1922" y="9672"/>
                      <a:pt x="2080" y="9515"/>
                      <a:pt x="2080" y="9326"/>
                    </a:cubicBezTo>
                    <a:lnTo>
                      <a:pt x="2080" y="8979"/>
                    </a:lnTo>
                    <a:lnTo>
                      <a:pt x="4442" y="8979"/>
                    </a:lnTo>
                    <a:lnTo>
                      <a:pt x="5577" y="10113"/>
                    </a:lnTo>
                    <a:lnTo>
                      <a:pt x="5577" y="10712"/>
                    </a:lnTo>
                    <a:cubicBezTo>
                      <a:pt x="5577" y="11248"/>
                      <a:pt x="6049" y="11720"/>
                      <a:pt x="6616" y="11720"/>
                    </a:cubicBezTo>
                    <a:lnTo>
                      <a:pt x="9357" y="11720"/>
                    </a:lnTo>
                    <a:cubicBezTo>
                      <a:pt x="9924" y="11720"/>
                      <a:pt x="10397" y="11248"/>
                      <a:pt x="10397" y="10712"/>
                    </a:cubicBezTo>
                    <a:lnTo>
                      <a:pt x="10397" y="10113"/>
                    </a:lnTo>
                    <a:cubicBezTo>
                      <a:pt x="10806" y="9200"/>
                      <a:pt x="11058" y="8160"/>
                      <a:pt x="11058" y="7026"/>
                    </a:cubicBezTo>
                    <a:lnTo>
                      <a:pt x="11058" y="5892"/>
                    </a:lnTo>
                    <a:cubicBezTo>
                      <a:pt x="11058" y="5325"/>
                      <a:pt x="10617" y="4884"/>
                      <a:pt x="10019" y="4884"/>
                    </a:cubicBezTo>
                    <a:cubicBezTo>
                      <a:pt x="9924" y="4884"/>
                      <a:pt x="9767" y="4915"/>
                      <a:pt x="9641" y="4947"/>
                    </a:cubicBezTo>
                    <a:cubicBezTo>
                      <a:pt x="9546" y="4632"/>
                      <a:pt x="9326" y="4379"/>
                      <a:pt x="9011" y="4253"/>
                    </a:cubicBezTo>
                    <a:lnTo>
                      <a:pt x="9011" y="2080"/>
                    </a:lnTo>
                    <a:lnTo>
                      <a:pt x="9357" y="2080"/>
                    </a:lnTo>
                    <a:cubicBezTo>
                      <a:pt x="9546" y="2080"/>
                      <a:pt x="9735" y="1922"/>
                      <a:pt x="9735" y="1733"/>
                    </a:cubicBezTo>
                    <a:lnTo>
                      <a:pt x="9735" y="347"/>
                    </a:lnTo>
                    <a:cubicBezTo>
                      <a:pt x="9735" y="158"/>
                      <a:pt x="9546" y="0"/>
                      <a:pt x="9357" y="0"/>
                    </a:cubicBezTo>
                    <a:lnTo>
                      <a:pt x="7971" y="0"/>
                    </a:lnTo>
                    <a:cubicBezTo>
                      <a:pt x="7782" y="0"/>
                      <a:pt x="7624" y="158"/>
                      <a:pt x="7624" y="347"/>
                    </a:cubicBezTo>
                    <a:lnTo>
                      <a:pt x="7624" y="693"/>
                    </a:lnTo>
                    <a:lnTo>
                      <a:pt x="2080" y="693"/>
                    </a:lnTo>
                    <a:lnTo>
                      <a:pt x="2080" y="347"/>
                    </a:lnTo>
                    <a:cubicBezTo>
                      <a:pt x="2080" y="158"/>
                      <a:pt x="1922" y="0"/>
                      <a:pt x="17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54" name="Google Shape;12532;p89">
                <a:extLst>
                  <a:ext uri="{FF2B5EF4-FFF2-40B4-BE49-F238E27FC236}">
                    <a16:creationId xmlns:a16="http://schemas.microsoft.com/office/drawing/2014/main" id="{00F83DB3-E137-1492-DDBC-801F170F51A3}"/>
                  </a:ext>
                </a:extLst>
              </p:cNvPr>
              <p:cNvGrpSpPr/>
              <p:nvPr/>
            </p:nvGrpSpPr>
            <p:grpSpPr>
              <a:xfrm>
                <a:off x="2875060" y="1885975"/>
                <a:ext cx="644752" cy="641288"/>
                <a:chOff x="-5635200" y="2037975"/>
                <a:chExt cx="293025" cy="291450"/>
              </a:xfrm>
              <a:grpFill/>
            </p:grpSpPr>
            <p:sp>
              <p:nvSpPr>
                <p:cNvPr id="174" name="Google Shape;12533;p89">
                  <a:extLst>
                    <a:ext uri="{FF2B5EF4-FFF2-40B4-BE49-F238E27FC236}">
                      <a16:creationId xmlns:a16="http://schemas.microsoft.com/office/drawing/2014/main" id="{23CF72CE-9F8C-BE53-7581-C490A9F33EBE}"/>
                    </a:ext>
                  </a:extLst>
                </p:cNvPr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Google Shape;12534;p89">
                  <a:extLst>
                    <a:ext uri="{FF2B5EF4-FFF2-40B4-BE49-F238E27FC236}">
                      <a16:creationId xmlns:a16="http://schemas.microsoft.com/office/drawing/2014/main" id="{518061BC-2081-2CC5-BF54-9AADD9E0F3B5}"/>
                    </a:ext>
                  </a:extLst>
                </p:cNvPr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4097" extrusionOk="0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5" name="Google Shape;12543;p89">
                <a:extLst>
                  <a:ext uri="{FF2B5EF4-FFF2-40B4-BE49-F238E27FC236}">
                    <a16:creationId xmlns:a16="http://schemas.microsoft.com/office/drawing/2014/main" id="{BEE826FF-0C64-6238-D2EA-D9317733DB17}"/>
                  </a:ext>
                </a:extLst>
              </p:cNvPr>
              <p:cNvGrpSpPr/>
              <p:nvPr/>
            </p:nvGrpSpPr>
            <p:grpSpPr>
              <a:xfrm>
                <a:off x="6983557" y="1885975"/>
                <a:ext cx="644752" cy="641288"/>
                <a:chOff x="-3854375" y="2046625"/>
                <a:chExt cx="293025" cy="291450"/>
              </a:xfrm>
              <a:grpFill/>
            </p:grpSpPr>
            <p:sp>
              <p:nvSpPr>
                <p:cNvPr id="172" name="Google Shape;12544;p89">
                  <a:extLst>
                    <a:ext uri="{FF2B5EF4-FFF2-40B4-BE49-F238E27FC236}">
                      <a16:creationId xmlns:a16="http://schemas.microsoft.com/office/drawing/2014/main" id="{291A5FDF-605B-774D-F8A4-4E45BA731F24}"/>
                    </a:ext>
                  </a:extLst>
                </p:cNvPr>
                <p:cNvSpPr/>
                <p:nvPr/>
              </p:nvSpPr>
              <p:spPr>
                <a:xfrm>
                  <a:off x="-3854375" y="20466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7624" y="694"/>
                      </a:moveTo>
                      <a:cubicBezTo>
                        <a:pt x="9515" y="694"/>
                        <a:pt x="11058" y="2206"/>
                        <a:pt x="11058" y="4096"/>
                      </a:cubicBezTo>
                      <a:cubicBezTo>
                        <a:pt x="11058" y="5987"/>
                        <a:pt x="9515" y="7530"/>
                        <a:pt x="7624" y="7530"/>
                      </a:cubicBezTo>
                      <a:cubicBezTo>
                        <a:pt x="5734" y="7530"/>
                        <a:pt x="4190" y="5987"/>
                        <a:pt x="4190" y="4096"/>
                      </a:cubicBezTo>
                      <a:cubicBezTo>
                        <a:pt x="4190" y="2206"/>
                        <a:pt x="5734" y="694"/>
                        <a:pt x="7624" y="694"/>
                      </a:cubicBezTo>
                      <a:close/>
                      <a:moveTo>
                        <a:pt x="3336" y="8066"/>
                      </a:moveTo>
                      <a:cubicBezTo>
                        <a:pt x="3426" y="8066"/>
                        <a:pt x="3513" y="8098"/>
                        <a:pt x="3560" y="8161"/>
                      </a:cubicBezTo>
                      <a:cubicBezTo>
                        <a:pt x="3686" y="8287"/>
                        <a:pt x="3686" y="8507"/>
                        <a:pt x="3560" y="8633"/>
                      </a:cubicBezTo>
                      <a:lnTo>
                        <a:pt x="1323" y="10870"/>
                      </a:lnTo>
                      <a:cubicBezTo>
                        <a:pt x="1260" y="10933"/>
                        <a:pt x="1174" y="10964"/>
                        <a:pt x="1087" y="10964"/>
                      </a:cubicBezTo>
                      <a:cubicBezTo>
                        <a:pt x="1001" y="10964"/>
                        <a:pt x="914" y="10933"/>
                        <a:pt x="851" y="10870"/>
                      </a:cubicBezTo>
                      <a:cubicBezTo>
                        <a:pt x="725" y="10744"/>
                        <a:pt x="725" y="10523"/>
                        <a:pt x="851" y="10397"/>
                      </a:cubicBezTo>
                      <a:lnTo>
                        <a:pt x="3088" y="8161"/>
                      </a:lnTo>
                      <a:cubicBezTo>
                        <a:pt x="3151" y="8098"/>
                        <a:pt x="3245" y="8066"/>
                        <a:pt x="3336" y="8066"/>
                      </a:cubicBezTo>
                      <a:close/>
                      <a:moveTo>
                        <a:pt x="7624" y="1"/>
                      </a:moveTo>
                      <a:cubicBezTo>
                        <a:pt x="5356" y="1"/>
                        <a:pt x="3529" y="1860"/>
                        <a:pt x="3529" y="4096"/>
                      </a:cubicBezTo>
                      <a:cubicBezTo>
                        <a:pt x="3529" y="5136"/>
                        <a:pt x="3875" y="6050"/>
                        <a:pt x="4505" y="6743"/>
                      </a:cubicBezTo>
                      <a:lnTo>
                        <a:pt x="3812" y="7467"/>
                      </a:lnTo>
                      <a:cubicBezTo>
                        <a:pt x="3661" y="7386"/>
                        <a:pt x="3500" y="7347"/>
                        <a:pt x="3342" y="7347"/>
                      </a:cubicBezTo>
                      <a:cubicBezTo>
                        <a:pt x="3074" y="7347"/>
                        <a:pt x="2813" y="7458"/>
                        <a:pt x="2615" y="7656"/>
                      </a:cubicBezTo>
                      <a:lnTo>
                        <a:pt x="378" y="9893"/>
                      </a:lnTo>
                      <a:cubicBezTo>
                        <a:pt x="0" y="10271"/>
                        <a:pt x="0" y="10964"/>
                        <a:pt x="378" y="11343"/>
                      </a:cubicBezTo>
                      <a:cubicBezTo>
                        <a:pt x="567" y="11532"/>
                        <a:pt x="851" y="11658"/>
                        <a:pt x="1103" y="11658"/>
                      </a:cubicBezTo>
                      <a:cubicBezTo>
                        <a:pt x="1355" y="11658"/>
                        <a:pt x="1607" y="11532"/>
                        <a:pt x="1796" y="11343"/>
                      </a:cubicBezTo>
                      <a:lnTo>
                        <a:pt x="4033" y="9106"/>
                      </a:lnTo>
                      <a:cubicBezTo>
                        <a:pt x="4348" y="8791"/>
                        <a:pt x="4442" y="8318"/>
                        <a:pt x="4253" y="7909"/>
                      </a:cubicBezTo>
                      <a:lnTo>
                        <a:pt x="4947" y="7215"/>
                      </a:lnTo>
                      <a:cubicBezTo>
                        <a:pt x="5671" y="7814"/>
                        <a:pt x="6616" y="8192"/>
                        <a:pt x="7593" y="8192"/>
                      </a:cubicBezTo>
                      <a:cubicBezTo>
                        <a:pt x="9861" y="8192"/>
                        <a:pt x="11689" y="6333"/>
                        <a:pt x="11689" y="4096"/>
                      </a:cubicBezTo>
                      <a:cubicBezTo>
                        <a:pt x="11720" y="1828"/>
                        <a:pt x="9861" y="1"/>
                        <a:pt x="76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Google Shape;12545;p89">
                  <a:extLst>
                    <a:ext uri="{FF2B5EF4-FFF2-40B4-BE49-F238E27FC236}">
                      <a16:creationId xmlns:a16="http://schemas.microsoft.com/office/drawing/2014/main" id="{3D443119-5C4B-764F-F300-BF9136978B8E}"/>
                    </a:ext>
                  </a:extLst>
                </p:cNvPr>
                <p:cNvSpPr/>
                <p:nvPr/>
              </p:nvSpPr>
              <p:spPr>
                <a:xfrm>
                  <a:off x="-3714975" y="2080500"/>
                  <a:ext cx="103200" cy="1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790" extrusionOk="0">
                      <a:moveTo>
                        <a:pt x="2048" y="694"/>
                      </a:moveTo>
                      <a:cubicBezTo>
                        <a:pt x="2458" y="694"/>
                        <a:pt x="2710" y="1009"/>
                        <a:pt x="2710" y="1387"/>
                      </a:cubicBezTo>
                      <a:cubicBezTo>
                        <a:pt x="2710" y="1765"/>
                        <a:pt x="2395" y="2048"/>
                        <a:pt x="2048" y="2048"/>
                      </a:cubicBezTo>
                      <a:cubicBezTo>
                        <a:pt x="1702" y="2048"/>
                        <a:pt x="1387" y="1733"/>
                        <a:pt x="1387" y="1387"/>
                      </a:cubicBezTo>
                      <a:cubicBezTo>
                        <a:pt x="1355" y="1009"/>
                        <a:pt x="1670" y="694"/>
                        <a:pt x="2048" y="694"/>
                      </a:cubicBezTo>
                      <a:close/>
                      <a:moveTo>
                        <a:pt x="2363" y="2741"/>
                      </a:moveTo>
                      <a:cubicBezTo>
                        <a:pt x="2931" y="2741"/>
                        <a:pt x="3403" y="3214"/>
                        <a:pt x="3403" y="3781"/>
                      </a:cubicBezTo>
                      <a:lnTo>
                        <a:pt x="3403" y="4128"/>
                      </a:lnTo>
                      <a:lnTo>
                        <a:pt x="662" y="4128"/>
                      </a:lnTo>
                      <a:lnTo>
                        <a:pt x="662" y="3781"/>
                      </a:lnTo>
                      <a:cubicBezTo>
                        <a:pt x="662" y="3214"/>
                        <a:pt x="1135" y="2741"/>
                        <a:pt x="1702" y="2741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02"/>
                        <a:pt x="788" y="2017"/>
                        <a:pt x="977" y="2237"/>
                      </a:cubicBezTo>
                      <a:cubicBezTo>
                        <a:pt x="410" y="2521"/>
                        <a:pt x="1" y="3119"/>
                        <a:pt x="1" y="3781"/>
                      </a:cubicBezTo>
                      <a:lnTo>
                        <a:pt x="1" y="4443"/>
                      </a:lnTo>
                      <a:cubicBezTo>
                        <a:pt x="1" y="4632"/>
                        <a:pt x="158" y="4789"/>
                        <a:pt x="347" y="4789"/>
                      </a:cubicBezTo>
                      <a:lnTo>
                        <a:pt x="3781" y="4789"/>
                      </a:lnTo>
                      <a:cubicBezTo>
                        <a:pt x="3970" y="4789"/>
                        <a:pt x="4128" y="4632"/>
                        <a:pt x="4128" y="4443"/>
                      </a:cubicBezTo>
                      <a:lnTo>
                        <a:pt x="4128" y="3781"/>
                      </a:lnTo>
                      <a:cubicBezTo>
                        <a:pt x="4096" y="3119"/>
                        <a:pt x="3718" y="2521"/>
                        <a:pt x="3120" y="2237"/>
                      </a:cubicBezTo>
                      <a:cubicBezTo>
                        <a:pt x="3309" y="2017"/>
                        <a:pt x="3435" y="1733"/>
                        <a:pt x="3435" y="1387"/>
                      </a:cubicBezTo>
                      <a:cubicBezTo>
                        <a:pt x="3435" y="631"/>
                        <a:pt x="2805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56" name="Google Shape;12552;p89">
                <a:extLst>
                  <a:ext uri="{FF2B5EF4-FFF2-40B4-BE49-F238E27FC236}">
                    <a16:creationId xmlns:a16="http://schemas.microsoft.com/office/drawing/2014/main" id="{F730B09A-AC44-853B-9E63-2B5756824E6B}"/>
                  </a:ext>
                </a:extLst>
              </p:cNvPr>
              <p:cNvSpPr/>
              <p:nvPr/>
            </p:nvSpPr>
            <p:spPr>
              <a:xfrm>
                <a:off x="11151816" y="1962933"/>
                <a:ext cx="642992" cy="486989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8853" extrusionOk="0">
                    <a:moveTo>
                      <a:pt x="1040" y="2709"/>
                    </a:moveTo>
                    <a:cubicBezTo>
                      <a:pt x="1229" y="2709"/>
                      <a:pt x="1386" y="2867"/>
                      <a:pt x="1386" y="3056"/>
                    </a:cubicBezTo>
                    <a:lnTo>
                      <a:pt x="1386" y="5828"/>
                    </a:lnTo>
                    <a:cubicBezTo>
                      <a:pt x="1386" y="6017"/>
                      <a:pt x="1229" y="6175"/>
                      <a:pt x="1040" y="6175"/>
                    </a:cubicBezTo>
                    <a:cubicBezTo>
                      <a:pt x="819" y="6175"/>
                      <a:pt x="662" y="6017"/>
                      <a:pt x="662" y="5828"/>
                    </a:cubicBezTo>
                    <a:lnTo>
                      <a:pt x="662" y="3056"/>
                    </a:lnTo>
                    <a:cubicBezTo>
                      <a:pt x="662" y="2867"/>
                      <a:pt x="819" y="2709"/>
                      <a:pt x="1040" y="2709"/>
                    </a:cubicBezTo>
                    <a:close/>
                    <a:moveTo>
                      <a:pt x="9641" y="1449"/>
                    </a:moveTo>
                    <a:lnTo>
                      <a:pt x="9641" y="7435"/>
                    </a:lnTo>
                    <a:lnTo>
                      <a:pt x="2079" y="5545"/>
                    </a:lnTo>
                    <a:lnTo>
                      <a:pt x="2079" y="3340"/>
                    </a:lnTo>
                    <a:lnTo>
                      <a:pt x="9641" y="1449"/>
                    </a:lnTo>
                    <a:close/>
                    <a:moveTo>
                      <a:pt x="3466" y="6616"/>
                    </a:moveTo>
                    <a:lnTo>
                      <a:pt x="6112" y="7278"/>
                    </a:lnTo>
                    <a:cubicBezTo>
                      <a:pt x="5954" y="7845"/>
                      <a:pt x="5450" y="8223"/>
                      <a:pt x="4820" y="8223"/>
                    </a:cubicBezTo>
                    <a:cubicBezTo>
                      <a:pt x="4064" y="8223"/>
                      <a:pt x="3434" y="7593"/>
                      <a:pt x="3434" y="6837"/>
                    </a:cubicBezTo>
                    <a:cubicBezTo>
                      <a:pt x="3434" y="6774"/>
                      <a:pt x="3434" y="6679"/>
                      <a:pt x="3466" y="6616"/>
                    </a:cubicBezTo>
                    <a:close/>
                    <a:moveTo>
                      <a:pt x="10680" y="662"/>
                    </a:moveTo>
                    <a:cubicBezTo>
                      <a:pt x="10869" y="662"/>
                      <a:pt x="11027" y="819"/>
                      <a:pt x="11027" y="1008"/>
                    </a:cubicBezTo>
                    <a:lnTo>
                      <a:pt x="11027" y="7876"/>
                    </a:lnTo>
                    <a:cubicBezTo>
                      <a:pt x="11027" y="8065"/>
                      <a:pt x="10869" y="8223"/>
                      <a:pt x="10680" y="8223"/>
                    </a:cubicBezTo>
                    <a:cubicBezTo>
                      <a:pt x="10491" y="8223"/>
                      <a:pt x="10334" y="8065"/>
                      <a:pt x="10334" y="7876"/>
                    </a:cubicBezTo>
                    <a:lnTo>
                      <a:pt x="10334" y="1008"/>
                    </a:lnTo>
                    <a:cubicBezTo>
                      <a:pt x="10334" y="819"/>
                      <a:pt x="10491" y="662"/>
                      <a:pt x="10680" y="662"/>
                    </a:cubicBezTo>
                    <a:close/>
                    <a:moveTo>
                      <a:pt x="10680" y="0"/>
                    </a:moveTo>
                    <a:cubicBezTo>
                      <a:pt x="10208" y="0"/>
                      <a:pt x="9798" y="315"/>
                      <a:pt x="9704" y="756"/>
                    </a:cubicBezTo>
                    <a:lnTo>
                      <a:pt x="1985" y="2678"/>
                    </a:lnTo>
                    <a:cubicBezTo>
                      <a:pt x="1827" y="2331"/>
                      <a:pt x="1449" y="2048"/>
                      <a:pt x="1040" y="2048"/>
                    </a:cubicBezTo>
                    <a:cubicBezTo>
                      <a:pt x="473" y="2048"/>
                      <a:pt x="0" y="2520"/>
                      <a:pt x="0" y="3056"/>
                    </a:cubicBezTo>
                    <a:lnTo>
                      <a:pt x="0" y="5828"/>
                    </a:lnTo>
                    <a:cubicBezTo>
                      <a:pt x="0" y="6364"/>
                      <a:pt x="473" y="6837"/>
                      <a:pt x="1040" y="6837"/>
                    </a:cubicBezTo>
                    <a:cubicBezTo>
                      <a:pt x="1449" y="6837"/>
                      <a:pt x="1827" y="6616"/>
                      <a:pt x="1985" y="6206"/>
                    </a:cubicBezTo>
                    <a:lnTo>
                      <a:pt x="2804" y="6427"/>
                    </a:lnTo>
                    <a:cubicBezTo>
                      <a:pt x="2772" y="6522"/>
                      <a:pt x="2772" y="6679"/>
                      <a:pt x="2772" y="6805"/>
                    </a:cubicBezTo>
                    <a:cubicBezTo>
                      <a:pt x="2772" y="7939"/>
                      <a:pt x="3655" y="8853"/>
                      <a:pt x="4820" y="8853"/>
                    </a:cubicBezTo>
                    <a:cubicBezTo>
                      <a:pt x="5324" y="8853"/>
                      <a:pt x="5828" y="8664"/>
                      <a:pt x="6175" y="8317"/>
                    </a:cubicBezTo>
                    <a:cubicBezTo>
                      <a:pt x="6459" y="8065"/>
                      <a:pt x="6648" y="7719"/>
                      <a:pt x="6774" y="7341"/>
                    </a:cubicBezTo>
                    <a:lnTo>
                      <a:pt x="9704" y="8065"/>
                    </a:lnTo>
                    <a:cubicBezTo>
                      <a:pt x="9798" y="8506"/>
                      <a:pt x="10208" y="8821"/>
                      <a:pt x="10680" y="8821"/>
                    </a:cubicBezTo>
                    <a:cubicBezTo>
                      <a:pt x="11216" y="8821"/>
                      <a:pt x="11688" y="8349"/>
                      <a:pt x="11688" y="7782"/>
                    </a:cubicBezTo>
                    <a:lnTo>
                      <a:pt x="11688" y="945"/>
                    </a:lnTo>
                    <a:cubicBezTo>
                      <a:pt x="11688" y="473"/>
                      <a:pt x="11279" y="0"/>
                      <a:pt x="10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57" name="Google Shape;12561;p89">
                <a:extLst>
                  <a:ext uri="{FF2B5EF4-FFF2-40B4-BE49-F238E27FC236}">
                    <a16:creationId xmlns:a16="http://schemas.microsoft.com/office/drawing/2014/main" id="{73DF1B55-F9F0-5C4F-DF4A-BDDC7F5FD980}"/>
                  </a:ext>
                </a:extLst>
              </p:cNvPr>
              <p:cNvGrpSpPr/>
              <p:nvPr/>
            </p:nvGrpSpPr>
            <p:grpSpPr>
              <a:xfrm>
                <a:off x="3710685" y="1885124"/>
                <a:ext cx="643048" cy="642992"/>
                <a:chOff x="-5276050" y="2037975"/>
                <a:chExt cx="292250" cy="292225"/>
              </a:xfrm>
              <a:grpFill/>
            </p:grpSpPr>
            <p:sp>
              <p:nvSpPr>
                <p:cNvPr id="169" name="Google Shape;12562;p89">
                  <a:extLst>
                    <a:ext uri="{FF2B5EF4-FFF2-40B4-BE49-F238E27FC236}">
                      <a16:creationId xmlns:a16="http://schemas.microsoft.com/office/drawing/2014/main" id="{0B2A27B0-7C50-35AA-815F-6DA8D9CE3C4D}"/>
                    </a:ext>
                  </a:extLst>
                </p:cNvPr>
                <p:cNvSpPr/>
                <p:nvPr/>
              </p:nvSpPr>
              <p:spPr>
                <a:xfrm>
                  <a:off x="-5102775" y="2211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0"/>
                      </a:moveTo>
                      <a:cubicBezTo>
                        <a:pt x="253" y="0"/>
                        <a:pt x="158" y="32"/>
                        <a:pt x="95" y="95"/>
                      </a:cubicBezTo>
                      <a:cubicBezTo>
                        <a:pt x="1" y="189"/>
                        <a:pt x="1" y="441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1" y="1544"/>
                        <a:pt x="1" y="1765"/>
                        <a:pt x="95" y="1891"/>
                      </a:cubicBezTo>
                      <a:cubicBezTo>
                        <a:pt x="158" y="1954"/>
                        <a:pt x="253" y="1985"/>
                        <a:pt x="343" y="1985"/>
                      </a:cubicBezTo>
                      <a:cubicBezTo>
                        <a:pt x="434" y="1985"/>
                        <a:pt x="521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600" y="1985"/>
                        <a:pt x="1686" y="1985"/>
                      </a:cubicBezTo>
                      <a:cubicBezTo>
                        <a:pt x="1773" y="1985"/>
                        <a:pt x="1860" y="1954"/>
                        <a:pt x="1923" y="1891"/>
                      </a:cubicBezTo>
                      <a:cubicBezTo>
                        <a:pt x="2049" y="1765"/>
                        <a:pt x="2049" y="1544"/>
                        <a:pt x="1923" y="1418"/>
                      </a:cubicBezTo>
                      <a:lnTo>
                        <a:pt x="1482" y="977"/>
                      </a:lnTo>
                      <a:lnTo>
                        <a:pt x="1923" y="536"/>
                      </a:lnTo>
                      <a:cubicBezTo>
                        <a:pt x="2049" y="441"/>
                        <a:pt x="2049" y="189"/>
                        <a:pt x="1923" y="95"/>
                      </a:cubicBezTo>
                      <a:cubicBezTo>
                        <a:pt x="1860" y="32"/>
                        <a:pt x="1773" y="0"/>
                        <a:pt x="1686" y="0"/>
                      </a:cubicBezTo>
                      <a:cubicBezTo>
                        <a:pt x="1600" y="0"/>
                        <a:pt x="1513" y="32"/>
                        <a:pt x="1450" y="95"/>
                      </a:cubicBezTo>
                      <a:lnTo>
                        <a:pt x="1009" y="504"/>
                      </a:lnTo>
                      <a:lnTo>
                        <a:pt x="568" y="95"/>
                      </a:lnTo>
                      <a:cubicBezTo>
                        <a:pt x="521" y="32"/>
                        <a:pt x="434" y="0"/>
                        <a:pt x="3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Google Shape;12563;p89">
                  <a:extLst>
                    <a:ext uri="{FF2B5EF4-FFF2-40B4-BE49-F238E27FC236}">
                      <a16:creationId xmlns:a16="http://schemas.microsoft.com/office/drawing/2014/main" id="{A946C451-AE31-DFBB-9CEA-E0FFC293A6F5}"/>
                    </a:ext>
                  </a:extLst>
                </p:cNvPr>
                <p:cNvSpPr/>
                <p:nvPr/>
              </p:nvSpPr>
              <p:spPr>
                <a:xfrm>
                  <a:off x="-5224050" y="2107875"/>
                  <a:ext cx="512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93" extrusionOk="0">
                      <a:moveTo>
                        <a:pt x="351" y="0"/>
                      </a:moveTo>
                      <a:cubicBezTo>
                        <a:pt x="260" y="0"/>
                        <a:pt x="173" y="24"/>
                        <a:pt x="126" y="71"/>
                      </a:cubicBezTo>
                      <a:cubicBezTo>
                        <a:pt x="0" y="197"/>
                        <a:pt x="0" y="449"/>
                        <a:pt x="126" y="544"/>
                      </a:cubicBezTo>
                      <a:lnTo>
                        <a:pt x="536" y="985"/>
                      </a:lnTo>
                      <a:lnTo>
                        <a:pt x="126" y="1426"/>
                      </a:lnTo>
                      <a:cubicBezTo>
                        <a:pt x="0" y="1552"/>
                        <a:pt x="0" y="1772"/>
                        <a:pt x="126" y="1898"/>
                      </a:cubicBezTo>
                      <a:cubicBezTo>
                        <a:pt x="173" y="1961"/>
                        <a:pt x="260" y="1993"/>
                        <a:pt x="351" y="1993"/>
                      </a:cubicBezTo>
                      <a:cubicBezTo>
                        <a:pt x="441" y="1993"/>
                        <a:pt x="536" y="1961"/>
                        <a:pt x="599" y="1898"/>
                      </a:cubicBezTo>
                      <a:lnTo>
                        <a:pt x="1008" y="1457"/>
                      </a:lnTo>
                      <a:lnTo>
                        <a:pt x="1449" y="1898"/>
                      </a:lnTo>
                      <a:cubicBezTo>
                        <a:pt x="1512" y="1961"/>
                        <a:pt x="1599" y="1993"/>
                        <a:pt x="1686" y="1993"/>
                      </a:cubicBezTo>
                      <a:cubicBezTo>
                        <a:pt x="1772" y="1993"/>
                        <a:pt x="1859" y="1961"/>
                        <a:pt x="1922" y="1898"/>
                      </a:cubicBezTo>
                      <a:cubicBezTo>
                        <a:pt x="2048" y="1772"/>
                        <a:pt x="2048" y="1520"/>
                        <a:pt x="1922" y="1426"/>
                      </a:cubicBezTo>
                      <a:lnTo>
                        <a:pt x="1481" y="985"/>
                      </a:lnTo>
                      <a:lnTo>
                        <a:pt x="1922" y="544"/>
                      </a:lnTo>
                      <a:cubicBezTo>
                        <a:pt x="2048" y="449"/>
                        <a:pt x="2048" y="197"/>
                        <a:pt x="1922" y="71"/>
                      </a:cubicBezTo>
                      <a:cubicBezTo>
                        <a:pt x="1875" y="24"/>
                        <a:pt x="1788" y="0"/>
                        <a:pt x="1697" y="0"/>
                      </a:cubicBezTo>
                      <a:cubicBezTo>
                        <a:pt x="1607" y="0"/>
                        <a:pt x="1512" y="24"/>
                        <a:pt x="1449" y="71"/>
                      </a:cubicBezTo>
                      <a:lnTo>
                        <a:pt x="1008" y="512"/>
                      </a:lnTo>
                      <a:lnTo>
                        <a:pt x="599" y="71"/>
                      </a:lnTo>
                      <a:cubicBezTo>
                        <a:pt x="536" y="24"/>
                        <a:pt x="441" y="0"/>
                        <a:pt x="3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Google Shape;12564;p89">
                  <a:extLst>
                    <a:ext uri="{FF2B5EF4-FFF2-40B4-BE49-F238E27FC236}">
                      <a16:creationId xmlns:a16="http://schemas.microsoft.com/office/drawing/2014/main" id="{DA238B8A-CB82-00BA-9685-BB830215F9BE}"/>
                    </a:ext>
                  </a:extLst>
                </p:cNvPr>
                <p:cNvSpPr/>
                <p:nvPr/>
              </p:nvSpPr>
              <p:spPr>
                <a:xfrm>
                  <a:off x="-5276050" y="2037975"/>
                  <a:ext cx="2922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0" h="11689" extrusionOk="0">
                      <a:moveTo>
                        <a:pt x="10334" y="3119"/>
                      </a:moveTo>
                      <a:cubicBezTo>
                        <a:pt x="10712" y="3119"/>
                        <a:pt x="11028" y="3403"/>
                        <a:pt x="11028" y="3781"/>
                      </a:cubicBezTo>
                      <a:cubicBezTo>
                        <a:pt x="11028" y="4190"/>
                        <a:pt x="10712" y="4442"/>
                        <a:pt x="10334" y="4442"/>
                      </a:cubicBezTo>
                      <a:cubicBezTo>
                        <a:pt x="9956" y="4442"/>
                        <a:pt x="9673" y="4127"/>
                        <a:pt x="9673" y="3781"/>
                      </a:cubicBezTo>
                      <a:cubicBezTo>
                        <a:pt x="9673" y="3403"/>
                        <a:pt x="9988" y="3119"/>
                        <a:pt x="10334" y="3119"/>
                      </a:cubicBezTo>
                      <a:close/>
                      <a:moveTo>
                        <a:pt x="4443" y="7593"/>
                      </a:moveTo>
                      <a:cubicBezTo>
                        <a:pt x="4853" y="7593"/>
                        <a:pt x="5105" y="7908"/>
                        <a:pt x="5105" y="8255"/>
                      </a:cubicBezTo>
                      <a:cubicBezTo>
                        <a:pt x="5105" y="8664"/>
                        <a:pt x="4790" y="8948"/>
                        <a:pt x="4443" y="8948"/>
                      </a:cubicBezTo>
                      <a:cubicBezTo>
                        <a:pt x="4065" y="8948"/>
                        <a:pt x="3781" y="8633"/>
                        <a:pt x="3781" y="8255"/>
                      </a:cubicBezTo>
                      <a:cubicBezTo>
                        <a:pt x="3781" y="7876"/>
                        <a:pt x="4096" y="7593"/>
                        <a:pt x="4443" y="7593"/>
                      </a:cubicBezTo>
                      <a:close/>
                      <a:moveTo>
                        <a:pt x="5829" y="725"/>
                      </a:moveTo>
                      <a:cubicBezTo>
                        <a:pt x="7341" y="725"/>
                        <a:pt x="8822" y="1386"/>
                        <a:pt x="9799" y="2521"/>
                      </a:cubicBezTo>
                      <a:cubicBezTo>
                        <a:pt x="9326" y="2710"/>
                        <a:pt x="8980" y="3245"/>
                        <a:pt x="8980" y="3781"/>
                      </a:cubicBezTo>
                      <a:cubicBezTo>
                        <a:pt x="8980" y="3718"/>
                        <a:pt x="8917" y="3623"/>
                        <a:pt x="8885" y="3560"/>
                      </a:cubicBezTo>
                      <a:lnTo>
                        <a:pt x="8854" y="3497"/>
                      </a:lnTo>
                      <a:lnTo>
                        <a:pt x="8192" y="2836"/>
                      </a:lnTo>
                      <a:cubicBezTo>
                        <a:pt x="8129" y="2773"/>
                        <a:pt x="8035" y="2741"/>
                        <a:pt x="7944" y="2741"/>
                      </a:cubicBezTo>
                      <a:cubicBezTo>
                        <a:pt x="7853" y="2741"/>
                        <a:pt x="7767" y="2773"/>
                        <a:pt x="7719" y="2836"/>
                      </a:cubicBezTo>
                      <a:cubicBezTo>
                        <a:pt x="7593" y="2962"/>
                        <a:pt x="7593" y="3182"/>
                        <a:pt x="7719" y="3308"/>
                      </a:cubicBezTo>
                      <a:lnTo>
                        <a:pt x="7814" y="3434"/>
                      </a:lnTo>
                      <a:cubicBezTo>
                        <a:pt x="6869" y="3466"/>
                        <a:pt x="5987" y="3875"/>
                        <a:pt x="5262" y="4568"/>
                      </a:cubicBezTo>
                      <a:cubicBezTo>
                        <a:pt x="4600" y="5230"/>
                        <a:pt x="4254" y="6081"/>
                        <a:pt x="4159" y="6963"/>
                      </a:cubicBezTo>
                      <a:cubicBezTo>
                        <a:pt x="3561" y="7120"/>
                        <a:pt x="3151" y="7656"/>
                        <a:pt x="3151" y="8318"/>
                      </a:cubicBezTo>
                      <a:cubicBezTo>
                        <a:pt x="3151" y="9074"/>
                        <a:pt x="3781" y="9704"/>
                        <a:pt x="4506" y="9704"/>
                      </a:cubicBezTo>
                      <a:cubicBezTo>
                        <a:pt x="5262" y="9704"/>
                        <a:pt x="5892" y="9074"/>
                        <a:pt x="5892" y="8318"/>
                      </a:cubicBezTo>
                      <a:cubicBezTo>
                        <a:pt x="5892" y="7687"/>
                        <a:pt x="5451" y="7120"/>
                        <a:pt x="4884" y="6963"/>
                      </a:cubicBezTo>
                      <a:cubicBezTo>
                        <a:pt x="5042" y="5482"/>
                        <a:pt x="6302" y="4222"/>
                        <a:pt x="7814" y="4127"/>
                      </a:cubicBezTo>
                      <a:lnTo>
                        <a:pt x="7814" y="4127"/>
                      </a:lnTo>
                      <a:lnTo>
                        <a:pt x="7751" y="4222"/>
                      </a:lnTo>
                      <a:cubicBezTo>
                        <a:pt x="7625" y="4348"/>
                        <a:pt x="7625" y="4568"/>
                        <a:pt x="7751" y="4694"/>
                      </a:cubicBezTo>
                      <a:cubicBezTo>
                        <a:pt x="7814" y="4757"/>
                        <a:pt x="7901" y="4789"/>
                        <a:pt x="7987" y="4789"/>
                      </a:cubicBezTo>
                      <a:cubicBezTo>
                        <a:pt x="8074" y="4789"/>
                        <a:pt x="8161" y="4757"/>
                        <a:pt x="8224" y="4694"/>
                      </a:cubicBezTo>
                      <a:lnTo>
                        <a:pt x="8885" y="4033"/>
                      </a:lnTo>
                      <a:cubicBezTo>
                        <a:pt x="8980" y="3938"/>
                        <a:pt x="9011" y="3875"/>
                        <a:pt x="9011" y="3781"/>
                      </a:cubicBezTo>
                      <a:cubicBezTo>
                        <a:pt x="9011" y="4537"/>
                        <a:pt x="9641" y="5167"/>
                        <a:pt x="10397" y="5167"/>
                      </a:cubicBezTo>
                      <a:cubicBezTo>
                        <a:pt x="10618" y="5167"/>
                        <a:pt x="10807" y="5136"/>
                        <a:pt x="11028" y="5010"/>
                      </a:cubicBezTo>
                      <a:cubicBezTo>
                        <a:pt x="11059" y="5293"/>
                        <a:pt x="11091" y="5545"/>
                        <a:pt x="11091" y="5829"/>
                      </a:cubicBezTo>
                      <a:cubicBezTo>
                        <a:pt x="11028" y="8696"/>
                        <a:pt x="8696" y="11027"/>
                        <a:pt x="5829" y="11027"/>
                      </a:cubicBezTo>
                      <a:cubicBezTo>
                        <a:pt x="2994" y="11027"/>
                        <a:pt x="694" y="8696"/>
                        <a:pt x="694" y="5829"/>
                      </a:cubicBezTo>
                      <a:cubicBezTo>
                        <a:pt x="694" y="2993"/>
                        <a:pt x="2994" y="725"/>
                        <a:pt x="5829" y="725"/>
                      </a:cubicBezTo>
                      <a:close/>
                      <a:moveTo>
                        <a:pt x="5829" y="0"/>
                      </a:moveTo>
                      <a:cubicBezTo>
                        <a:pt x="2584" y="0"/>
                        <a:pt x="1" y="2615"/>
                        <a:pt x="1" y="5829"/>
                      </a:cubicBezTo>
                      <a:cubicBezTo>
                        <a:pt x="1" y="7404"/>
                        <a:pt x="599" y="8853"/>
                        <a:pt x="1702" y="9956"/>
                      </a:cubicBezTo>
                      <a:cubicBezTo>
                        <a:pt x="2773" y="11058"/>
                        <a:pt x="4254" y="11689"/>
                        <a:pt x="5829" y="11689"/>
                      </a:cubicBezTo>
                      <a:cubicBezTo>
                        <a:pt x="6617" y="11689"/>
                        <a:pt x="7341" y="11531"/>
                        <a:pt x="8098" y="11216"/>
                      </a:cubicBezTo>
                      <a:cubicBezTo>
                        <a:pt x="8822" y="10901"/>
                        <a:pt x="9452" y="10523"/>
                        <a:pt x="9956" y="9956"/>
                      </a:cubicBezTo>
                      <a:cubicBezTo>
                        <a:pt x="10492" y="9420"/>
                        <a:pt x="10901" y="8790"/>
                        <a:pt x="11217" y="8128"/>
                      </a:cubicBezTo>
                      <a:cubicBezTo>
                        <a:pt x="11532" y="7404"/>
                        <a:pt x="11689" y="6616"/>
                        <a:pt x="11689" y="5829"/>
                      </a:cubicBezTo>
                      <a:cubicBezTo>
                        <a:pt x="11689" y="5356"/>
                        <a:pt x="11658" y="4884"/>
                        <a:pt x="11532" y="4442"/>
                      </a:cubicBezTo>
                      <a:cubicBezTo>
                        <a:pt x="11595" y="4253"/>
                        <a:pt x="11689" y="4033"/>
                        <a:pt x="11689" y="3781"/>
                      </a:cubicBezTo>
                      <a:cubicBezTo>
                        <a:pt x="11689" y="3119"/>
                        <a:pt x="11217" y="2552"/>
                        <a:pt x="10586" y="2458"/>
                      </a:cubicBezTo>
                      <a:cubicBezTo>
                        <a:pt x="9484" y="945"/>
                        <a:pt x="7719" y="0"/>
                        <a:pt x="58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8" name="Google Shape;12567;p89">
                <a:extLst>
                  <a:ext uri="{FF2B5EF4-FFF2-40B4-BE49-F238E27FC236}">
                    <a16:creationId xmlns:a16="http://schemas.microsoft.com/office/drawing/2014/main" id="{E2E31AE2-0E2D-8CBC-7695-E8CB03067AA0}"/>
                  </a:ext>
                </a:extLst>
              </p:cNvPr>
              <p:cNvGrpSpPr/>
              <p:nvPr/>
            </p:nvGrpSpPr>
            <p:grpSpPr>
              <a:xfrm>
                <a:off x="7915085" y="1885975"/>
                <a:ext cx="493975" cy="641288"/>
                <a:chOff x="-3462150" y="2046625"/>
                <a:chExt cx="224500" cy="291450"/>
              </a:xfrm>
              <a:grpFill/>
            </p:grpSpPr>
            <p:sp>
              <p:nvSpPr>
                <p:cNvPr id="162" name="Google Shape;12568;p89">
                  <a:extLst>
                    <a:ext uri="{FF2B5EF4-FFF2-40B4-BE49-F238E27FC236}">
                      <a16:creationId xmlns:a16="http://schemas.microsoft.com/office/drawing/2014/main" id="{A276ACC1-899A-9B4A-A791-11E8CCE7CE34}"/>
                    </a:ext>
                  </a:extLst>
                </p:cNvPr>
                <p:cNvSpPr/>
                <p:nvPr/>
              </p:nvSpPr>
              <p:spPr>
                <a:xfrm>
                  <a:off x="-3425125" y="2253000"/>
                  <a:ext cx="512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17" extrusionOk="0">
                      <a:moveTo>
                        <a:pt x="1009" y="662"/>
                      </a:moveTo>
                      <a:cubicBezTo>
                        <a:pt x="1198" y="662"/>
                        <a:pt x="1355" y="819"/>
                        <a:pt x="1355" y="1008"/>
                      </a:cubicBezTo>
                      <a:cubicBezTo>
                        <a:pt x="1355" y="1197"/>
                        <a:pt x="1166" y="1355"/>
                        <a:pt x="1009" y="1355"/>
                      </a:cubicBezTo>
                      <a:cubicBezTo>
                        <a:pt x="820" y="1355"/>
                        <a:pt x="662" y="1197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0" y="441"/>
                        <a:pt x="0" y="1008"/>
                      </a:cubicBezTo>
                      <a:cubicBezTo>
                        <a:pt x="0" y="1575"/>
                        <a:pt x="473" y="2016"/>
                        <a:pt x="1009" y="2016"/>
                      </a:cubicBezTo>
                      <a:cubicBezTo>
                        <a:pt x="1576" y="2016"/>
                        <a:pt x="2048" y="1575"/>
                        <a:pt x="2048" y="1008"/>
                      </a:cubicBezTo>
                      <a:cubicBezTo>
                        <a:pt x="2048" y="441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Google Shape;12569;p89">
                  <a:extLst>
                    <a:ext uri="{FF2B5EF4-FFF2-40B4-BE49-F238E27FC236}">
                      <a16:creationId xmlns:a16="http://schemas.microsoft.com/office/drawing/2014/main" id="{3F3D47FE-9AA3-6C23-0E7D-D02E22937FCA}"/>
                    </a:ext>
                  </a:extLst>
                </p:cNvPr>
                <p:cNvSpPr/>
                <p:nvPr/>
              </p:nvSpPr>
              <p:spPr>
                <a:xfrm>
                  <a:off x="-3425125" y="2116725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190"/>
                        <a:pt x="0" y="442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0" y="1544"/>
                        <a:pt x="0" y="1765"/>
                        <a:pt x="95" y="1891"/>
                      </a:cubicBezTo>
                      <a:cubicBezTo>
                        <a:pt x="158" y="1954"/>
                        <a:pt x="252" y="1986"/>
                        <a:pt x="343" y="1986"/>
                      </a:cubicBezTo>
                      <a:cubicBezTo>
                        <a:pt x="434" y="1986"/>
                        <a:pt x="520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6"/>
                        <a:pt x="1686" y="1986"/>
                      </a:cubicBezTo>
                      <a:cubicBezTo>
                        <a:pt x="1773" y="1986"/>
                        <a:pt x="1859" y="1954"/>
                        <a:pt x="1922" y="1891"/>
                      </a:cubicBezTo>
                      <a:cubicBezTo>
                        <a:pt x="2048" y="1765"/>
                        <a:pt x="2048" y="1544"/>
                        <a:pt x="1922" y="1418"/>
                      </a:cubicBezTo>
                      <a:lnTo>
                        <a:pt x="1481" y="977"/>
                      </a:lnTo>
                      <a:lnTo>
                        <a:pt x="1922" y="536"/>
                      </a:lnTo>
                      <a:cubicBezTo>
                        <a:pt x="2048" y="442"/>
                        <a:pt x="2048" y="190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05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Google Shape;12570;p89">
                  <a:extLst>
                    <a:ext uri="{FF2B5EF4-FFF2-40B4-BE49-F238E27FC236}">
                      <a16:creationId xmlns:a16="http://schemas.microsoft.com/office/drawing/2014/main" id="{0C4C1DE3-12F0-7493-43D0-44189BE613D4}"/>
                    </a:ext>
                  </a:extLst>
                </p:cNvPr>
                <p:cNvSpPr/>
                <p:nvPr/>
              </p:nvSpPr>
              <p:spPr>
                <a:xfrm>
                  <a:off x="-3425125" y="2185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536" y="1009"/>
                      </a:lnTo>
                      <a:lnTo>
                        <a:pt x="95" y="1418"/>
                      </a:lnTo>
                      <a:cubicBezTo>
                        <a:pt x="0" y="1544"/>
                        <a:pt x="0" y="1796"/>
                        <a:pt x="95" y="1891"/>
                      </a:cubicBezTo>
                      <a:cubicBezTo>
                        <a:pt x="158" y="1954"/>
                        <a:pt x="252" y="1985"/>
                        <a:pt x="343" y="1985"/>
                      </a:cubicBezTo>
                      <a:cubicBezTo>
                        <a:pt x="434" y="1985"/>
                        <a:pt x="520" y="1954"/>
                        <a:pt x="568" y="1891"/>
                      </a:cubicBezTo>
                      <a:lnTo>
                        <a:pt x="1009" y="1481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5"/>
                        <a:pt x="1686" y="1985"/>
                      </a:cubicBezTo>
                      <a:cubicBezTo>
                        <a:pt x="1773" y="1985"/>
                        <a:pt x="1859" y="1954"/>
                        <a:pt x="1922" y="1891"/>
                      </a:cubicBezTo>
                      <a:cubicBezTo>
                        <a:pt x="2048" y="1796"/>
                        <a:pt x="2048" y="1544"/>
                        <a:pt x="1922" y="1418"/>
                      </a:cubicBezTo>
                      <a:lnTo>
                        <a:pt x="1481" y="1009"/>
                      </a:lnTo>
                      <a:lnTo>
                        <a:pt x="1922" y="568"/>
                      </a:lnTo>
                      <a:cubicBezTo>
                        <a:pt x="2048" y="410"/>
                        <a:pt x="2048" y="221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36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Google Shape;12571;p89">
                  <a:extLst>
                    <a:ext uri="{FF2B5EF4-FFF2-40B4-BE49-F238E27FC236}">
                      <a16:creationId xmlns:a16="http://schemas.microsoft.com/office/drawing/2014/main" id="{DAFFD6F8-F487-9784-5A86-598B83C74C3C}"/>
                    </a:ext>
                  </a:extLst>
                </p:cNvPr>
                <p:cNvSpPr/>
                <p:nvPr/>
              </p:nvSpPr>
              <p:spPr>
                <a:xfrm>
                  <a:off x="-3462150" y="2046625"/>
                  <a:ext cx="2245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8" extrusionOk="0">
                      <a:moveTo>
                        <a:pt x="5924" y="694"/>
                      </a:moveTo>
                      <a:cubicBezTo>
                        <a:pt x="6113" y="694"/>
                        <a:pt x="6270" y="851"/>
                        <a:pt x="6270" y="1040"/>
                      </a:cubicBezTo>
                      <a:cubicBezTo>
                        <a:pt x="6270" y="1229"/>
                        <a:pt x="6113" y="1387"/>
                        <a:pt x="5924" y="1387"/>
                      </a:cubicBezTo>
                      <a:lnTo>
                        <a:pt x="3151" y="1387"/>
                      </a:lnTo>
                      <a:cubicBezTo>
                        <a:pt x="2962" y="1387"/>
                        <a:pt x="2805" y="1229"/>
                        <a:pt x="2805" y="1040"/>
                      </a:cubicBezTo>
                      <a:cubicBezTo>
                        <a:pt x="2805" y="851"/>
                        <a:pt x="2962" y="694"/>
                        <a:pt x="3151" y="694"/>
                      </a:cubicBezTo>
                      <a:close/>
                      <a:moveTo>
                        <a:pt x="8034" y="1356"/>
                      </a:moveTo>
                      <a:cubicBezTo>
                        <a:pt x="8255" y="1356"/>
                        <a:pt x="8413" y="1513"/>
                        <a:pt x="8413" y="1702"/>
                      </a:cubicBezTo>
                      <a:lnTo>
                        <a:pt x="8413" y="10649"/>
                      </a:lnTo>
                      <a:lnTo>
                        <a:pt x="8287" y="10649"/>
                      </a:lnTo>
                      <a:cubicBezTo>
                        <a:pt x="8287" y="10838"/>
                        <a:pt x="8129" y="10996"/>
                        <a:pt x="7940" y="10996"/>
                      </a:cubicBezTo>
                      <a:lnTo>
                        <a:pt x="1103" y="10996"/>
                      </a:lnTo>
                      <a:cubicBezTo>
                        <a:pt x="914" y="10996"/>
                        <a:pt x="757" y="10838"/>
                        <a:pt x="757" y="10649"/>
                      </a:cubicBezTo>
                      <a:lnTo>
                        <a:pt x="757" y="1702"/>
                      </a:lnTo>
                      <a:cubicBezTo>
                        <a:pt x="757" y="1513"/>
                        <a:pt x="914" y="1356"/>
                        <a:pt x="1103" y="1356"/>
                      </a:cubicBezTo>
                      <a:lnTo>
                        <a:pt x="2206" y="1356"/>
                      </a:lnTo>
                      <a:cubicBezTo>
                        <a:pt x="2364" y="1734"/>
                        <a:pt x="2742" y="2017"/>
                        <a:pt x="3214" y="2017"/>
                      </a:cubicBezTo>
                      <a:lnTo>
                        <a:pt x="5955" y="2017"/>
                      </a:lnTo>
                      <a:cubicBezTo>
                        <a:pt x="6396" y="2017"/>
                        <a:pt x="6774" y="1734"/>
                        <a:pt x="6932" y="1356"/>
                      </a:cubicBezTo>
                      <a:close/>
                      <a:moveTo>
                        <a:pt x="3120" y="1"/>
                      </a:moveTo>
                      <a:cubicBezTo>
                        <a:pt x="2679" y="1"/>
                        <a:pt x="2301" y="284"/>
                        <a:pt x="2143" y="694"/>
                      </a:cubicBezTo>
                      <a:lnTo>
                        <a:pt x="1040" y="694"/>
                      </a:lnTo>
                      <a:cubicBezTo>
                        <a:pt x="473" y="694"/>
                        <a:pt x="1" y="1166"/>
                        <a:pt x="1" y="1702"/>
                      </a:cubicBezTo>
                      <a:lnTo>
                        <a:pt x="1" y="10649"/>
                      </a:lnTo>
                      <a:cubicBezTo>
                        <a:pt x="1" y="11185"/>
                        <a:pt x="473" y="11658"/>
                        <a:pt x="1040" y="11658"/>
                      </a:cubicBezTo>
                      <a:lnTo>
                        <a:pt x="7877" y="11658"/>
                      </a:lnTo>
                      <a:cubicBezTo>
                        <a:pt x="8444" y="11658"/>
                        <a:pt x="8917" y="11185"/>
                        <a:pt x="8917" y="10649"/>
                      </a:cubicBezTo>
                      <a:lnTo>
                        <a:pt x="8917" y="1702"/>
                      </a:lnTo>
                      <a:cubicBezTo>
                        <a:pt x="8980" y="1166"/>
                        <a:pt x="8507" y="694"/>
                        <a:pt x="7971" y="694"/>
                      </a:cubicBezTo>
                      <a:lnTo>
                        <a:pt x="6869" y="694"/>
                      </a:lnTo>
                      <a:cubicBezTo>
                        <a:pt x="6711" y="284"/>
                        <a:pt x="6365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Google Shape;12572;p89">
                  <a:extLst>
                    <a:ext uri="{FF2B5EF4-FFF2-40B4-BE49-F238E27FC236}">
                      <a16:creationId xmlns:a16="http://schemas.microsoft.com/office/drawing/2014/main" id="{734D9453-50EF-8683-661C-AA1561A73FC0}"/>
                    </a:ext>
                  </a:extLst>
                </p:cNvPr>
                <p:cNvSpPr/>
                <p:nvPr/>
              </p:nvSpPr>
              <p:spPr>
                <a:xfrm>
                  <a:off x="-3358175" y="213327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78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Google Shape;12573;p89">
                  <a:extLst>
                    <a:ext uri="{FF2B5EF4-FFF2-40B4-BE49-F238E27FC236}">
                      <a16:creationId xmlns:a16="http://schemas.microsoft.com/office/drawing/2014/main" id="{2D1D0DA0-9E5F-C1EF-028A-D50E181116C5}"/>
                    </a:ext>
                  </a:extLst>
                </p:cNvPr>
                <p:cNvSpPr/>
                <p:nvPr/>
              </p:nvSpPr>
              <p:spPr>
                <a:xfrm>
                  <a:off x="-3358175" y="2201800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088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Google Shape;12574;p89">
                  <a:extLst>
                    <a:ext uri="{FF2B5EF4-FFF2-40B4-BE49-F238E27FC236}">
                      <a16:creationId xmlns:a16="http://schemas.microsoft.com/office/drawing/2014/main" id="{BA6F1832-04C5-556E-CEFB-7F87DCC7FDAF}"/>
                    </a:ext>
                  </a:extLst>
                </p:cNvPr>
                <p:cNvSpPr/>
                <p:nvPr/>
              </p:nvSpPr>
              <p:spPr>
                <a:xfrm>
                  <a:off x="-3358175" y="227032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9" name="Google Shape;12602;p89">
                <a:extLst>
                  <a:ext uri="{FF2B5EF4-FFF2-40B4-BE49-F238E27FC236}">
                    <a16:creationId xmlns:a16="http://schemas.microsoft.com/office/drawing/2014/main" id="{5807D68A-8168-A777-6CA5-EEFD0B0AE00D}"/>
                  </a:ext>
                </a:extLst>
              </p:cNvPr>
              <p:cNvGrpSpPr/>
              <p:nvPr/>
            </p:nvGrpSpPr>
            <p:grpSpPr>
              <a:xfrm>
                <a:off x="2063594" y="1908370"/>
                <a:ext cx="624120" cy="625775"/>
                <a:chOff x="6679825" y="2693700"/>
                <a:chExt cx="257875" cy="258575"/>
              </a:xfrm>
              <a:grpFill/>
            </p:grpSpPr>
            <p:sp>
              <p:nvSpPr>
                <p:cNvPr id="160" name="Google Shape;12603;p89">
                  <a:extLst>
                    <a:ext uri="{FF2B5EF4-FFF2-40B4-BE49-F238E27FC236}">
                      <a16:creationId xmlns:a16="http://schemas.microsoft.com/office/drawing/2014/main" id="{84E7F6BA-419C-1CC2-2AC6-4F7D2D6CFFFB}"/>
                    </a:ext>
                  </a:extLst>
                </p:cNvPr>
                <p:cNvSpPr/>
                <p:nvPr/>
              </p:nvSpPr>
              <p:spPr>
                <a:xfrm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Google Shape;12604;p89">
                  <a:extLst>
                    <a:ext uri="{FF2B5EF4-FFF2-40B4-BE49-F238E27FC236}">
                      <a16:creationId xmlns:a16="http://schemas.microsoft.com/office/drawing/2014/main" id="{C145BB77-F479-8DC2-E5AC-72D96D44BDBD}"/>
                    </a:ext>
                  </a:extLst>
                </p:cNvPr>
                <p:cNvSpPr/>
                <p:nvPr/>
              </p:nvSpPr>
              <p:spPr>
                <a:xfrm flipH="1"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AFF4C5-C48F-1310-6726-33C46C8E2316}"/>
                </a:ext>
              </a:extLst>
            </p:cNvPr>
            <p:cNvGrpSpPr/>
            <p:nvPr/>
          </p:nvGrpSpPr>
          <p:grpSpPr>
            <a:xfrm>
              <a:off x="401737" y="2551020"/>
              <a:ext cx="11393071" cy="646514"/>
              <a:chOff x="401737" y="2659314"/>
              <a:chExt cx="11393071" cy="646514"/>
            </a:xfrm>
            <a:grpFill/>
          </p:grpSpPr>
          <p:grpSp>
            <p:nvGrpSpPr>
              <p:cNvPr id="94" name="Google Shape;12423;p89">
                <a:extLst>
                  <a:ext uri="{FF2B5EF4-FFF2-40B4-BE49-F238E27FC236}">
                    <a16:creationId xmlns:a16="http://schemas.microsoft.com/office/drawing/2014/main" id="{5050C984-6B20-14B9-3E76-543D7DABBDA8}"/>
                  </a:ext>
                </a:extLst>
              </p:cNvPr>
              <p:cNvGrpSpPr/>
              <p:nvPr/>
            </p:nvGrpSpPr>
            <p:grpSpPr>
              <a:xfrm>
                <a:off x="401737" y="2661924"/>
                <a:ext cx="649923" cy="641288"/>
                <a:chOff x="-6713450" y="2397900"/>
                <a:chExt cx="295375" cy="291450"/>
              </a:xfrm>
              <a:grpFill/>
            </p:grpSpPr>
            <p:sp>
              <p:nvSpPr>
                <p:cNvPr id="144" name="Google Shape;12424;p89">
                  <a:extLst>
                    <a:ext uri="{FF2B5EF4-FFF2-40B4-BE49-F238E27FC236}">
                      <a16:creationId xmlns:a16="http://schemas.microsoft.com/office/drawing/2014/main" id="{DD77F742-D64A-D7F2-179E-DDC18DC533D9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Google Shape;12425;p89">
                  <a:extLst>
                    <a:ext uri="{FF2B5EF4-FFF2-40B4-BE49-F238E27FC236}">
                      <a16:creationId xmlns:a16="http://schemas.microsoft.com/office/drawing/2014/main" id="{0B70A5B0-D9C5-17A2-C734-31FA325C0E55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5" name="Google Shape;12430;p89">
                <a:extLst>
                  <a:ext uri="{FF2B5EF4-FFF2-40B4-BE49-F238E27FC236}">
                    <a16:creationId xmlns:a16="http://schemas.microsoft.com/office/drawing/2014/main" id="{A1723486-B6B0-A674-D815-9B9053C60B84}"/>
                  </a:ext>
                </a:extLst>
              </p:cNvPr>
              <p:cNvSpPr/>
              <p:nvPr/>
            </p:nvSpPr>
            <p:spPr>
              <a:xfrm>
                <a:off x="4525976" y="2662556"/>
                <a:ext cx="641288" cy="639583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7" extrusionOk="0">
                    <a:moveTo>
                      <a:pt x="6806" y="2017"/>
                    </a:moveTo>
                    <a:lnTo>
                      <a:pt x="6806" y="2773"/>
                    </a:lnTo>
                    <a:lnTo>
                      <a:pt x="4758" y="2773"/>
                    </a:lnTo>
                    <a:lnTo>
                      <a:pt x="4758" y="2017"/>
                    </a:lnTo>
                    <a:close/>
                    <a:moveTo>
                      <a:pt x="7152" y="694"/>
                    </a:moveTo>
                    <a:cubicBezTo>
                      <a:pt x="7688" y="694"/>
                      <a:pt x="8192" y="1167"/>
                      <a:pt x="8192" y="1702"/>
                    </a:cubicBezTo>
                    <a:lnTo>
                      <a:pt x="8192" y="2773"/>
                    </a:lnTo>
                    <a:lnTo>
                      <a:pt x="7499" y="2773"/>
                    </a:lnTo>
                    <a:lnTo>
                      <a:pt x="7499" y="1702"/>
                    </a:lnTo>
                    <a:cubicBezTo>
                      <a:pt x="7499" y="1513"/>
                      <a:pt x="7341" y="1356"/>
                      <a:pt x="7152" y="1356"/>
                    </a:cubicBezTo>
                    <a:lnTo>
                      <a:pt x="4411" y="1356"/>
                    </a:lnTo>
                    <a:cubicBezTo>
                      <a:pt x="4191" y="1356"/>
                      <a:pt x="4033" y="1513"/>
                      <a:pt x="4033" y="1702"/>
                    </a:cubicBezTo>
                    <a:lnTo>
                      <a:pt x="4033" y="2773"/>
                    </a:lnTo>
                    <a:lnTo>
                      <a:pt x="3371" y="2773"/>
                    </a:lnTo>
                    <a:lnTo>
                      <a:pt x="3371" y="1702"/>
                    </a:lnTo>
                    <a:cubicBezTo>
                      <a:pt x="3371" y="1167"/>
                      <a:pt x="3844" y="694"/>
                      <a:pt x="4411" y="694"/>
                    </a:cubicBezTo>
                    <a:close/>
                    <a:moveTo>
                      <a:pt x="10618" y="3498"/>
                    </a:moveTo>
                    <a:cubicBezTo>
                      <a:pt x="10807" y="3498"/>
                      <a:pt x="10964" y="3656"/>
                      <a:pt x="10964" y="3845"/>
                    </a:cubicBezTo>
                    <a:lnTo>
                      <a:pt x="10964" y="5010"/>
                    </a:lnTo>
                    <a:cubicBezTo>
                      <a:pt x="9546" y="6239"/>
                      <a:pt x="7688" y="6901"/>
                      <a:pt x="5766" y="6901"/>
                    </a:cubicBezTo>
                    <a:cubicBezTo>
                      <a:pt x="3876" y="6901"/>
                      <a:pt x="2080" y="6239"/>
                      <a:pt x="662" y="5010"/>
                    </a:cubicBezTo>
                    <a:lnTo>
                      <a:pt x="662" y="3971"/>
                    </a:lnTo>
                    <a:cubicBezTo>
                      <a:pt x="662" y="3687"/>
                      <a:pt x="851" y="3498"/>
                      <a:pt x="1135" y="3498"/>
                    </a:cubicBezTo>
                    <a:close/>
                    <a:moveTo>
                      <a:pt x="6806" y="7531"/>
                    </a:moveTo>
                    <a:lnTo>
                      <a:pt x="6806" y="7940"/>
                    </a:lnTo>
                    <a:cubicBezTo>
                      <a:pt x="6806" y="8129"/>
                      <a:pt x="6648" y="8287"/>
                      <a:pt x="6459" y="8287"/>
                    </a:cubicBezTo>
                    <a:lnTo>
                      <a:pt x="5073" y="8287"/>
                    </a:lnTo>
                    <a:cubicBezTo>
                      <a:pt x="4884" y="8287"/>
                      <a:pt x="4726" y="8129"/>
                      <a:pt x="4726" y="7940"/>
                    </a:cubicBezTo>
                    <a:lnTo>
                      <a:pt x="4726" y="7531"/>
                    </a:lnTo>
                    <a:lnTo>
                      <a:pt x="4758" y="7531"/>
                    </a:lnTo>
                    <a:cubicBezTo>
                      <a:pt x="5104" y="7594"/>
                      <a:pt x="5419" y="7625"/>
                      <a:pt x="5766" y="7625"/>
                    </a:cubicBezTo>
                    <a:cubicBezTo>
                      <a:pt x="6112" y="7625"/>
                      <a:pt x="6427" y="7594"/>
                      <a:pt x="6806" y="7531"/>
                    </a:cubicBezTo>
                    <a:close/>
                    <a:moveTo>
                      <a:pt x="10964" y="5892"/>
                    </a:moveTo>
                    <a:lnTo>
                      <a:pt x="10964" y="9988"/>
                    </a:lnTo>
                    <a:cubicBezTo>
                      <a:pt x="10964" y="10524"/>
                      <a:pt x="10492" y="10996"/>
                      <a:pt x="9956" y="10996"/>
                    </a:cubicBezTo>
                    <a:lnTo>
                      <a:pt x="1670" y="10996"/>
                    </a:lnTo>
                    <a:cubicBezTo>
                      <a:pt x="1135" y="10996"/>
                      <a:pt x="662" y="10524"/>
                      <a:pt x="662" y="9988"/>
                    </a:cubicBezTo>
                    <a:lnTo>
                      <a:pt x="662" y="5892"/>
                    </a:lnTo>
                    <a:cubicBezTo>
                      <a:pt x="1670" y="6649"/>
                      <a:pt x="2804" y="7184"/>
                      <a:pt x="4065" y="7436"/>
                    </a:cubicBezTo>
                    <a:lnTo>
                      <a:pt x="4065" y="7940"/>
                    </a:lnTo>
                    <a:cubicBezTo>
                      <a:pt x="4065" y="8476"/>
                      <a:pt x="4537" y="8948"/>
                      <a:pt x="5104" y="8948"/>
                    </a:cubicBezTo>
                    <a:lnTo>
                      <a:pt x="6490" y="8948"/>
                    </a:lnTo>
                    <a:cubicBezTo>
                      <a:pt x="7026" y="8948"/>
                      <a:pt x="7499" y="8476"/>
                      <a:pt x="7499" y="7940"/>
                    </a:cubicBezTo>
                    <a:lnTo>
                      <a:pt x="7499" y="7436"/>
                    </a:lnTo>
                    <a:cubicBezTo>
                      <a:pt x="7971" y="7342"/>
                      <a:pt x="8444" y="7184"/>
                      <a:pt x="8916" y="7027"/>
                    </a:cubicBezTo>
                    <a:cubicBezTo>
                      <a:pt x="9672" y="6743"/>
                      <a:pt x="10334" y="6365"/>
                      <a:pt x="10964" y="5892"/>
                    </a:cubicBezTo>
                    <a:close/>
                    <a:moveTo>
                      <a:pt x="4411" y="1"/>
                    </a:moveTo>
                    <a:cubicBezTo>
                      <a:pt x="3466" y="1"/>
                      <a:pt x="2710" y="757"/>
                      <a:pt x="2710" y="1702"/>
                    </a:cubicBezTo>
                    <a:lnTo>
                      <a:pt x="2710" y="2773"/>
                    </a:lnTo>
                    <a:lnTo>
                      <a:pt x="1135" y="2773"/>
                    </a:lnTo>
                    <a:cubicBezTo>
                      <a:pt x="505" y="2773"/>
                      <a:pt x="0" y="3277"/>
                      <a:pt x="0" y="3908"/>
                    </a:cubicBezTo>
                    <a:lnTo>
                      <a:pt x="0" y="9957"/>
                    </a:lnTo>
                    <a:cubicBezTo>
                      <a:pt x="0" y="10902"/>
                      <a:pt x="725" y="11626"/>
                      <a:pt x="1670" y="11626"/>
                    </a:cubicBezTo>
                    <a:lnTo>
                      <a:pt x="9956" y="11626"/>
                    </a:lnTo>
                    <a:cubicBezTo>
                      <a:pt x="10901" y="11626"/>
                      <a:pt x="11657" y="10902"/>
                      <a:pt x="11657" y="9957"/>
                    </a:cubicBezTo>
                    <a:lnTo>
                      <a:pt x="11657" y="3813"/>
                    </a:lnTo>
                    <a:cubicBezTo>
                      <a:pt x="11626" y="3246"/>
                      <a:pt x="11153" y="2773"/>
                      <a:pt x="10618" y="2773"/>
                    </a:cubicBezTo>
                    <a:lnTo>
                      <a:pt x="8853" y="2773"/>
                    </a:lnTo>
                    <a:lnTo>
                      <a:pt x="8853" y="1702"/>
                    </a:lnTo>
                    <a:cubicBezTo>
                      <a:pt x="8853" y="757"/>
                      <a:pt x="8097" y="1"/>
                      <a:pt x="71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96" name="Google Shape;12438;p89">
                <a:extLst>
                  <a:ext uri="{FF2B5EF4-FFF2-40B4-BE49-F238E27FC236}">
                    <a16:creationId xmlns:a16="http://schemas.microsoft.com/office/drawing/2014/main" id="{94443883-1AB6-8E2D-348A-2A2D5F5B1C0F}"/>
                  </a:ext>
                </a:extLst>
              </p:cNvPr>
              <p:cNvGrpSpPr/>
              <p:nvPr/>
            </p:nvGrpSpPr>
            <p:grpSpPr>
              <a:xfrm>
                <a:off x="8665202" y="2661183"/>
                <a:ext cx="641288" cy="642773"/>
                <a:chOff x="-3137650" y="2408950"/>
                <a:chExt cx="291450" cy="292125"/>
              </a:xfrm>
              <a:grpFill/>
            </p:grpSpPr>
            <p:sp>
              <p:nvSpPr>
                <p:cNvPr id="139" name="Google Shape;12439;p89">
                  <a:extLst>
                    <a:ext uri="{FF2B5EF4-FFF2-40B4-BE49-F238E27FC236}">
                      <a16:creationId xmlns:a16="http://schemas.microsoft.com/office/drawing/2014/main" id="{4D95A590-958A-44FF-DE64-2ED1F9A90A0C}"/>
                    </a:ext>
                  </a:extLst>
                </p:cNvPr>
                <p:cNvSpPr/>
                <p:nvPr/>
              </p:nvSpPr>
              <p:spPr>
                <a:xfrm>
                  <a:off x="-3137650" y="2408950"/>
                  <a:ext cx="291450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5" extrusionOk="0">
                      <a:moveTo>
                        <a:pt x="10618" y="662"/>
                      </a:moveTo>
                      <a:cubicBezTo>
                        <a:pt x="10807" y="662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62"/>
                        <a:pt x="1009" y="662"/>
                      </a:cubicBezTo>
                      <a:close/>
                      <a:moveTo>
                        <a:pt x="10964" y="3403"/>
                      </a:moveTo>
                      <a:lnTo>
                        <a:pt x="10964" y="8601"/>
                      </a:lnTo>
                      <a:cubicBezTo>
                        <a:pt x="10964" y="8790"/>
                        <a:pt x="10838" y="8947"/>
                        <a:pt x="10618" y="8947"/>
                      </a:cubicBezTo>
                      <a:lnTo>
                        <a:pt x="10145" y="8947"/>
                      </a:lnTo>
                      <a:cubicBezTo>
                        <a:pt x="10208" y="8727"/>
                        <a:pt x="10240" y="8443"/>
                        <a:pt x="10240" y="8160"/>
                      </a:cubicBezTo>
                      <a:lnTo>
                        <a:pt x="10240" y="5860"/>
                      </a:lnTo>
                      <a:cubicBezTo>
                        <a:pt x="10240" y="5673"/>
                        <a:pt x="10058" y="5531"/>
                        <a:pt x="9868" y="5531"/>
                      </a:cubicBezTo>
                      <a:cubicBezTo>
                        <a:pt x="9835" y="5531"/>
                        <a:pt x="9801" y="5535"/>
                        <a:pt x="9767" y="5545"/>
                      </a:cubicBezTo>
                      <a:cubicBezTo>
                        <a:pt x="9545" y="5641"/>
                        <a:pt x="9341" y="5691"/>
                        <a:pt x="9142" y="5691"/>
                      </a:cubicBezTo>
                      <a:cubicBezTo>
                        <a:pt x="8693" y="5691"/>
                        <a:pt x="8275" y="5439"/>
                        <a:pt x="7751" y="4915"/>
                      </a:cubicBezTo>
                      <a:cubicBezTo>
                        <a:pt x="7688" y="4868"/>
                        <a:pt x="7601" y="4844"/>
                        <a:pt x="7515" y="4844"/>
                      </a:cubicBezTo>
                      <a:cubicBezTo>
                        <a:pt x="7428" y="4844"/>
                        <a:pt x="7341" y="4868"/>
                        <a:pt x="7278" y="4915"/>
                      </a:cubicBezTo>
                      <a:cubicBezTo>
                        <a:pt x="6753" y="5440"/>
                        <a:pt x="6334" y="5677"/>
                        <a:pt x="5884" y="5677"/>
                      </a:cubicBezTo>
                      <a:cubicBezTo>
                        <a:pt x="5686" y="5677"/>
                        <a:pt x="5483" y="5631"/>
                        <a:pt x="5262" y="5545"/>
                      </a:cubicBezTo>
                      <a:cubicBezTo>
                        <a:pt x="5229" y="5535"/>
                        <a:pt x="5195" y="5531"/>
                        <a:pt x="5161" y="5531"/>
                      </a:cubicBezTo>
                      <a:cubicBezTo>
                        <a:pt x="4971" y="5531"/>
                        <a:pt x="4789" y="5673"/>
                        <a:pt x="4789" y="5860"/>
                      </a:cubicBezTo>
                      <a:lnTo>
                        <a:pt x="4789" y="8160"/>
                      </a:lnTo>
                      <a:cubicBezTo>
                        <a:pt x="4789" y="8443"/>
                        <a:pt x="4821" y="8664"/>
                        <a:pt x="4884" y="8947"/>
                      </a:cubicBezTo>
                      <a:lnTo>
                        <a:pt x="1009" y="8947"/>
                      </a:lnTo>
                      <a:cubicBezTo>
                        <a:pt x="820" y="8947"/>
                        <a:pt x="662" y="8790"/>
                        <a:pt x="662" y="8601"/>
                      </a:cubicBezTo>
                      <a:lnTo>
                        <a:pt x="662" y="3403"/>
                      </a:lnTo>
                      <a:close/>
                      <a:moveTo>
                        <a:pt x="7152" y="5923"/>
                      </a:moveTo>
                      <a:lnTo>
                        <a:pt x="7152" y="10838"/>
                      </a:lnTo>
                      <a:cubicBezTo>
                        <a:pt x="6144" y="10365"/>
                        <a:pt x="5451" y="9357"/>
                        <a:pt x="5451" y="8160"/>
                      </a:cubicBezTo>
                      <a:lnTo>
                        <a:pt x="5451" y="6301"/>
                      </a:lnTo>
                      <a:cubicBezTo>
                        <a:pt x="5604" y="6330"/>
                        <a:pt x="5750" y="6344"/>
                        <a:pt x="5891" y="6344"/>
                      </a:cubicBezTo>
                      <a:cubicBezTo>
                        <a:pt x="6359" y="6344"/>
                        <a:pt x="6765" y="6189"/>
                        <a:pt x="7152" y="5923"/>
                      </a:cubicBezTo>
                      <a:close/>
                      <a:moveTo>
                        <a:pt x="7877" y="5923"/>
                      </a:moveTo>
                      <a:cubicBezTo>
                        <a:pt x="8242" y="6166"/>
                        <a:pt x="8644" y="6353"/>
                        <a:pt x="9128" y="6353"/>
                      </a:cubicBezTo>
                      <a:cubicBezTo>
                        <a:pt x="9271" y="6353"/>
                        <a:pt x="9420" y="6337"/>
                        <a:pt x="9578" y="6301"/>
                      </a:cubicBezTo>
                      <a:lnTo>
                        <a:pt x="9578" y="8160"/>
                      </a:lnTo>
                      <a:cubicBezTo>
                        <a:pt x="9547" y="9357"/>
                        <a:pt x="8885" y="10365"/>
                        <a:pt x="7877" y="10838"/>
                      </a:cubicBezTo>
                      <a:lnTo>
                        <a:pt x="7877" y="592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8601"/>
                      </a:lnTo>
                      <a:cubicBezTo>
                        <a:pt x="1" y="9136"/>
                        <a:pt x="473" y="9609"/>
                        <a:pt x="1009" y="9609"/>
                      </a:cubicBezTo>
                      <a:lnTo>
                        <a:pt x="5073" y="9609"/>
                      </a:lnTo>
                      <a:cubicBezTo>
                        <a:pt x="5199" y="9893"/>
                        <a:pt x="5357" y="10145"/>
                        <a:pt x="5514" y="10365"/>
                      </a:cubicBezTo>
                      <a:cubicBezTo>
                        <a:pt x="5987" y="10995"/>
                        <a:pt x="6617" y="11436"/>
                        <a:pt x="7404" y="11657"/>
                      </a:cubicBezTo>
                      <a:cubicBezTo>
                        <a:pt x="7446" y="11657"/>
                        <a:pt x="7488" y="11685"/>
                        <a:pt x="7530" y="11685"/>
                      </a:cubicBezTo>
                      <a:cubicBezTo>
                        <a:pt x="7551" y="11685"/>
                        <a:pt x="7572" y="11678"/>
                        <a:pt x="7593" y="11657"/>
                      </a:cubicBezTo>
                      <a:cubicBezTo>
                        <a:pt x="8350" y="11436"/>
                        <a:pt x="9011" y="10995"/>
                        <a:pt x="9484" y="10365"/>
                      </a:cubicBezTo>
                      <a:cubicBezTo>
                        <a:pt x="9641" y="10145"/>
                        <a:pt x="9799" y="9893"/>
                        <a:pt x="9925" y="9609"/>
                      </a:cubicBezTo>
                      <a:lnTo>
                        <a:pt x="10618" y="9609"/>
                      </a:lnTo>
                      <a:cubicBezTo>
                        <a:pt x="11185" y="9609"/>
                        <a:pt x="11658" y="9136"/>
                        <a:pt x="11658" y="8601"/>
                      </a:cubicBezTo>
                      <a:lnTo>
                        <a:pt x="11658" y="1040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Google Shape;12440;p89">
                  <a:extLst>
                    <a:ext uri="{FF2B5EF4-FFF2-40B4-BE49-F238E27FC236}">
                      <a16:creationId xmlns:a16="http://schemas.microsoft.com/office/drawing/2014/main" id="{BBB4DB81-7399-2BF5-5632-7D22B81485A0}"/>
                    </a:ext>
                  </a:extLst>
                </p:cNvPr>
                <p:cNvSpPr/>
                <p:nvPr/>
              </p:nvSpPr>
              <p:spPr>
                <a:xfrm>
                  <a:off x="-3104575" y="2442800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Google Shape;12441;p89">
                  <a:extLst>
                    <a:ext uri="{FF2B5EF4-FFF2-40B4-BE49-F238E27FC236}">
                      <a16:creationId xmlns:a16="http://schemas.microsoft.com/office/drawing/2014/main" id="{5299B563-259A-2300-C366-AECD4E226B3B}"/>
                    </a:ext>
                  </a:extLst>
                </p:cNvPr>
                <p:cNvSpPr/>
                <p:nvPr/>
              </p:nvSpPr>
              <p:spPr>
                <a:xfrm>
                  <a:off x="-306990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Google Shape;12442;p89">
                  <a:extLst>
                    <a:ext uri="{FF2B5EF4-FFF2-40B4-BE49-F238E27FC236}">
                      <a16:creationId xmlns:a16="http://schemas.microsoft.com/office/drawing/2014/main" id="{35150742-5CAD-4454-F5EB-58BD92D3A001}"/>
                    </a:ext>
                  </a:extLst>
                </p:cNvPr>
                <p:cNvSpPr/>
                <p:nvPr/>
              </p:nvSpPr>
              <p:spPr>
                <a:xfrm>
                  <a:off x="-303525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Google Shape;12443;p89">
                  <a:extLst>
                    <a:ext uri="{FF2B5EF4-FFF2-40B4-BE49-F238E27FC236}">
                      <a16:creationId xmlns:a16="http://schemas.microsoft.com/office/drawing/2014/main" id="{FA7E9CEA-7A89-A161-2BF4-6F66048A9853}"/>
                    </a:ext>
                  </a:extLst>
                </p:cNvPr>
                <p:cNvSpPr/>
                <p:nvPr/>
              </p:nvSpPr>
              <p:spPr>
                <a:xfrm>
                  <a:off x="-3002175" y="2442800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90" y="694"/>
                        <a:pt x="347" y="694"/>
                      </a:cubicBezTo>
                      <a:lnTo>
                        <a:pt x="4443" y="694"/>
                      </a:lnTo>
                      <a:cubicBezTo>
                        <a:pt x="4663" y="694"/>
                        <a:pt x="4821" y="536"/>
                        <a:pt x="4821" y="347"/>
                      </a:cubicBezTo>
                      <a:cubicBezTo>
                        <a:pt x="4821" y="158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7" name="Google Shape;12455;p89">
                <a:extLst>
                  <a:ext uri="{FF2B5EF4-FFF2-40B4-BE49-F238E27FC236}">
                    <a16:creationId xmlns:a16="http://schemas.microsoft.com/office/drawing/2014/main" id="{B8CEA4CD-2F3F-06EF-E426-43EF62777E9A}"/>
                  </a:ext>
                </a:extLst>
              </p:cNvPr>
              <p:cNvSpPr/>
              <p:nvPr/>
            </p:nvSpPr>
            <p:spPr>
              <a:xfrm>
                <a:off x="1223364" y="2660190"/>
                <a:ext cx="648218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13" extrusionOk="0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98" name="Google Shape;12464;p89">
                <a:extLst>
                  <a:ext uri="{FF2B5EF4-FFF2-40B4-BE49-F238E27FC236}">
                    <a16:creationId xmlns:a16="http://schemas.microsoft.com/office/drawing/2014/main" id="{4987B6EA-8C48-3079-373B-F364CA466030}"/>
                  </a:ext>
                </a:extLst>
              </p:cNvPr>
              <p:cNvGrpSpPr/>
              <p:nvPr/>
            </p:nvGrpSpPr>
            <p:grpSpPr>
              <a:xfrm>
                <a:off x="5348293" y="2659314"/>
                <a:ext cx="648218" cy="646514"/>
                <a:chOff x="-4570325" y="2405775"/>
                <a:chExt cx="294600" cy="293825"/>
              </a:xfrm>
              <a:grpFill/>
            </p:grpSpPr>
            <p:sp>
              <p:nvSpPr>
                <p:cNvPr id="137" name="Google Shape;12465;p89">
                  <a:extLst>
                    <a:ext uri="{FF2B5EF4-FFF2-40B4-BE49-F238E27FC236}">
                      <a16:creationId xmlns:a16="http://schemas.microsoft.com/office/drawing/2014/main" id="{2238E0BC-4EE0-AC27-13EA-4935BBF11670}"/>
                    </a:ext>
                  </a:extLst>
                </p:cNvPr>
                <p:cNvSpPr/>
                <p:nvPr/>
              </p:nvSpPr>
              <p:spPr>
                <a:xfrm>
                  <a:off x="-4570325" y="2405775"/>
                  <a:ext cx="29460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3" extrusionOk="0">
                      <a:moveTo>
                        <a:pt x="5734" y="694"/>
                      </a:moveTo>
                      <a:cubicBezTo>
                        <a:pt x="7624" y="694"/>
                        <a:pt x="9168" y="2238"/>
                        <a:pt x="9168" y="4128"/>
                      </a:cubicBezTo>
                      <a:cubicBezTo>
                        <a:pt x="9168" y="6050"/>
                        <a:pt x="7624" y="7594"/>
                        <a:pt x="5734" y="7594"/>
                      </a:cubicBezTo>
                      <a:cubicBezTo>
                        <a:pt x="3844" y="7594"/>
                        <a:pt x="2332" y="6018"/>
                        <a:pt x="2332" y="4128"/>
                      </a:cubicBezTo>
                      <a:cubicBezTo>
                        <a:pt x="2332" y="2238"/>
                        <a:pt x="3844" y="694"/>
                        <a:pt x="5734" y="694"/>
                      </a:cubicBezTo>
                      <a:close/>
                      <a:moveTo>
                        <a:pt x="977" y="7531"/>
                      </a:moveTo>
                      <a:cubicBezTo>
                        <a:pt x="1166" y="7531"/>
                        <a:pt x="1323" y="7688"/>
                        <a:pt x="1323" y="7909"/>
                      </a:cubicBezTo>
                      <a:cubicBezTo>
                        <a:pt x="1292" y="8129"/>
                        <a:pt x="1134" y="8255"/>
                        <a:pt x="977" y="8255"/>
                      </a:cubicBezTo>
                      <a:cubicBezTo>
                        <a:pt x="788" y="8255"/>
                        <a:pt x="630" y="8098"/>
                        <a:pt x="630" y="7909"/>
                      </a:cubicBezTo>
                      <a:cubicBezTo>
                        <a:pt x="630" y="7688"/>
                        <a:pt x="788" y="7531"/>
                        <a:pt x="977" y="7531"/>
                      </a:cubicBezTo>
                      <a:close/>
                      <a:moveTo>
                        <a:pt x="10586" y="7531"/>
                      </a:moveTo>
                      <a:cubicBezTo>
                        <a:pt x="10775" y="7531"/>
                        <a:pt x="10932" y="7688"/>
                        <a:pt x="10932" y="7909"/>
                      </a:cubicBezTo>
                      <a:cubicBezTo>
                        <a:pt x="10932" y="8129"/>
                        <a:pt x="10775" y="8255"/>
                        <a:pt x="10586" y="8255"/>
                      </a:cubicBezTo>
                      <a:cubicBezTo>
                        <a:pt x="10397" y="8255"/>
                        <a:pt x="10239" y="8098"/>
                        <a:pt x="10239" y="7909"/>
                      </a:cubicBezTo>
                      <a:cubicBezTo>
                        <a:pt x="10239" y="7688"/>
                        <a:pt x="10397" y="7531"/>
                        <a:pt x="10586" y="7531"/>
                      </a:cubicBezTo>
                      <a:close/>
                      <a:moveTo>
                        <a:pt x="3025" y="9641"/>
                      </a:moveTo>
                      <a:cubicBezTo>
                        <a:pt x="3214" y="9641"/>
                        <a:pt x="3371" y="9799"/>
                        <a:pt x="3371" y="9988"/>
                      </a:cubicBezTo>
                      <a:cubicBezTo>
                        <a:pt x="3340" y="10177"/>
                        <a:pt x="3214" y="10335"/>
                        <a:pt x="3025" y="10335"/>
                      </a:cubicBezTo>
                      <a:cubicBezTo>
                        <a:pt x="2836" y="10335"/>
                        <a:pt x="2678" y="10177"/>
                        <a:pt x="2678" y="9988"/>
                      </a:cubicBezTo>
                      <a:cubicBezTo>
                        <a:pt x="2678" y="9799"/>
                        <a:pt x="2836" y="9641"/>
                        <a:pt x="3025" y="9641"/>
                      </a:cubicBezTo>
                      <a:close/>
                      <a:moveTo>
                        <a:pt x="8475" y="9641"/>
                      </a:moveTo>
                      <a:cubicBezTo>
                        <a:pt x="8696" y="9641"/>
                        <a:pt x="8822" y="9799"/>
                        <a:pt x="8822" y="9988"/>
                      </a:cubicBezTo>
                      <a:cubicBezTo>
                        <a:pt x="8822" y="10177"/>
                        <a:pt x="8664" y="10335"/>
                        <a:pt x="8475" y="10335"/>
                      </a:cubicBezTo>
                      <a:cubicBezTo>
                        <a:pt x="8255" y="10335"/>
                        <a:pt x="8128" y="10177"/>
                        <a:pt x="8128" y="9988"/>
                      </a:cubicBezTo>
                      <a:cubicBezTo>
                        <a:pt x="8128" y="9799"/>
                        <a:pt x="8255" y="9641"/>
                        <a:pt x="8475" y="9641"/>
                      </a:cubicBezTo>
                      <a:close/>
                      <a:moveTo>
                        <a:pt x="5734" y="10303"/>
                      </a:moveTo>
                      <a:cubicBezTo>
                        <a:pt x="5955" y="10303"/>
                        <a:pt x="6112" y="10461"/>
                        <a:pt x="6112" y="10650"/>
                      </a:cubicBezTo>
                      <a:cubicBezTo>
                        <a:pt x="6112" y="10839"/>
                        <a:pt x="5955" y="10996"/>
                        <a:pt x="5734" y="10996"/>
                      </a:cubicBezTo>
                      <a:cubicBezTo>
                        <a:pt x="5545" y="10996"/>
                        <a:pt x="5388" y="10839"/>
                        <a:pt x="5388" y="10650"/>
                      </a:cubicBezTo>
                      <a:cubicBezTo>
                        <a:pt x="5388" y="10461"/>
                        <a:pt x="5545" y="10303"/>
                        <a:pt x="5734" y="10303"/>
                      </a:cubicBezTo>
                      <a:close/>
                      <a:moveTo>
                        <a:pt x="5797" y="1"/>
                      </a:moveTo>
                      <a:cubicBezTo>
                        <a:pt x="3497" y="1"/>
                        <a:pt x="1701" y="1860"/>
                        <a:pt x="1701" y="4097"/>
                      </a:cubicBezTo>
                      <a:cubicBezTo>
                        <a:pt x="1701" y="5010"/>
                        <a:pt x="2017" y="5924"/>
                        <a:pt x="2552" y="6617"/>
                      </a:cubicBezTo>
                      <a:lnTo>
                        <a:pt x="1701" y="7153"/>
                      </a:lnTo>
                      <a:cubicBezTo>
                        <a:pt x="1481" y="6995"/>
                        <a:pt x="1260" y="6901"/>
                        <a:pt x="1040" y="6901"/>
                      </a:cubicBezTo>
                      <a:cubicBezTo>
                        <a:pt x="473" y="6901"/>
                        <a:pt x="0" y="7373"/>
                        <a:pt x="0" y="7940"/>
                      </a:cubicBezTo>
                      <a:cubicBezTo>
                        <a:pt x="0" y="8476"/>
                        <a:pt x="473" y="8948"/>
                        <a:pt x="1040" y="8948"/>
                      </a:cubicBezTo>
                      <a:cubicBezTo>
                        <a:pt x="1575" y="8948"/>
                        <a:pt x="2048" y="8476"/>
                        <a:pt x="2048" y="7940"/>
                      </a:cubicBezTo>
                      <a:lnTo>
                        <a:pt x="2048" y="7751"/>
                      </a:lnTo>
                      <a:lnTo>
                        <a:pt x="3088" y="7153"/>
                      </a:lnTo>
                      <a:cubicBezTo>
                        <a:pt x="3340" y="7373"/>
                        <a:pt x="3623" y="7625"/>
                        <a:pt x="3970" y="7783"/>
                      </a:cubicBezTo>
                      <a:lnTo>
                        <a:pt x="3308" y="8948"/>
                      </a:lnTo>
                      <a:lnTo>
                        <a:pt x="3119" y="8948"/>
                      </a:lnTo>
                      <a:cubicBezTo>
                        <a:pt x="2552" y="8948"/>
                        <a:pt x="2080" y="9421"/>
                        <a:pt x="2080" y="9988"/>
                      </a:cubicBezTo>
                      <a:cubicBezTo>
                        <a:pt x="2080" y="10524"/>
                        <a:pt x="2552" y="10996"/>
                        <a:pt x="3119" y="10996"/>
                      </a:cubicBezTo>
                      <a:cubicBezTo>
                        <a:pt x="3655" y="10996"/>
                        <a:pt x="4127" y="10524"/>
                        <a:pt x="4127" y="9988"/>
                      </a:cubicBezTo>
                      <a:cubicBezTo>
                        <a:pt x="4127" y="9736"/>
                        <a:pt x="4064" y="9515"/>
                        <a:pt x="3907" y="9326"/>
                      </a:cubicBezTo>
                      <a:lnTo>
                        <a:pt x="4600" y="8098"/>
                      </a:lnTo>
                      <a:cubicBezTo>
                        <a:pt x="4883" y="8161"/>
                        <a:pt x="5199" y="8255"/>
                        <a:pt x="5514" y="8287"/>
                      </a:cubicBezTo>
                      <a:lnTo>
                        <a:pt x="5514" y="9736"/>
                      </a:lnTo>
                      <a:cubicBezTo>
                        <a:pt x="5136" y="9894"/>
                        <a:pt x="4852" y="10272"/>
                        <a:pt x="4852" y="10713"/>
                      </a:cubicBezTo>
                      <a:cubicBezTo>
                        <a:pt x="4852" y="11280"/>
                        <a:pt x="5325" y="11752"/>
                        <a:pt x="5860" y="11752"/>
                      </a:cubicBezTo>
                      <a:cubicBezTo>
                        <a:pt x="6427" y="11752"/>
                        <a:pt x="6900" y="11280"/>
                        <a:pt x="6900" y="10713"/>
                      </a:cubicBezTo>
                      <a:cubicBezTo>
                        <a:pt x="6900" y="10303"/>
                        <a:pt x="6616" y="9894"/>
                        <a:pt x="6238" y="9736"/>
                      </a:cubicBezTo>
                      <a:lnTo>
                        <a:pt x="6238" y="8287"/>
                      </a:lnTo>
                      <a:cubicBezTo>
                        <a:pt x="6553" y="8255"/>
                        <a:pt x="6868" y="8224"/>
                        <a:pt x="7120" y="8098"/>
                      </a:cubicBezTo>
                      <a:lnTo>
                        <a:pt x="7845" y="9326"/>
                      </a:lnTo>
                      <a:cubicBezTo>
                        <a:pt x="7687" y="9515"/>
                        <a:pt x="7593" y="9736"/>
                        <a:pt x="7593" y="9988"/>
                      </a:cubicBezTo>
                      <a:cubicBezTo>
                        <a:pt x="7593" y="10524"/>
                        <a:pt x="8065" y="10996"/>
                        <a:pt x="8633" y="10996"/>
                      </a:cubicBezTo>
                      <a:cubicBezTo>
                        <a:pt x="9168" y="10996"/>
                        <a:pt x="9641" y="10524"/>
                        <a:pt x="9641" y="9988"/>
                      </a:cubicBezTo>
                      <a:cubicBezTo>
                        <a:pt x="9641" y="9421"/>
                        <a:pt x="9168" y="8948"/>
                        <a:pt x="8633" y="8948"/>
                      </a:cubicBezTo>
                      <a:lnTo>
                        <a:pt x="8444" y="8948"/>
                      </a:lnTo>
                      <a:lnTo>
                        <a:pt x="7750" y="7783"/>
                      </a:lnTo>
                      <a:cubicBezTo>
                        <a:pt x="8065" y="7625"/>
                        <a:pt x="8381" y="7373"/>
                        <a:pt x="8664" y="7153"/>
                      </a:cubicBezTo>
                      <a:lnTo>
                        <a:pt x="9735" y="7751"/>
                      </a:lnTo>
                      <a:lnTo>
                        <a:pt x="9735" y="7940"/>
                      </a:lnTo>
                      <a:cubicBezTo>
                        <a:pt x="9735" y="8476"/>
                        <a:pt x="10208" y="8948"/>
                        <a:pt x="10743" y="8948"/>
                      </a:cubicBezTo>
                      <a:cubicBezTo>
                        <a:pt x="11310" y="8948"/>
                        <a:pt x="11783" y="8476"/>
                        <a:pt x="11783" y="7940"/>
                      </a:cubicBezTo>
                      <a:cubicBezTo>
                        <a:pt x="11626" y="7342"/>
                        <a:pt x="11153" y="6901"/>
                        <a:pt x="10586" y="6901"/>
                      </a:cubicBezTo>
                      <a:cubicBezTo>
                        <a:pt x="10302" y="6901"/>
                        <a:pt x="10082" y="6995"/>
                        <a:pt x="9924" y="7153"/>
                      </a:cubicBezTo>
                      <a:lnTo>
                        <a:pt x="9011" y="6617"/>
                      </a:lnTo>
                      <a:cubicBezTo>
                        <a:pt x="9578" y="5924"/>
                        <a:pt x="9893" y="5010"/>
                        <a:pt x="9893" y="4097"/>
                      </a:cubicBezTo>
                      <a:cubicBezTo>
                        <a:pt x="9893" y="1828"/>
                        <a:pt x="8034" y="1"/>
                        <a:pt x="57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Google Shape;12466;p89">
                  <a:extLst>
                    <a:ext uri="{FF2B5EF4-FFF2-40B4-BE49-F238E27FC236}">
                      <a16:creationId xmlns:a16="http://schemas.microsoft.com/office/drawing/2014/main" id="{B63256C6-0C06-6875-3A39-08AF12DD0924}"/>
                    </a:ext>
                  </a:extLst>
                </p:cNvPr>
                <p:cNvSpPr/>
                <p:nvPr/>
              </p:nvSpPr>
              <p:spPr>
                <a:xfrm>
                  <a:off x="-4478175" y="2439650"/>
                  <a:ext cx="103975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21" extrusionOk="0">
                      <a:moveTo>
                        <a:pt x="2048" y="725"/>
                      </a:moveTo>
                      <a:cubicBezTo>
                        <a:pt x="2458" y="725"/>
                        <a:pt x="2741" y="1040"/>
                        <a:pt x="2741" y="1387"/>
                      </a:cubicBezTo>
                      <a:cubicBezTo>
                        <a:pt x="2741" y="1765"/>
                        <a:pt x="2426" y="2049"/>
                        <a:pt x="2048" y="2049"/>
                      </a:cubicBezTo>
                      <a:cubicBezTo>
                        <a:pt x="1702" y="2049"/>
                        <a:pt x="1387" y="1733"/>
                        <a:pt x="1387" y="1387"/>
                      </a:cubicBezTo>
                      <a:cubicBezTo>
                        <a:pt x="1387" y="1040"/>
                        <a:pt x="1702" y="725"/>
                        <a:pt x="2048" y="725"/>
                      </a:cubicBezTo>
                      <a:close/>
                      <a:moveTo>
                        <a:pt x="2363" y="2773"/>
                      </a:moveTo>
                      <a:cubicBezTo>
                        <a:pt x="2930" y="2773"/>
                        <a:pt x="3403" y="3246"/>
                        <a:pt x="3403" y="3781"/>
                      </a:cubicBezTo>
                      <a:lnTo>
                        <a:pt x="3403" y="4128"/>
                      </a:lnTo>
                      <a:lnTo>
                        <a:pt x="630" y="4128"/>
                      </a:lnTo>
                      <a:lnTo>
                        <a:pt x="630" y="3781"/>
                      </a:lnTo>
                      <a:lnTo>
                        <a:pt x="693" y="3781"/>
                      </a:lnTo>
                      <a:cubicBezTo>
                        <a:pt x="693" y="3246"/>
                        <a:pt x="1166" y="2773"/>
                        <a:pt x="1702" y="2773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02"/>
                        <a:pt x="851" y="2017"/>
                        <a:pt x="1040" y="2238"/>
                      </a:cubicBezTo>
                      <a:cubicBezTo>
                        <a:pt x="441" y="2521"/>
                        <a:pt x="63" y="3120"/>
                        <a:pt x="63" y="3781"/>
                      </a:cubicBezTo>
                      <a:lnTo>
                        <a:pt x="63" y="4443"/>
                      </a:lnTo>
                      <a:cubicBezTo>
                        <a:pt x="0" y="4663"/>
                        <a:pt x="158" y="4821"/>
                        <a:pt x="378" y="4821"/>
                      </a:cubicBezTo>
                      <a:lnTo>
                        <a:pt x="3781" y="4821"/>
                      </a:lnTo>
                      <a:cubicBezTo>
                        <a:pt x="4001" y="4821"/>
                        <a:pt x="4159" y="4663"/>
                        <a:pt x="4159" y="4443"/>
                      </a:cubicBezTo>
                      <a:lnTo>
                        <a:pt x="4159" y="3781"/>
                      </a:lnTo>
                      <a:cubicBezTo>
                        <a:pt x="4159" y="3120"/>
                        <a:pt x="3749" y="2521"/>
                        <a:pt x="3151" y="2238"/>
                      </a:cubicBezTo>
                      <a:cubicBezTo>
                        <a:pt x="3371" y="2017"/>
                        <a:pt x="3466" y="1733"/>
                        <a:pt x="3466" y="1387"/>
                      </a:cubicBezTo>
                      <a:cubicBezTo>
                        <a:pt x="3466" y="631"/>
                        <a:pt x="2836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9" name="Google Shape;12477;p89">
                <a:extLst>
                  <a:ext uri="{FF2B5EF4-FFF2-40B4-BE49-F238E27FC236}">
                    <a16:creationId xmlns:a16="http://schemas.microsoft.com/office/drawing/2014/main" id="{9F578C77-F887-14BA-E2F6-F0CE31CAA020}"/>
                  </a:ext>
                </a:extLst>
              </p:cNvPr>
              <p:cNvGrpSpPr/>
              <p:nvPr/>
            </p:nvGrpSpPr>
            <p:grpSpPr>
              <a:xfrm>
                <a:off x="9506180" y="2661954"/>
                <a:ext cx="642992" cy="641232"/>
                <a:chOff x="-2571737" y="2403625"/>
                <a:chExt cx="292225" cy="291425"/>
              </a:xfrm>
              <a:grpFill/>
            </p:grpSpPr>
            <p:sp>
              <p:nvSpPr>
                <p:cNvPr id="130" name="Google Shape;12478;p89">
                  <a:extLst>
                    <a:ext uri="{FF2B5EF4-FFF2-40B4-BE49-F238E27FC236}">
                      <a16:creationId xmlns:a16="http://schemas.microsoft.com/office/drawing/2014/main" id="{2CF2B80E-2EE0-FF44-E4BF-5BE1A1E55BB6}"/>
                    </a:ext>
                  </a:extLst>
                </p:cNvPr>
                <p:cNvSpPr/>
                <p:nvPr/>
              </p:nvSpPr>
              <p:spPr>
                <a:xfrm>
                  <a:off x="-2571737" y="2403625"/>
                  <a:ext cx="292225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57" extrusionOk="0">
                      <a:moveTo>
                        <a:pt x="9547" y="725"/>
                      </a:moveTo>
                      <a:cubicBezTo>
                        <a:pt x="9704" y="725"/>
                        <a:pt x="9830" y="788"/>
                        <a:pt x="9893" y="914"/>
                      </a:cubicBezTo>
                      <a:lnTo>
                        <a:pt x="10681" y="2772"/>
                      </a:lnTo>
                      <a:lnTo>
                        <a:pt x="1135" y="2772"/>
                      </a:lnTo>
                      <a:lnTo>
                        <a:pt x="1891" y="914"/>
                      </a:lnTo>
                      <a:cubicBezTo>
                        <a:pt x="1922" y="788"/>
                        <a:pt x="2080" y="725"/>
                        <a:pt x="2206" y="725"/>
                      </a:cubicBezTo>
                      <a:close/>
                      <a:moveTo>
                        <a:pt x="10649" y="3403"/>
                      </a:moveTo>
                      <a:cubicBezTo>
                        <a:pt x="10870" y="3403"/>
                        <a:pt x="11027" y="3560"/>
                        <a:pt x="11027" y="3749"/>
                      </a:cubicBezTo>
                      <a:lnTo>
                        <a:pt x="11027" y="5167"/>
                      </a:lnTo>
                      <a:cubicBezTo>
                        <a:pt x="11027" y="5356"/>
                        <a:pt x="10870" y="5513"/>
                        <a:pt x="10649" y="5513"/>
                      </a:cubicBezTo>
                      <a:lnTo>
                        <a:pt x="1040" y="5513"/>
                      </a:lnTo>
                      <a:cubicBezTo>
                        <a:pt x="851" y="5513"/>
                        <a:pt x="694" y="5356"/>
                        <a:pt x="694" y="5167"/>
                      </a:cubicBezTo>
                      <a:lnTo>
                        <a:pt x="694" y="3749"/>
                      </a:lnTo>
                      <a:cubicBezTo>
                        <a:pt x="694" y="3560"/>
                        <a:pt x="851" y="3403"/>
                        <a:pt x="1040" y="3403"/>
                      </a:cubicBezTo>
                      <a:close/>
                      <a:moveTo>
                        <a:pt x="10681" y="6206"/>
                      </a:moveTo>
                      <a:cubicBezTo>
                        <a:pt x="10870" y="6238"/>
                        <a:pt x="11027" y="6364"/>
                        <a:pt x="11027" y="6553"/>
                      </a:cubicBezTo>
                      <a:lnTo>
                        <a:pt x="11027" y="7939"/>
                      </a:lnTo>
                      <a:cubicBezTo>
                        <a:pt x="11027" y="8128"/>
                        <a:pt x="10870" y="8286"/>
                        <a:pt x="10681" y="8286"/>
                      </a:cubicBezTo>
                      <a:lnTo>
                        <a:pt x="1072" y="8286"/>
                      </a:lnTo>
                      <a:cubicBezTo>
                        <a:pt x="851" y="8286"/>
                        <a:pt x="694" y="8128"/>
                        <a:pt x="694" y="7939"/>
                      </a:cubicBezTo>
                      <a:lnTo>
                        <a:pt x="694" y="6553"/>
                      </a:lnTo>
                      <a:cubicBezTo>
                        <a:pt x="694" y="6364"/>
                        <a:pt x="851" y="6206"/>
                        <a:pt x="1072" y="6206"/>
                      </a:cubicBezTo>
                      <a:close/>
                      <a:moveTo>
                        <a:pt x="10681" y="8947"/>
                      </a:moveTo>
                      <a:cubicBezTo>
                        <a:pt x="10870" y="8947"/>
                        <a:pt x="11027" y="9105"/>
                        <a:pt x="11027" y="9294"/>
                      </a:cubicBezTo>
                      <a:lnTo>
                        <a:pt x="11027" y="10680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72" y="11027"/>
                      </a:lnTo>
                      <a:cubicBezTo>
                        <a:pt x="851" y="11027"/>
                        <a:pt x="694" y="10869"/>
                        <a:pt x="694" y="10680"/>
                      </a:cubicBezTo>
                      <a:lnTo>
                        <a:pt x="694" y="9294"/>
                      </a:lnTo>
                      <a:cubicBezTo>
                        <a:pt x="694" y="9105"/>
                        <a:pt x="851" y="8947"/>
                        <a:pt x="1072" y="8947"/>
                      </a:cubicBezTo>
                      <a:close/>
                      <a:moveTo>
                        <a:pt x="2174" y="0"/>
                      </a:moveTo>
                      <a:cubicBezTo>
                        <a:pt x="1733" y="0"/>
                        <a:pt x="1387" y="252"/>
                        <a:pt x="1229" y="630"/>
                      </a:cubicBezTo>
                      <a:lnTo>
                        <a:pt x="64" y="3403"/>
                      </a:lnTo>
                      <a:cubicBezTo>
                        <a:pt x="32" y="3529"/>
                        <a:pt x="0" y="3686"/>
                        <a:pt x="0" y="3781"/>
                      </a:cubicBezTo>
                      <a:lnTo>
                        <a:pt x="0" y="5198"/>
                      </a:lnTo>
                      <a:cubicBezTo>
                        <a:pt x="0" y="5482"/>
                        <a:pt x="127" y="5734"/>
                        <a:pt x="284" y="5860"/>
                      </a:cubicBezTo>
                      <a:cubicBezTo>
                        <a:pt x="127" y="6080"/>
                        <a:pt x="0" y="6301"/>
                        <a:pt x="0" y="6553"/>
                      </a:cubicBezTo>
                      <a:lnTo>
                        <a:pt x="0" y="7908"/>
                      </a:lnTo>
                      <a:cubicBezTo>
                        <a:pt x="0" y="8191"/>
                        <a:pt x="127" y="8443"/>
                        <a:pt x="284" y="8601"/>
                      </a:cubicBezTo>
                      <a:cubicBezTo>
                        <a:pt x="127" y="8790"/>
                        <a:pt x="0" y="9010"/>
                        <a:pt x="0" y="9262"/>
                      </a:cubicBezTo>
                      <a:lnTo>
                        <a:pt x="0" y="10649"/>
                      </a:lnTo>
                      <a:cubicBezTo>
                        <a:pt x="0" y="11184"/>
                        <a:pt x="473" y="11657"/>
                        <a:pt x="1009" y="11657"/>
                      </a:cubicBezTo>
                      <a:lnTo>
                        <a:pt x="10618" y="11657"/>
                      </a:lnTo>
                      <a:cubicBezTo>
                        <a:pt x="11185" y="11657"/>
                        <a:pt x="11657" y="11184"/>
                        <a:pt x="11657" y="10649"/>
                      </a:cubicBezTo>
                      <a:lnTo>
                        <a:pt x="11657" y="9262"/>
                      </a:lnTo>
                      <a:cubicBezTo>
                        <a:pt x="11657" y="8979"/>
                        <a:pt x="11531" y="8758"/>
                        <a:pt x="11374" y="8601"/>
                      </a:cubicBezTo>
                      <a:cubicBezTo>
                        <a:pt x="11531" y="8380"/>
                        <a:pt x="11657" y="8160"/>
                        <a:pt x="11657" y="7908"/>
                      </a:cubicBezTo>
                      <a:lnTo>
                        <a:pt x="11657" y="6553"/>
                      </a:lnTo>
                      <a:cubicBezTo>
                        <a:pt x="11657" y="6269"/>
                        <a:pt x="11531" y="6017"/>
                        <a:pt x="11374" y="5860"/>
                      </a:cubicBezTo>
                      <a:cubicBezTo>
                        <a:pt x="11531" y="5671"/>
                        <a:pt x="11657" y="5450"/>
                        <a:pt x="11657" y="5198"/>
                      </a:cubicBezTo>
                      <a:lnTo>
                        <a:pt x="11657" y="3781"/>
                      </a:lnTo>
                      <a:lnTo>
                        <a:pt x="11689" y="3781"/>
                      </a:lnTo>
                      <a:cubicBezTo>
                        <a:pt x="11689" y="3686"/>
                        <a:pt x="11657" y="3529"/>
                        <a:pt x="11594" y="3403"/>
                      </a:cubicBezTo>
                      <a:lnTo>
                        <a:pt x="10460" y="630"/>
                      </a:lnTo>
                      <a:cubicBezTo>
                        <a:pt x="10303" y="252"/>
                        <a:pt x="9925" y="0"/>
                        <a:pt x="95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Google Shape;12479;p89">
                  <a:extLst>
                    <a:ext uri="{FF2B5EF4-FFF2-40B4-BE49-F238E27FC236}">
                      <a16:creationId xmlns:a16="http://schemas.microsoft.com/office/drawing/2014/main" id="{BA745C2E-81C0-253C-4E34-79F44A5B96C8}"/>
                    </a:ext>
                  </a:extLst>
                </p:cNvPr>
                <p:cNvSpPr/>
                <p:nvPr/>
              </p:nvSpPr>
              <p:spPr>
                <a:xfrm>
                  <a:off x="-2485967" y="2649150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lnTo>
                        <a:pt x="6585" y="726"/>
                      </a:lnTo>
                      <a:cubicBezTo>
                        <a:pt x="6774" y="726"/>
                        <a:pt x="6931" y="568"/>
                        <a:pt x="6931" y="379"/>
                      </a:cubicBezTo>
                      <a:cubicBezTo>
                        <a:pt x="6931" y="159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Google Shape;12480;p89">
                  <a:extLst>
                    <a:ext uri="{FF2B5EF4-FFF2-40B4-BE49-F238E27FC236}">
                      <a16:creationId xmlns:a16="http://schemas.microsoft.com/office/drawing/2014/main" id="{0696D262-5B07-A3FF-027A-0E9B80D1FF8F}"/>
                    </a:ext>
                  </a:extLst>
                </p:cNvPr>
                <p:cNvSpPr/>
                <p:nvPr/>
              </p:nvSpPr>
              <p:spPr>
                <a:xfrm>
                  <a:off x="-2485967" y="2511325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6585" y="725"/>
                      </a:lnTo>
                      <a:cubicBezTo>
                        <a:pt x="6774" y="725"/>
                        <a:pt x="6931" y="568"/>
                        <a:pt x="6931" y="379"/>
                      </a:cubicBezTo>
                      <a:cubicBezTo>
                        <a:pt x="6931" y="158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Google Shape;12481;p89">
                  <a:extLst>
                    <a:ext uri="{FF2B5EF4-FFF2-40B4-BE49-F238E27FC236}">
                      <a16:creationId xmlns:a16="http://schemas.microsoft.com/office/drawing/2014/main" id="{E0BDBE71-5257-7436-6E5C-DA1667B3555D}"/>
                    </a:ext>
                  </a:extLst>
                </p:cNvPr>
                <p:cNvSpPr/>
                <p:nvPr/>
              </p:nvSpPr>
              <p:spPr>
                <a:xfrm>
                  <a:off x="-2540185" y="2511325"/>
                  <a:ext cx="18125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57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57"/>
                        <a:pt x="378" y="757"/>
                      </a:cubicBezTo>
                      <a:cubicBezTo>
                        <a:pt x="567" y="757"/>
                        <a:pt x="725" y="568"/>
                        <a:pt x="725" y="379"/>
                      </a:cubicBezTo>
                      <a:cubicBezTo>
                        <a:pt x="725" y="158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Google Shape;12482;p89">
                  <a:extLst>
                    <a:ext uri="{FF2B5EF4-FFF2-40B4-BE49-F238E27FC236}">
                      <a16:creationId xmlns:a16="http://schemas.microsoft.com/office/drawing/2014/main" id="{42475AD7-C44F-8A3D-F197-D73546DB360A}"/>
                    </a:ext>
                  </a:extLst>
                </p:cNvPr>
                <p:cNvSpPr/>
                <p:nvPr/>
              </p:nvSpPr>
              <p:spPr>
                <a:xfrm>
                  <a:off x="-2485579" y="2580625"/>
                  <a:ext cx="172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58" y="693"/>
                        <a:pt x="347" y="693"/>
                      </a:cubicBezTo>
                      <a:lnTo>
                        <a:pt x="6554" y="693"/>
                      </a:lnTo>
                      <a:cubicBezTo>
                        <a:pt x="6774" y="693"/>
                        <a:pt x="6900" y="536"/>
                        <a:pt x="6900" y="347"/>
                      </a:cubicBezTo>
                      <a:cubicBezTo>
                        <a:pt x="6900" y="158"/>
                        <a:pt x="6774" y="0"/>
                        <a:pt x="65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Google Shape;12483;p89">
                  <a:extLst>
                    <a:ext uri="{FF2B5EF4-FFF2-40B4-BE49-F238E27FC236}">
                      <a16:creationId xmlns:a16="http://schemas.microsoft.com/office/drawing/2014/main" id="{08404CCA-F419-DD1A-5D28-A34CA1FE3BB0}"/>
                    </a:ext>
                  </a:extLst>
                </p:cNvPr>
                <p:cNvSpPr/>
                <p:nvPr/>
              </p:nvSpPr>
              <p:spPr>
                <a:xfrm>
                  <a:off x="-2540185" y="2580625"/>
                  <a:ext cx="181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Google Shape;12484;p89">
                  <a:extLst>
                    <a:ext uri="{FF2B5EF4-FFF2-40B4-BE49-F238E27FC236}">
                      <a16:creationId xmlns:a16="http://schemas.microsoft.com/office/drawing/2014/main" id="{2FFDD41B-CD59-C4BC-064B-B40BC4C2D85B}"/>
                    </a:ext>
                  </a:extLst>
                </p:cNvPr>
                <p:cNvSpPr/>
                <p:nvPr/>
              </p:nvSpPr>
              <p:spPr>
                <a:xfrm>
                  <a:off x="-2540185" y="2649150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cubicBezTo>
                        <a:pt x="567" y="726"/>
                        <a:pt x="725" y="568"/>
                        <a:pt x="725" y="379"/>
                      </a:cubicBezTo>
                      <a:cubicBezTo>
                        <a:pt x="725" y="159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0" name="Google Shape;12511;p89">
                <a:extLst>
                  <a:ext uri="{FF2B5EF4-FFF2-40B4-BE49-F238E27FC236}">
                    <a16:creationId xmlns:a16="http://schemas.microsoft.com/office/drawing/2014/main" id="{B54D9D44-1065-2675-C733-3EC51A54D622}"/>
                  </a:ext>
                </a:extLst>
              </p:cNvPr>
              <p:cNvGrpSpPr/>
              <p:nvPr/>
            </p:nvGrpSpPr>
            <p:grpSpPr>
              <a:xfrm>
                <a:off x="6249888" y="2659314"/>
                <a:ext cx="490509" cy="646514"/>
                <a:chOff x="-4178875" y="2405775"/>
                <a:chExt cx="222925" cy="293825"/>
              </a:xfrm>
              <a:grpFill/>
            </p:grpSpPr>
            <p:sp>
              <p:nvSpPr>
                <p:cNvPr id="127" name="Google Shape;12512;p89">
                  <a:extLst>
                    <a:ext uri="{FF2B5EF4-FFF2-40B4-BE49-F238E27FC236}">
                      <a16:creationId xmlns:a16="http://schemas.microsoft.com/office/drawing/2014/main" id="{284B22CA-15F0-0177-51FA-1BB4D88EC0BB}"/>
                    </a:ext>
                  </a:extLst>
                </p:cNvPr>
                <p:cNvSpPr/>
                <p:nvPr/>
              </p:nvSpPr>
              <p:spPr>
                <a:xfrm>
                  <a:off x="-4178875" y="2405775"/>
                  <a:ext cx="222925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11753" extrusionOk="0">
                      <a:moveTo>
                        <a:pt x="4474" y="694"/>
                      </a:moveTo>
                      <a:cubicBezTo>
                        <a:pt x="6553" y="694"/>
                        <a:pt x="8254" y="2395"/>
                        <a:pt x="8254" y="4475"/>
                      </a:cubicBezTo>
                      <a:cubicBezTo>
                        <a:pt x="8191" y="5262"/>
                        <a:pt x="7971" y="6018"/>
                        <a:pt x="7530" y="6649"/>
                      </a:cubicBezTo>
                      <a:lnTo>
                        <a:pt x="4474" y="10776"/>
                      </a:lnTo>
                      <a:lnTo>
                        <a:pt x="1418" y="6712"/>
                      </a:lnTo>
                      <a:cubicBezTo>
                        <a:pt x="945" y="6050"/>
                        <a:pt x="693" y="5294"/>
                        <a:pt x="693" y="4475"/>
                      </a:cubicBezTo>
                      <a:cubicBezTo>
                        <a:pt x="693" y="2395"/>
                        <a:pt x="2363" y="694"/>
                        <a:pt x="4474" y="694"/>
                      </a:cubicBezTo>
                      <a:close/>
                      <a:moveTo>
                        <a:pt x="4474" y="1"/>
                      </a:moveTo>
                      <a:cubicBezTo>
                        <a:pt x="2017" y="1"/>
                        <a:pt x="0" y="2017"/>
                        <a:pt x="0" y="4475"/>
                      </a:cubicBezTo>
                      <a:cubicBezTo>
                        <a:pt x="0" y="5451"/>
                        <a:pt x="315" y="6365"/>
                        <a:pt x="882" y="7153"/>
                      </a:cubicBezTo>
                      <a:lnTo>
                        <a:pt x="4190" y="11595"/>
                      </a:lnTo>
                      <a:cubicBezTo>
                        <a:pt x="4253" y="11689"/>
                        <a:pt x="4348" y="11752"/>
                        <a:pt x="4474" y="11752"/>
                      </a:cubicBezTo>
                      <a:cubicBezTo>
                        <a:pt x="4568" y="11752"/>
                        <a:pt x="4663" y="11721"/>
                        <a:pt x="4726" y="11595"/>
                      </a:cubicBezTo>
                      <a:lnTo>
                        <a:pt x="8097" y="7058"/>
                      </a:lnTo>
                      <a:cubicBezTo>
                        <a:pt x="8633" y="6333"/>
                        <a:pt x="8916" y="5420"/>
                        <a:pt x="8916" y="4506"/>
                      </a:cubicBezTo>
                      <a:cubicBezTo>
                        <a:pt x="8916" y="1986"/>
                        <a:pt x="6900" y="1"/>
                        <a:pt x="447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Google Shape;12513;p89">
                  <a:extLst>
                    <a:ext uri="{FF2B5EF4-FFF2-40B4-BE49-F238E27FC236}">
                      <a16:creationId xmlns:a16="http://schemas.microsoft.com/office/drawing/2014/main" id="{4107AB77-EB7A-D056-DA89-996875E379E5}"/>
                    </a:ext>
                  </a:extLst>
                </p:cNvPr>
                <p:cNvSpPr/>
                <p:nvPr/>
              </p:nvSpPr>
              <p:spPr>
                <a:xfrm>
                  <a:off x="-4093025" y="24916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0" y="630"/>
                      </a:moveTo>
                      <a:cubicBezTo>
                        <a:pt x="1229" y="630"/>
                        <a:pt x="1386" y="788"/>
                        <a:pt x="1386" y="1008"/>
                      </a:cubicBezTo>
                      <a:cubicBezTo>
                        <a:pt x="1386" y="1197"/>
                        <a:pt x="1197" y="1355"/>
                        <a:pt x="1040" y="1355"/>
                      </a:cubicBezTo>
                      <a:cubicBezTo>
                        <a:pt x="819" y="1355"/>
                        <a:pt x="662" y="1197"/>
                        <a:pt x="662" y="1008"/>
                      </a:cubicBezTo>
                      <a:cubicBezTo>
                        <a:pt x="662" y="788"/>
                        <a:pt x="819" y="630"/>
                        <a:pt x="1040" y="630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40"/>
                      </a:cubicBezTo>
                      <a:cubicBezTo>
                        <a:pt x="0" y="1575"/>
                        <a:pt x="473" y="2048"/>
                        <a:pt x="1040" y="2048"/>
                      </a:cubicBezTo>
                      <a:cubicBezTo>
                        <a:pt x="1575" y="2048"/>
                        <a:pt x="2048" y="1575"/>
                        <a:pt x="2048" y="1040"/>
                      </a:cubicBezTo>
                      <a:cubicBezTo>
                        <a:pt x="2048" y="441"/>
                        <a:pt x="1575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Google Shape;12514;p89">
                  <a:extLst>
                    <a:ext uri="{FF2B5EF4-FFF2-40B4-BE49-F238E27FC236}">
                      <a16:creationId xmlns:a16="http://schemas.microsoft.com/office/drawing/2014/main" id="{9F057F51-55FB-2111-D37A-36FC86EB4438}"/>
                    </a:ext>
                  </a:extLst>
                </p:cNvPr>
                <p:cNvSpPr/>
                <p:nvPr/>
              </p:nvSpPr>
              <p:spPr>
                <a:xfrm>
                  <a:off x="-4145800" y="2439650"/>
                  <a:ext cx="155975" cy="1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08" extrusionOk="0">
                      <a:moveTo>
                        <a:pt x="3403" y="694"/>
                      </a:moveTo>
                      <a:lnTo>
                        <a:pt x="3403" y="1166"/>
                      </a:lnTo>
                      <a:cubicBezTo>
                        <a:pt x="3403" y="1324"/>
                        <a:pt x="3497" y="1450"/>
                        <a:pt x="3655" y="1481"/>
                      </a:cubicBezTo>
                      <a:cubicBezTo>
                        <a:pt x="3844" y="1576"/>
                        <a:pt x="4033" y="1670"/>
                        <a:pt x="4191" y="1828"/>
                      </a:cubicBezTo>
                      <a:cubicBezTo>
                        <a:pt x="4268" y="1867"/>
                        <a:pt x="4358" y="1894"/>
                        <a:pt x="4445" y="1894"/>
                      </a:cubicBezTo>
                      <a:cubicBezTo>
                        <a:pt x="4499" y="1894"/>
                        <a:pt x="4552" y="1884"/>
                        <a:pt x="4600" y="1859"/>
                      </a:cubicBezTo>
                      <a:lnTo>
                        <a:pt x="4978" y="1607"/>
                      </a:lnTo>
                      <a:lnTo>
                        <a:pt x="5356" y="2206"/>
                      </a:lnTo>
                      <a:lnTo>
                        <a:pt x="4947" y="2458"/>
                      </a:lnTo>
                      <a:cubicBezTo>
                        <a:pt x="4821" y="2521"/>
                        <a:pt x="4789" y="2647"/>
                        <a:pt x="4789" y="2805"/>
                      </a:cubicBezTo>
                      <a:cubicBezTo>
                        <a:pt x="4821" y="3025"/>
                        <a:pt x="4821" y="3183"/>
                        <a:pt x="4789" y="3435"/>
                      </a:cubicBezTo>
                      <a:cubicBezTo>
                        <a:pt x="4758" y="3592"/>
                        <a:pt x="4821" y="3687"/>
                        <a:pt x="4947" y="3781"/>
                      </a:cubicBezTo>
                      <a:lnTo>
                        <a:pt x="5356" y="4033"/>
                      </a:lnTo>
                      <a:lnTo>
                        <a:pt x="4978" y="4600"/>
                      </a:lnTo>
                      <a:lnTo>
                        <a:pt x="4600" y="4380"/>
                      </a:lnTo>
                      <a:cubicBezTo>
                        <a:pt x="4554" y="4345"/>
                        <a:pt x="4503" y="4332"/>
                        <a:pt x="4452" y="4332"/>
                      </a:cubicBezTo>
                      <a:cubicBezTo>
                        <a:pt x="4363" y="4332"/>
                        <a:pt x="4270" y="4372"/>
                        <a:pt x="4191" y="4411"/>
                      </a:cubicBezTo>
                      <a:cubicBezTo>
                        <a:pt x="4033" y="4537"/>
                        <a:pt x="3844" y="4632"/>
                        <a:pt x="3655" y="4726"/>
                      </a:cubicBezTo>
                      <a:cubicBezTo>
                        <a:pt x="3529" y="4758"/>
                        <a:pt x="3403" y="4915"/>
                        <a:pt x="3403" y="5041"/>
                      </a:cubicBezTo>
                      <a:lnTo>
                        <a:pt x="3403" y="5514"/>
                      </a:lnTo>
                      <a:lnTo>
                        <a:pt x="2741" y="5514"/>
                      </a:lnTo>
                      <a:lnTo>
                        <a:pt x="2741" y="5041"/>
                      </a:lnTo>
                      <a:cubicBezTo>
                        <a:pt x="2741" y="4884"/>
                        <a:pt x="2678" y="4758"/>
                        <a:pt x="2521" y="4726"/>
                      </a:cubicBezTo>
                      <a:cubicBezTo>
                        <a:pt x="2300" y="4663"/>
                        <a:pt x="2111" y="4569"/>
                        <a:pt x="1954" y="4411"/>
                      </a:cubicBezTo>
                      <a:cubicBezTo>
                        <a:pt x="1874" y="4372"/>
                        <a:pt x="1782" y="4332"/>
                        <a:pt x="1701" y="4332"/>
                      </a:cubicBezTo>
                      <a:cubicBezTo>
                        <a:pt x="1654" y="4332"/>
                        <a:pt x="1610" y="4345"/>
                        <a:pt x="1576" y="4380"/>
                      </a:cubicBezTo>
                      <a:lnTo>
                        <a:pt x="1166" y="4600"/>
                      </a:lnTo>
                      <a:lnTo>
                        <a:pt x="820" y="4033"/>
                      </a:lnTo>
                      <a:lnTo>
                        <a:pt x="1198" y="3781"/>
                      </a:lnTo>
                      <a:cubicBezTo>
                        <a:pt x="1324" y="3718"/>
                        <a:pt x="1418" y="3592"/>
                        <a:pt x="1355" y="3435"/>
                      </a:cubicBezTo>
                      <a:cubicBezTo>
                        <a:pt x="1324" y="3183"/>
                        <a:pt x="1324" y="3025"/>
                        <a:pt x="1355" y="2805"/>
                      </a:cubicBezTo>
                      <a:cubicBezTo>
                        <a:pt x="1418" y="2647"/>
                        <a:pt x="1324" y="2521"/>
                        <a:pt x="1198" y="2458"/>
                      </a:cubicBezTo>
                      <a:lnTo>
                        <a:pt x="820" y="2206"/>
                      </a:lnTo>
                      <a:lnTo>
                        <a:pt x="1166" y="1607"/>
                      </a:lnTo>
                      <a:lnTo>
                        <a:pt x="1576" y="1859"/>
                      </a:lnTo>
                      <a:cubicBezTo>
                        <a:pt x="1612" y="1884"/>
                        <a:pt x="1657" y="1894"/>
                        <a:pt x="1706" y="1894"/>
                      </a:cubicBezTo>
                      <a:cubicBezTo>
                        <a:pt x="1786" y="1894"/>
                        <a:pt x="1876" y="1867"/>
                        <a:pt x="1954" y="1828"/>
                      </a:cubicBezTo>
                      <a:cubicBezTo>
                        <a:pt x="2111" y="1702"/>
                        <a:pt x="2300" y="1576"/>
                        <a:pt x="2521" y="1481"/>
                      </a:cubicBezTo>
                      <a:cubicBezTo>
                        <a:pt x="2615" y="1450"/>
                        <a:pt x="2741" y="1292"/>
                        <a:pt x="2741" y="1166"/>
                      </a:cubicBezTo>
                      <a:lnTo>
                        <a:pt x="2741" y="694"/>
                      </a:lnTo>
                      <a:close/>
                      <a:moveTo>
                        <a:pt x="2426" y="1"/>
                      </a:moveTo>
                      <a:cubicBezTo>
                        <a:pt x="2237" y="1"/>
                        <a:pt x="2080" y="158"/>
                        <a:pt x="2080" y="347"/>
                      </a:cubicBezTo>
                      <a:lnTo>
                        <a:pt x="2080" y="946"/>
                      </a:lnTo>
                      <a:cubicBezTo>
                        <a:pt x="1954" y="977"/>
                        <a:pt x="1828" y="1072"/>
                        <a:pt x="1765" y="1135"/>
                      </a:cubicBezTo>
                      <a:lnTo>
                        <a:pt x="1261" y="851"/>
                      </a:lnTo>
                      <a:cubicBezTo>
                        <a:pt x="1211" y="831"/>
                        <a:pt x="1158" y="821"/>
                        <a:pt x="1104" y="821"/>
                      </a:cubicBezTo>
                      <a:cubicBezTo>
                        <a:pt x="990" y="821"/>
                        <a:pt x="874" y="870"/>
                        <a:pt x="788" y="977"/>
                      </a:cubicBezTo>
                      <a:lnTo>
                        <a:pt x="126" y="2175"/>
                      </a:lnTo>
                      <a:cubicBezTo>
                        <a:pt x="32" y="2332"/>
                        <a:pt x="63" y="2521"/>
                        <a:pt x="221" y="2647"/>
                      </a:cubicBezTo>
                      <a:lnTo>
                        <a:pt x="757" y="2899"/>
                      </a:lnTo>
                      <a:lnTo>
                        <a:pt x="757" y="3120"/>
                      </a:lnTo>
                      <a:lnTo>
                        <a:pt x="757" y="3309"/>
                      </a:lnTo>
                      <a:lnTo>
                        <a:pt x="221" y="3592"/>
                      </a:lnTo>
                      <a:cubicBezTo>
                        <a:pt x="63" y="3655"/>
                        <a:pt x="0" y="3907"/>
                        <a:pt x="126" y="4065"/>
                      </a:cubicBezTo>
                      <a:lnTo>
                        <a:pt x="788" y="5231"/>
                      </a:lnTo>
                      <a:cubicBezTo>
                        <a:pt x="831" y="5337"/>
                        <a:pt x="960" y="5415"/>
                        <a:pt x="1088" y="5415"/>
                      </a:cubicBezTo>
                      <a:cubicBezTo>
                        <a:pt x="1149" y="5415"/>
                        <a:pt x="1210" y="5397"/>
                        <a:pt x="1261" y="5357"/>
                      </a:cubicBezTo>
                      <a:lnTo>
                        <a:pt x="1765" y="5073"/>
                      </a:lnTo>
                      <a:cubicBezTo>
                        <a:pt x="1891" y="5167"/>
                        <a:pt x="1954" y="5199"/>
                        <a:pt x="2080" y="5262"/>
                      </a:cubicBezTo>
                      <a:lnTo>
                        <a:pt x="2080" y="5861"/>
                      </a:lnTo>
                      <a:cubicBezTo>
                        <a:pt x="2080" y="6050"/>
                        <a:pt x="2237" y="6207"/>
                        <a:pt x="2426" y="6207"/>
                      </a:cubicBezTo>
                      <a:lnTo>
                        <a:pt x="3812" y="6207"/>
                      </a:lnTo>
                      <a:cubicBezTo>
                        <a:pt x="4002" y="6207"/>
                        <a:pt x="4159" y="6050"/>
                        <a:pt x="4159" y="5861"/>
                      </a:cubicBezTo>
                      <a:lnTo>
                        <a:pt x="4159" y="5262"/>
                      </a:lnTo>
                      <a:cubicBezTo>
                        <a:pt x="4285" y="5231"/>
                        <a:pt x="4411" y="5167"/>
                        <a:pt x="4474" y="5073"/>
                      </a:cubicBezTo>
                      <a:lnTo>
                        <a:pt x="4978" y="5357"/>
                      </a:lnTo>
                      <a:cubicBezTo>
                        <a:pt x="5028" y="5376"/>
                        <a:pt x="5084" y="5387"/>
                        <a:pt x="5141" y="5387"/>
                      </a:cubicBezTo>
                      <a:cubicBezTo>
                        <a:pt x="5263" y="5387"/>
                        <a:pt x="5386" y="5338"/>
                        <a:pt x="5451" y="5231"/>
                      </a:cubicBezTo>
                      <a:lnTo>
                        <a:pt x="6144" y="4065"/>
                      </a:lnTo>
                      <a:cubicBezTo>
                        <a:pt x="6207" y="3907"/>
                        <a:pt x="6175" y="3687"/>
                        <a:pt x="6018" y="3592"/>
                      </a:cubicBezTo>
                      <a:lnTo>
                        <a:pt x="5514" y="3309"/>
                      </a:lnTo>
                      <a:lnTo>
                        <a:pt x="5514" y="3120"/>
                      </a:lnTo>
                      <a:lnTo>
                        <a:pt x="5514" y="2899"/>
                      </a:lnTo>
                      <a:lnTo>
                        <a:pt x="6018" y="2647"/>
                      </a:lnTo>
                      <a:cubicBezTo>
                        <a:pt x="6175" y="2521"/>
                        <a:pt x="6238" y="2332"/>
                        <a:pt x="6144" y="2175"/>
                      </a:cubicBezTo>
                      <a:lnTo>
                        <a:pt x="5451" y="977"/>
                      </a:lnTo>
                      <a:cubicBezTo>
                        <a:pt x="5408" y="870"/>
                        <a:pt x="5278" y="807"/>
                        <a:pt x="5149" y="807"/>
                      </a:cubicBezTo>
                      <a:cubicBezTo>
                        <a:pt x="5089" y="807"/>
                        <a:pt x="5029" y="821"/>
                        <a:pt x="4978" y="851"/>
                      </a:cubicBezTo>
                      <a:lnTo>
                        <a:pt x="4474" y="1135"/>
                      </a:lnTo>
                      <a:cubicBezTo>
                        <a:pt x="4348" y="1072"/>
                        <a:pt x="4285" y="1009"/>
                        <a:pt x="4159" y="946"/>
                      </a:cubicBezTo>
                      <a:lnTo>
                        <a:pt x="4159" y="347"/>
                      </a:lnTo>
                      <a:cubicBezTo>
                        <a:pt x="4159" y="158"/>
                        <a:pt x="4002" y="1"/>
                        <a:pt x="38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1" name="Google Shape;12520;p89">
                <a:extLst>
                  <a:ext uri="{FF2B5EF4-FFF2-40B4-BE49-F238E27FC236}">
                    <a16:creationId xmlns:a16="http://schemas.microsoft.com/office/drawing/2014/main" id="{5F6AF5D2-E1E1-79A8-271C-BBA3128BE1F0}"/>
                  </a:ext>
                </a:extLst>
              </p:cNvPr>
              <p:cNvGrpSpPr/>
              <p:nvPr/>
            </p:nvGrpSpPr>
            <p:grpSpPr>
              <a:xfrm>
                <a:off x="10314963" y="2661925"/>
                <a:ext cx="641288" cy="641288"/>
                <a:chOff x="-2419325" y="2408150"/>
                <a:chExt cx="291450" cy="291450"/>
              </a:xfrm>
              <a:grpFill/>
            </p:grpSpPr>
            <p:sp>
              <p:nvSpPr>
                <p:cNvPr id="120" name="Google Shape;12521;p89">
                  <a:extLst>
                    <a:ext uri="{FF2B5EF4-FFF2-40B4-BE49-F238E27FC236}">
                      <a16:creationId xmlns:a16="http://schemas.microsoft.com/office/drawing/2014/main" id="{18034B3C-B9F9-7FE9-22A8-4AC2D0C88B15}"/>
                    </a:ext>
                  </a:extLst>
                </p:cNvPr>
                <p:cNvSpPr/>
                <p:nvPr/>
              </p:nvSpPr>
              <p:spPr>
                <a:xfrm>
                  <a:off x="-2419325" y="2408150"/>
                  <a:ext cx="29145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58" extrusionOk="0">
                      <a:moveTo>
                        <a:pt x="8948" y="725"/>
                      </a:moveTo>
                      <a:lnTo>
                        <a:pt x="8948" y="2489"/>
                      </a:lnTo>
                      <a:lnTo>
                        <a:pt x="8948" y="10366"/>
                      </a:lnTo>
                      <a:cubicBezTo>
                        <a:pt x="8948" y="10586"/>
                        <a:pt x="9011" y="10838"/>
                        <a:pt x="9137" y="11027"/>
                      </a:cubicBezTo>
                      <a:lnTo>
                        <a:pt x="1733" y="11027"/>
                      </a:lnTo>
                      <a:cubicBezTo>
                        <a:pt x="1134" y="11027"/>
                        <a:pt x="662" y="10586"/>
                        <a:pt x="662" y="10019"/>
                      </a:cubicBezTo>
                      <a:lnTo>
                        <a:pt x="662" y="725"/>
                      </a:lnTo>
                      <a:close/>
                      <a:moveTo>
                        <a:pt x="11027" y="2836"/>
                      </a:moveTo>
                      <a:lnTo>
                        <a:pt x="11027" y="10366"/>
                      </a:lnTo>
                      <a:lnTo>
                        <a:pt x="10995" y="10366"/>
                      </a:lnTo>
                      <a:cubicBezTo>
                        <a:pt x="10995" y="10744"/>
                        <a:pt x="10680" y="11027"/>
                        <a:pt x="10334" y="11027"/>
                      </a:cubicBezTo>
                      <a:cubicBezTo>
                        <a:pt x="9987" y="11027"/>
                        <a:pt x="9672" y="10712"/>
                        <a:pt x="9672" y="10366"/>
                      </a:cubicBezTo>
                      <a:lnTo>
                        <a:pt x="9672" y="283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956"/>
                      </a:lnTo>
                      <a:cubicBezTo>
                        <a:pt x="0" y="10901"/>
                        <a:pt x="756" y="11657"/>
                        <a:pt x="1702" y="11657"/>
                      </a:cubicBezTo>
                      <a:lnTo>
                        <a:pt x="10302" y="11657"/>
                      </a:lnTo>
                      <a:cubicBezTo>
                        <a:pt x="11027" y="11657"/>
                        <a:pt x="11657" y="11027"/>
                        <a:pt x="11657" y="10271"/>
                      </a:cubicBezTo>
                      <a:lnTo>
                        <a:pt x="11657" y="2395"/>
                      </a:lnTo>
                      <a:cubicBezTo>
                        <a:pt x="11657" y="2300"/>
                        <a:pt x="11500" y="2143"/>
                        <a:pt x="11342" y="2143"/>
                      </a:cubicBezTo>
                      <a:lnTo>
                        <a:pt x="9641" y="2143"/>
                      </a:lnTo>
                      <a:lnTo>
                        <a:pt x="9641" y="347"/>
                      </a:lnTo>
                      <a:cubicBezTo>
                        <a:pt x="9641" y="158"/>
                        <a:pt x="9483" y="1"/>
                        <a:pt x="92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Google Shape;12522;p89">
                  <a:extLst>
                    <a:ext uri="{FF2B5EF4-FFF2-40B4-BE49-F238E27FC236}">
                      <a16:creationId xmlns:a16="http://schemas.microsoft.com/office/drawing/2014/main" id="{F75206B3-3777-37F8-9875-73C524971DF7}"/>
                    </a:ext>
                  </a:extLst>
                </p:cNvPr>
                <p:cNvSpPr/>
                <p:nvPr/>
              </p:nvSpPr>
              <p:spPr>
                <a:xfrm>
                  <a:off x="-2385475" y="2444375"/>
                  <a:ext cx="1733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3467" extrusionOk="0">
                      <a:moveTo>
                        <a:pt x="6207" y="694"/>
                      </a:moveTo>
                      <a:lnTo>
                        <a:pt x="6207" y="2742"/>
                      </a:lnTo>
                      <a:lnTo>
                        <a:pt x="694" y="2742"/>
                      </a:lnTo>
                      <a:lnTo>
                        <a:pt x="694" y="694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79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6554" y="3466"/>
                      </a:lnTo>
                      <a:cubicBezTo>
                        <a:pt x="6775" y="3466"/>
                        <a:pt x="6932" y="3309"/>
                        <a:pt x="6932" y="3120"/>
                      </a:cubicBezTo>
                      <a:lnTo>
                        <a:pt x="6932" y="379"/>
                      </a:lnTo>
                      <a:cubicBezTo>
                        <a:pt x="6869" y="158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Google Shape;12523;p89">
                  <a:extLst>
                    <a:ext uri="{FF2B5EF4-FFF2-40B4-BE49-F238E27FC236}">
                      <a16:creationId xmlns:a16="http://schemas.microsoft.com/office/drawing/2014/main" id="{AAE79FB5-F3AC-BB55-9A87-E680B1C43CB0}"/>
                    </a:ext>
                  </a:extLst>
                </p:cNvPr>
                <p:cNvSpPr/>
                <p:nvPr/>
              </p:nvSpPr>
              <p:spPr>
                <a:xfrm>
                  <a:off x="-2385475" y="25459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2742" y="757"/>
                      </a:moveTo>
                      <a:lnTo>
                        <a:pt x="2742" y="2805"/>
                      </a:lnTo>
                      <a:lnTo>
                        <a:pt x="694" y="2805"/>
                      </a:lnTo>
                      <a:lnTo>
                        <a:pt x="694" y="757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3088" y="3466"/>
                      </a:lnTo>
                      <a:cubicBezTo>
                        <a:pt x="3309" y="3466"/>
                        <a:pt x="3467" y="3309"/>
                        <a:pt x="3467" y="3120"/>
                      </a:cubicBezTo>
                      <a:lnTo>
                        <a:pt x="3467" y="347"/>
                      </a:lnTo>
                      <a:cubicBezTo>
                        <a:pt x="3467" y="158"/>
                        <a:pt x="3309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Google Shape;12524;p89">
                  <a:extLst>
                    <a:ext uri="{FF2B5EF4-FFF2-40B4-BE49-F238E27FC236}">
                      <a16:creationId xmlns:a16="http://schemas.microsoft.com/office/drawing/2014/main" id="{D74F7901-7F49-BF85-008D-1C516C1916E1}"/>
                    </a:ext>
                  </a:extLst>
                </p:cNvPr>
                <p:cNvSpPr/>
                <p:nvPr/>
              </p:nvSpPr>
              <p:spPr>
                <a:xfrm>
                  <a:off x="-2281500" y="2546775"/>
                  <a:ext cx="69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7"/>
                        <a:pt x="2773" y="378"/>
                      </a:cubicBezTo>
                      <a:cubicBezTo>
                        <a:pt x="2710" y="158"/>
                        <a:pt x="2553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Google Shape;12525;p89">
                  <a:extLst>
                    <a:ext uri="{FF2B5EF4-FFF2-40B4-BE49-F238E27FC236}">
                      <a16:creationId xmlns:a16="http://schemas.microsoft.com/office/drawing/2014/main" id="{1460E750-0ADB-8B71-7AC0-BF7A9A9D24C7}"/>
                    </a:ext>
                  </a:extLst>
                </p:cNvPr>
                <p:cNvSpPr/>
                <p:nvPr/>
              </p:nvSpPr>
              <p:spPr>
                <a:xfrm>
                  <a:off x="-2281500" y="2581425"/>
                  <a:ext cx="69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8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Google Shape;12526;p89">
                  <a:extLst>
                    <a:ext uri="{FF2B5EF4-FFF2-40B4-BE49-F238E27FC236}">
                      <a16:creationId xmlns:a16="http://schemas.microsoft.com/office/drawing/2014/main" id="{872F0C8B-A2C8-C848-878A-93E27C275D9A}"/>
                    </a:ext>
                  </a:extLst>
                </p:cNvPr>
                <p:cNvSpPr/>
                <p:nvPr/>
              </p:nvSpPr>
              <p:spPr>
                <a:xfrm>
                  <a:off x="-2281500" y="2616075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616" y="694"/>
                        <a:pt x="2773" y="536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Google Shape;12527;p89">
                  <a:extLst>
                    <a:ext uri="{FF2B5EF4-FFF2-40B4-BE49-F238E27FC236}">
                      <a16:creationId xmlns:a16="http://schemas.microsoft.com/office/drawing/2014/main" id="{B02239CC-F3EC-2CF5-9533-804570CF5A72}"/>
                    </a:ext>
                  </a:extLst>
                </p:cNvPr>
                <p:cNvSpPr/>
                <p:nvPr/>
              </p:nvSpPr>
              <p:spPr>
                <a:xfrm>
                  <a:off x="-2385475" y="2649150"/>
                  <a:ext cx="1733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726" extrusionOk="0">
                      <a:moveTo>
                        <a:pt x="348" y="1"/>
                      </a:moveTo>
                      <a:cubicBezTo>
                        <a:pt x="159" y="1"/>
                        <a:pt x="1" y="159"/>
                        <a:pt x="1" y="379"/>
                      </a:cubicBezTo>
                      <a:cubicBezTo>
                        <a:pt x="1" y="568"/>
                        <a:pt x="159" y="726"/>
                        <a:pt x="348" y="726"/>
                      </a:cubicBezTo>
                      <a:lnTo>
                        <a:pt x="6554" y="726"/>
                      </a:lnTo>
                      <a:cubicBezTo>
                        <a:pt x="6775" y="726"/>
                        <a:pt x="6932" y="568"/>
                        <a:pt x="6932" y="379"/>
                      </a:cubicBezTo>
                      <a:cubicBezTo>
                        <a:pt x="6869" y="159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2" name="Google Shape;12535;p89">
                <a:extLst>
                  <a:ext uri="{FF2B5EF4-FFF2-40B4-BE49-F238E27FC236}">
                    <a16:creationId xmlns:a16="http://schemas.microsoft.com/office/drawing/2014/main" id="{A7B55494-9742-D532-8131-5256EB00416D}"/>
                  </a:ext>
                </a:extLst>
              </p:cNvPr>
              <p:cNvGrpSpPr/>
              <p:nvPr/>
            </p:nvGrpSpPr>
            <p:grpSpPr>
              <a:xfrm>
                <a:off x="2872448" y="2661924"/>
                <a:ext cx="649979" cy="641288"/>
                <a:chOff x="-5637575" y="2397900"/>
                <a:chExt cx="295400" cy="291450"/>
              </a:xfrm>
              <a:grpFill/>
            </p:grpSpPr>
            <p:sp>
              <p:nvSpPr>
                <p:cNvPr id="116" name="Google Shape;12536;p89">
                  <a:extLst>
                    <a:ext uri="{FF2B5EF4-FFF2-40B4-BE49-F238E27FC236}">
                      <a16:creationId xmlns:a16="http://schemas.microsoft.com/office/drawing/2014/main" id="{1B7261A8-8625-E4F5-DB74-486F66BDCC70}"/>
                    </a:ext>
                  </a:extLst>
                </p:cNvPr>
                <p:cNvSpPr/>
                <p:nvPr/>
              </p:nvSpPr>
              <p:spPr>
                <a:xfrm>
                  <a:off x="-5575350" y="2547550"/>
                  <a:ext cx="79575" cy="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" h="3530" extrusionOk="0">
                      <a:moveTo>
                        <a:pt x="1088" y="1"/>
                      </a:moveTo>
                      <a:cubicBezTo>
                        <a:pt x="1001" y="1"/>
                        <a:pt x="915" y="32"/>
                        <a:pt x="852" y="95"/>
                      </a:cubicBezTo>
                      <a:lnTo>
                        <a:pt x="379" y="568"/>
                      </a:lnTo>
                      <a:cubicBezTo>
                        <a:pt x="1" y="978"/>
                        <a:pt x="1" y="1639"/>
                        <a:pt x="379" y="2017"/>
                      </a:cubicBezTo>
                      <a:cubicBezTo>
                        <a:pt x="584" y="2222"/>
                        <a:pt x="852" y="2324"/>
                        <a:pt x="1115" y="2324"/>
                      </a:cubicBezTo>
                      <a:cubicBezTo>
                        <a:pt x="1379" y="2324"/>
                        <a:pt x="1639" y="2222"/>
                        <a:pt x="1828" y="2017"/>
                      </a:cubicBezTo>
                      <a:cubicBezTo>
                        <a:pt x="1891" y="1970"/>
                        <a:pt x="1986" y="1946"/>
                        <a:pt x="2076" y="1946"/>
                      </a:cubicBezTo>
                      <a:cubicBezTo>
                        <a:pt x="2167" y="1946"/>
                        <a:pt x="2253" y="1970"/>
                        <a:pt x="2301" y="2017"/>
                      </a:cubicBezTo>
                      <a:cubicBezTo>
                        <a:pt x="2427" y="2143"/>
                        <a:pt x="2427" y="2395"/>
                        <a:pt x="2301" y="2490"/>
                      </a:cubicBezTo>
                      <a:lnTo>
                        <a:pt x="1828" y="2962"/>
                      </a:lnTo>
                      <a:cubicBezTo>
                        <a:pt x="1734" y="3088"/>
                        <a:pt x="1734" y="3340"/>
                        <a:pt x="1828" y="3435"/>
                      </a:cubicBezTo>
                      <a:cubicBezTo>
                        <a:pt x="1891" y="3498"/>
                        <a:pt x="1986" y="3529"/>
                        <a:pt x="2076" y="3529"/>
                      </a:cubicBezTo>
                      <a:cubicBezTo>
                        <a:pt x="2167" y="3529"/>
                        <a:pt x="2253" y="3498"/>
                        <a:pt x="2301" y="3435"/>
                      </a:cubicBezTo>
                      <a:lnTo>
                        <a:pt x="2773" y="2962"/>
                      </a:lnTo>
                      <a:cubicBezTo>
                        <a:pt x="3183" y="2584"/>
                        <a:pt x="3183" y="1923"/>
                        <a:pt x="2773" y="1513"/>
                      </a:cubicBezTo>
                      <a:cubicBezTo>
                        <a:pt x="2569" y="1293"/>
                        <a:pt x="2309" y="1182"/>
                        <a:pt x="2049" y="1182"/>
                      </a:cubicBezTo>
                      <a:cubicBezTo>
                        <a:pt x="1789" y="1182"/>
                        <a:pt x="1529" y="1293"/>
                        <a:pt x="1324" y="1513"/>
                      </a:cubicBezTo>
                      <a:cubicBezTo>
                        <a:pt x="1261" y="1576"/>
                        <a:pt x="1174" y="1608"/>
                        <a:pt x="1088" y="1608"/>
                      </a:cubicBezTo>
                      <a:cubicBezTo>
                        <a:pt x="1001" y="1608"/>
                        <a:pt x="915" y="1576"/>
                        <a:pt x="852" y="1513"/>
                      </a:cubicBezTo>
                      <a:cubicBezTo>
                        <a:pt x="726" y="1387"/>
                        <a:pt x="726" y="1167"/>
                        <a:pt x="852" y="1041"/>
                      </a:cubicBezTo>
                      <a:lnTo>
                        <a:pt x="1324" y="568"/>
                      </a:lnTo>
                      <a:cubicBezTo>
                        <a:pt x="1450" y="442"/>
                        <a:pt x="1450" y="221"/>
                        <a:pt x="1324" y="95"/>
                      </a:cubicBezTo>
                      <a:cubicBezTo>
                        <a:pt x="1261" y="32"/>
                        <a:pt x="1174" y="1"/>
                        <a:pt x="1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Google Shape;12537;p89">
                  <a:extLst>
                    <a:ext uri="{FF2B5EF4-FFF2-40B4-BE49-F238E27FC236}">
                      <a16:creationId xmlns:a16="http://schemas.microsoft.com/office/drawing/2014/main" id="{E82F9A56-5CF5-6D7C-FC3B-D7C8B0EA8136}"/>
                    </a:ext>
                  </a:extLst>
                </p:cNvPr>
                <p:cNvSpPr/>
                <p:nvPr/>
              </p:nvSpPr>
              <p:spPr>
                <a:xfrm>
                  <a:off x="-5526500" y="2499525"/>
                  <a:ext cx="85075" cy="8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3" h="3269" extrusionOk="0">
                      <a:moveTo>
                        <a:pt x="1107" y="0"/>
                      </a:moveTo>
                      <a:cubicBezTo>
                        <a:pt x="1016" y="0"/>
                        <a:pt x="930" y="32"/>
                        <a:pt x="882" y="95"/>
                      </a:cubicBezTo>
                      <a:lnTo>
                        <a:pt x="410" y="567"/>
                      </a:lnTo>
                      <a:cubicBezTo>
                        <a:pt x="0" y="945"/>
                        <a:pt x="0" y="1638"/>
                        <a:pt x="410" y="2016"/>
                      </a:cubicBezTo>
                      <a:lnTo>
                        <a:pt x="882" y="2489"/>
                      </a:lnTo>
                      <a:lnTo>
                        <a:pt x="1355" y="2962"/>
                      </a:lnTo>
                      <a:cubicBezTo>
                        <a:pt x="1544" y="3166"/>
                        <a:pt x="1804" y="3269"/>
                        <a:pt x="2068" y="3269"/>
                      </a:cubicBezTo>
                      <a:cubicBezTo>
                        <a:pt x="2332" y="3269"/>
                        <a:pt x="2599" y="3166"/>
                        <a:pt x="2804" y="2962"/>
                      </a:cubicBezTo>
                      <a:lnTo>
                        <a:pt x="3277" y="2489"/>
                      </a:lnTo>
                      <a:cubicBezTo>
                        <a:pt x="3403" y="2363"/>
                        <a:pt x="3403" y="2142"/>
                        <a:pt x="3277" y="2016"/>
                      </a:cubicBezTo>
                      <a:cubicBezTo>
                        <a:pt x="3178" y="1918"/>
                        <a:pt x="3070" y="1870"/>
                        <a:pt x="2977" y="1870"/>
                      </a:cubicBezTo>
                      <a:cubicBezTo>
                        <a:pt x="2892" y="1870"/>
                        <a:pt x="2818" y="1910"/>
                        <a:pt x="2773" y="1985"/>
                      </a:cubicBezTo>
                      <a:lnTo>
                        <a:pt x="2300" y="2457"/>
                      </a:lnTo>
                      <a:cubicBezTo>
                        <a:pt x="2237" y="2520"/>
                        <a:pt x="2143" y="2552"/>
                        <a:pt x="2052" y="2552"/>
                      </a:cubicBezTo>
                      <a:cubicBezTo>
                        <a:pt x="1961" y="2552"/>
                        <a:pt x="1875" y="2520"/>
                        <a:pt x="1827" y="2457"/>
                      </a:cubicBezTo>
                      <a:lnTo>
                        <a:pt x="1575" y="2205"/>
                      </a:lnTo>
                      <a:lnTo>
                        <a:pt x="2300" y="1512"/>
                      </a:lnTo>
                      <a:cubicBezTo>
                        <a:pt x="2395" y="1386"/>
                        <a:pt x="2395" y="1134"/>
                        <a:pt x="2300" y="1040"/>
                      </a:cubicBezTo>
                      <a:cubicBezTo>
                        <a:pt x="2237" y="977"/>
                        <a:pt x="2143" y="945"/>
                        <a:pt x="2052" y="945"/>
                      </a:cubicBezTo>
                      <a:cubicBezTo>
                        <a:pt x="1961" y="945"/>
                        <a:pt x="1875" y="977"/>
                        <a:pt x="1827" y="1040"/>
                      </a:cubicBezTo>
                      <a:lnTo>
                        <a:pt x="1103" y="1733"/>
                      </a:lnTo>
                      <a:lnTo>
                        <a:pt x="882" y="1512"/>
                      </a:lnTo>
                      <a:cubicBezTo>
                        <a:pt x="756" y="1386"/>
                        <a:pt x="756" y="1166"/>
                        <a:pt x="882" y="1040"/>
                      </a:cubicBezTo>
                      <a:lnTo>
                        <a:pt x="1355" y="567"/>
                      </a:lnTo>
                      <a:cubicBezTo>
                        <a:pt x="1449" y="441"/>
                        <a:pt x="1449" y="221"/>
                        <a:pt x="1355" y="95"/>
                      </a:cubicBezTo>
                      <a:cubicBezTo>
                        <a:pt x="1292" y="32"/>
                        <a:pt x="1197" y="0"/>
                        <a:pt x="11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Google Shape;12538;p89">
                  <a:extLst>
                    <a:ext uri="{FF2B5EF4-FFF2-40B4-BE49-F238E27FC236}">
                      <a16:creationId xmlns:a16="http://schemas.microsoft.com/office/drawing/2014/main" id="{E3CF5867-EA74-E44A-4784-EF14C57BF7FD}"/>
                    </a:ext>
                  </a:extLst>
                </p:cNvPr>
                <p:cNvSpPr/>
                <p:nvPr/>
              </p:nvSpPr>
              <p:spPr>
                <a:xfrm>
                  <a:off x="-5480050" y="2456975"/>
                  <a:ext cx="80375" cy="7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026" extrusionOk="0">
                      <a:moveTo>
                        <a:pt x="1100" y="686"/>
                      </a:moveTo>
                      <a:cubicBezTo>
                        <a:pt x="1190" y="686"/>
                        <a:pt x="1277" y="710"/>
                        <a:pt x="1324" y="757"/>
                      </a:cubicBezTo>
                      <a:lnTo>
                        <a:pt x="2332" y="1765"/>
                      </a:lnTo>
                      <a:cubicBezTo>
                        <a:pt x="2490" y="1860"/>
                        <a:pt x="2490" y="2112"/>
                        <a:pt x="2332" y="2238"/>
                      </a:cubicBezTo>
                      <a:cubicBezTo>
                        <a:pt x="2269" y="2285"/>
                        <a:pt x="2183" y="2309"/>
                        <a:pt x="2096" y="2309"/>
                      </a:cubicBezTo>
                      <a:cubicBezTo>
                        <a:pt x="2009" y="2309"/>
                        <a:pt x="1923" y="2285"/>
                        <a:pt x="1860" y="2238"/>
                      </a:cubicBezTo>
                      <a:lnTo>
                        <a:pt x="852" y="1229"/>
                      </a:lnTo>
                      <a:cubicBezTo>
                        <a:pt x="757" y="1135"/>
                        <a:pt x="757" y="883"/>
                        <a:pt x="852" y="757"/>
                      </a:cubicBezTo>
                      <a:cubicBezTo>
                        <a:pt x="915" y="710"/>
                        <a:pt x="1009" y="686"/>
                        <a:pt x="1100" y="686"/>
                      </a:cubicBezTo>
                      <a:close/>
                      <a:moveTo>
                        <a:pt x="1119" y="1"/>
                      </a:moveTo>
                      <a:cubicBezTo>
                        <a:pt x="852" y="1"/>
                        <a:pt x="584" y="95"/>
                        <a:pt x="379" y="284"/>
                      </a:cubicBezTo>
                      <a:cubicBezTo>
                        <a:pt x="1" y="694"/>
                        <a:pt x="1" y="1356"/>
                        <a:pt x="379" y="1765"/>
                      </a:cubicBezTo>
                      <a:lnTo>
                        <a:pt x="1387" y="2742"/>
                      </a:lnTo>
                      <a:cubicBezTo>
                        <a:pt x="1576" y="2931"/>
                        <a:pt x="1836" y="3025"/>
                        <a:pt x="2100" y="3025"/>
                      </a:cubicBezTo>
                      <a:cubicBezTo>
                        <a:pt x="2364" y="3025"/>
                        <a:pt x="2632" y="2931"/>
                        <a:pt x="2836" y="2742"/>
                      </a:cubicBezTo>
                      <a:cubicBezTo>
                        <a:pt x="3214" y="2332"/>
                        <a:pt x="3214" y="1671"/>
                        <a:pt x="2836" y="1293"/>
                      </a:cubicBezTo>
                      <a:lnTo>
                        <a:pt x="1860" y="284"/>
                      </a:lnTo>
                      <a:cubicBezTo>
                        <a:pt x="1655" y="95"/>
                        <a:pt x="1387" y="1"/>
                        <a:pt x="1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Google Shape;12539;p89">
                  <a:extLst>
                    <a:ext uri="{FF2B5EF4-FFF2-40B4-BE49-F238E27FC236}">
                      <a16:creationId xmlns:a16="http://schemas.microsoft.com/office/drawing/2014/main" id="{6691E5E3-B413-C81D-FF1F-AC3BCD7C5D0E}"/>
                    </a:ext>
                  </a:extLst>
                </p:cNvPr>
                <p:cNvSpPr/>
                <p:nvPr/>
              </p:nvSpPr>
              <p:spPr>
                <a:xfrm>
                  <a:off x="-5637575" y="2397900"/>
                  <a:ext cx="2954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11658" extrusionOk="0">
                      <a:moveTo>
                        <a:pt x="9185" y="1479"/>
                      </a:moveTo>
                      <a:cubicBezTo>
                        <a:pt x="9245" y="1479"/>
                        <a:pt x="9245" y="1482"/>
                        <a:pt x="9263" y="1482"/>
                      </a:cubicBezTo>
                      <a:cubicBezTo>
                        <a:pt x="9421" y="1482"/>
                        <a:pt x="9579" y="1513"/>
                        <a:pt x="9673" y="1545"/>
                      </a:cubicBezTo>
                      <a:lnTo>
                        <a:pt x="9106" y="2143"/>
                      </a:lnTo>
                      <a:cubicBezTo>
                        <a:pt x="8980" y="2269"/>
                        <a:pt x="8980" y="2490"/>
                        <a:pt x="9106" y="2616"/>
                      </a:cubicBezTo>
                      <a:cubicBezTo>
                        <a:pt x="9153" y="2679"/>
                        <a:pt x="9240" y="2710"/>
                        <a:pt x="9330" y="2710"/>
                      </a:cubicBezTo>
                      <a:cubicBezTo>
                        <a:pt x="9421" y="2710"/>
                        <a:pt x="9515" y="2679"/>
                        <a:pt x="9579" y="2616"/>
                      </a:cubicBezTo>
                      <a:lnTo>
                        <a:pt x="10146" y="2017"/>
                      </a:lnTo>
                      <a:cubicBezTo>
                        <a:pt x="10272" y="2175"/>
                        <a:pt x="10303" y="2332"/>
                        <a:pt x="10303" y="2553"/>
                      </a:cubicBezTo>
                      <a:lnTo>
                        <a:pt x="10146" y="5325"/>
                      </a:lnTo>
                      <a:cubicBezTo>
                        <a:pt x="10114" y="5798"/>
                        <a:pt x="9925" y="6239"/>
                        <a:pt x="9515" y="6554"/>
                      </a:cubicBezTo>
                      <a:lnTo>
                        <a:pt x="9484" y="6585"/>
                      </a:lnTo>
                      <a:lnTo>
                        <a:pt x="8570" y="7499"/>
                      </a:lnTo>
                      <a:cubicBezTo>
                        <a:pt x="5231" y="10902"/>
                        <a:pt x="5829" y="10303"/>
                        <a:pt x="5199" y="10902"/>
                      </a:cubicBezTo>
                      <a:cubicBezTo>
                        <a:pt x="5136" y="10949"/>
                        <a:pt x="5050" y="10972"/>
                        <a:pt x="4963" y="10972"/>
                      </a:cubicBezTo>
                      <a:cubicBezTo>
                        <a:pt x="4876" y="10972"/>
                        <a:pt x="4790" y="10949"/>
                        <a:pt x="4727" y="10902"/>
                      </a:cubicBezTo>
                      <a:lnTo>
                        <a:pt x="820" y="6995"/>
                      </a:lnTo>
                      <a:cubicBezTo>
                        <a:pt x="694" y="6869"/>
                        <a:pt x="694" y="6648"/>
                        <a:pt x="820" y="6522"/>
                      </a:cubicBezTo>
                      <a:lnTo>
                        <a:pt x="5262" y="2112"/>
                      </a:lnTo>
                      <a:cubicBezTo>
                        <a:pt x="5577" y="1797"/>
                        <a:pt x="5987" y="1639"/>
                        <a:pt x="6365" y="1608"/>
                      </a:cubicBezTo>
                      <a:cubicBezTo>
                        <a:pt x="8503" y="1495"/>
                        <a:pt x="9033" y="1479"/>
                        <a:pt x="9185" y="1479"/>
                      </a:cubicBezTo>
                      <a:close/>
                      <a:moveTo>
                        <a:pt x="11422" y="1"/>
                      </a:moveTo>
                      <a:cubicBezTo>
                        <a:pt x="11335" y="1"/>
                        <a:pt x="11248" y="32"/>
                        <a:pt x="11185" y="95"/>
                      </a:cubicBezTo>
                      <a:lnTo>
                        <a:pt x="10240" y="1041"/>
                      </a:lnTo>
                      <a:cubicBezTo>
                        <a:pt x="9958" y="871"/>
                        <a:pt x="9650" y="752"/>
                        <a:pt x="9316" y="752"/>
                      </a:cubicBezTo>
                      <a:cubicBezTo>
                        <a:pt x="9278" y="752"/>
                        <a:pt x="9239" y="754"/>
                        <a:pt x="9200" y="757"/>
                      </a:cubicBezTo>
                      <a:lnTo>
                        <a:pt x="6428" y="883"/>
                      </a:lnTo>
                      <a:cubicBezTo>
                        <a:pt x="5829" y="915"/>
                        <a:pt x="5262" y="1167"/>
                        <a:pt x="4853" y="1608"/>
                      </a:cubicBezTo>
                      <a:lnTo>
                        <a:pt x="379" y="6018"/>
                      </a:lnTo>
                      <a:cubicBezTo>
                        <a:pt x="1" y="6396"/>
                        <a:pt x="1" y="7058"/>
                        <a:pt x="379" y="7468"/>
                      </a:cubicBezTo>
                      <a:lnTo>
                        <a:pt x="4286" y="11374"/>
                      </a:lnTo>
                      <a:cubicBezTo>
                        <a:pt x="4490" y="11563"/>
                        <a:pt x="4758" y="11658"/>
                        <a:pt x="5022" y="11658"/>
                      </a:cubicBezTo>
                      <a:cubicBezTo>
                        <a:pt x="5286" y="11658"/>
                        <a:pt x="5546" y="11563"/>
                        <a:pt x="5735" y="11374"/>
                      </a:cubicBezTo>
                      <a:lnTo>
                        <a:pt x="9137" y="7972"/>
                      </a:lnTo>
                      <a:lnTo>
                        <a:pt x="10051" y="7058"/>
                      </a:lnTo>
                      <a:cubicBezTo>
                        <a:pt x="10555" y="6648"/>
                        <a:pt x="10870" y="6018"/>
                        <a:pt x="10902" y="5388"/>
                      </a:cubicBezTo>
                      <a:lnTo>
                        <a:pt x="11059" y="2584"/>
                      </a:lnTo>
                      <a:cubicBezTo>
                        <a:pt x="11059" y="2238"/>
                        <a:pt x="10996" y="1828"/>
                        <a:pt x="10776" y="1545"/>
                      </a:cubicBezTo>
                      <a:lnTo>
                        <a:pt x="11721" y="600"/>
                      </a:lnTo>
                      <a:cubicBezTo>
                        <a:pt x="11815" y="442"/>
                        <a:pt x="11815" y="221"/>
                        <a:pt x="11658" y="95"/>
                      </a:cubicBezTo>
                      <a:cubicBezTo>
                        <a:pt x="11595" y="32"/>
                        <a:pt x="11508" y="1"/>
                        <a:pt x="114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3" name="Google Shape;12546;p89">
                <a:extLst>
                  <a:ext uri="{FF2B5EF4-FFF2-40B4-BE49-F238E27FC236}">
                    <a16:creationId xmlns:a16="http://schemas.microsoft.com/office/drawing/2014/main" id="{D26EF81F-CB7F-ADA4-DF6B-413EC80ADE92}"/>
                  </a:ext>
                </a:extLst>
              </p:cNvPr>
              <p:cNvGrpSpPr/>
              <p:nvPr/>
            </p:nvGrpSpPr>
            <p:grpSpPr>
              <a:xfrm>
                <a:off x="6981824" y="2659341"/>
                <a:ext cx="648218" cy="646458"/>
                <a:chOff x="-3854375" y="2405000"/>
                <a:chExt cx="294600" cy="293800"/>
              </a:xfrm>
              <a:grpFill/>
            </p:grpSpPr>
            <p:sp>
              <p:nvSpPr>
                <p:cNvPr id="114" name="Google Shape;12547;p89">
                  <a:extLst>
                    <a:ext uri="{FF2B5EF4-FFF2-40B4-BE49-F238E27FC236}">
                      <a16:creationId xmlns:a16="http://schemas.microsoft.com/office/drawing/2014/main" id="{BF9FC309-8132-788A-B975-178E2999E870}"/>
                    </a:ext>
                  </a:extLst>
                </p:cNvPr>
                <p:cNvSpPr/>
                <p:nvPr/>
              </p:nvSpPr>
              <p:spPr>
                <a:xfrm>
                  <a:off x="-3854375" y="2405000"/>
                  <a:ext cx="2946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2" extrusionOk="0">
                      <a:moveTo>
                        <a:pt x="6994" y="694"/>
                      </a:moveTo>
                      <a:lnTo>
                        <a:pt x="6994" y="1103"/>
                      </a:lnTo>
                      <a:cubicBezTo>
                        <a:pt x="6994" y="1261"/>
                        <a:pt x="7120" y="1387"/>
                        <a:pt x="7278" y="1418"/>
                      </a:cubicBezTo>
                      <a:cubicBezTo>
                        <a:pt x="7467" y="1481"/>
                        <a:pt x="7719" y="1576"/>
                        <a:pt x="7908" y="1702"/>
                      </a:cubicBezTo>
                      <a:cubicBezTo>
                        <a:pt x="7954" y="1736"/>
                        <a:pt x="8009" y="1750"/>
                        <a:pt x="8066" y="1750"/>
                      </a:cubicBezTo>
                      <a:cubicBezTo>
                        <a:pt x="8164" y="1750"/>
                        <a:pt x="8269" y="1710"/>
                        <a:pt x="8349" y="1670"/>
                      </a:cubicBezTo>
                      <a:lnTo>
                        <a:pt x="8664" y="1355"/>
                      </a:lnTo>
                      <a:lnTo>
                        <a:pt x="9137" y="1828"/>
                      </a:lnTo>
                      <a:lnTo>
                        <a:pt x="8822" y="2143"/>
                      </a:lnTo>
                      <a:cubicBezTo>
                        <a:pt x="8696" y="2269"/>
                        <a:pt x="8696" y="2426"/>
                        <a:pt x="8759" y="2584"/>
                      </a:cubicBezTo>
                      <a:cubicBezTo>
                        <a:pt x="8885" y="2773"/>
                        <a:pt x="8979" y="2962"/>
                        <a:pt x="9042" y="3214"/>
                      </a:cubicBezTo>
                      <a:cubicBezTo>
                        <a:pt x="9074" y="3372"/>
                        <a:pt x="9200" y="3466"/>
                        <a:pt x="9357" y="3466"/>
                      </a:cubicBezTo>
                      <a:lnTo>
                        <a:pt x="9798" y="3466"/>
                      </a:lnTo>
                      <a:lnTo>
                        <a:pt x="9798" y="4159"/>
                      </a:lnTo>
                      <a:lnTo>
                        <a:pt x="9357" y="4159"/>
                      </a:lnTo>
                      <a:cubicBezTo>
                        <a:pt x="9200" y="4159"/>
                        <a:pt x="9074" y="4222"/>
                        <a:pt x="9042" y="4380"/>
                      </a:cubicBezTo>
                      <a:cubicBezTo>
                        <a:pt x="9011" y="4569"/>
                        <a:pt x="8885" y="4821"/>
                        <a:pt x="8759" y="5010"/>
                      </a:cubicBezTo>
                      <a:cubicBezTo>
                        <a:pt x="8696" y="5136"/>
                        <a:pt x="8727" y="5325"/>
                        <a:pt x="8822" y="5451"/>
                      </a:cubicBezTo>
                      <a:lnTo>
                        <a:pt x="9137" y="5766"/>
                      </a:lnTo>
                      <a:lnTo>
                        <a:pt x="8664" y="6238"/>
                      </a:lnTo>
                      <a:lnTo>
                        <a:pt x="8349" y="5923"/>
                      </a:lnTo>
                      <a:cubicBezTo>
                        <a:pt x="8275" y="5850"/>
                        <a:pt x="8191" y="5819"/>
                        <a:pt x="8101" y="5819"/>
                      </a:cubicBezTo>
                      <a:cubicBezTo>
                        <a:pt x="8038" y="5819"/>
                        <a:pt x="7973" y="5834"/>
                        <a:pt x="7908" y="5860"/>
                      </a:cubicBezTo>
                      <a:cubicBezTo>
                        <a:pt x="7719" y="5986"/>
                        <a:pt x="7498" y="6081"/>
                        <a:pt x="7278" y="6144"/>
                      </a:cubicBezTo>
                      <a:cubicBezTo>
                        <a:pt x="7120" y="6175"/>
                        <a:pt x="6994" y="6301"/>
                        <a:pt x="6994" y="6459"/>
                      </a:cubicBezTo>
                      <a:lnTo>
                        <a:pt x="6994" y="6900"/>
                      </a:lnTo>
                      <a:lnTo>
                        <a:pt x="6333" y="6900"/>
                      </a:lnTo>
                      <a:lnTo>
                        <a:pt x="6333" y="6459"/>
                      </a:lnTo>
                      <a:cubicBezTo>
                        <a:pt x="6333" y="6301"/>
                        <a:pt x="6207" y="6207"/>
                        <a:pt x="6049" y="6144"/>
                      </a:cubicBezTo>
                      <a:cubicBezTo>
                        <a:pt x="5860" y="6112"/>
                        <a:pt x="5608" y="5986"/>
                        <a:pt x="5419" y="5860"/>
                      </a:cubicBezTo>
                      <a:cubicBezTo>
                        <a:pt x="5374" y="5838"/>
                        <a:pt x="5322" y="5828"/>
                        <a:pt x="5267" y="5828"/>
                      </a:cubicBezTo>
                      <a:cubicBezTo>
                        <a:pt x="5167" y="5828"/>
                        <a:pt x="5059" y="5862"/>
                        <a:pt x="4978" y="5923"/>
                      </a:cubicBezTo>
                      <a:lnTo>
                        <a:pt x="4663" y="6238"/>
                      </a:lnTo>
                      <a:lnTo>
                        <a:pt x="4190" y="5766"/>
                      </a:lnTo>
                      <a:lnTo>
                        <a:pt x="4505" y="5451"/>
                      </a:lnTo>
                      <a:cubicBezTo>
                        <a:pt x="4631" y="5325"/>
                        <a:pt x="4631" y="5167"/>
                        <a:pt x="4568" y="5010"/>
                      </a:cubicBezTo>
                      <a:cubicBezTo>
                        <a:pt x="4442" y="4821"/>
                        <a:pt x="4348" y="4632"/>
                        <a:pt x="4285" y="4380"/>
                      </a:cubicBezTo>
                      <a:cubicBezTo>
                        <a:pt x="4253" y="4254"/>
                        <a:pt x="4127" y="4159"/>
                        <a:pt x="4001" y="4159"/>
                      </a:cubicBezTo>
                      <a:lnTo>
                        <a:pt x="3529" y="4159"/>
                      </a:lnTo>
                      <a:lnTo>
                        <a:pt x="3529" y="3466"/>
                      </a:lnTo>
                      <a:lnTo>
                        <a:pt x="3970" y="3466"/>
                      </a:lnTo>
                      <a:cubicBezTo>
                        <a:pt x="4127" y="3466"/>
                        <a:pt x="4253" y="3372"/>
                        <a:pt x="4285" y="3214"/>
                      </a:cubicBezTo>
                      <a:cubicBezTo>
                        <a:pt x="4316" y="2993"/>
                        <a:pt x="4442" y="2773"/>
                        <a:pt x="4568" y="2584"/>
                      </a:cubicBezTo>
                      <a:cubicBezTo>
                        <a:pt x="4631" y="2458"/>
                        <a:pt x="4600" y="2269"/>
                        <a:pt x="4505" y="2143"/>
                      </a:cubicBezTo>
                      <a:lnTo>
                        <a:pt x="4190" y="1828"/>
                      </a:lnTo>
                      <a:lnTo>
                        <a:pt x="4663" y="1355"/>
                      </a:lnTo>
                      <a:lnTo>
                        <a:pt x="4978" y="1670"/>
                      </a:lnTo>
                      <a:cubicBezTo>
                        <a:pt x="5046" y="1738"/>
                        <a:pt x="5122" y="1769"/>
                        <a:pt x="5203" y="1769"/>
                      </a:cubicBezTo>
                      <a:cubicBezTo>
                        <a:pt x="5273" y="1769"/>
                        <a:pt x="5346" y="1746"/>
                        <a:pt x="5419" y="1702"/>
                      </a:cubicBezTo>
                      <a:cubicBezTo>
                        <a:pt x="5608" y="1576"/>
                        <a:pt x="5829" y="1513"/>
                        <a:pt x="6049" y="1418"/>
                      </a:cubicBezTo>
                      <a:cubicBezTo>
                        <a:pt x="6207" y="1387"/>
                        <a:pt x="6333" y="1261"/>
                        <a:pt x="6333" y="1103"/>
                      </a:cubicBezTo>
                      <a:lnTo>
                        <a:pt x="6333" y="694"/>
                      </a:lnTo>
                      <a:close/>
                      <a:moveTo>
                        <a:pt x="10964" y="4821"/>
                      </a:moveTo>
                      <a:lnTo>
                        <a:pt x="9830" y="8255"/>
                      </a:lnTo>
                      <a:lnTo>
                        <a:pt x="2773" y="8255"/>
                      </a:lnTo>
                      <a:lnTo>
                        <a:pt x="2143" y="4821"/>
                      </a:lnTo>
                      <a:lnTo>
                        <a:pt x="3686" y="4821"/>
                      </a:lnTo>
                      <a:cubicBezTo>
                        <a:pt x="3718" y="4947"/>
                        <a:pt x="3781" y="5010"/>
                        <a:pt x="3812" y="5136"/>
                      </a:cubicBezTo>
                      <a:lnTo>
                        <a:pt x="3466" y="5482"/>
                      </a:lnTo>
                      <a:cubicBezTo>
                        <a:pt x="3340" y="5608"/>
                        <a:pt x="3340" y="5829"/>
                        <a:pt x="3466" y="5955"/>
                      </a:cubicBezTo>
                      <a:lnTo>
                        <a:pt x="4442" y="6932"/>
                      </a:lnTo>
                      <a:cubicBezTo>
                        <a:pt x="4505" y="6995"/>
                        <a:pt x="4592" y="7026"/>
                        <a:pt x="4679" y="7026"/>
                      </a:cubicBezTo>
                      <a:cubicBezTo>
                        <a:pt x="4765" y="7026"/>
                        <a:pt x="4852" y="6995"/>
                        <a:pt x="4915" y="6932"/>
                      </a:cubicBezTo>
                      <a:lnTo>
                        <a:pt x="5262" y="6585"/>
                      </a:lnTo>
                      <a:cubicBezTo>
                        <a:pt x="5356" y="6617"/>
                        <a:pt x="5451" y="6680"/>
                        <a:pt x="5577" y="6711"/>
                      </a:cubicBezTo>
                      <a:lnTo>
                        <a:pt x="5577" y="7215"/>
                      </a:lnTo>
                      <a:cubicBezTo>
                        <a:pt x="5577" y="7404"/>
                        <a:pt x="5734" y="7562"/>
                        <a:pt x="5923" y="7562"/>
                      </a:cubicBezTo>
                      <a:lnTo>
                        <a:pt x="7309" y="7562"/>
                      </a:lnTo>
                      <a:cubicBezTo>
                        <a:pt x="7498" y="7562"/>
                        <a:pt x="7656" y="7404"/>
                        <a:pt x="7656" y="7215"/>
                      </a:cubicBezTo>
                      <a:lnTo>
                        <a:pt x="7656" y="6711"/>
                      </a:lnTo>
                      <a:cubicBezTo>
                        <a:pt x="7782" y="6680"/>
                        <a:pt x="7876" y="6617"/>
                        <a:pt x="7971" y="6585"/>
                      </a:cubicBezTo>
                      <a:lnTo>
                        <a:pt x="8349" y="6932"/>
                      </a:lnTo>
                      <a:cubicBezTo>
                        <a:pt x="8396" y="6995"/>
                        <a:pt x="8483" y="7026"/>
                        <a:pt x="8574" y="7026"/>
                      </a:cubicBezTo>
                      <a:cubicBezTo>
                        <a:pt x="8664" y="7026"/>
                        <a:pt x="8759" y="6995"/>
                        <a:pt x="8822" y="6932"/>
                      </a:cubicBezTo>
                      <a:lnTo>
                        <a:pt x="9798" y="5955"/>
                      </a:lnTo>
                      <a:cubicBezTo>
                        <a:pt x="9924" y="5829"/>
                        <a:pt x="9924" y="5608"/>
                        <a:pt x="9798" y="5482"/>
                      </a:cubicBezTo>
                      <a:lnTo>
                        <a:pt x="9452" y="5136"/>
                      </a:lnTo>
                      <a:cubicBezTo>
                        <a:pt x="9483" y="5041"/>
                        <a:pt x="9515" y="4947"/>
                        <a:pt x="9546" y="4821"/>
                      </a:cubicBezTo>
                      <a:close/>
                      <a:moveTo>
                        <a:pt x="3907" y="10334"/>
                      </a:moveTo>
                      <a:cubicBezTo>
                        <a:pt x="4096" y="10366"/>
                        <a:pt x="4253" y="10523"/>
                        <a:pt x="4253" y="10681"/>
                      </a:cubicBezTo>
                      <a:cubicBezTo>
                        <a:pt x="4253" y="10870"/>
                        <a:pt x="4096" y="11027"/>
                        <a:pt x="3907" y="11027"/>
                      </a:cubicBezTo>
                      <a:cubicBezTo>
                        <a:pt x="3686" y="11027"/>
                        <a:pt x="3529" y="10870"/>
                        <a:pt x="3529" y="10681"/>
                      </a:cubicBezTo>
                      <a:cubicBezTo>
                        <a:pt x="3529" y="10492"/>
                        <a:pt x="3686" y="10334"/>
                        <a:pt x="3907" y="10334"/>
                      </a:cubicBezTo>
                      <a:close/>
                      <a:moveTo>
                        <a:pt x="8664" y="10334"/>
                      </a:moveTo>
                      <a:cubicBezTo>
                        <a:pt x="8853" y="10366"/>
                        <a:pt x="9011" y="10523"/>
                        <a:pt x="9011" y="10681"/>
                      </a:cubicBezTo>
                      <a:cubicBezTo>
                        <a:pt x="9011" y="10870"/>
                        <a:pt x="8853" y="11027"/>
                        <a:pt x="8664" y="11027"/>
                      </a:cubicBezTo>
                      <a:cubicBezTo>
                        <a:pt x="8444" y="11027"/>
                        <a:pt x="8286" y="10870"/>
                        <a:pt x="8286" y="10681"/>
                      </a:cubicBezTo>
                      <a:cubicBezTo>
                        <a:pt x="8286" y="10492"/>
                        <a:pt x="8444" y="10334"/>
                        <a:pt x="8664" y="10334"/>
                      </a:cubicBezTo>
                      <a:close/>
                      <a:moveTo>
                        <a:pt x="5892" y="0"/>
                      </a:moveTo>
                      <a:cubicBezTo>
                        <a:pt x="5703" y="0"/>
                        <a:pt x="5545" y="158"/>
                        <a:pt x="5545" y="379"/>
                      </a:cubicBezTo>
                      <a:lnTo>
                        <a:pt x="5545" y="883"/>
                      </a:lnTo>
                      <a:cubicBezTo>
                        <a:pt x="5419" y="914"/>
                        <a:pt x="5356" y="946"/>
                        <a:pt x="5230" y="1009"/>
                      </a:cubicBezTo>
                      <a:lnTo>
                        <a:pt x="4883" y="631"/>
                      </a:lnTo>
                      <a:cubicBezTo>
                        <a:pt x="4820" y="583"/>
                        <a:pt x="4734" y="560"/>
                        <a:pt x="4647" y="560"/>
                      </a:cubicBezTo>
                      <a:cubicBezTo>
                        <a:pt x="4561" y="560"/>
                        <a:pt x="4474" y="583"/>
                        <a:pt x="4411" y="631"/>
                      </a:cubicBezTo>
                      <a:lnTo>
                        <a:pt x="3434" y="1639"/>
                      </a:lnTo>
                      <a:cubicBezTo>
                        <a:pt x="3308" y="1733"/>
                        <a:pt x="3308" y="1985"/>
                        <a:pt x="3434" y="2111"/>
                      </a:cubicBezTo>
                      <a:lnTo>
                        <a:pt x="3781" y="2458"/>
                      </a:lnTo>
                      <a:cubicBezTo>
                        <a:pt x="3718" y="2521"/>
                        <a:pt x="3686" y="2647"/>
                        <a:pt x="3655" y="2773"/>
                      </a:cubicBezTo>
                      <a:lnTo>
                        <a:pt x="3151" y="2773"/>
                      </a:lnTo>
                      <a:cubicBezTo>
                        <a:pt x="2930" y="2773"/>
                        <a:pt x="2773" y="2930"/>
                        <a:pt x="2773" y="3119"/>
                      </a:cubicBezTo>
                      <a:lnTo>
                        <a:pt x="2773" y="4159"/>
                      </a:lnTo>
                      <a:lnTo>
                        <a:pt x="1985" y="4159"/>
                      </a:lnTo>
                      <a:lnTo>
                        <a:pt x="1765" y="2930"/>
                      </a:lnTo>
                      <a:cubicBezTo>
                        <a:pt x="1670" y="2458"/>
                        <a:pt x="1197" y="2111"/>
                        <a:pt x="693" y="2111"/>
                      </a:cubicBezTo>
                      <a:lnTo>
                        <a:pt x="347" y="2111"/>
                      </a:lnTo>
                      <a:cubicBezTo>
                        <a:pt x="158" y="2111"/>
                        <a:pt x="0" y="2269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693" y="2804"/>
                      </a:lnTo>
                      <a:cubicBezTo>
                        <a:pt x="882" y="2804"/>
                        <a:pt x="1103" y="2930"/>
                        <a:pt x="1103" y="3088"/>
                      </a:cubicBezTo>
                      <a:lnTo>
                        <a:pt x="2080" y="8570"/>
                      </a:lnTo>
                      <a:cubicBezTo>
                        <a:pt x="1891" y="8759"/>
                        <a:pt x="1765" y="9042"/>
                        <a:pt x="1765" y="9357"/>
                      </a:cubicBezTo>
                      <a:cubicBezTo>
                        <a:pt x="1765" y="9861"/>
                        <a:pt x="2143" y="10366"/>
                        <a:pt x="2867" y="10366"/>
                      </a:cubicBezTo>
                      <a:cubicBezTo>
                        <a:pt x="2836" y="10492"/>
                        <a:pt x="2836" y="10618"/>
                        <a:pt x="2836" y="10712"/>
                      </a:cubicBezTo>
                      <a:cubicBezTo>
                        <a:pt x="2836" y="11279"/>
                        <a:pt x="3308" y="11752"/>
                        <a:pt x="3844" y="11752"/>
                      </a:cubicBezTo>
                      <a:cubicBezTo>
                        <a:pt x="4411" y="11752"/>
                        <a:pt x="4883" y="11279"/>
                        <a:pt x="4883" y="10712"/>
                      </a:cubicBezTo>
                      <a:cubicBezTo>
                        <a:pt x="4883" y="10618"/>
                        <a:pt x="4820" y="10492"/>
                        <a:pt x="4820" y="10366"/>
                      </a:cubicBezTo>
                      <a:lnTo>
                        <a:pt x="7719" y="10366"/>
                      </a:lnTo>
                      <a:cubicBezTo>
                        <a:pt x="7656" y="10492"/>
                        <a:pt x="7656" y="10618"/>
                        <a:pt x="7656" y="10712"/>
                      </a:cubicBezTo>
                      <a:cubicBezTo>
                        <a:pt x="7656" y="11279"/>
                        <a:pt x="8129" y="11752"/>
                        <a:pt x="8696" y="11752"/>
                      </a:cubicBezTo>
                      <a:cubicBezTo>
                        <a:pt x="9231" y="11752"/>
                        <a:pt x="9735" y="11279"/>
                        <a:pt x="9735" y="10712"/>
                      </a:cubicBezTo>
                      <a:cubicBezTo>
                        <a:pt x="9735" y="10618"/>
                        <a:pt x="9672" y="10492"/>
                        <a:pt x="9672" y="10366"/>
                      </a:cubicBezTo>
                      <a:lnTo>
                        <a:pt x="10082" y="10366"/>
                      </a:lnTo>
                      <a:cubicBezTo>
                        <a:pt x="10271" y="10366"/>
                        <a:pt x="10428" y="10208"/>
                        <a:pt x="10428" y="10019"/>
                      </a:cubicBezTo>
                      <a:cubicBezTo>
                        <a:pt x="10428" y="9830"/>
                        <a:pt x="10271" y="9672"/>
                        <a:pt x="10082" y="9672"/>
                      </a:cubicBezTo>
                      <a:lnTo>
                        <a:pt x="2867" y="9672"/>
                      </a:lnTo>
                      <a:cubicBezTo>
                        <a:pt x="2678" y="9672"/>
                        <a:pt x="2521" y="9515"/>
                        <a:pt x="2521" y="9294"/>
                      </a:cubicBezTo>
                      <a:cubicBezTo>
                        <a:pt x="2521" y="9137"/>
                        <a:pt x="2678" y="8948"/>
                        <a:pt x="2867" y="8948"/>
                      </a:cubicBezTo>
                      <a:lnTo>
                        <a:pt x="10082" y="8948"/>
                      </a:lnTo>
                      <a:cubicBezTo>
                        <a:pt x="10239" y="8948"/>
                        <a:pt x="10334" y="8885"/>
                        <a:pt x="10397" y="8727"/>
                      </a:cubicBezTo>
                      <a:lnTo>
                        <a:pt x="11720" y="4663"/>
                      </a:lnTo>
                      <a:cubicBezTo>
                        <a:pt x="11783" y="4537"/>
                        <a:pt x="11720" y="4411"/>
                        <a:pt x="11689" y="4348"/>
                      </a:cubicBezTo>
                      <a:cubicBezTo>
                        <a:pt x="11563" y="4191"/>
                        <a:pt x="11405" y="4191"/>
                        <a:pt x="11279" y="4191"/>
                      </a:cubicBezTo>
                      <a:lnTo>
                        <a:pt x="10397" y="4191"/>
                      </a:lnTo>
                      <a:lnTo>
                        <a:pt x="10397" y="3119"/>
                      </a:lnTo>
                      <a:cubicBezTo>
                        <a:pt x="10397" y="2930"/>
                        <a:pt x="10239" y="2773"/>
                        <a:pt x="10019" y="2773"/>
                      </a:cubicBezTo>
                      <a:lnTo>
                        <a:pt x="9515" y="2773"/>
                      </a:lnTo>
                      <a:cubicBezTo>
                        <a:pt x="9483" y="2647"/>
                        <a:pt x="9452" y="2584"/>
                        <a:pt x="9389" y="2458"/>
                      </a:cubicBezTo>
                      <a:lnTo>
                        <a:pt x="9767" y="2080"/>
                      </a:lnTo>
                      <a:cubicBezTo>
                        <a:pt x="9861" y="1985"/>
                        <a:pt x="9861" y="1733"/>
                        <a:pt x="9767" y="1607"/>
                      </a:cubicBezTo>
                      <a:lnTo>
                        <a:pt x="8759" y="631"/>
                      </a:lnTo>
                      <a:cubicBezTo>
                        <a:pt x="8711" y="568"/>
                        <a:pt x="8625" y="536"/>
                        <a:pt x="8534" y="536"/>
                      </a:cubicBezTo>
                      <a:cubicBezTo>
                        <a:pt x="8444" y="536"/>
                        <a:pt x="8349" y="568"/>
                        <a:pt x="8286" y="631"/>
                      </a:cubicBezTo>
                      <a:lnTo>
                        <a:pt x="7939" y="1009"/>
                      </a:lnTo>
                      <a:cubicBezTo>
                        <a:pt x="7876" y="946"/>
                        <a:pt x="7750" y="914"/>
                        <a:pt x="7624" y="883"/>
                      </a:cubicBezTo>
                      <a:lnTo>
                        <a:pt x="7624" y="379"/>
                      </a:lnTo>
                      <a:cubicBezTo>
                        <a:pt x="7624" y="158"/>
                        <a:pt x="7467" y="0"/>
                        <a:pt x="72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Google Shape;12548;p89">
                  <a:extLst>
                    <a:ext uri="{FF2B5EF4-FFF2-40B4-BE49-F238E27FC236}">
                      <a16:creationId xmlns:a16="http://schemas.microsoft.com/office/drawing/2014/main" id="{DF38DAD5-DC17-524C-3B7E-A81DB3DE4ADD}"/>
                    </a:ext>
                  </a:extLst>
                </p:cNvPr>
                <p:cNvSpPr/>
                <p:nvPr/>
              </p:nvSpPr>
              <p:spPr>
                <a:xfrm>
                  <a:off x="-3731500" y="2458550"/>
                  <a:ext cx="843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2" extrusionOk="0">
                      <a:moveTo>
                        <a:pt x="1701" y="631"/>
                      </a:moveTo>
                      <a:cubicBezTo>
                        <a:pt x="2237" y="631"/>
                        <a:pt x="2709" y="1103"/>
                        <a:pt x="2709" y="1639"/>
                      </a:cubicBezTo>
                      <a:cubicBezTo>
                        <a:pt x="2709" y="2206"/>
                        <a:pt x="2237" y="2679"/>
                        <a:pt x="1701" y="2679"/>
                      </a:cubicBezTo>
                      <a:cubicBezTo>
                        <a:pt x="1134" y="2679"/>
                        <a:pt x="662" y="2206"/>
                        <a:pt x="662" y="1639"/>
                      </a:cubicBezTo>
                      <a:cubicBezTo>
                        <a:pt x="662" y="1103"/>
                        <a:pt x="1134" y="631"/>
                        <a:pt x="1701" y="631"/>
                      </a:cubicBezTo>
                      <a:close/>
                      <a:moveTo>
                        <a:pt x="1701" y="1"/>
                      </a:moveTo>
                      <a:cubicBezTo>
                        <a:pt x="756" y="1"/>
                        <a:pt x="0" y="725"/>
                        <a:pt x="0" y="1702"/>
                      </a:cubicBezTo>
                      <a:cubicBezTo>
                        <a:pt x="0" y="2647"/>
                        <a:pt x="756" y="3372"/>
                        <a:pt x="1701" y="3372"/>
                      </a:cubicBezTo>
                      <a:cubicBezTo>
                        <a:pt x="2646" y="3372"/>
                        <a:pt x="3371" y="2647"/>
                        <a:pt x="3371" y="1702"/>
                      </a:cubicBezTo>
                      <a:cubicBezTo>
                        <a:pt x="3371" y="725"/>
                        <a:pt x="2646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4" name="Google Shape;12553;p89">
                <a:extLst>
                  <a:ext uri="{FF2B5EF4-FFF2-40B4-BE49-F238E27FC236}">
                    <a16:creationId xmlns:a16="http://schemas.microsoft.com/office/drawing/2014/main" id="{75A5732E-3C7C-DB49-8F89-45ECCBF29302}"/>
                  </a:ext>
                </a:extLst>
              </p:cNvPr>
              <p:cNvSpPr/>
              <p:nvPr/>
            </p:nvSpPr>
            <p:spPr>
              <a:xfrm>
                <a:off x="11151816" y="2661730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860" y="662"/>
                    </a:moveTo>
                    <a:cubicBezTo>
                      <a:pt x="6080" y="662"/>
                      <a:pt x="6238" y="851"/>
                      <a:pt x="6238" y="1040"/>
                    </a:cubicBezTo>
                    <a:lnTo>
                      <a:pt x="6238" y="1386"/>
                    </a:lnTo>
                    <a:lnTo>
                      <a:pt x="756" y="1386"/>
                    </a:lnTo>
                    <a:lnTo>
                      <a:pt x="756" y="1040"/>
                    </a:lnTo>
                    <a:cubicBezTo>
                      <a:pt x="725" y="851"/>
                      <a:pt x="882" y="662"/>
                      <a:pt x="1071" y="662"/>
                    </a:cubicBezTo>
                    <a:close/>
                    <a:moveTo>
                      <a:pt x="6175" y="2048"/>
                    </a:moveTo>
                    <a:lnTo>
                      <a:pt x="6175" y="3686"/>
                    </a:lnTo>
                    <a:cubicBezTo>
                      <a:pt x="5639" y="3686"/>
                      <a:pt x="5198" y="4096"/>
                      <a:pt x="5198" y="4663"/>
                    </a:cubicBezTo>
                    <a:cubicBezTo>
                      <a:pt x="4820" y="4694"/>
                      <a:pt x="4505" y="4883"/>
                      <a:pt x="4348" y="5261"/>
                    </a:cubicBezTo>
                    <a:lnTo>
                      <a:pt x="3592" y="4505"/>
                    </a:lnTo>
                    <a:cubicBezTo>
                      <a:pt x="3403" y="4300"/>
                      <a:pt x="3135" y="4198"/>
                      <a:pt x="2867" y="4198"/>
                    </a:cubicBezTo>
                    <a:cubicBezTo>
                      <a:pt x="2599" y="4198"/>
                      <a:pt x="2331" y="4300"/>
                      <a:pt x="2142" y="4505"/>
                    </a:cubicBezTo>
                    <a:cubicBezTo>
                      <a:pt x="1733" y="4883"/>
                      <a:pt x="1733" y="5576"/>
                      <a:pt x="2142" y="5954"/>
                    </a:cubicBezTo>
                    <a:lnTo>
                      <a:pt x="4505" y="8317"/>
                    </a:lnTo>
                    <a:lnTo>
                      <a:pt x="4316" y="8317"/>
                    </a:lnTo>
                    <a:cubicBezTo>
                      <a:pt x="3875" y="8317"/>
                      <a:pt x="3466" y="8601"/>
                      <a:pt x="3308" y="9042"/>
                    </a:cubicBezTo>
                    <a:lnTo>
                      <a:pt x="725" y="9042"/>
                    </a:lnTo>
                    <a:lnTo>
                      <a:pt x="725" y="8979"/>
                    </a:lnTo>
                    <a:lnTo>
                      <a:pt x="725" y="2048"/>
                    </a:lnTo>
                    <a:close/>
                    <a:moveTo>
                      <a:pt x="7640" y="3907"/>
                    </a:moveTo>
                    <a:cubicBezTo>
                      <a:pt x="7727" y="3907"/>
                      <a:pt x="7813" y="3938"/>
                      <a:pt x="7876" y="4001"/>
                    </a:cubicBezTo>
                    <a:lnTo>
                      <a:pt x="8664" y="4789"/>
                    </a:lnTo>
                    <a:cubicBezTo>
                      <a:pt x="9325" y="5450"/>
                      <a:pt x="9861" y="6238"/>
                      <a:pt x="10113" y="7026"/>
                    </a:cubicBezTo>
                    <a:lnTo>
                      <a:pt x="7530" y="9609"/>
                    </a:lnTo>
                    <a:lnTo>
                      <a:pt x="4222" y="9609"/>
                    </a:lnTo>
                    <a:cubicBezTo>
                      <a:pt x="4033" y="9609"/>
                      <a:pt x="3875" y="9451"/>
                      <a:pt x="3875" y="9262"/>
                    </a:cubicBezTo>
                    <a:cubicBezTo>
                      <a:pt x="3875" y="9073"/>
                      <a:pt x="4033" y="8916"/>
                      <a:pt x="4222" y="8916"/>
                    </a:cubicBezTo>
                    <a:lnTo>
                      <a:pt x="5230" y="8916"/>
                    </a:lnTo>
                    <a:cubicBezTo>
                      <a:pt x="5387" y="8916"/>
                      <a:pt x="5513" y="8821"/>
                      <a:pt x="5545" y="8695"/>
                    </a:cubicBezTo>
                    <a:cubicBezTo>
                      <a:pt x="5608" y="8601"/>
                      <a:pt x="5608" y="8443"/>
                      <a:pt x="5482" y="8349"/>
                    </a:cubicBezTo>
                    <a:lnTo>
                      <a:pt x="2520" y="5387"/>
                    </a:lnTo>
                    <a:cubicBezTo>
                      <a:pt x="2394" y="5293"/>
                      <a:pt x="2394" y="5041"/>
                      <a:pt x="2520" y="4915"/>
                    </a:cubicBezTo>
                    <a:cubicBezTo>
                      <a:pt x="2583" y="4868"/>
                      <a:pt x="2670" y="4844"/>
                      <a:pt x="2757" y="4844"/>
                    </a:cubicBezTo>
                    <a:cubicBezTo>
                      <a:pt x="2843" y="4844"/>
                      <a:pt x="2930" y="4868"/>
                      <a:pt x="2993" y="4915"/>
                    </a:cubicBezTo>
                    <a:lnTo>
                      <a:pt x="4442" y="6395"/>
                    </a:lnTo>
                    <a:lnTo>
                      <a:pt x="5450" y="7372"/>
                    </a:lnTo>
                    <a:cubicBezTo>
                      <a:pt x="5498" y="7435"/>
                      <a:pt x="5584" y="7467"/>
                      <a:pt x="5675" y="7467"/>
                    </a:cubicBezTo>
                    <a:cubicBezTo>
                      <a:pt x="5765" y="7467"/>
                      <a:pt x="5860" y="7435"/>
                      <a:pt x="5923" y="7372"/>
                    </a:cubicBezTo>
                    <a:cubicBezTo>
                      <a:pt x="6017" y="7246"/>
                      <a:pt x="6017" y="7026"/>
                      <a:pt x="5923" y="6900"/>
                    </a:cubicBezTo>
                    <a:lnTo>
                      <a:pt x="4915" y="5923"/>
                    </a:lnTo>
                    <a:cubicBezTo>
                      <a:pt x="4820" y="5797"/>
                      <a:pt x="4820" y="5545"/>
                      <a:pt x="4915" y="5450"/>
                    </a:cubicBezTo>
                    <a:cubicBezTo>
                      <a:pt x="4978" y="5387"/>
                      <a:pt x="5072" y="5356"/>
                      <a:pt x="5163" y="5356"/>
                    </a:cubicBezTo>
                    <a:cubicBezTo>
                      <a:pt x="5253" y="5356"/>
                      <a:pt x="5340" y="5387"/>
                      <a:pt x="5387" y="5450"/>
                    </a:cubicBezTo>
                    <a:lnTo>
                      <a:pt x="6396" y="6427"/>
                    </a:lnTo>
                    <a:cubicBezTo>
                      <a:pt x="6443" y="6490"/>
                      <a:pt x="6529" y="6522"/>
                      <a:pt x="6620" y="6522"/>
                    </a:cubicBezTo>
                    <a:cubicBezTo>
                      <a:pt x="6711" y="6522"/>
                      <a:pt x="6805" y="6490"/>
                      <a:pt x="6868" y="6427"/>
                    </a:cubicBezTo>
                    <a:cubicBezTo>
                      <a:pt x="6963" y="6301"/>
                      <a:pt x="6963" y="6080"/>
                      <a:pt x="6868" y="5954"/>
                    </a:cubicBezTo>
                    <a:lnTo>
                      <a:pt x="5860" y="4978"/>
                    </a:lnTo>
                    <a:cubicBezTo>
                      <a:pt x="5765" y="4852"/>
                      <a:pt x="5765" y="4631"/>
                      <a:pt x="5860" y="4505"/>
                    </a:cubicBezTo>
                    <a:cubicBezTo>
                      <a:pt x="5923" y="4442"/>
                      <a:pt x="6017" y="4411"/>
                      <a:pt x="6108" y="4411"/>
                    </a:cubicBezTo>
                    <a:cubicBezTo>
                      <a:pt x="6199" y="4411"/>
                      <a:pt x="6285" y="4442"/>
                      <a:pt x="6333" y="4505"/>
                    </a:cubicBezTo>
                    <a:lnTo>
                      <a:pt x="7341" y="5482"/>
                    </a:lnTo>
                    <a:cubicBezTo>
                      <a:pt x="7388" y="5545"/>
                      <a:pt x="7475" y="5576"/>
                      <a:pt x="7565" y="5576"/>
                    </a:cubicBezTo>
                    <a:cubicBezTo>
                      <a:pt x="7656" y="5576"/>
                      <a:pt x="7750" y="5545"/>
                      <a:pt x="7813" y="5482"/>
                    </a:cubicBezTo>
                    <a:cubicBezTo>
                      <a:pt x="7908" y="5356"/>
                      <a:pt x="7908" y="5135"/>
                      <a:pt x="7813" y="5009"/>
                    </a:cubicBezTo>
                    <a:lnTo>
                      <a:pt x="7341" y="4537"/>
                    </a:lnTo>
                    <a:cubicBezTo>
                      <a:pt x="7278" y="4348"/>
                      <a:pt x="7278" y="4096"/>
                      <a:pt x="7404" y="4001"/>
                    </a:cubicBezTo>
                    <a:cubicBezTo>
                      <a:pt x="7467" y="3938"/>
                      <a:pt x="7553" y="3907"/>
                      <a:pt x="7640" y="3907"/>
                    </a:cubicBezTo>
                    <a:close/>
                    <a:moveTo>
                      <a:pt x="10554" y="7624"/>
                    </a:moveTo>
                    <a:lnTo>
                      <a:pt x="10806" y="7845"/>
                    </a:lnTo>
                    <a:cubicBezTo>
                      <a:pt x="10964" y="8002"/>
                      <a:pt x="10964" y="8191"/>
                      <a:pt x="10806" y="8317"/>
                    </a:cubicBezTo>
                    <a:lnTo>
                      <a:pt x="8853" y="10239"/>
                    </a:lnTo>
                    <a:cubicBezTo>
                      <a:pt x="8806" y="10302"/>
                      <a:pt x="8719" y="10334"/>
                      <a:pt x="8628" y="10334"/>
                    </a:cubicBezTo>
                    <a:cubicBezTo>
                      <a:pt x="8538" y="10334"/>
                      <a:pt x="8443" y="10302"/>
                      <a:pt x="8380" y="10239"/>
                    </a:cubicBezTo>
                    <a:lnTo>
                      <a:pt x="8160" y="10019"/>
                    </a:lnTo>
                    <a:lnTo>
                      <a:pt x="10554" y="7624"/>
                    </a:lnTo>
                    <a:close/>
                    <a:moveTo>
                      <a:pt x="3277" y="9672"/>
                    </a:moveTo>
                    <a:cubicBezTo>
                      <a:pt x="3434" y="10050"/>
                      <a:pt x="3781" y="10334"/>
                      <a:pt x="4222" y="10334"/>
                    </a:cubicBezTo>
                    <a:lnTo>
                      <a:pt x="6143" y="10334"/>
                    </a:lnTo>
                    <a:lnTo>
                      <a:pt x="6143" y="10680"/>
                    </a:lnTo>
                    <a:lnTo>
                      <a:pt x="6175" y="10680"/>
                    </a:lnTo>
                    <a:cubicBezTo>
                      <a:pt x="6175" y="10869"/>
                      <a:pt x="6017" y="11027"/>
                      <a:pt x="5828" y="11027"/>
                    </a:cubicBezTo>
                    <a:lnTo>
                      <a:pt x="1040" y="11027"/>
                    </a:lnTo>
                    <a:cubicBezTo>
                      <a:pt x="819" y="11027"/>
                      <a:pt x="662" y="10869"/>
                      <a:pt x="662" y="10680"/>
                    </a:cubicBezTo>
                    <a:lnTo>
                      <a:pt x="662" y="9672"/>
                    </a:lnTo>
                    <a:close/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40" y="11657"/>
                    </a:cubicBezTo>
                    <a:lnTo>
                      <a:pt x="5828" y="11657"/>
                    </a:lnTo>
                    <a:cubicBezTo>
                      <a:pt x="6396" y="11657"/>
                      <a:pt x="6868" y="11184"/>
                      <a:pt x="6868" y="10649"/>
                    </a:cubicBezTo>
                    <a:lnTo>
                      <a:pt x="6868" y="10334"/>
                    </a:lnTo>
                    <a:lnTo>
                      <a:pt x="7467" y="10334"/>
                    </a:lnTo>
                    <a:lnTo>
                      <a:pt x="7876" y="10775"/>
                    </a:lnTo>
                    <a:cubicBezTo>
                      <a:pt x="8081" y="10964"/>
                      <a:pt x="8349" y="11058"/>
                      <a:pt x="8613" y="11058"/>
                    </a:cubicBezTo>
                    <a:cubicBezTo>
                      <a:pt x="8877" y="11058"/>
                      <a:pt x="9136" y="10964"/>
                      <a:pt x="9325" y="10775"/>
                    </a:cubicBezTo>
                    <a:lnTo>
                      <a:pt x="11279" y="8821"/>
                    </a:lnTo>
                    <a:cubicBezTo>
                      <a:pt x="11688" y="8443"/>
                      <a:pt x="11688" y="7782"/>
                      <a:pt x="11310" y="7372"/>
                    </a:cubicBezTo>
                    <a:lnTo>
                      <a:pt x="10869" y="6931"/>
                    </a:lnTo>
                    <a:cubicBezTo>
                      <a:pt x="10554" y="6080"/>
                      <a:pt x="10082" y="5261"/>
                      <a:pt x="9420" y="4505"/>
                    </a:cubicBezTo>
                    <a:lnTo>
                      <a:pt x="8380" y="3466"/>
                    </a:lnTo>
                    <a:cubicBezTo>
                      <a:pt x="8191" y="3277"/>
                      <a:pt x="7931" y="3182"/>
                      <a:pt x="7668" y="3182"/>
                    </a:cubicBezTo>
                    <a:cubicBezTo>
                      <a:pt x="7404" y="3182"/>
                      <a:pt x="7136" y="3277"/>
                      <a:pt x="6931" y="3466"/>
                    </a:cubicBezTo>
                    <a:lnTo>
                      <a:pt x="6868" y="3560"/>
                    </a:lnTo>
                    <a:lnTo>
                      <a:pt x="6868" y="1040"/>
                    </a:lnTo>
                    <a:cubicBezTo>
                      <a:pt x="6868" y="473"/>
                      <a:pt x="6396" y="0"/>
                      <a:pt x="58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05" name="Google Shape;12565;p89">
                <a:extLst>
                  <a:ext uri="{FF2B5EF4-FFF2-40B4-BE49-F238E27FC236}">
                    <a16:creationId xmlns:a16="http://schemas.microsoft.com/office/drawing/2014/main" id="{C1290DEF-209B-3FE0-25D2-9145ABE5D20B}"/>
                  </a:ext>
                </a:extLst>
              </p:cNvPr>
              <p:cNvSpPr/>
              <p:nvPr/>
            </p:nvSpPr>
            <p:spPr>
              <a:xfrm>
                <a:off x="3705147" y="2680982"/>
                <a:ext cx="655149" cy="602727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0957" extrusionOk="0">
                    <a:moveTo>
                      <a:pt x="7325" y="654"/>
                    </a:moveTo>
                    <a:cubicBezTo>
                      <a:pt x="7412" y="654"/>
                      <a:pt x="7498" y="686"/>
                      <a:pt x="7561" y="749"/>
                    </a:cubicBezTo>
                    <a:lnTo>
                      <a:pt x="10995" y="4088"/>
                    </a:lnTo>
                    <a:cubicBezTo>
                      <a:pt x="11122" y="4246"/>
                      <a:pt x="11122" y="4466"/>
                      <a:pt x="10995" y="4592"/>
                    </a:cubicBezTo>
                    <a:lnTo>
                      <a:pt x="10082" y="5506"/>
                    </a:lnTo>
                    <a:lnTo>
                      <a:pt x="7404" y="2859"/>
                    </a:lnTo>
                    <a:cubicBezTo>
                      <a:pt x="7215" y="2670"/>
                      <a:pt x="6955" y="2576"/>
                      <a:pt x="6691" y="2576"/>
                    </a:cubicBezTo>
                    <a:cubicBezTo>
                      <a:pt x="6427" y="2576"/>
                      <a:pt x="6159" y="2670"/>
                      <a:pt x="5955" y="2859"/>
                    </a:cubicBezTo>
                    <a:lnTo>
                      <a:pt x="4978" y="3805"/>
                    </a:lnTo>
                    <a:cubicBezTo>
                      <a:pt x="4915" y="3868"/>
                      <a:pt x="4828" y="3899"/>
                      <a:pt x="4742" y="3899"/>
                    </a:cubicBezTo>
                    <a:cubicBezTo>
                      <a:pt x="4655" y="3899"/>
                      <a:pt x="4568" y="3868"/>
                      <a:pt x="4505" y="3805"/>
                    </a:cubicBezTo>
                    <a:cubicBezTo>
                      <a:pt x="4379" y="3679"/>
                      <a:pt x="4379" y="3458"/>
                      <a:pt x="4505" y="3332"/>
                    </a:cubicBezTo>
                    <a:lnTo>
                      <a:pt x="5955" y="1883"/>
                    </a:lnTo>
                    <a:lnTo>
                      <a:pt x="7089" y="749"/>
                    </a:lnTo>
                    <a:cubicBezTo>
                      <a:pt x="7152" y="686"/>
                      <a:pt x="7239" y="654"/>
                      <a:pt x="7325" y="654"/>
                    </a:cubicBezTo>
                    <a:close/>
                    <a:moveTo>
                      <a:pt x="2808" y="5183"/>
                    </a:moveTo>
                    <a:cubicBezTo>
                      <a:pt x="2899" y="5183"/>
                      <a:pt x="2993" y="5207"/>
                      <a:pt x="3056" y="5254"/>
                    </a:cubicBezTo>
                    <a:cubicBezTo>
                      <a:pt x="3151" y="5380"/>
                      <a:pt x="3151" y="5632"/>
                      <a:pt x="3056" y="5726"/>
                    </a:cubicBezTo>
                    <a:lnTo>
                      <a:pt x="2048" y="6735"/>
                    </a:lnTo>
                    <a:cubicBezTo>
                      <a:pt x="2001" y="6782"/>
                      <a:pt x="1914" y="6805"/>
                      <a:pt x="1824" y="6805"/>
                    </a:cubicBezTo>
                    <a:cubicBezTo>
                      <a:pt x="1733" y="6805"/>
                      <a:pt x="1639" y="6782"/>
                      <a:pt x="1576" y="6735"/>
                    </a:cubicBezTo>
                    <a:cubicBezTo>
                      <a:pt x="1449" y="6609"/>
                      <a:pt x="1449" y="6357"/>
                      <a:pt x="1576" y="6262"/>
                    </a:cubicBezTo>
                    <a:lnTo>
                      <a:pt x="2584" y="5254"/>
                    </a:lnTo>
                    <a:cubicBezTo>
                      <a:pt x="2631" y="5207"/>
                      <a:pt x="2718" y="5183"/>
                      <a:pt x="2808" y="5183"/>
                    </a:cubicBezTo>
                    <a:close/>
                    <a:moveTo>
                      <a:pt x="3785" y="6167"/>
                    </a:moveTo>
                    <a:cubicBezTo>
                      <a:pt x="3875" y="6167"/>
                      <a:pt x="3970" y="6199"/>
                      <a:pt x="4033" y="6262"/>
                    </a:cubicBezTo>
                    <a:cubicBezTo>
                      <a:pt x="4159" y="6357"/>
                      <a:pt x="4159" y="6609"/>
                      <a:pt x="4033" y="6735"/>
                    </a:cubicBezTo>
                    <a:lnTo>
                      <a:pt x="3056" y="7711"/>
                    </a:lnTo>
                    <a:cubicBezTo>
                      <a:pt x="2993" y="7774"/>
                      <a:pt x="2899" y="7806"/>
                      <a:pt x="2808" y="7806"/>
                    </a:cubicBezTo>
                    <a:cubicBezTo>
                      <a:pt x="2718" y="7806"/>
                      <a:pt x="2631" y="7774"/>
                      <a:pt x="2584" y="7711"/>
                    </a:cubicBezTo>
                    <a:cubicBezTo>
                      <a:pt x="2395" y="7554"/>
                      <a:pt x="2395" y="7365"/>
                      <a:pt x="2584" y="7239"/>
                    </a:cubicBezTo>
                    <a:lnTo>
                      <a:pt x="3560" y="6262"/>
                    </a:lnTo>
                    <a:cubicBezTo>
                      <a:pt x="3608" y="6199"/>
                      <a:pt x="3694" y="6167"/>
                      <a:pt x="3785" y="6167"/>
                    </a:cubicBezTo>
                    <a:close/>
                    <a:moveTo>
                      <a:pt x="4730" y="7113"/>
                    </a:moveTo>
                    <a:cubicBezTo>
                      <a:pt x="4821" y="7113"/>
                      <a:pt x="4915" y="7144"/>
                      <a:pt x="4978" y="7207"/>
                    </a:cubicBezTo>
                    <a:cubicBezTo>
                      <a:pt x="5073" y="7302"/>
                      <a:pt x="5073" y="7554"/>
                      <a:pt x="4978" y="7680"/>
                    </a:cubicBezTo>
                    <a:lnTo>
                      <a:pt x="4001" y="8656"/>
                    </a:lnTo>
                    <a:cubicBezTo>
                      <a:pt x="3938" y="8719"/>
                      <a:pt x="3844" y="8751"/>
                      <a:pt x="3749" y="8751"/>
                    </a:cubicBezTo>
                    <a:cubicBezTo>
                      <a:pt x="3655" y="8751"/>
                      <a:pt x="3560" y="8719"/>
                      <a:pt x="3497" y="8656"/>
                    </a:cubicBezTo>
                    <a:cubicBezTo>
                      <a:pt x="3403" y="8530"/>
                      <a:pt x="3403" y="8310"/>
                      <a:pt x="3497" y="8184"/>
                    </a:cubicBezTo>
                    <a:lnTo>
                      <a:pt x="4505" y="7207"/>
                    </a:lnTo>
                    <a:cubicBezTo>
                      <a:pt x="4553" y="7144"/>
                      <a:pt x="4639" y="7113"/>
                      <a:pt x="4730" y="7113"/>
                    </a:cubicBezTo>
                    <a:close/>
                    <a:moveTo>
                      <a:pt x="4100" y="969"/>
                    </a:moveTo>
                    <a:cubicBezTo>
                      <a:pt x="4190" y="969"/>
                      <a:pt x="4285" y="1001"/>
                      <a:pt x="4348" y="1064"/>
                    </a:cubicBezTo>
                    <a:lnTo>
                      <a:pt x="5041" y="1725"/>
                    </a:lnTo>
                    <a:lnTo>
                      <a:pt x="3938" y="2828"/>
                    </a:lnTo>
                    <a:cubicBezTo>
                      <a:pt x="3560" y="3206"/>
                      <a:pt x="3560" y="3899"/>
                      <a:pt x="3938" y="4277"/>
                    </a:cubicBezTo>
                    <a:cubicBezTo>
                      <a:pt x="4143" y="4482"/>
                      <a:pt x="4411" y="4584"/>
                      <a:pt x="4675" y="4584"/>
                    </a:cubicBezTo>
                    <a:cubicBezTo>
                      <a:pt x="4939" y="4584"/>
                      <a:pt x="5199" y="4482"/>
                      <a:pt x="5388" y="4277"/>
                    </a:cubicBezTo>
                    <a:lnTo>
                      <a:pt x="6396" y="3332"/>
                    </a:lnTo>
                    <a:cubicBezTo>
                      <a:pt x="6443" y="3269"/>
                      <a:pt x="6530" y="3238"/>
                      <a:pt x="6620" y="3238"/>
                    </a:cubicBezTo>
                    <a:cubicBezTo>
                      <a:pt x="6711" y="3238"/>
                      <a:pt x="6805" y="3269"/>
                      <a:pt x="6868" y="3332"/>
                    </a:cubicBezTo>
                    <a:lnTo>
                      <a:pt x="10334" y="6735"/>
                    </a:lnTo>
                    <a:cubicBezTo>
                      <a:pt x="10491" y="6829"/>
                      <a:pt x="10491" y="7113"/>
                      <a:pt x="10365" y="7239"/>
                    </a:cubicBezTo>
                    <a:cubicBezTo>
                      <a:pt x="10302" y="7302"/>
                      <a:pt x="10216" y="7333"/>
                      <a:pt x="10129" y="7333"/>
                    </a:cubicBezTo>
                    <a:cubicBezTo>
                      <a:pt x="10042" y="7333"/>
                      <a:pt x="9956" y="7302"/>
                      <a:pt x="9893" y="7239"/>
                    </a:cubicBezTo>
                    <a:lnTo>
                      <a:pt x="8444" y="5789"/>
                    </a:lnTo>
                    <a:cubicBezTo>
                      <a:pt x="8381" y="5726"/>
                      <a:pt x="8286" y="5695"/>
                      <a:pt x="8195" y="5695"/>
                    </a:cubicBezTo>
                    <a:cubicBezTo>
                      <a:pt x="8105" y="5695"/>
                      <a:pt x="8018" y="5726"/>
                      <a:pt x="7971" y="5789"/>
                    </a:cubicBezTo>
                    <a:cubicBezTo>
                      <a:pt x="7845" y="5884"/>
                      <a:pt x="7845" y="6136"/>
                      <a:pt x="7971" y="6262"/>
                    </a:cubicBezTo>
                    <a:lnTo>
                      <a:pt x="9420" y="7711"/>
                    </a:lnTo>
                    <a:cubicBezTo>
                      <a:pt x="9546" y="7837"/>
                      <a:pt x="9546" y="8058"/>
                      <a:pt x="9420" y="8184"/>
                    </a:cubicBezTo>
                    <a:cubicBezTo>
                      <a:pt x="9357" y="8247"/>
                      <a:pt x="9271" y="8278"/>
                      <a:pt x="9184" y="8278"/>
                    </a:cubicBezTo>
                    <a:cubicBezTo>
                      <a:pt x="9097" y="8278"/>
                      <a:pt x="9011" y="8247"/>
                      <a:pt x="8948" y="8184"/>
                    </a:cubicBezTo>
                    <a:lnTo>
                      <a:pt x="7498" y="6735"/>
                    </a:lnTo>
                    <a:cubicBezTo>
                      <a:pt x="7435" y="6672"/>
                      <a:pt x="7341" y="6640"/>
                      <a:pt x="7250" y="6640"/>
                    </a:cubicBezTo>
                    <a:cubicBezTo>
                      <a:pt x="7160" y="6640"/>
                      <a:pt x="7073" y="6672"/>
                      <a:pt x="7026" y="6735"/>
                    </a:cubicBezTo>
                    <a:cubicBezTo>
                      <a:pt x="6900" y="6829"/>
                      <a:pt x="6900" y="7081"/>
                      <a:pt x="7026" y="7176"/>
                    </a:cubicBezTo>
                    <a:lnTo>
                      <a:pt x="8475" y="8656"/>
                    </a:lnTo>
                    <a:cubicBezTo>
                      <a:pt x="8601" y="8751"/>
                      <a:pt x="8601" y="9003"/>
                      <a:pt x="8475" y="9129"/>
                    </a:cubicBezTo>
                    <a:cubicBezTo>
                      <a:pt x="8412" y="9176"/>
                      <a:pt x="8325" y="9200"/>
                      <a:pt x="8239" y="9200"/>
                    </a:cubicBezTo>
                    <a:cubicBezTo>
                      <a:pt x="8152" y="9200"/>
                      <a:pt x="8066" y="9176"/>
                      <a:pt x="8003" y="9129"/>
                    </a:cubicBezTo>
                    <a:lnTo>
                      <a:pt x="6459" y="7648"/>
                    </a:lnTo>
                    <a:cubicBezTo>
                      <a:pt x="6270" y="7459"/>
                      <a:pt x="6018" y="7396"/>
                      <a:pt x="5797" y="7396"/>
                    </a:cubicBezTo>
                    <a:cubicBezTo>
                      <a:pt x="5797" y="7144"/>
                      <a:pt x="5671" y="6924"/>
                      <a:pt x="5482" y="6735"/>
                    </a:cubicBezTo>
                    <a:cubicBezTo>
                      <a:pt x="5293" y="6514"/>
                      <a:pt x="5041" y="6451"/>
                      <a:pt x="4821" y="6388"/>
                    </a:cubicBezTo>
                    <a:cubicBezTo>
                      <a:pt x="4821" y="6167"/>
                      <a:pt x="4694" y="5947"/>
                      <a:pt x="4505" y="5726"/>
                    </a:cubicBezTo>
                    <a:cubicBezTo>
                      <a:pt x="4285" y="5537"/>
                      <a:pt x="4064" y="5474"/>
                      <a:pt x="3812" y="5411"/>
                    </a:cubicBezTo>
                    <a:cubicBezTo>
                      <a:pt x="3812" y="5191"/>
                      <a:pt x="3718" y="4939"/>
                      <a:pt x="3497" y="4750"/>
                    </a:cubicBezTo>
                    <a:cubicBezTo>
                      <a:pt x="3308" y="4561"/>
                      <a:pt x="3048" y="4466"/>
                      <a:pt x="2785" y="4466"/>
                    </a:cubicBezTo>
                    <a:cubicBezTo>
                      <a:pt x="2521" y="4466"/>
                      <a:pt x="2253" y="4561"/>
                      <a:pt x="2048" y="4750"/>
                    </a:cubicBezTo>
                    <a:lnTo>
                      <a:pt x="1544" y="5254"/>
                    </a:lnTo>
                    <a:lnTo>
                      <a:pt x="819" y="4561"/>
                    </a:lnTo>
                    <a:cubicBezTo>
                      <a:pt x="725" y="4435"/>
                      <a:pt x="725" y="4183"/>
                      <a:pt x="819" y="4088"/>
                    </a:cubicBezTo>
                    <a:lnTo>
                      <a:pt x="3875" y="1064"/>
                    </a:lnTo>
                    <a:cubicBezTo>
                      <a:pt x="3923" y="1001"/>
                      <a:pt x="4009" y="969"/>
                      <a:pt x="4100" y="969"/>
                    </a:cubicBezTo>
                    <a:close/>
                    <a:moveTo>
                      <a:pt x="5718" y="8089"/>
                    </a:moveTo>
                    <a:cubicBezTo>
                      <a:pt x="5805" y="8089"/>
                      <a:pt x="5892" y="8121"/>
                      <a:pt x="5955" y="8184"/>
                    </a:cubicBezTo>
                    <a:cubicBezTo>
                      <a:pt x="6081" y="8310"/>
                      <a:pt x="6081" y="8530"/>
                      <a:pt x="5955" y="8656"/>
                    </a:cubicBezTo>
                    <a:lnTo>
                      <a:pt x="4978" y="9633"/>
                    </a:lnTo>
                    <a:cubicBezTo>
                      <a:pt x="4915" y="9696"/>
                      <a:pt x="4821" y="9728"/>
                      <a:pt x="4730" y="9728"/>
                    </a:cubicBezTo>
                    <a:cubicBezTo>
                      <a:pt x="4639" y="9728"/>
                      <a:pt x="4553" y="9696"/>
                      <a:pt x="4505" y="9633"/>
                    </a:cubicBezTo>
                    <a:cubicBezTo>
                      <a:pt x="4379" y="9507"/>
                      <a:pt x="4379" y="9286"/>
                      <a:pt x="4505" y="9160"/>
                    </a:cubicBezTo>
                    <a:lnTo>
                      <a:pt x="5482" y="8184"/>
                    </a:lnTo>
                    <a:cubicBezTo>
                      <a:pt x="5545" y="8121"/>
                      <a:pt x="5632" y="8089"/>
                      <a:pt x="5718" y="8089"/>
                    </a:cubicBezTo>
                    <a:close/>
                    <a:moveTo>
                      <a:pt x="6616" y="8877"/>
                    </a:moveTo>
                    <a:lnTo>
                      <a:pt x="7467" y="9665"/>
                    </a:lnTo>
                    <a:cubicBezTo>
                      <a:pt x="7593" y="9759"/>
                      <a:pt x="7593" y="9980"/>
                      <a:pt x="7435" y="10106"/>
                    </a:cubicBezTo>
                    <a:cubicBezTo>
                      <a:pt x="7388" y="10169"/>
                      <a:pt x="7286" y="10200"/>
                      <a:pt x="7179" y="10200"/>
                    </a:cubicBezTo>
                    <a:cubicBezTo>
                      <a:pt x="7073" y="10200"/>
                      <a:pt x="6963" y="10169"/>
                      <a:pt x="6900" y="10106"/>
                    </a:cubicBezTo>
                    <a:lnTo>
                      <a:pt x="6207" y="9412"/>
                    </a:lnTo>
                    <a:lnTo>
                      <a:pt x="6427" y="9160"/>
                    </a:lnTo>
                    <a:cubicBezTo>
                      <a:pt x="6522" y="9097"/>
                      <a:pt x="6585" y="8971"/>
                      <a:pt x="6616" y="8877"/>
                    </a:cubicBezTo>
                    <a:close/>
                    <a:moveTo>
                      <a:pt x="7309" y="0"/>
                    </a:moveTo>
                    <a:cubicBezTo>
                      <a:pt x="7042" y="0"/>
                      <a:pt x="6774" y="103"/>
                      <a:pt x="6585" y="308"/>
                    </a:cubicBezTo>
                    <a:lnTo>
                      <a:pt x="5608" y="1284"/>
                    </a:lnTo>
                    <a:lnTo>
                      <a:pt x="4852" y="560"/>
                    </a:lnTo>
                    <a:cubicBezTo>
                      <a:pt x="4656" y="394"/>
                      <a:pt x="4409" y="307"/>
                      <a:pt x="4163" y="307"/>
                    </a:cubicBezTo>
                    <a:cubicBezTo>
                      <a:pt x="3897" y="307"/>
                      <a:pt x="3631" y="409"/>
                      <a:pt x="3434" y="623"/>
                    </a:cubicBezTo>
                    <a:lnTo>
                      <a:pt x="410" y="3647"/>
                    </a:lnTo>
                    <a:cubicBezTo>
                      <a:pt x="0" y="4025"/>
                      <a:pt x="0" y="4718"/>
                      <a:pt x="410" y="5096"/>
                    </a:cubicBezTo>
                    <a:lnTo>
                      <a:pt x="1103" y="5821"/>
                    </a:lnTo>
                    <a:cubicBezTo>
                      <a:pt x="725" y="6199"/>
                      <a:pt x="725" y="6829"/>
                      <a:pt x="1103" y="7239"/>
                    </a:cubicBezTo>
                    <a:cubicBezTo>
                      <a:pt x="1292" y="7428"/>
                      <a:pt x="1544" y="7491"/>
                      <a:pt x="1765" y="7554"/>
                    </a:cubicBezTo>
                    <a:cubicBezTo>
                      <a:pt x="1765" y="7774"/>
                      <a:pt x="1891" y="8026"/>
                      <a:pt x="2080" y="8215"/>
                    </a:cubicBezTo>
                    <a:cubicBezTo>
                      <a:pt x="2300" y="8404"/>
                      <a:pt x="2521" y="8499"/>
                      <a:pt x="2773" y="8530"/>
                    </a:cubicBezTo>
                    <a:cubicBezTo>
                      <a:pt x="2773" y="8751"/>
                      <a:pt x="2867" y="9003"/>
                      <a:pt x="3088" y="9192"/>
                    </a:cubicBezTo>
                    <a:cubicBezTo>
                      <a:pt x="3277" y="9381"/>
                      <a:pt x="3497" y="9475"/>
                      <a:pt x="3749" y="9507"/>
                    </a:cubicBezTo>
                    <a:cubicBezTo>
                      <a:pt x="3749" y="9759"/>
                      <a:pt x="3875" y="9980"/>
                      <a:pt x="4064" y="10169"/>
                    </a:cubicBezTo>
                    <a:cubicBezTo>
                      <a:pt x="4253" y="10373"/>
                      <a:pt x="4521" y="10476"/>
                      <a:pt x="4789" y="10476"/>
                    </a:cubicBezTo>
                    <a:cubicBezTo>
                      <a:pt x="5057" y="10476"/>
                      <a:pt x="5325" y="10373"/>
                      <a:pt x="5514" y="10169"/>
                    </a:cubicBezTo>
                    <a:lnTo>
                      <a:pt x="5766" y="9948"/>
                    </a:lnTo>
                    <a:lnTo>
                      <a:pt x="6459" y="10673"/>
                    </a:lnTo>
                    <a:cubicBezTo>
                      <a:pt x="6664" y="10862"/>
                      <a:pt x="6939" y="10956"/>
                      <a:pt x="7219" y="10956"/>
                    </a:cubicBezTo>
                    <a:cubicBezTo>
                      <a:pt x="7498" y="10956"/>
                      <a:pt x="7782" y="10862"/>
                      <a:pt x="8003" y="10673"/>
                    </a:cubicBezTo>
                    <a:cubicBezTo>
                      <a:pt x="8192" y="10452"/>
                      <a:pt x="8286" y="10232"/>
                      <a:pt x="8318" y="9980"/>
                    </a:cubicBezTo>
                    <a:cubicBezTo>
                      <a:pt x="8538" y="9980"/>
                      <a:pt x="8790" y="9885"/>
                      <a:pt x="8979" y="9665"/>
                    </a:cubicBezTo>
                    <a:cubicBezTo>
                      <a:pt x="9168" y="9475"/>
                      <a:pt x="9263" y="9255"/>
                      <a:pt x="9294" y="9003"/>
                    </a:cubicBezTo>
                    <a:cubicBezTo>
                      <a:pt x="9546" y="9003"/>
                      <a:pt x="9767" y="8877"/>
                      <a:pt x="9956" y="8688"/>
                    </a:cubicBezTo>
                    <a:cubicBezTo>
                      <a:pt x="10176" y="8499"/>
                      <a:pt x="10239" y="8247"/>
                      <a:pt x="10271" y="8026"/>
                    </a:cubicBezTo>
                    <a:cubicBezTo>
                      <a:pt x="10523" y="8026"/>
                      <a:pt x="10743" y="7900"/>
                      <a:pt x="10964" y="7711"/>
                    </a:cubicBezTo>
                    <a:cubicBezTo>
                      <a:pt x="11342" y="7302"/>
                      <a:pt x="11342" y="6640"/>
                      <a:pt x="10964" y="6262"/>
                    </a:cubicBezTo>
                    <a:lnTo>
                      <a:pt x="10680" y="5978"/>
                    </a:lnTo>
                    <a:lnTo>
                      <a:pt x="11594" y="5065"/>
                    </a:lnTo>
                    <a:cubicBezTo>
                      <a:pt x="11909" y="4687"/>
                      <a:pt x="11909" y="4057"/>
                      <a:pt x="11468" y="3647"/>
                    </a:cubicBezTo>
                    <a:lnTo>
                      <a:pt x="8034" y="308"/>
                    </a:lnTo>
                    <a:cubicBezTo>
                      <a:pt x="7845" y="103"/>
                      <a:pt x="7577" y="0"/>
                      <a:pt x="73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06" name="Google Shape;12575;p89">
                <a:extLst>
                  <a:ext uri="{FF2B5EF4-FFF2-40B4-BE49-F238E27FC236}">
                    <a16:creationId xmlns:a16="http://schemas.microsoft.com/office/drawing/2014/main" id="{7449BBB7-0A21-BE86-4176-8150A04C5C4C}"/>
                  </a:ext>
                </a:extLst>
              </p:cNvPr>
              <p:cNvGrpSpPr/>
              <p:nvPr/>
            </p:nvGrpSpPr>
            <p:grpSpPr>
              <a:xfrm>
                <a:off x="7877844" y="2660193"/>
                <a:ext cx="568457" cy="644753"/>
                <a:chOff x="-3478675" y="2405775"/>
                <a:chExt cx="258350" cy="293025"/>
              </a:xfrm>
              <a:grpFill/>
            </p:grpSpPr>
            <p:sp>
              <p:nvSpPr>
                <p:cNvPr id="110" name="Google Shape;12576;p89">
                  <a:extLst>
                    <a:ext uri="{FF2B5EF4-FFF2-40B4-BE49-F238E27FC236}">
                      <a16:creationId xmlns:a16="http://schemas.microsoft.com/office/drawing/2014/main" id="{D96F764E-3D04-2C1C-C569-B75E09C62F81}"/>
                    </a:ext>
                  </a:extLst>
                </p:cNvPr>
                <p:cNvSpPr/>
                <p:nvPr/>
              </p:nvSpPr>
              <p:spPr>
                <a:xfrm>
                  <a:off x="-3478675" y="2405775"/>
                  <a:ext cx="2583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4" h="11721" extrusionOk="0">
                      <a:moveTo>
                        <a:pt x="6018" y="694"/>
                      </a:moveTo>
                      <a:cubicBezTo>
                        <a:pt x="6175" y="694"/>
                        <a:pt x="6301" y="757"/>
                        <a:pt x="6333" y="915"/>
                      </a:cubicBezTo>
                      <a:lnTo>
                        <a:pt x="6490" y="1450"/>
                      </a:lnTo>
                      <a:lnTo>
                        <a:pt x="3781" y="1450"/>
                      </a:lnTo>
                      <a:lnTo>
                        <a:pt x="3970" y="915"/>
                      </a:lnTo>
                      <a:cubicBezTo>
                        <a:pt x="4033" y="757"/>
                        <a:pt x="4127" y="694"/>
                        <a:pt x="4285" y="694"/>
                      </a:cubicBezTo>
                      <a:close/>
                      <a:moveTo>
                        <a:pt x="9326" y="2049"/>
                      </a:moveTo>
                      <a:cubicBezTo>
                        <a:pt x="9546" y="2049"/>
                        <a:pt x="9704" y="2206"/>
                        <a:pt x="9704" y="2427"/>
                      </a:cubicBezTo>
                      <a:lnTo>
                        <a:pt x="9704" y="2773"/>
                      </a:lnTo>
                      <a:lnTo>
                        <a:pt x="756" y="2773"/>
                      </a:lnTo>
                      <a:lnTo>
                        <a:pt x="756" y="2427"/>
                      </a:lnTo>
                      <a:cubicBezTo>
                        <a:pt x="756" y="2206"/>
                        <a:pt x="914" y="2049"/>
                        <a:pt x="1103" y="2049"/>
                      </a:cubicBezTo>
                      <a:close/>
                      <a:moveTo>
                        <a:pt x="8916" y="3498"/>
                      </a:moveTo>
                      <a:lnTo>
                        <a:pt x="8317" y="10681"/>
                      </a:lnTo>
                      <a:cubicBezTo>
                        <a:pt x="8317" y="10839"/>
                        <a:pt x="8160" y="10996"/>
                        <a:pt x="7971" y="10996"/>
                      </a:cubicBezTo>
                      <a:lnTo>
                        <a:pt x="2363" y="10996"/>
                      </a:lnTo>
                      <a:cubicBezTo>
                        <a:pt x="2174" y="10996"/>
                        <a:pt x="2048" y="10902"/>
                        <a:pt x="2016" y="10681"/>
                      </a:cubicBezTo>
                      <a:lnTo>
                        <a:pt x="1418" y="3498"/>
                      </a:lnTo>
                      <a:close/>
                      <a:moveTo>
                        <a:pt x="4285" y="1"/>
                      </a:moveTo>
                      <a:cubicBezTo>
                        <a:pt x="3875" y="1"/>
                        <a:pt x="3466" y="285"/>
                        <a:pt x="3308" y="726"/>
                      </a:cubicBezTo>
                      <a:lnTo>
                        <a:pt x="3088" y="1450"/>
                      </a:lnTo>
                      <a:lnTo>
                        <a:pt x="1040" y="1450"/>
                      </a:lnTo>
                      <a:cubicBezTo>
                        <a:pt x="473" y="1450"/>
                        <a:pt x="0" y="1923"/>
                        <a:pt x="0" y="2458"/>
                      </a:cubicBezTo>
                      <a:lnTo>
                        <a:pt x="0" y="3120"/>
                      </a:lnTo>
                      <a:cubicBezTo>
                        <a:pt x="0" y="3341"/>
                        <a:pt x="158" y="3498"/>
                        <a:pt x="347" y="3498"/>
                      </a:cubicBezTo>
                      <a:lnTo>
                        <a:pt x="725" y="3498"/>
                      </a:lnTo>
                      <a:lnTo>
                        <a:pt x="1292" y="10776"/>
                      </a:lnTo>
                      <a:cubicBezTo>
                        <a:pt x="1355" y="11311"/>
                        <a:pt x="1764" y="11721"/>
                        <a:pt x="2331" y="11721"/>
                      </a:cubicBezTo>
                      <a:lnTo>
                        <a:pt x="7908" y="11721"/>
                      </a:lnTo>
                      <a:cubicBezTo>
                        <a:pt x="8475" y="11721"/>
                        <a:pt x="8916" y="11311"/>
                        <a:pt x="8948" y="10776"/>
                      </a:cubicBezTo>
                      <a:lnTo>
                        <a:pt x="9546" y="3498"/>
                      </a:lnTo>
                      <a:lnTo>
                        <a:pt x="9893" y="3498"/>
                      </a:lnTo>
                      <a:cubicBezTo>
                        <a:pt x="10082" y="3498"/>
                        <a:pt x="10239" y="3341"/>
                        <a:pt x="10239" y="3120"/>
                      </a:cubicBezTo>
                      <a:lnTo>
                        <a:pt x="10239" y="2458"/>
                      </a:lnTo>
                      <a:cubicBezTo>
                        <a:pt x="10334" y="1860"/>
                        <a:pt x="9861" y="1450"/>
                        <a:pt x="9294" y="1450"/>
                      </a:cubicBezTo>
                      <a:lnTo>
                        <a:pt x="7246" y="1450"/>
                      </a:lnTo>
                      <a:lnTo>
                        <a:pt x="7026" y="726"/>
                      </a:lnTo>
                      <a:cubicBezTo>
                        <a:pt x="6868" y="285"/>
                        <a:pt x="6490" y="1"/>
                        <a:pt x="60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Google Shape;12577;p89">
                  <a:extLst>
                    <a:ext uri="{FF2B5EF4-FFF2-40B4-BE49-F238E27FC236}">
                      <a16:creationId xmlns:a16="http://schemas.microsoft.com/office/drawing/2014/main" id="{9E2915C9-940A-C09F-7735-C0EC434181D1}"/>
                    </a:ext>
                  </a:extLst>
                </p:cNvPr>
                <p:cNvSpPr/>
                <p:nvPr/>
              </p:nvSpPr>
              <p:spPr>
                <a:xfrm>
                  <a:off x="-3408575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5829"/>
                      </a:lnTo>
                      <a:cubicBezTo>
                        <a:pt x="0" y="6018"/>
                        <a:pt x="158" y="6176"/>
                        <a:pt x="347" y="6176"/>
                      </a:cubicBezTo>
                      <a:cubicBezTo>
                        <a:pt x="536" y="6176"/>
                        <a:pt x="693" y="6018"/>
                        <a:pt x="693" y="5829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Google Shape;12578;p89">
                  <a:extLst>
                    <a:ext uri="{FF2B5EF4-FFF2-40B4-BE49-F238E27FC236}">
                      <a16:creationId xmlns:a16="http://schemas.microsoft.com/office/drawing/2014/main" id="{786B4DA5-5E34-A121-9DA9-D7995FDF9581}"/>
                    </a:ext>
                  </a:extLst>
                </p:cNvPr>
                <p:cNvSpPr/>
                <p:nvPr/>
              </p:nvSpPr>
              <p:spPr>
                <a:xfrm>
                  <a:off x="-33574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Google Shape;12579;p89">
                  <a:extLst>
                    <a:ext uri="{FF2B5EF4-FFF2-40B4-BE49-F238E27FC236}">
                      <a16:creationId xmlns:a16="http://schemas.microsoft.com/office/drawing/2014/main" id="{7D8F5853-BC17-6143-710F-26D6B50D3EAE}"/>
                    </a:ext>
                  </a:extLst>
                </p:cNvPr>
                <p:cNvSpPr/>
                <p:nvPr/>
              </p:nvSpPr>
              <p:spPr>
                <a:xfrm>
                  <a:off x="-33062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7" name="Google Shape;12605;p89">
                <a:extLst>
                  <a:ext uri="{FF2B5EF4-FFF2-40B4-BE49-F238E27FC236}">
                    <a16:creationId xmlns:a16="http://schemas.microsoft.com/office/drawing/2014/main" id="{62E4A2CC-AD5A-ECD4-E51C-F08D65D1E046}"/>
                  </a:ext>
                </a:extLst>
              </p:cNvPr>
              <p:cNvGrpSpPr/>
              <p:nvPr/>
            </p:nvGrpSpPr>
            <p:grpSpPr>
              <a:xfrm>
                <a:off x="2047704" y="2664512"/>
                <a:ext cx="640885" cy="635902"/>
                <a:chOff x="6790450" y="3119050"/>
                <a:chExt cx="262750" cy="260675"/>
              </a:xfrm>
              <a:grpFill/>
            </p:grpSpPr>
            <p:sp>
              <p:nvSpPr>
                <p:cNvPr id="108" name="Google Shape;12606;p89">
                  <a:extLst>
                    <a:ext uri="{FF2B5EF4-FFF2-40B4-BE49-F238E27FC236}">
                      <a16:creationId xmlns:a16="http://schemas.microsoft.com/office/drawing/2014/main" id="{A50BFC05-8515-4035-B9BD-E4D99EC0EA03}"/>
                    </a:ext>
                  </a:extLst>
                </p:cNvPr>
                <p:cNvSpPr/>
                <p:nvPr/>
              </p:nvSpPr>
              <p:spPr>
                <a:xfrm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Google Shape;12607;p89">
                  <a:extLst>
                    <a:ext uri="{FF2B5EF4-FFF2-40B4-BE49-F238E27FC236}">
                      <a16:creationId xmlns:a16="http://schemas.microsoft.com/office/drawing/2014/main" id="{77C08FE0-2A9F-5913-2C85-02CA320DA035}"/>
                    </a:ext>
                  </a:extLst>
                </p:cNvPr>
                <p:cNvSpPr/>
                <p:nvPr/>
              </p:nvSpPr>
              <p:spPr>
                <a:xfrm flipH="1"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900C2-CC7E-F758-FA2C-591ED14EA4B7}"/>
                </a:ext>
              </a:extLst>
            </p:cNvPr>
            <p:cNvGrpSpPr/>
            <p:nvPr/>
          </p:nvGrpSpPr>
          <p:grpSpPr>
            <a:xfrm>
              <a:off x="2040531" y="5542392"/>
              <a:ext cx="8060013" cy="620859"/>
              <a:chOff x="2040531" y="5123204"/>
              <a:chExt cx="8060013" cy="620859"/>
            </a:xfrm>
            <a:grpFill/>
          </p:grpSpPr>
          <p:grpSp>
            <p:nvGrpSpPr>
              <p:cNvPr id="60" name="Google Shape;12608;p89">
                <a:extLst>
                  <a:ext uri="{FF2B5EF4-FFF2-40B4-BE49-F238E27FC236}">
                    <a16:creationId xmlns:a16="http://schemas.microsoft.com/office/drawing/2014/main" id="{29A6DB3B-5867-ED01-B486-A41032E09672}"/>
                  </a:ext>
                </a:extLst>
              </p:cNvPr>
              <p:cNvGrpSpPr/>
              <p:nvPr/>
            </p:nvGrpSpPr>
            <p:grpSpPr>
              <a:xfrm>
                <a:off x="9554815" y="5123204"/>
                <a:ext cx="545729" cy="620859"/>
                <a:chOff x="7660859" y="2571753"/>
                <a:chExt cx="366561" cy="417024"/>
              </a:xfrm>
              <a:grpFill/>
            </p:grpSpPr>
            <p:sp>
              <p:nvSpPr>
                <p:cNvPr id="91" name="Google Shape;12609;p89">
                  <a:extLst>
                    <a:ext uri="{FF2B5EF4-FFF2-40B4-BE49-F238E27FC236}">
                      <a16:creationId xmlns:a16="http://schemas.microsoft.com/office/drawing/2014/main" id="{181D8D59-D8ED-A754-40F3-BCCAF4F022CB}"/>
                    </a:ext>
                  </a:extLst>
                </p:cNvPr>
                <p:cNvSpPr/>
                <p:nvPr/>
              </p:nvSpPr>
              <p:spPr>
                <a:xfrm>
                  <a:off x="7770506" y="2633631"/>
                  <a:ext cx="147259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6" h="7026" extrusionOk="0">
                      <a:moveTo>
                        <a:pt x="4114" y="2928"/>
                      </a:moveTo>
                      <a:lnTo>
                        <a:pt x="4114" y="4099"/>
                      </a:lnTo>
                      <a:lnTo>
                        <a:pt x="2943" y="4099"/>
                      </a:lnTo>
                      <a:lnTo>
                        <a:pt x="2943" y="2928"/>
                      </a:lnTo>
                      <a:close/>
                      <a:moveTo>
                        <a:pt x="2354" y="1"/>
                      </a:moveTo>
                      <a:cubicBezTo>
                        <a:pt x="2032" y="1"/>
                        <a:pt x="1771" y="263"/>
                        <a:pt x="1771" y="586"/>
                      </a:cubicBezTo>
                      <a:lnTo>
                        <a:pt x="1771" y="1757"/>
                      </a:lnTo>
                      <a:lnTo>
                        <a:pt x="618" y="1757"/>
                      </a:lnTo>
                      <a:cubicBezTo>
                        <a:pt x="301" y="1757"/>
                        <a:pt x="31" y="1999"/>
                        <a:pt x="17" y="2314"/>
                      </a:cubicBezTo>
                      <a:cubicBezTo>
                        <a:pt x="1" y="2650"/>
                        <a:pt x="268" y="2928"/>
                        <a:pt x="600" y="2928"/>
                      </a:cubicBezTo>
                      <a:lnTo>
                        <a:pt x="1771" y="2928"/>
                      </a:lnTo>
                      <a:lnTo>
                        <a:pt x="1771" y="4099"/>
                      </a:lnTo>
                      <a:lnTo>
                        <a:pt x="618" y="4099"/>
                      </a:lnTo>
                      <a:cubicBezTo>
                        <a:pt x="301" y="4099"/>
                        <a:pt x="31" y="4341"/>
                        <a:pt x="17" y="4656"/>
                      </a:cubicBezTo>
                      <a:cubicBezTo>
                        <a:pt x="1" y="4992"/>
                        <a:pt x="268" y="5270"/>
                        <a:pt x="600" y="5270"/>
                      </a:cubicBezTo>
                      <a:lnTo>
                        <a:pt x="1771" y="5270"/>
                      </a:lnTo>
                      <a:lnTo>
                        <a:pt x="1771" y="6423"/>
                      </a:lnTo>
                      <a:cubicBezTo>
                        <a:pt x="1771" y="6738"/>
                        <a:pt x="2014" y="7011"/>
                        <a:pt x="2329" y="7025"/>
                      </a:cubicBezTo>
                      <a:cubicBezTo>
                        <a:pt x="2338" y="7025"/>
                        <a:pt x="2348" y="7025"/>
                        <a:pt x="2357" y="7025"/>
                      </a:cubicBezTo>
                      <a:cubicBezTo>
                        <a:pt x="2680" y="7025"/>
                        <a:pt x="2943" y="6764"/>
                        <a:pt x="2943" y="6441"/>
                      </a:cubicBezTo>
                      <a:lnTo>
                        <a:pt x="2943" y="5270"/>
                      </a:lnTo>
                      <a:lnTo>
                        <a:pt x="4114" y="5270"/>
                      </a:lnTo>
                      <a:lnTo>
                        <a:pt x="4114" y="6423"/>
                      </a:lnTo>
                      <a:cubicBezTo>
                        <a:pt x="4114" y="6738"/>
                        <a:pt x="4356" y="7011"/>
                        <a:pt x="4671" y="7025"/>
                      </a:cubicBezTo>
                      <a:cubicBezTo>
                        <a:pt x="4680" y="7025"/>
                        <a:pt x="4690" y="7025"/>
                        <a:pt x="4699" y="7025"/>
                      </a:cubicBezTo>
                      <a:cubicBezTo>
                        <a:pt x="5023" y="7025"/>
                        <a:pt x="5285" y="6764"/>
                        <a:pt x="5285" y="6441"/>
                      </a:cubicBezTo>
                      <a:lnTo>
                        <a:pt x="5285" y="5270"/>
                      </a:lnTo>
                      <a:lnTo>
                        <a:pt x="6456" y="5270"/>
                      </a:lnTo>
                      <a:cubicBezTo>
                        <a:pt x="6788" y="5270"/>
                        <a:pt x="7056" y="4992"/>
                        <a:pt x="7040" y="4656"/>
                      </a:cubicBezTo>
                      <a:cubicBezTo>
                        <a:pt x="7025" y="4341"/>
                        <a:pt x="6753" y="4099"/>
                        <a:pt x="6438" y="4099"/>
                      </a:cubicBezTo>
                      <a:lnTo>
                        <a:pt x="5285" y="4099"/>
                      </a:lnTo>
                      <a:lnTo>
                        <a:pt x="5285" y="2928"/>
                      </a:lnTo>
                      <a:lnTo>
                        <a:pt x="6438" y="2928"/>
                      </a:lnTo>
                      <a:cubicBezTo>
                        <a:pt x="6753" y="2928"/>
                        <a:pt x="7025" y="2685"/>
                        <a:pt x="7040" y="2370"/>
                      </a:cubicBezTo>
                      <a:cubicBezTo>
                        <a:pt x="7056" y="2034"/>
                        <a:pt x="6788" y="1757"/>
                        <a:pt x="6456" y="1757"/>
                      </a:cubicBezTo>
                      <a:lnTo>
                        <a:pt x="5285" y="1757"/>
                      </a:lnTo>
                      <a:lnTo>
                        <a:pt x="5285" y="603"/>
                      </a:lnTo>
                      <a:cubicBezTo>
                        <a:pt x="5285" y="287"/>
                        <a:pt x="5042" y="16"/>
                        <a:pt x="4727" y="2"/>
                      </a:cubicBezTo>
                      <a:cubicBezTo>
                        <a:pt x="4717" y="1"/>
                        <a:pt x="4707" y="1"/>
                        <a:pt x="4696" y="1"/>
                      </a:cubicBezTo>
                      <a:cubicBezTo>
                        <a:pt x="4374" y="1"/>
                        <a:pt x="4114" y="263"/>
                        <a:pt x="4114" y="586"/>
                      </a:cubicBezTo>
                      <a:lnTo>
                        <a:pt x="4114" y="1757"/>
                      </a:lnTo>
                      <a:lnTo>
                        <a:pt x="2943" y="1757"/>
                      </a:lnTo>
                      <a:lnTo>
                        <a:pt x="2943" y="603"/>
                      </a:lnTo>
                      <a:cubicBezTo>
                        <a:pt x="2943" y="287"/>
                        <a:pt x="2700" y="16"/>
                        <a:pt x="2385" y="2"/>
                      </a:cubicBezTo>
                      <a:cubicBezTo>
                        <a:pt x="2375" y="1"/>
                        <a:pt x="2364" y="1"/>
                        <a:pt x="23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Google Shape;12610;p89">
                  <a:extLst>
                    <a:ext uri="{FF2B5EF4-FFF2-40B4-BE49-F238E27FC236}">
                      <a16:creationId xmlns:a16="http://schemas.microsoft.com/office/drawing/2014/main" id="{E47DAECE-0FC1-D07F-4CDA-D39C7C136B70}"/>
                    </a:ext>
                  </a:extLst>
                </p:cNvPr>
                <p:cNvSpPr/>
                <p:nvPr/>
              </p:nvSpPr>
              <p:spPr>
                <a:xfrm>
                  <a:off x="7730834" y="2792447"/>
                  <a:ext cx="226648" cy="7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0" h="3679" extrusionOk="0">
                      <a:moveTo>
                        <a:pt x="747" y="0"/>
                      </a:moveTo>
                      <a:cubicBezTo>
                        <a:pt x="280" y="0"/>
                        <a:pt x="0" y="520"/>
                        <a:pt x="258" y="910"/>
                      </a:cubicBezTo>
                      <a:cubicBezTo>
                        <a:pt x="1470" y="2730"/>
                        <a:pt x="3430" y="3678"/>
                        <a:pt x="5429" y="3678"/>
                      </a:cubicBezTo>
                      <a:cubicBezTo>
                        <a:pt x="7423" y="3678"/>
                        <a:pt x="9385" y="2733"/>
                        <a:pt x="10600" y="911"/>
                      </a:cubicBezTo>
                      <a:cubicBezTo>
                        <a:pt x="10860" y="523"/>
                        <a:pt x="10578" y="2"/>
                        <a:pt x="10116" y="2"/>
                      </a:cubicBezTo>
                      <a:cubicBezTo>
                        <a:pt x="10115" y="2"/>
                        <a:pt x="10114" y="2"/>
                        <a:pt x="10113" y="2"/>
                      </a:cubicBezTo>
                      <a:cubicBezTo>
                        <a:pt x="9924" y="2"/>
                        <a:pt x="9738" y="92"/>
                        <a:pt x="9625" y="262"/>
                      </a:cubicBezTo>
                      <a:cubicBezTo>
                        <a:pt x="8688" y="1668"/>
                        <a:pt x="7119" y="2507"/>
                        <a:pt x="5429" y="2507"/>
                      </a:cubicBezTo>
                      <a:cubicBezTo>
                        <a:pt x="3740" y="2507"/>
                        <a:pt x="2172" y="1668"/>
                        <a:pt x="1235" y="264"/>
                      </a:cubicBezTo>
                      <a:cubicBezTo>
                        <a:pt x="1125" y="101"/>
                        <a:pt x="943" y="0"/>
                        <a:pt x="7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Google Shape;12611;p89">
                  <a:extLst>
                    <a:ext uri="{FF2B5EF4-FFF2-40B4-BE49-F238E27FC236}">
                      <a16:creationId xmlns:a16="http://schemas.microsoft.com/office/drawing/2014/main" id="{237B41EF-A7E0-627B-9781-2234A2349EC8}"/>
                    </a:ext>
                  </a:extLst>
                </p:cNvPr>
                <p:cNvSpPr/>
                <p:nvPr/>
              </p:nvSpPr>
              <p:spPr>
                <a:xfrm>
                  <a:off x="7660859" y="2571753"/>
                  <a:ext cx="366561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4" h="19982" extrusionOk="0">
                      <a:moveTo>
                        <a:pt x="14636" y="1169"/>
                      </a:moveTo>
                      <a:cubicBezTo>
                        <a:pt x="15587" y="1169"/>
                        <a:pt x="16392" y="1992"/>
                        <a:pt x="16392" y="2965"/>
                      </a:cubicBezTo>
                      <a:lnTo>
                        <a:pt x="16392" y="14674"/>
                      </a:lnTo>
                      <a:cubicBezTo>
                        <a:pt x="16392" y="15643"/>
                        <a:pt x="15607" y="16431"/>
                        <a:pt x="14636" y="16431"/>
                      </a:cubicBezTo>
                      <a:lnTo>
                        <a:pt x="11124" y="16431"/>
                      </a:lnTo>
                      <a:cubicBezTo>
                        <a:pt x="10967" y="16431"/>
                        <a:pt x="10816" y="16493"/>
                        <a:pt x="10707" y="16604"/>
                      </a:cubicBezTo>
                      <a:lnTo>
                        <a:pt x="8782" y="18561"/>
                      </a:lnTo>
                      <a:lnTo>
                        <a:pt x="6857" y="16604"/>
                      </a:lnTo>
                      <a:cubicBezTo>
                        <a:pt x="6748" y="16493"/>
                        <a:pt x="6597" y="16431"/>
                        <a:pt x="6440" y="16431"/>
                      </a:cubicBezTo>
                      <a:lnTo>
                        <a:pt x="2928" y="16431"/>
                      </a:lnTo>
                      <a:cubicBezTo>
                        <a:pt x="1959" y="16431"/>
                        <a:pt x="1172" y="15643"/>
                        <a:pt x="1172" y="14674"/>
                      </a:cubicBezTo>
                      <a:lnTo>
                        <a:pt x="1172" y="2965"/>
                      </a:lnTo>
                      <a:cubicBezTo>
                        <a:pt x="1172" y="1992"/>
                        <a:pt x="1977" y="1169"/>
                        <a:pt x="2928" y="1169"/>
                      </a:cubicBezTo>
                      <a:close/>
                      <a:moveTo>
                        <a:pt x="2928" y="0"/>
                      </a:moveTo>
                      <a:cubicBezTo>
                        <a:pt x="1310" y="0"/>
                        <a:pt x="1" y="1346"/>
                        <a:pt x="1" y="2965"/>
                      </a:cubicBezTo>
                      <a:lnTo>
                        <a:pt x="1" y="14674"/>
                      </a:lnTo>
                      <a:cubicBezTo>
                        <a:pt x="1" y="16291"/>
                        <a:pt x="1312" y="17600"/>
                        <a:pt x="2928" y="17600"/>
                      </a:cubicBezTo>
                      <a:lnTo>
                        <a:pt x="6196" y="17600"/>
                      </a:lnTo>
                      <a:lnTo>
                        <a:pt x="8365" y="19806"/>
                      </a:lnTo>
                      <a:cubicBezTo>
                        <a:pt x="8474" y="19919"/>
                        <a:pt x="8625" y="19981"/>
                        <a:pt x="8782" y="19981"/>
                      </a:cubicBezTo>
                      <a:cubicBezTo>
                        <a:pt x="8940" y="19981"/>
                        <a:pt x="9090" y="19919"/>
                        <a:pt x="9200" y="19806"/>
                      </a:cubicBezTo>
                      <a:lnTo>
                        <a:pt x="11370" y="17600"/>
                      </a:lnTo>
                      <a:lnTo>
                        <a:pt x="14636" y="17600"/>
                      </a:lnTo>
                      <a:cubicBezTo>
                        <a:pt x="16251" y="17600"/>
                        <a:pt x="17563" y="16287"/>
                        <a:pt x="17563" y="14674"/>
                      </a:cubicBezTo>
                      <a:lnTo>
                        <a:pt x="17563" y="2965"/>
                      </a:lnTo>
                      <a:cubicBezTo>
                        <a:pt x="17563" y="1348"/>
                        <a:pt x="16254" y="0"/>
                        <a:pt x="14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oogle Shape;12612;p89">
                <a:extLst>
                  <a:ext uri="{FF2B5EF4-FFF2-40B4-BE49-F238E27FC236}">
                    <a16:creationId xmlns:a16="http://schemas.microsoft.com/office/drawing/2014/main" id="{BE448C50-2FCC-C772-1C9A-17A9583BD52D}"/>
                  </a:ext>
                </a:extLst>
              </p:cNvPr>
              <p:cNvGrpSpPr/>
              <p:nvPr/>
            </p:nvGrpSpPr>
            <p:grpSpPr>
              <a:xfrm>
                <a:off x="5797695" y="5123204"/>
                <a:ext cx="620859" cy="620859"/>
                <a:chOff x="5566722" y="2571753"/>
                <a:chExt cx="417024" cy="417024"/>
              </a:xfrm>
              <a:grpFill/>
            </p:grpSpPr>
            <p:sp>
              <p:nvSpPr>
                <p:cNvPr id="89" name="Google Shape;12613;p89">
                  <a:extLst>
                    <a:ext uri="{FF2B5EF4-FFF2-40B4-BE49-F238E27FC236}">
                      <a16:creationId xmlns:a16="http://schemas.microsoft.com/office/drawing/2014/main" id="{86732BF5-7B0B-B955-9518-E4682A3BE5B2}"/>
                    </a:ext>
                  </a:extLst>
                </p:cNvPr>
                <p:cNvSpPr/>
                <p:nvPr/>
              </p:nvSpPr>
              <p:spPr>
                <a:xfrm>
                  <a:off x="5566722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0" y="1171"/>
                      </a:moveTo>
                      <a:cubicBezTo>
                        <a:pt x="14855" y="1171"/>
                        <a:pt x="18810" y="5127"/>
                        <a:pt x="18810" y="9991"/>
                      </a:cubicBezTo>
                      <a:cubicBezTo>
                        <a:pt x="18810" y="14854"/>
                        <a:pt x="14855" y="18810"/>
                        <a:pt x="9990" y="18810"/>
                      </a:cubicBezTo>
                      <a:cubicBezTo>
                        <a:pt x="5127" y="18810"/>
                        <a:pt x="1170" y="14854"/>
                        <a:pt x="1170" y="9991"/>
                      </a:cubicBezTo>
                      <a:cubicBezTo>
                        <a:pt x="1170" y="5127"/>
                        <a:pt x="5127" y="1171"/>
                        <a:pt x="9990" y="1171"/>
                      </a:cubicBezTo>
                      <a:close/>
                      <a:moveTo>
                        <a:pt x="9990" y="0"/>
                      </a:moveTo>
                      <a:cubicBezTo>
                        <a:pt x="4488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0" y="19981"/>
                      </a:cubicBezTo>
                      <a:cubicBezTo>
                        <a:pt x="15492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Google Shape;12614;p89">
                  <a:extLst>
                    <a:ext uri="{FF2B5EF4-FFF2-40B4-BE49-F238E27FC236}">
                      <a16:creationId xmlns:a16="http://schemas.microsoft.com/office/drawing/2014/main" id="{9371FDD2-6E4B-69F9-64D7-3C65135E8708}"/>
                    </a:ext>
                  </a:extLst>
                </p:cNvPr>
                <p:cNvSpPr/>
                <p:nvPr/>
              </p:nvSpPr>
              <p:spPr>
                <a:xfrm>
                  <a:off x="5653037" y="2658069"/>
                  <a:ext cx="207719" cy="24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3" h="11646" extrusionOk="0">
                      <a:moveTo>
                        <a:pt x="8782" y="1300"/>
                      </a:moveTo>
                      <a:lnTo>
                        <a:pt x="8782" y="2448"/>
                      </a:lnTo>
                      <a:lnTo>
                        <a:pt x="4099" y="3384"/>
                      </a:lnTo>
                      <a:lnTo>
                        <a:pt x="4099" y="2236"/>
                      </a:lnTo>
                      <a:lnTo>
                        <a:pt x="8782" y="1300"/>
                      </a:lnTo>
                      <a:close/>
                      <a:moveTo>
                        <a:pt x="8782" y="7304"/>
                      </a:moveTo>
                      <a:lnTo>
                        <a:pt x="8782" y="8447"/>
                      </a:lnTo>
                      <a:cubicBezTo>
                        <a:pt x="8782" y="8766"/>
                        <a:pt x="8591" y="9047"/>
                        <a:pt x="8295" y="9165"/>
                      </a:cubicBezTo>
                      <a:cubicBezTo>
                        <a:pt x="8163" y="9218"/>
                        <a:pt x="7987" y="9306"/>
                        <a:pt x="7782" y="9306"/>
                      </a:cubicBezTo>
                      <a:cubicBezTo>
                        <a:pt x="7653" y="9306"/>
                        <a:pt x="7513" y="9271"/>
                        <a:pt x="7365" y="9171"/>
                      </a:cubicBezTo>
                      <a:cubicBezTo>
                        <a:pt x="6850" y="8824"/>
                        <a:pt x="6937" y="8042"/>
                        <a:pt x="7512" y="7812"/>
                      </a:cubicBezTo>
                      <a:lnTo>
                        <a:pt x="8782" y="7304"/>
                      </a:lnTo>
                      <a:close/>
                      <a:moveTo>
                        <a:pt x="2928" y="8475"/>
                      </a:moveTo>
                      <a:lnTo>
                        <a:pt x="2928" y="9618"/>
                      </a:lnTo>
                      <a:cubicBezTo>
                        <a:pt x="2928" y="9937"/>
                        <a:pt x="2737" y="10218"/>
                        <a:pt x="2442" y="10336"/>
                      </a:cubicBezTo>
                      <a:cubicBezTo>
                        <a:pt x="2308" y="10389"/>
                        <a:pt x="2132" y="10476"/>
                        <a:pt x="1928" y="10476"/>
                      </a:cubicBezTo>
                      <a:cubicBezTo>
                        <a:pt x="1799" y="10476"/>
                        <a:pt x="1659" y="10442"/>
                        <a:pt x="1511" y="10342"/>
                      </a:cubicBezTo>
                      <a:cubicBezTo>
                        <a:pt x="996" y="9993"/>
                        <a:pt x="1083" y="9213"/>
                        <a:pt x="1658" y="8983"/>
                      </a:cubicBezTo>
                      <a:lnTo>
                        <a:pt x="2928" y="8475"/>
                      </a:lnTo>
                      <a:close/>
                      <a:moveTo>
                        <a:pt x="9369" y="1"/>
                      </a:moveTo>
                      <a:cubicBezTo>
                        <a:pt x="9330" y="1"/>
                        <a:pt x="9291" y="4"/>
                        <a:pt x="9252" y="12"/>
                      </a:cubicBezTo>
                      <a:lnTo>
                        <a:pt x="3399" y="1182"/>
                      </a:lnTo>
                      <a:cubicBezTo>
                        <a:pt x="3124" y="1237"/>
                        <a:pt x="2928" y="1477"/>
                        <a:pt x="2928" y="1757"/>
                      </a:cubicBezTo>
                      <a:lnTo>
                        <a:pt x="2928" y="7214"/>
                      </a:lnTo>
                      <a:lnTo>
                        <a:pt x="1223" y="7897"/>
                      </a:lnTo>
                      <a:cubicBezTo>
                        <a:pt x="480" y="8192"/>
                        <a:pt x="0" y="8902"/>
                        <a:pt x="0" y="9701"/>
                      </a:cubicBezTo>
                      <a:cubicBezTo>
                        <a:pt x="0" y="10782"/>
                        <a:pt x="880" y="11645"/>
                        <a:pt x="1944" y="11645"/>
                      </a:cubicBezTo>
                      <a:cubicBezTo>
                        <a:pt x="2362" y="11645"/>
                        <a:pt x="2624" y="11523"/>
                        <a:pt x="2877" y="11423"/>
                      </a:cubicBezTo>
                      <a:cubicBezTo>
                        <a:pt x="3618" y="11125"/>
                        <a:pt x="4099" y="10418"/>
                        <a:pt x="4099" y="9618"/>
                      </a:cubicBezTo>
                      <a:lnTo>
                        <a:pt x="4099" y="4578"/>
                      </a:lnTo>
                      <a:lnTo>
                        <a:pt x="8782" y="3641"/>
                      </a:lnTo>
                      <a:lnTo>
                        <a:pt x="8782" y="6043"/>
                      </a:lnTo>
                      <a:lnTo>
                        <a:pt x="7076" y="6726"/>
                      </a:lnTo>
                      <a:cubicBezTo>
                        <a:pt x="6335" y="7023"/>
                        <a:pt x="5854" y="7731"/>
                        <a:pt x="5854" y="8530"/>
                      </a:cubicBezTo>
                      <a:cubicBezTo>
                        <a:pt x="5854" y="9611"/>
                        <a:pt x="6733" y="10476"/>
                        <a:pt x="7798" y="10476"/>
                      </a:cubicBezTo>
                      <a:cubicBezTo>
                        <a:pt x="8216" y="10476"/>
                        <a:pt x="8477" y="10354"/>
                        <a:pt x="8730" y="10251"/>
                      </a:cubicBezTo>
                      <a:cubicBezTo>
                        <a:pt x="9473" y="9956"/>
                        <a:pt x="9953" y="9247"/>
                        <a:pt x="9953" y="8447"/>
                      </a:cubicBezTo>
                      <a:lnTo>
                        <a:pt x="9953" y="586"/>
                      </a:lnTo>
                      <a:cubicBezTo>
                        <a:pt x="9953" y="410"/>
                        <a:pt x="9873" y="244"/>
                        <a:pt x="9739" y="133"/>
                      </a:cubicBezTo>
                      <a:cubicBezTo>
                        <a:pt x="9633" y="47"/>
                        <a:pt x="9503" y="1"/>
                        <a:pt x="9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2" name="Google Shape;12615;p89">
                <a:extLst>
                  <a:ext uri="{FF2B5EF4-FFF2-40B4-BE49-F238E27FC236}">
                    <a16:creationId xmlns:a16="http://schemas.microsoft.com/office/drawing/2014/main" id="{E18C7C5E-E1FC-D5F0-BC8C-82AE31249E3D}"/>
                  </a:ext>
                </a:extLst>
              </p:cNvPr>
              <p:cNvGrpSpPr/>
              <p:nvPr/>
            </p:nvGrpSpPr>
            <p:grpSpPr>
              <a:xfrm>
                <a:off x="6736981" y="5279039"/>
                <a:ext cx="620845" cy="309187"/>
                <a:chOff x="6090251" y="2676413"/>
                <a:chExt cx="417014" cy="207677"/>
              </a:xfrm>
              <a:grpFill/>
            </p:grpSpPr>
            <p:sp>
              <p:nvSpPr>
                <p:cNvPr id="85" name="Google Shape;12616;p89">
                  <a:extLst>
                    <a:ext uri="{FF2B5EF4-FFF2-40B4-BE49-F238E27FC236}">
                      <a16:creationId xmlns:a16="http://schemas.microsoft.com/office/drawing/2014/main" id="{259ECB9C-3F08-34A3-5F37-437294C84E05}"/>
                    </a:ext>
                  </a:extLst>
                </p:cNvPr>
                <p:cNvSpPr/>
                <p:nvPr/>
              </p:nvSpPr>
              <p:spPr>
                <a:xfrm>
                  <a:off x="6237672" y="2725248"/>
                  <a:ext cx="61086" cy="158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7611" extrusionOk="0">
                      <a:moveTo>
                        <a:pt x="1463" y="1172"/>
                      </a:moveTo>
                      <a:cubicBezTo>
                        <a:pt x="1624" y="1172"/>
                        <a:pt x="1757" y="1303"/>
                        <a:pt x="1757" y="1465"/>
                      </a:cubicBezTo>
                      <a:lnTo>
                        <a:pt x="1757" y="6148"/>
                      </a:lnTo>
                      <a:cubicBezTo>
                        <a:pt x="1757" y="6309"/>
                        <a:pt x="1624" y="6440"/>
                        <a:pt x="1463" y="6440"/>
                      </a:cubicBezTo>
                      <a:cubicBezTo>
                        <a:pt x="1302" y="6440"/>
                        <a:pt x="1171" y="6309"/>
                        <a:pt x="1171" y="6148"/>
                      </a:cubicBezTo>
                      <a:lnTo>
                        <a:pt x="1171" y="1465"/>
                      </a:lnTo>
                      <a:cubicBezTo>
                        <a:pt x="1171" y="1303"/>
                        <a:pt x="1302" y="1172"/>
                        <a:pt x="1463" y="1172"/>
                      </a:cubicBezTo>
                      <a:close/>
                      <a:moveTo>
                        <a:pt x="1463" y="1"/>
                      </a:moveTo>
                      <a:cubicBezTo>
                        <a:pt x="657" y="1"/>
                        <a:pt x="0" y="657"/>
                        <a:pt x="0" y="1465"/>
                      </a:cubicBezTo>
                      <a:lnTo>
                        <a:pt x="0" y="6148"/>
                      </a:lnTo>
                      <a:cubicBezTo>
                        <a:pt x="0" y="6955"/>
                        <a:pt x="657" y="7611"/>
                        <a:pt x="1463" y="7611"/>
                      </a:cubicBezTo>
                      <a:cubicBezTo>
                        <a:pt x="2270" y="7611"/>
                        <a:pt x="2926" y="6955"/>
                        <a:pt x="2926" y="6148"/>
                      </a:cubicBezTo>
                      <a:lnTo>
                        <a:pt x="2926" y="1465"/>
                      </a:lnTo>
                      <a:cubicBezTo>
                        <a:pt x="2926" y="657"/>
                        <a:pt x="2270" y="1"/>
                        <a:pt x="14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Google Shape;12617;p89">
                  <a:extLst>
                    <a:ext uri="{FF2B5EF4-FFF2-40B4-BE49-F238E27FC236}">
                      <a16:creationId xmlns:a16="http://schemas.microsoft.com/office/drawing/2014/main" id="{19855632-0E42-E091-809C-74FE73DDB558}"/>
                    </a:ext>
                  </a:extLst>
                </p:cNvPr>
                <p:cNvSpPr/>
                <p:nvPr/>
              </p:nvSpPr>
              <p:spPr>
                <a:xfrm>
                  <a:off x="6446178" y="2761915"/>
                  <a:ext cx="61086" cy="61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2927" extrusionOk="0">
                      <a:moveTo>
                        <a:pt x="1464" y="1171"/>
                      </a:moveTo>
                      <a:cubicBezTo>
                        <a:pt x="1625" y="1171"/>
                        <a:pt x="1756" y="1302"/>
                        <a:pt x="1756" y="1463"/>
                      </a:cubicBezTo>
                      <a:cubicBezTo>
                        <a:pt x="1756" y="1626"/>
                        <a:pt x="1625" y="1757"/>
                        <a:pt x="1464" y="1757"/>
                      </a:cubicBezTo>
                      <a:cubicBezTo>
                        <a:pt x="1303" y="1757"/>
                        <a:pt x="1170" y="1626"/>
                        <a:pt x="1170" y="1463"/>
                      </a:cubicBezTo>
                      <a:cubicBezTo>
                        <a:pt x="1170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cubicBezTo>
                        <a:pt x="1" y="2270"/>
                        <a:pt x="657" y="2926"/>
                        <a:pt x="1464" y="2926"/>
                      </a:cubicBezTo>
                      <a:cubicBezTo>
                        <a:pt x="2270" y="2926"/>
                        <a:pt x="2927" y="2270"/>
                        <a:pt x="2927" y="1463"/>
                      </a:cubicBez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Google Shape;12618;p89">
                  <a:extLst>
                    <a:ext uri="{FF2B5EF4-FFF2-40B4-BE49-F238E27FC236}">
                      <a16:creationId xmlns:a16="http://schemas.microsoft.com/office/drawing/2014/main" id="{CC653166-6686-56C6-2A49-8EC4135E4C21}"/>
                    </a:ext>
                  </a:extLst>
                </p:cNvPr>
                <p:cNvSpPr/>
                <p:nvPr/>
              </p:nvSpPr>
              <p:spPr>
                <a:xfrm>
                  <a:off x="6311758" y="2676413"/>
                  <a:ext cx="135446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0" h="9951" extrusionOk="0">
                      <a:moveTo>
                        <a:pt x="1466" y="1171"/>
                      </a:moveTo>
                      <a:cubicBezTo>
                        <a:pt x="1627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6" y="3598"/>
                      </a:lnTo>
                      <a:cubicBezTo>
                        <a:pt x="4243" y="3541"/>
                        <a:pt x="4318" y="3512"/>
                        <a:pt x="4392" y="3512"/>
                      </a:cubicBezTo>
                      <a:cubicBezTo>
                        <a:pt x="4467" y="3512"/>
                        <a:pt x="4542" y="3541"/>
                        <a:pt x="4598" y="3598"/>
                      </a:cubicBezTo>
                      <a:cubicBezTo>
                        <a:pt x="4713" y="3712"/>
                        <a:pt x="4713" y="3897"/>
                        <a:pt x="4598" y="4012"/>
                      </a:cubicBezTo>
                      <a:lnTo>
                        <a:pt x="3247" y="5364"/>
                      </a:lnTo>
                      <a:lnTo>
                        <a:pt x="5221" y="8325"/>
                      </a:lnTo>
                      <a:cubicBezTo>
                        <a:pt x="5280" y="8414"/>
                        <a:pt x="5274" y="8500"/>
                        <a:pt x="5265" y="8546"/>
                      </a:cubicBezTo>
                      <a:cubicBezTo>
                        <a:pt x="5257" y="8591"/>
                        <a:pt x="5228" y="8674"/>
                        <a:pt x="5140" y="8732"/>
                      </a:cubicBezTo>
                      <a:cubicBezTo>
                        <a:pt x="5090" y="8764"/>
                        <a:pt x="5037" y="8780"/>
                        <a:pt x="4979" y="8780"/>
                      </a:cubicBezTo>
                      <a:cubicBezTo>
                        <a:pt x="4880" y="8780"/>
                        <a:pt x="4788" y="8732"/>
                        <a:pt x="4735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7" y="8782"/>
                        <a:pt x="1466" y="8782"/>
                      </a:cubicBezTo>
                      <a:cubicBezTo>
                        <a:pt x="1305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5" y="1171"/>
                        <a:pt x="1466" y="1171"/>
                      </a:cubicBezTo>
                      <a:close/>
                      <a:moveTo>
                        <a:pt x="1466" y="0"/>
                      </a:moveTo>
                      <a:cubicBezTo>
                        <a:pt x="659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9" y="9951"/>
                        <a:pt x="1466" y="9951"/>
                      </a:cubicBezTo>
                      <a:cubicBezTo>
                        <a:pt x="2272" y="9951"/>
                        <a:pt x="2929" y="9295"/>
                        <a:pt x="2929" y="8488"/>
                      </a:cubicBezTo>
                      <a:lnTo>
                        <a:pt x="2929" y="8053"/>
                      </a:lnTo>
                      <a:lnTo>
                        <a:pt x="3760" y="9300"/>
                      </a:lnTo>
                      <a:cubicBezTo>
                        <a:pt x="4032" y="9709"/>
                        <a:pt x="4487" y="9951"/>
                        <a:pt x="4979" y="9951"/>
                      </a:cubicBezTo>
                      <a:cubicBezTo>
                        <a:pt x="5269" y="9951"/>
                        <a:pt x="5548" y="9866"/>
                        <a:pt x="5789" y="9705"/>
                      </a:cubicBezTo>
                      <a:cubicBezTo>
                        <a:pt x="6114" y="9489"/>
                        <a:pt x="6336" y="9158"/>
                        <a:pt x="6413" y="8775"/>
                      </a:cubicBezTo>
                      <a:cubicBezTo>
                        <a:pt x="6490" y="8391"/>
                        <a:pt x="6412" y="8001"/>
                        <a:pt x="6196" y="7676"/>
                      </a:cubicBezTo>
                      <a:lnTo>
                        <a:pt x="4754" y="5512"/>
                      </a:lnTo>
                      <a:lnTo>
                        <a:pt x="5426" y="4840"/>
                      </a:lnTo>
                      <a:cubicBezTo>
                        <a:pt x="5998" y="4269"/>
                        <a:pt x="5998" y="3340"/>
                        <a:pt x="5426" y="2771"/>
                      </a:cubicBezTo>
                      <a:cubicBezTo>
                        <a:pt x="5142" y="2485"/>
                        <a:pt x="4767" y="2342"/>
                        <a:pt x="4392" y="2342"/>
                      </a:cubicBezTo>
                      <a:cubicBezTo>
                        <a:pt x="4017" y="2342"/>
                        <a:pt x="3642" y="2485"/>
                        <a:pt x="3357" y="2771"/>
                      </a:cubicBezTo>
                      <a:lnTo>
                        <a:pt x="2929" y="3199"/>
                      </a:lnTo>
                      <a:lnTo>
                        <a:pt x="2929" y="1463"/>
                      </a:lnTo>
                      <a:cubicBezTo>
                        <a:pt x="2929" y="657"/>
                        <a:pt x="2272" y="0"/>
                        <a:pt x="14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Google Shape;12619;p89">
                  <a:extLst>
                    <a:ext uri="{FF2B5EF4-FFF2-40B4-BE49-F238E27FC236}">
                      <a16:creationId xmlns:a16="http://schemas.microsoft.com/office/drawing/2014/main" id="{D500A236-299B-A0A6-E0AF-521BF4130010}"/>
                    </a:ext>
                  </a:extLst>
                </p:cNvPr>
                <p:cNvSpPr/>
                <p:nvPr/>
              </p:nvSpPr>
              <p:spPr>
                <a:xfrm>
                  <a:off x="6090251" y="2676413"/>
                  <a:ext cx="135405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4" y="1171"/>
                      </a:moveTo>
                      <a:cubicBezTo>
                        <a:pt x="1625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4" y="3598"/>
                      </a:lnTo>
                      <a:cubicBezTo>
                        <a:pt x="4241" y="3541"/>
                        <a:pt x="4316" y="3512"/>
                        <a:pt x="4391" y="3512"/>
                      </a:cubicBezTo>
                      <a:cubicBezTo>
                        <a:pt x="4466" y="3512"/>
                        <a:pt x="4541" y="3541"/>
                        <a:pt x="4598" y="3598"/>
                      </a:cubicBezTo>
                      <a:cubicBezTo>
                        <a:pt x="4712" y="3712"/>
                        <a:pt x="4712" y="3897"/>
                        <a:pt x="4598" y="4012"/>
                      </a:cubicBezTo>
                      <a:lnTo>
                        <a:pt x="3245" y="5364"/>
                      </a:lnTo>
                      <a:lnTo>
                        <a:pt x="5219" y="8325"/>
                      </a:lnTo>
                      <a:cubicBezTo>
                        <a:pt x="5278" y="8414"/>
                        <a:pt x="5272" y="8500"/>
                        <a:pt x="5264" y="8546"/>
                      </a:cubicBezTo>
                      <a:cubicBezTo>
                        <a:pt x="5255" y="8591"/>
                        <a:pt x="5226" y="8674"/>
                        <a:pt x="5138" y="8732"/>
                      </a:cubicBezTo>
                      <a:cubicBezTo>
                        <a:pt x="5090" y="8764"/>
                        <a:pt x="5035" y="8780"/>
                        <a:pt x="4977" y="8780"/>
                      </a:cubicBezTo>
                      <a:cubicBezTo>
                        <a:pt x="4878" y="8780"/>
                        <a:pt x="4788" y="8732"/>
                        <a:pt x="4733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5" y="8782"/>
                        <a:pt x="1464" y="8782"/>
                      </a:cubicBezTo>
                      <a:cubicBezTo>
                        <a:pt x="1303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7" y="9951"/>
                        <a:pt x="1464" y="9951"/>
                      </a:cubicBezTo>
                      <a:cubicBezTo>
                        <a:pt x="2270" y="9951"/>
                        <a:pt x="2927" y="9295"/>
                        <a:pt x="2927" y="8488"/>
                      </a:cubicBezTo>
                      <a:lnTo>
                        <a:pt x="2927" y="8053"/>
                      </a:lnTo>
                      <a:lnTo>
                        <a:pt x="3758" y="9300"/>
                      </a:lnTo>
                      <a:cubicBezTo>
                        <a:pt x="4031" y="9709"/>
                        <a:pt x="4485" y="9951"/>
                        <a:pt x="4977" y="9951"/>
                      </a:cubicBezTo>
                      <a:cubicBezTo>
                        <a:pt x="5267" y="9951"/>
                        <a:pt x="5548" y="9866"/>
                        <a:pt x="5787" y="9705"/>
                      </a:cubicBezTo>
                      <a:cubicBezTo>
                        <a:pt x="6113" y="9489"/>
                        <a:pt x="6336" y="9158"/>
                        <a:pt x="6412" y="8775"/>
                      </a:cubicBezTo>
                      <a:cubicBezTo>
                        <a:pt x="6488" y="8391"/>
                        <a:pt x="6410" y="8001"/>
                        <a:pt x="6194" y="7676"/>
                      </a:cubicBezTo>
                      <a:lnTo>
                        <a:pt x="4752" y="5512"/>
                      </a:lnTo>
                      <a:lnTo>
                        <a:pt x="5426" y="4840"/>
                      </a:lnTo>
                      <a:cubicBezTo>
                        <a:pt x="5996" y="4269"/>
                        <a:pt x="5996" y="3340"/>
                        <a:pt x="5426" y="2771"/>
                      </a:cubicBezTo>
                      <a:cubicBezTo>
                        <a:pt x="5141" y="2485"/>
                        <a:pt x="4766" y="2342"/>
                        <a:pt x="4391" y="2342"/>
                      </a:cubicBezTo>
                      <a:cubicBezTo>
                        <a:pt x="4016" y="2342"/>
                        <a:pt x="3641" y="2485"/>
                        <a:pt x="3357" y="2771"/>
                      </a:cubicBezTo>
                      <a:lnTo>
                        <a:pt x="2927" y="3199"/>
                      </a:lnTo>
                      <a:lnTo>
                        <a:pt x="2927" y="1463"/>
                      </a:ln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3" name="Google Shape;12620;p89">
                <a:extLst>
                  <a:ext uri="{FF2B5EF4-FFF2-40B4-BE49-F238E27FC236}">
                    <a16:creationId xmlns:a16="http://schemas.microsoft.com/office/drawing/2014/main" id="{EF7E0970-ABDF-287A-703A-ADC930FA22E2}"/>
                  </a:ext>
                </a:extLst>
              </p:cNvPr>
              <p:cNvGrpSpPr/>
              <p:nvPr/>
            </p:nvGrpSpPr>
            <p:grpSpPr>
              <a:xfrm>
                <a:off x="8615531" y="5123204"/>
                <a:ext cx="620859" cy="620859"/>
                <a:chOff x="7137330" y="2571753"/>
                <a:chExt cx="417024" cy="417024"/>
              </a:xfrm>
              <a:grpFill/>
            </p:grpSpPr>
            <p:sp>
              <p:nvSpPr>
                <p:cNvPr id="82" name="Google Shape;12621;p89">
                  <a:extLst>
                    <a:ext uri="{FF2B5EF4-FFF2-40B4-BE49-F238E27FC236}">
                      <a16:creationId xmlns:a16="http://schemas.microsoft.com/office/drawing/2014/main" id="{85594F8E-EAC7-B129-7796-E5CFB84F3E55}"/>
                    </a:ext>
                  </a:extLst>
                </p:cNvPr>
                <p:cNvSpPr/>
                <p:nvPr/>
              </p:nvSpPr>
              <p:spPr>
                <a:xfrm>
                  <a:off x="7235854" y="2645840"/>
                  <a:ext cx="219949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9" h="12881" extrusionOk="0">
                      <a:moveTo>
                        <a:pt x="5271" y="1172"/>
                      </a:moveTo>
                      <a:cubicBezTo>
                        <a:pt x="7530" y="1172"/>
                        <a:pt x="9368" y="3010"/>
                        <a:pt x="9368" y="5270"/>
                      </a:cubicBezTo>
                      <a:cubicBezTo>
                        <a:pt x="9368" y="6273"/>
                        <a:pt x="8717" y="7797"/>
                        <a:pt x="7624" y="9343"/>
                      </a:cubicBezTo>
                      <a:cubicBezTo>
                        <a:pt x="6513" y="10917"/>
                        <a:pt x="5536" y="11665"/>
                        <a:pt x="5271" y="11708"/>
                      </a:cubicBezTo>
                      <a:cubicBezTo>
                        <a:pt x="5004" y="11665"/>
                        <a:pt x="4029" y="10917"/>
                        <a:pt x="2916" y="9343"/>
                      </a:cubicBezTo>
                      <a:cubicBezTo>
                        <a:pt x="1825" y="7797"/>
                        <a:pt x="1172" y="6273"/>
                        <a:pt x="1172" y="5270"/>
                      </a:cubicBezTo>
                      <a:cubicBezTo>
                        <a:pt x="1172" y="3010"/>
                        <a:pt x="3010" y="1172"/>
                        <a:pt x="5271" y="1172"/>
                      </a:cubicBezTo>
                      <a:close/>
                      <a:moveTo>
                        <a:pt x="5271" y="1"/>
                      </a:moveTo>
                      <a:cubicBezTo>
                        <a:pt x="2366" y="1"/>
                        <a:pt x="1" y="2364"/>
                        <a:pt x="1" y="5270"/>
                      </a:cubicBezTo>
                      <a:cubicBezTo>
                        <a:pt x="1" y="7084"/>
                        <a:pt x="1409" y="9247"/>
                        <a:pt x="2014" y="10093"/>
                      </a:cubicBezTo>
                      <a:cubicBezTo>
                        <a:pt x="2481" y="10747"/>
                        <a:pt x="4098" y="12881"/>
                        <a:pt x="5271" y="12881"/>
                      </a:cubicBezTo>
                      <a:cubicBezTo>
                        <a:pt x="6444" y="12881"/>
                        <a:pt x="8059" y="10747"/>
                        <a:pt x="8528" y="10093"/>
                      </a:cubicBezTo>
                      <a:cubicBezTo>
                        <a:pt x="9133" y="9247"/>
                        <a:pt x="10539" y="7084"/>
                        <a:pt x="10539" y="5270"/>
                      </a:cubicBezTo>
                      <a:cubicBezTo>
                        <a:pt x="10539" y="2364"/>
                        <a:pt x="8175" y="1"/>
                        <a:pt x="52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Google Shape;12622;p89">
                  <a:extLst>
                    <a:ext uri="{FF2B5EF4-FFF2-40B4-BE49-F238E27FC236}">
                      <a16:creationId xmlns:a16="http://schemas.microsoft.com/office/drawing/2014/main" id="{576A7E19-EA47-0AE2-A0E6-C968804371A1}"/>
                    </a:ext>
                  </a:extLst>
                </p:cNvPr>
                <p:cNvSpPr/>
                <p:nvPr/>
              </p:nvSpPr>
              <p:spPr>
                <a:xfrm>
                  <a:off x="7137330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2" y="1171"/>
                      </a:moveTo>
                      <a:cubicBezTo>
                        <a:pt x="14855" y="1171"/>
                        <a:pt x="18812" y="5127"/>
                        <a:pt x="18812" y="9991"/>
                      </a:cubicBezTo>
                      <a:cubicBezTo>
                        <a:pt x="18812" y="14854"/>
                        <a:pt x="14855" y="18810"/>
                        <a:pt x="9992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2" y="1171"/>
                      </a:cubicBezTo>
                      <a:close/>
                      <a:moveTo>
                        <a:pt x="9992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1"/>
                        <a:pt x="4490" y="19981"/>
                        <a:pt x="9992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Google Shape;12623;p89">
                  <a:extLst>
                    <a:ext uri="{FF2B5EF4-FFF2-40B4-BE49-F238E27FC236}">
                      <a16:creationId xmlns:a16="http://schemas.microsoft.com/office/drawing/2014/main" id="{E16827F2-87A5-8869-0BCF-AA06B719E311}"/>
                    </a:ext>
                  </a:extLst>
                </p:cNvPr>
                <p:cNvSpPr/>
                <p:nvPr/>
              </p:nvSpPr>
              <p:spPr>
                <a:xfrm>
                  <a:off x="7284751" y="2694716"/>
                  <a:ext cx="122173" cy="12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" h="5855" extrusionOk="0">
                      <a:moveTo>
                        <a:pt x="2928" y="1172"/>
                      </a:moveTo>
                      <a:cubicBezTo>
                        <a:pt x="3895" y="1172"/>
                        <a:pt x="4684" y="1959"/>
                        <a:pt x="4684" y="2928"/>
                      </a:cubicBezTo>
                      <a:cubicBezTo>
                        <a:pt x="4684" y="3896"/>
                        <a:pt x="3895" y="4683"/>
                        <a:pt x="2928" y="4683"/>
                      </a:cubicBezTo>
                      <a:cubicBezTo>
                        <a:pt x="1958" y="4683"/>
                        <a:pt x="1171" y="3896"/>
                        <a:pt x="1171" y="2928"/>
                      </a:cubicBezTo>
                      <a:cubicBezTo>
                        <a:pt x="2139" y="2928"/>
                        <a:pt x="2928" y="2139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2655" y="1"/>
                        <a:pt x="2374" y="47"/>
                        <a:pt x="2066" y="142"/>
                      </a:cubicBezTo>
                      <a:cubicBezTo>
                        <a:pt x="1732" y="245"/>
                        <a:pt x="1562" y="616"/>
                        <a:pt x="1704" y="936"/>
                      </a:cubicBezTo>
                      <a:cubicBezTo>
                        <a:pt x="1885" y="1345"/>
                        <a:pt x="1569" y="1756"/>
                        <a:pt x="1177" y="1756"/>
                      </a:cubicBezTo>
                      <a:cubicBezTo>
                        <a:pt x="1099" y="1756"/>
                        <a:pt x="1018" y="1740"/>
                        <a:pt x="938" y="1704"/>
                      </a:cubicBezTo>
                      <a:cubicBezTo>
                        <a:pt x="860" y="1670"/>
                        <a:pt x="780" y="1654"/>
                        <a:pt x="701" y="1654"/>
                      </a:cubicBezTo>
                      <a:cubicBezTo>
                        <a:pt x="453" y="1654"/>
                        <a:pt x="219" y="1813"/>
                        <a:pt x="142" y="2067"/>
                      </a:cubicBezTo>
                      <a:cubicBezTo>
                        <a:pt x="46" y="2373"/>
                        <a:pt x="0" y="2656"/>
                        <a:pt x="0" y="2928"/>
                      </a:cubicBezTo>
                      <a:cubicBezTo>
                        <a:pt x="0" y="4542"/>
                        <a:pt x="1313" y="5854"/>
                        <a:pt x="2928" y="5854"/>
                      </a:cubicBezTo>
                      <a:cubicBezTo>
                        <a:pt x="4541" y="5854"/>
                        <a:pt x="5854" y="4542"/>
                        <a:pt x="5854" y="2928"/>
                      </a:cubicBezTo>
                      <a:cubicBezTo>
                        <a:pt x="5854" y="1313"/>
                        <a:pt x="4541" y="1"/>
                        <a:pt x="29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oogle Shape;12624;p89">
                <a:extLst>
                  <a:ext uri="{FF2B5EF4-FFF2-40B4-BE49-F238E27FC236}">
                    <a16:creationId xmlns:a16="http://schemas.microsoft.com/office/drawing/2014/main" id="{ADBD9E90-2CDB-656B-72AA-E42D6E10F3FF}"/>
                  </a:ext>
                </a:extLst>
              </p:cNvPr>
              <p:cNvGrpSpPr/>
              <p:nvPr/>
            </p:nvGrpSpPr>
            <p:grpSpPr>
              <a:xfrm>
                <a:off x="7676248" y="5123204"/>
                <a:ext cx="620859" cy="620859"/>
                <a:chOff x="6613801" y="2571753"/>
                <a:chExt cx="417024" cy="417024"/>
              </a:xfrm>
              <a:grpFill/>
            </p:grpSpPr>
            <p:sp>
              <p:nvSpPr>
                <p:cNvPr id="77" name="Google Shape;12625;p89">
                  <a:extLst>
                    <a:ext uri="{FF2B5EF4-FFF2-40B4-BE49-F238E27FC236}">
                      <a16:creationId xmlns:a16="http://schemas.microsoft.com/office/drawing/2014/main" id="{668A08BD-7A5A-1DEE-025C-82F871CCEA30}"/>
                    </a:ext>
                  </a:extLst>
                </p:cNvPr>
                <p:cNvSpPr/>
                <p:nvPr/>
              </p:nvSpPr>
              <p:spPr>
                <a:xfrm>
                  <a:off x="6613801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1" y="1171"/>
                      </a:moveTo>
                      <a:cubicBezTo>
                        <a:pt x="14854" y="1171"/>
                        <a:pt x="18812" y="5127"/>
                        <a:pt x="18812" y="9991"/>
                      </a:cubicBezTo>
                      <a:cubicBezTo>
                        <a:pt x="18812" y="14854"/>
                        <a:pt x="14854" y="18810"/>
                        <a:pt x="9991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1" y="1171"/>
                      </a:cubicBezTo>
                      <a:close/>
                      <a:moveTo>
                        <a:pt x="9991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1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1" y="0"/>
                        <a:pt x="99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Google Shape;12626;p89">
                  <a:extLst>
                    <a:ext uri="{FF2B5EF4-FFF2-40B4-BE49-F238E27FC236}">
                      <a16:creationId xmlns:a16="http://schemas.microsoft.com/office/drawing/2014/main" id="{54FE9C5C-2F36-1D06-01D6-39987FA0FDE4}"/>
                    </a:ext>
                  </a:extLst>
                </p:cNvPr>
                <p:cNvSpPr/>
                <p:nvPr/>
              </p:nvSpPr>
              <p:spPr>
                <a:xfrm>
                  <a:off x="6663449" y="2645840"/>
                  <a:ext cx="317704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3" h="12881" extrusionOk="0">
                      <a:moveTo>
                        <a:pt x="12295" y="1172"/>
                      </a:moveTo>
                      <a:cubicBezTo>
                        <a:pt x="12619" y="1172"/>
                        <a:pt x="12881" y="1435"/>
                        <a:pt x="12881" y="1757"/>
                      </a:cubicBezTo>
                      <a:cubicBezTo>
                        <a:pt x="12881" y="2079"/>
                        <a:pt x="12617" y="2343"/>
                        <a:pt x="12295" y="2343"/>
                      </a:cubicBezTo>
                      <a:cubicBezTo>
                        <a:pt x="11973" y="2343"/>
                        <a:pt x="11709" y="2079"/>
                        <a:pt x="11709" y="1757"/>
                      </a:cubicBezTo>
                      <a:cubicBezTo>
                        <a:pt x="11709" y="1435"/>
                        <a:pt x="11973" y="1172"/>
                        <a:pt x="12295" y="1172"/>
                      </a:cubicBezTo>
                      <a:close/>
                      <a:moveTo>
                        <a:pt x="2343" y="4685"/>
                      </a:moveTo>
                      <a:cubicBezTo>
                        <a:pt x="2592" y="4685"/>
                        <a:pt x="2827" y="4763"/>
                        <a:pt x="3022" y="4902"/>
                      </a:cubicBezTo>
                      <a:cubicBezTo>
                        <a:pt x="2330" y="5410"/>
                        <a:pt x="1821" y="6015"/>
                        <a:pt x="1513" y="6677"/>
                      </a:cubicBezTo>
                      <a:cubicBezTo>
                        <a:pt x="1301" y="6461"/>
                        <a:pt x="1173" y="6167"/>
                        <a:pt x="1173" y="5856"/>
                      </a:cubicBezTo>
                      <a:cubicBezTo>
                        <a:pt x="1173" y="5210"/>
                        <a:pt x="1697" y="4685"/>
                        <a:pt x="2343" y="4685"/>
                      </a:cubicBezTo>
                      <a:close/>
                      <a:moveTo>
                        <a:pt x="12881" y="4685"/>
                      </a:moveTo>
                      <a:cubicBezTo>
                        <a:pt x="13526" y="4685"/>
                        <a:pt x="14052" y="5208"/>
                        <a:pt x="14052" y="5854"/>
                      </a:cubicBezTo>
                      <a:cubicBezTo>
                        <a:pt x="14052" y="6167"/>
                        <a:pt x="13923" y="6461"/>
                        <a:pt x="13712" y="6677"/>
                      </a:cubicBezTo>
                      <a:cubicBezTo>
                        <a:pt x="13404" y="6015"/>
                        <a:pt x="12893" y="5410"/>
                        <a:pt x="12201" y="4902"/>
                      </a:cubicBezTo>
                      <a:cubicBezTo>
                        <a:pt x="12396" y="4763"/>
                        <a:pt x="12633" y="4685"/>
                        <a:pt x="12881" y="4685"/>
                      </a:cubicBezTo>
                      <a:close/>
                      <a:moveTo>
                        <a:pt x="7616" y="4685"/>
                      </a:moveTo>
                      <a:cubicBezTo>
                        <a:pt x="9058" y="4685"/>
                        <a:pt x="10407" y="5074"/>
                        <a:pt x="11416" y="5778"/>
                      </a:cubicBezTo>
                      <a:cubicBezTo>
                        <a:pt x="12360" y="6440"/>
                        <a:pt x="12881" y="7299"/>
                        <a:pt x="12881" y="8196"/>
                      </a:cubicBezTo>
                      <a:cubicBezTo>
                        <a:pt x="12881" y="9095"/>
                        <a:pt x="12360" y="9953"/>
                        <a:pt x="11416" y="10615"/>
                      </a:cubicBezTo>
                      <a:cubicBezTo>
                        <a:pt x="10407" y="11320"/>
                        <a:pt x="9056" y="11710"/>
                        <a:pt x="7612" y="11710"/>
                      </a:cubicBezTo>
                      <a:cubicBezTo>
                        <a:pt x="6167" y="11710"/>
                        <a:pt x="4816" y="11320"/>
                        <a:pt x="3807" y="10615"/>
                      </a:cubicBezTo>
                      <a:cubicBezTo>
                        <a:pt x="2863" y="9953"/>
                        <a:pt x="2343" y="9095"/>
                        <a:pt x="2343" y="8196"/>
                      </a:cubicBezTo>
                      <a:cubicBezTo>
                        <a:pt x="2343" y="7299"/>
                        <a:pt x="2863" y="6440"/>
                        <a:pt x="3807" y="5778"/>
                      </a:cubicBezTo>
                      <a:cubicBezTo>
                        <a:pt x="4816" y="5074"/>
                        <a:pt x="6165" y="4685"/>
                        <a:pt x="7609" y="4685"/>
                      </a:cubicBezTo>
                      <a:close/>
                      <a:moveTo>
                        <a:pt x="8782" y="0"/>
                      </a:moveTo>
                      <a:cubicBezTo>
                        <a:pt x="8538" y="0"/>
                        <a:pt x="8309" y="156"/>
                        <a:pt x="8228" y="402"/>
                      </a:cubicBezTo>
                      <a:lnTo>
                        <a:pt x="7186" y="3524"/>
                      </a:lnTo>
                      <a:cubicBezTo>
                        <a:pt x="6065" y="3576"/>
                        <a:pt x="4998" y="3836"/>
                        <a:pt x="4073" y="4276"/>
                      </a:cubicBezTo>
                      <a:cubicBezTo>
                        <a:pt x="3634" y="3797"/>
                        <a:pt x="3011" y="3514"/>
                        <a:pt x="2343" y="3514"/>
                      </a:cubicBezTo>
                      <a:cubicBezTo>
                        <a:pt x="1051" y="3514"/>
                        <a:pt x="0" y="4565"/>
                        <a:pt x="0" y="5856"/>
                      </a:cubicBezTo>
                      <a:cubicBezTo>
                        <a:pt x="0" y="6702"/>
                        <a:pt x="469" y="7478"/>
                        <a:pt x="1186" y="7889"/>
                      </a:cubicBezTo>
                      <a:cubicBezTo>
                        <a:pt x="1177" y="7991"/>
                        <a:pt x="1171" y="8094"/>
                        <a:pt x="1171" y="8196"/>
                      </a:cubicBezTo>
                      <a:cubicBezTo>
                        <a:pt x="1171" y="9488"/>
                        <a:pt x="1870" y="10687"/>
                        <a:pt x="3137" y="11573"/>
                      </a:cubicBezTo>
                      <a:cubicBezTo>
                        <a:pt x="4340" y="12415"/>
                        <a:pt x="5928" y="12881"/>
                        <a:pt x="7611" y="12881"/>
                      </a:cubicBezTo>
                      <a:cubicBezTo>
                        <a:pt x="9293" y="12881"/>
                        <a:pt x="10883" y="12415"/>
                        <a:pt x="12086" y="11573"/>
                      </a:cubicBezTo>
                      <a:cubicBezTo>
                        <a:pt x="13353" y="10687"/>
                        <a:pt x="14050" y="9488"/>
                        <a:pt x="14050" y="8196"/>
                      </a:cubicBezTo>
                      <a:cubicBezTo>
                        <a:pt x="14050" y="8094"/>
                        <a:pt x="14046" y="7991"/>
                        <a:pt x="14037" y="7889"/>
                      </a:cubicBezTo>
                      <a:cubicBezTo>
                        <a:pt x="14754" y="7478"/>
                        <a:pt x="15223" y="6702"/>
                        <a:pt x="15223" y="5856"/>
                      </a:cubicBezTo>
                      <a:cubicBezTo>
                        <a:pt x="15223" y="4565"/>
                        <a:pt x="14172" y="3514"/>
                        <a:pt x="12881" y="3514"/>
                      </a:cubicBezTo>
                      <a:cubicBezTo>
                        <a:pt x="12212" y="3514"/>
                        <a:pt x="11589" y="3797"/>
                        <a:pt x="11152" y="4276"/>
                      </a:cubicBezTo>
                      <a:cubicBezTo>
                        <a:pt x="10330" y="3885"/>
                        <a:pt x="9396" y="3636"/>
                        <a:pt x="8412" y="3549"/>
                      </a:cubicBezTo>
                      <a:lnTo>
                        <a:pt x="9153" y="1327"/>
                      </a:lnTo>
                      <a:lnTo>
                        <a:pt x="10540" y="1789"/>
                      </a:lnTo>
                      <a:cubicBezTo>
                        <a:pt x="10556" y="2742"/>
                        <a:pt x="11338" y="3514"/>
                        <a:pt x="12295" y="3514"/>
                      </a:cubicBezTo>
                      <a:cubicBezTo>
                        <a:pt x="13263" y="3514"/>
                        <a:pt x="14052" y="2725"/>
                        <a:pt x="14052" y="1757"/>
                      </a:cubicBezTo>
                      <a:cubicBezTo>
                        <a:pt x="14052" y="790"/>
                        <a:pt x="13263" y="1"/>
                        <a:pt x="12295" y="1"/>
                      </a:cubicBezTo>
                      <a:cubicBezTo>
                        <a:pt x="11732" y="1"/>
                        <a:pt x="11232" y="268"/>
                        <a:pt x="10910" y="678"/>
                      </a:cubicBezTo>
                      <a:lnTo>
                        <a:pt x="8968" y="31"/>
                      </a:lnTo>
                      <a:cubicBezTo>
                        <a:pt x="8906" y="10"/>
                        <a:pt x="8844" y="0"/>
                        <a:pt x="87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Google Shape;12627;p89">
                  <a:extLst>
                    <a:ext uri="{FF2B5EF4-FFF2-40B4-BE49-F238E27FC236}">
                      <a16:creationId xmlns:a16="http://schemas.microsoft.com/office/drawing/2014/main" id="{B8E0B2E6-F7EE-3B7C-C746-7809AA40883F}"/>
                    </a:ext>
                  </a:extLst>
                </p:cNvPr>
                <p:cNvSpPr/>
                <p:nvPr/>
              </p:nvSpPr>
              <p:spPr>
                <a:xfrm>
                  <a:off x="6748992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1" y="1"/>
                      </a:moveTo>
                      <a:cubicBezTo>
                        <a:pt x="526" y="1"/>
                        <a:pt x="0" y="525"/>
                        <a:pt x="0" y="1170"/>
                      </a:cubicBezTo>
                      <a:cubicBezTo>
                        <a:pt x="0" y="1816"/>
                        <a:pt x="526" y="2341"/>
                        <a:pt x="1171" y="2341"/>
                      </a:cubicBezTo>
                      <a:cubicBezTo>
                        <a:pt x="1817" y="2341"/>
                        <a:pt x="2342" y="1816"/>
                        <a:pt x="2342" y="1170"/>
                      </a:cubicBezTo>
                      <a:cubicBezTo>
                        <a:pt x="2342" y="525"/>
                        <a:pt x="1817" y="1"/>
                        <a:pt x="11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Google Shape;12628;p89">
                  <a:extLst>
                    <a:ext uri="{FF2B5EF4-FFF2-40B4-BE49-F238E27FC236}">
                      <a16:creationId xmlns:a16="http://schemas.microsoft.com/office/drawing/2014/main" id="{767A5402-CAEF-31EC-C1C4-D6ABCA6E13B3}"/>
                    </a:ext>
                  </a:extLst>
                </p:cNvPr>
                <p:cNvSpPr/>
                <p:nvPr/>
              </p:nvSpPr>
              <p:spPr>
                <a:xfrm>
                  <a:off x="6846703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2" y="1"/>
                      </a:moveTo>
                      <a:cubicBezTo>
                        <a:pt x="526" y="1"/>
                        <a:pt x="1" y="525"/>
                        <a:pt x="1" y="1170"/>
                      </a:cubicBezTo>
                      <a:cubicBezTo>
                        <a:pt x="1" y="1816"/>
                        <a:pt x="526" y="2341"/>
                        <a:pt x="1172" y="2341"/>
                      </a:cubicBezTo>
                      <a:cubicBezTo>
                        <a:pt x="1818" y="2341"/>
                        <a:pt x="2343" y="1816"/>
                        <a:pt x="2343" y="1170"/>
                      </a:cubicBezTo>
                      <a:cubicBezTo>
                        <a:pt x="2343" y="525"/>
                        <a:pt x="1818" y="1"/>
                        <a:pt x="11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Google Shape;12629;p89">
                  <a:extLst>
                    <a:ext uri="{FF2B5EF4-FFF2-40B4-BE49-F238E27FC236}">
                      <a16:creationId xmlns:a16="http://schemas.microsoft.com/office/drawing/2014/main" id="{D6051FA0-EA9F-904F-DF02-533ED9A28DAA}"/>
                    </a:ext>
                  </a:extLst>
                </p:cNvPr>
                <p:cNvSpPr/>
                <p:nvPr/>
              </p:nvSpPr>
              <p:spPr>
                <a:xfrm>
                  <a:off x="6759469" y="2841323"/>
                  <a:ext cx="125658" cy="3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" h="1722" extrusionOk="0">
                      <a:moveTo>
                        <a:pt x="670" y="0"/>
                      </a:moveTo>
                      <a:cubicBezTo>
                        <a:pt x="455" y="0"/>
                        <a:pt x="249" y="119"/>
                        <a:pt x="146" y="324"/>
                      </a:cubicBezTo>
                      <a:cubicBezTo>
                        <a:pt x="1" y="614"/>
                        <a:pt x="117" y="965"/>
                        <a:pt x="407" y="1110"/>
                      </a:cubicBezTo>
                      <a:cubicBezTo>
                        <a:pt x="1223" y="1516"/>
                        <a:pt x="2116" y="1722"/>
                        <a:pt x="3011" y="1722"/>
                      </a:cubicBezTo>
                      <a:cubicBezTo>
                        <a:pt x="3905" y="1722"/>
                        <a:pt x="4800" y="1518"/>
                        <a:pt x="5614" y="1110"/>
                      </a:cubicBezTo>
                      <a:cubicBezTo>
                        <a:pt x="5904" y="965"/>
                        <a:pt x="6021" y="614"/>
                        <a:pt x="5875" y="324"/>
                      </a:cubicBezTo>
                      <a:cubicBezTo>
                        <a:pt x="5774" y="119"/>
                        <a:pt x="5567" y="0"/>
                        <a:pt x="5352" y="0"/>
                      </a:cubicBezTo>
                      <a:cubicBezTo>
                        <a:pt x="5264" y="0"/>
                        <a:pt x="5174" y="20"/>
                        <a:pt x="5090" y="62"/>
                      </a:cubicBezTo>
                      <a:cubicBezTo>
                        <a:pt x="4439" y="388"/>
                        <a:pt x="3725" y="551"/>
                        <a:pt x="3011" y="551"/>
                      </a:cubicBezTo>
                      <a:cubicBezTo>
                        <a:pt x="2296" y="551"/>
                        <a:pt x="1582" y="388"/>
                        <a:pt x="931" y="62"/>
                      </a:cubicBezTo>
                      <a:cubicBezTo>
                        <a:pt x="847" y="20"/>
                        <a:pt x="758" y="0"/>
                        <a:pt x="6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5" name="Google Shape;12633;p89">
                <a:extLst>
                  <a:ext uri="{FF2B5EF4-FFF2-40B4-BE49-F238E27FC236}">
                    <a16:creationId xmlns:a16="http://schemas.microsoft.com/office/drawing/2014/main" id="{C659CBB7-1684-6338-3BF2-242105C88171}"/>
                  </a:ext>
                </a:extLst>
              </p:cNvPr>
              <p:cNvGrpSpPr/>
              <p:nvPr/>
            </p:nvGrpSpPr>
            <p:grpSpPr>
              <a:xfrm>
                <a:off x="2040531" y="5215345"/>
                <a:ext cx="620859" cy="436577"/>
                <a:chOff x="3476576" y="2633631"/>
                <a:chExt cx="417024" cy="293244"/>
              </a:xfrm>
              <a:grpFill/>
            </p:grpSpPr>
            <p:sp>
              <p:nvSpPr>
                <p:cNvPr id="75" name="Google Shape;12634;p89">
                  <a:extLst>
                    <a:ext uri="{FF2B5EF4-FFF2-40B4-BE49-F238E27FC236}">
                      <a16:creationId xmlns:a16="http://schemas.microsoft.com/office/drawing/2014/main" id="{B73DA27E-7EC5-653A-0FBC-C2593378B9FF}"/>
                    </a:ext>
                  </a:extLst>
                </p:cNvPr>
                <p:cNvSpPr/>
                <p:nvPr/>
              </p:nvSpPr>
              <p:spPr>
                <a:xfrm>
                  <a:off x="3476576" y="2633631"/>
                  <a:ext cx="417024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4051" extrusionOk="0">
                      <a:moveTo>
                        <a:pt x="17056" y="1172"/>
                      </a:moveTo>
                      <a:cubicBezTo>
                        <a:pt x="18023" y="1172"/>
                        <a:pt x="18811" y="1961"/>
                        <a:pt x="18811" y="2929"/>
                      </a:cubicBezTo>
                      <a:lnTo>
                        <a:pt x="18811" y="11124"/>
                      </a:lnTo>
                      <a:cubicBezTo>
                        <a:pt x="18811" y="12092"/>
                        <a:pt x="18023" y="12881"/>
                        <a:pt x="17056" y="12881"/>
                      </a:cubicBezTo>
                      <a:lnTo>
                        <a:pt x="2927" y="12881"/>
                      </a:lnTo>
                      <a:cubicBezTo>
                        <a:pt x="1959" y="12881"/>
                        <a:pt x="1172" y="12092"/>
                        <a:pt x="1172" y="11124"/>
                      </a:cubicBezTo>
                      <a:lnTo>
                        <a:pt x="1172" y="2929"/>
                      </a:lnTo>
                      <a:cubicBezTo>
                        <a:pt x="1172" y="1961"/>
                        <a:pt x="1959" y="1172"/>
                        <a:pt x="2927" y="1172"/>
                      </a:cubicBezTo>
                      <a:close/>
                      <a:moveTo>
                        <a:pt x="2927" y="1"/>
                      </a:moveTo>
                      <a:cubicBezTo>
                        <a:pt x="1313" y="1"/>
                        <a:pt x="1" y="1315"/>
                        <a:pt x="1" y="2929"/>
                      </a:cubicBezTo>
                      <a:lnTo>
                        <a:pt x="1" y="11124"/>
                      </a:lnTo>
                      <a:cubicBezTo>
                        <a:pt x="1" y="12738"/>
                        <a:pt x="1313" y="14050"/>
                        <a:pt x="2927" y="14050"/>
                      </a:cubicBezTo>
                      <a:lnTo>
                        <a:pt x="17056" y="14050"/>
                      </a:lnTo>
                      <a:cubicBezTo>
                        <a:pt x="18669" y="14050"/>
                        <a:pt x="19982" y="12738"/>
                        <a:pt x="19982" y="11124"/>
                      </a:cubicBezTo>
                      <a:lnTo>
                        <a:pt x="19982" y="2929"/>
                      </a:lnTo>
                      <a:cubicBezTo>
                        <a:pt x="19982" y="1315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Google Shape;12635;p89">
                  <a:extLst>
                    <a:ext uri="{FF2B5EF4-FFF2-40B4-BE49-F238E27FC236}">
                      <a16:creationId xmlns:a16="http://schemas.microsoft.com/office/drawing/2014/main" id="{0377C16E-0C17-111C-977C-83D18CEFA006}"/>
                    </a:ext>
                  </a:extLst>
                </p:cNvPr>
                <p:cNvSpPr/>
                <p:nvPr/>
              </p:nvSpPr>
              <p:spPr>
                <a:xfrm>
                  <a:off x="3636206" y="2706945"/>
                  <a:ext cx="122194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5" h="7026" extrusionOk="0">
                      <a:moveTo>
                        <a:pt x="1172" y="1643"/>
                      </a:moveTo>
                      <a:lnTo>
                        <a:pt x="4165" y="3514"/>
                      </a:lnTo>
                      <a:lnTo>
                        <a:pt x="1172" y="5384"/>
                      </a:lnTo>
                      <a:lnTo>
                        <a:pt x="1172" y="1643"/>
                      </a:lnTo>
                      <a:close/>
                      <a:moveTo>
                        <a:pt x="586" y="0"/>
                      </a:moveTo>
                      <a:cubicBezTo>
                        <a:pt x="489" y="0"/>
                        <a:pt x="391" y="25"/>
                        <a:pt x="302" y="74"/>
                      </a:cubicBezTo>
                      <a:cubicBezTo>
                        <a:pt x="116" y="178"/>
                        <a:pt x="1" y="373"/>
                        <a:pt x="1" y="587"/>
                      </a:cubicBezTo>
                      <a:lnTo>
                        <a:pt x="1" y="6440"/>
                      </a:lnTo>
                      <a:cubicBezTo>
                        <a:pt x="1" y="6653"/>
                        <a:pt x="116" y="6849"/>
                        <a:pt x="302" y="6953"/>
                      </a:cubicBezTo>
                      <a:cubicBezTo>
                        <a:pt x="389" y="7001"/>
                        <a:pt x="487" y="7026"/>
                        <a:pt x="585" y="7026"/>
                      </a:cubicBezTo>
                      <a:cubicBezTo>
                        <a:pt x="693" y="7026"/>
                        <a:pt x="801" y="6997"/>
                        <a:pt x="896" y="6937"/>
                      </a:cubicBezTo>
                      <a:lnTo>
                        <a:pt x="5580" y="4010"/>
                      </a:lnTo>
                      <a:cubicBezTo>
                        <a:pt x="5750" y="3903"/>
                        <a:pt x="5854" y="3714"/>
                        <a:pt x="5854" y="3513"/>
                      </a:cubicBezTo>
                      <a:cubicBezTo>
                        <a:pt x="5854" y="3311"/>
                        <a:pt x="5750" y="3123"/>
                        <a:pt x="5580" y="3017"/>
                      </a:cubicBezTo>
                      <a:lnTo>
                        <a:pt x="896" y="90"/>
                      </a:lnTo>
                      <a:cubicBezTo>
                        <a:pt x="801" y="30"/>
                        <a:pt x="694" y="0"/>
                        <a:pt x="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6" name="Google Shape;12636;p89">
                <a:extLst>
                  <a:ext uri="{FF2B5EF4-FFF2-40B4-BE49-F238E27FC236}">
                    <a16:creationId xmlns:a16="http://schemas.microsoft.com/office/drawing/2014/main" id="{C43A53A4-7EFF-1AFB-7DE2-414C5798ECD1}"/>
                  </a:ext>
                </a:extLst>
              </p:cNvPr>
              <p:cNvGrpSpPr/>
              <p:nvPr/>
            </p:nvGrpSpPr>
            <p:grpSpPr>
              <a:xfrm>
                <a:off x="2979814" y="5123312"/>
                <a:ext cx="620890" cy="620641"/>
                <a:chOff x="3988564" y="2571836"/>
                <a:chExt cx="417045" cy="416878"/>
              </a:xfrm>
              <a:grpFill/>
            </p:grpSpPr>
            <p:sp>
              <p:nvSpPr>
                <p:cNvPr id="73" name="Google Shape;12637;p89">
                  <a:extLst>
                    <a:ext uri="{FF2B5EF4-FFF2-40B4-BE49-F238E27FC236}">
                      <a16:creationId xmlns:a16="http://schemas.microsoft.com/office/drawing/2014/main" id="{4EE60DA7-6430-0D07-49B7-6AF7AAA57366}"/>
                    </a:ext>
                  </a:extLst>
                </p:cNvPr>
                <p:cNvSpPr/>
                <p:nvPr/>
              </p:nvSpPr>
              <p:spPr>
                <a:xfrm>
                  <a:off x="4090678" y="2650431"/>
                  <a:ext cx="213124" cy="25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2" h="12423" extrusionOk="0">
                      <a:moveTo>
                        <a:pt x="4938" y="1172"/>
                      </a:moveTo>
                      <a:cubicBezTo>
                        <a:pt x="7267" y="1172"/>
                        <a:pt x="8610" y="2621"/>
                        <a:pt x="8610" y="3081"/>
                      </a:cubicBezTo>
                      <a:cubicBezTo>
                        <a:pt x="8610" y="3348"/>
                        <a:pt x="8308" y="3471"/>
                        <a:pt x="8102" y="3471"/>
                      </a:cubicBezTo>
                      <a:cubicBezTo>
                        <a:pt x="7867" y="3471"/>
                        <a:pt x="7733" y="3357"/>
                        <a:pt x="7407" y="3026"/>
                      </a:cubicBezTo>
                      <a:cubicBezTo>
                        <a:pt x="6933" y="2541"/>
                        <a:pt x="6282" y="1879"/>
                        <a:pt x="4821" y="1879"/>
                      </a:cubicBezTo>
                      <a:cubicBezTo>
                        <a:pt x="4177" y="1879"/>
                        <a:pt x="3602" y="2046"/>
                        <a:pt x="3162" y="2362"/>
                      </a:cubicBezTo>
                      <a:cubicBezTo>
                        <a:pt x="2687" y="2700"/>
                        <a:pt x="2417" y="3188"/>
                        <a:pt x="2417" y="3701"/>
                      </a:cubicBezTo>
                      <a:cubicBezTo>
                        <a:pt x="2417" y="4145"/>
                        <a:pt x="2603" y="4758"/>
                        <a:pt x="3491" y="5152"/>
                      </a:cubicBezTo>
                      <a:cubicBezTo>
                        <a:pt x="3997" y="5378"/>
                        <a:pt x="4646" y="5506"/>
                        <a:pt x="5334" y="5642"/>
                      </a:cubicBezTo>
                      <a:cubicBezTo>
                        <a:pt x="7566" y="6081"/>
                        <a:pt x="9029" y="6514"/>
                        <a:pt x="9029" y="8449"/>
                      </a:cubicBezTo>
                      <a:cubicBezTo>
                        <a:pt x="9029" y="8455"/>
                        <a:pt x="9029" y="8464"/>
                        <a:pt x="9029" y="8478"/>
                      </a:cubicBezTo>
                      <a:cubicBezTo>
                        <a:pt x="9035" y="8646"/>
                        <a:pt x="9028" y="9518"/>
                        <a:pt x="8347" y="10222"/>
                      </a:cubicBezTo>
                      <a:cubicBezTo>
                        <a:pt x="7688" y="10903"/>
                        <a:pt x="6597" y="11248"/>
                        <a:pt x="5102" y="11252"/>
                      </a:cubicBezTo>
                      <a:cubicBezTo>
                        <a:pt x="2240" y="11250"/>
                        <a:pt x="1171" y="9891"/>
                        <a:pt x="1171" y="9033"/>
                      </a:cubicBezTo>
                      <a:cubicBezTo>
                        <a:pt x="1171" y="8780"/>
                        <a:pt x="1518" y="8672"/>
                        <a:pt x="1656" y="8672"/>
                      </a:cubicBezTo>
                      <a:cubicBezTo>
                        <a:pt x="1844" y="8672"/>
                        <a:pt x="2005" y="8837"/>
                        <a:pt x="2327" y="9212"/>
                      </a:cubicBezTo>
                      <a:cubicBezTo>
                        <a:pt x="2843" y="9813"/>
                        <a:pt x="3551" y="10636"/>
                        <a:pt x="5095" y="10636"/>
                      </a:cubicBezTo>
                      <a:cubicBezTo>
                        <a:pt x="6363" y="10636"/>
                        <a:pt x="7727" y="9881"/>
                        <a:pt x="7727" y="8612"/>
                      </a:cubicBezTo>
                      <a:cubicBezTo>
                        <a:pt x="7727" y="7951"/>
                        <a:pt x="7363" y="7445"/>
                        <a:pt x="6647" y="7109"/>
                      </a:cubicBezTo>
                      <a:cubicBezTo>
                        <a:pt x="6130" y="6866"/>
                        <a:pt x="5472" y="6726"/>
                        <a:pt x="4773" y="6578"/>
                      </a:cubicBezTo>
                      <a:cubicBezTo>
                        <a:pt x="2620" y="6120"/>
                        <a:pt x="1209" y="5683"/>
                        <a:pt x="1209" y="3859"/>
                      </a:cubicBezTo>
                      <a:cubicBezTo>
                        <a:pt x="1209" y="2893"/>
                        <a:pt x="1667" y="2191"/>
                        <a:pt x="2606" y="1711"/>
                      </a:cubicBezTo>
                      <a:cubicBezTo>
                        <a:pt x="3388" y="1313"/>
                        <a:pt x="4350" y="1172"/>
                        <a:pt x="4938" y="1172"/>
                      </a:cubicBezTo>
                      <a:close/>
                      <a:moveTo>
                        <a:pt x="4938" y="1"/>
                      </a:moveTo>
                      <a:cubicBezTo>
                        <a:pt x="2944" y="1"/>
                        <a:pt x="39" y="991"/>
                        <a:pt x="39" y="3861"/>
                      </a:cubicBezTo>
                      <a:cubicBezTo>
                        <a:pt x="39" y="5149"/>
                        <a:pt x="579" y="6129"/>
                        <a:pt x="1644" y="6772"/>
                      </a:cubicBezTo>
                      <a:cubicBezTo>
                        <a:pt x="2505" y="7293"/>
                        <a:pt x="3581" y="7523"/>
                        <a:pt x="4529" y="7724"/>
                      </a:cubicBezTo>
                      <a:cubicBezTo>
                        <a:pt x="5159" y="7857"/>
                        <a:pt x="5755" y="7984"/>
                        <a:pt x="6149" y="8170"/>
                      </a:cubicBezTo>
                      <a:cubicBezTo>
                        <a:pt x="6556" y="8359"/>
                        <a:pt x="6556" y="8518"/>
                        <a:pt x="6556" y="8612"/>
                      </a:cubicBezTo>
                      <a:cubicBezTo>
                        <a:pt x="6556" y="9100"/>
                        <a:pt x="5785" y="9465"/>
                        <a:pt x="5095" y="9465"/>
                      </a:cubicBezTo>
                      <a:cubicBezTo>
                        <a:pt x="4089" y="9465"/>
                        <a:pt x="3664" y="8971"/>
                        <a:pt x="3215" y="8449"/>
                      </a:cubicBezTo>
                      <a:cubicBezTo>
                        <a:pt x="2833" y="8005"/>
                        <a:pt x="2401" y="7501"/>
                        <a:pt x="1656" y="7501"/>
                      </a:cubicBezTo>
                      <a:cubicBezTo>
                        <a:pt x="860" y="7501"/>
                        <a:pt x="0" y="8087"/>
                        <a:pt x="0" y="9035"/>
                      </a:cubicBezTo>
                      <a:cubicBezTo>
                        <a:pt x="0" y="10459"/>
                        <a:pt x="1462" y="12423"/>
                        <a:pt x="5104" y="12423"/>
                      </a:cubicBezTo>
                      <a:cubicBezTo>
                        <a:pt x="6926" y="12419"/>
                        <a:pt x="8301" y="11954"/>
                        <a:pt x="9187" y="11036"/>
                      </a:cubicBezTo>
                      <a:cubicBezTo>
                        <a:pt x="10167" y="10024"/>
                        <a:pt x="10211" y="8803"/>
                        <a:pt x="10200" y="8442"/>
                      </a:cubicBezTo>
                      <a:cubicBezTo>
                        <a:pt x="10199" y="7101"/>
                        <a:pt x="9638" y="6090"/>
                        <a:pt x="8536" y="5435"/>
                      </a:cubicBezTo>
                      <a:cubicBezTo>
                        <a:pt x="7642" y="4904"/>
                        <a:pt x="6537" y="4685"/>
                        <a:pt x="5560" y="4492"/>
                      </a:cubicBezTo>
                      <a:cubicBezTo>
                        <a:pt x="4939" y="4370"/>
                        <a:pt x="4354" y="4255"/>
                        <a:pt x="3966" y="4084"/>
                      </a:cubicBezTo>
                      <a:cubicBezTo>
                        <a:pt x="3588" y="3916"/>
                        <a:pt x="3588" y="3781"/>
                        <a:pt x="3588" y="3703"/>
                      </a:cubicBezTo>
                      <a:cubicBezTo>
                        <a:pt x="3588" y="3429"/>
                        <a:pt x="4016" y="3050"/>
                        <a:pt x="4821" y="3050"/>
                      </a:cubicBezTo>
                      <a:cubicBezTo>
                        <a:pt x="5790" y="3050"/>
                        <a:pt x="6153" y="3418"/>
                        <a:pt x="6570" y="3847"/>
                      </a:cubicBezTo>
                      <a:cubicBezTo>
                        <a:pt x="6921" y="4202"/>
                        <a:pt x="7354" y="4644"/>
                        <a:pt x="8102" y="4644"/>
                      </a:cubicBezTo>
                      <a:cubicBezTo>
                        <a:pt x="8966" y="4644"/>
                        <a:pt x="9781" y="4016"/>
                        <a:pt x="9781" y="3082"/>
                      </a:cubicBezTo>
                      <a:cubicBezTo>
                        <a:pt x="9781" y="1768"/>
                        <a:pt x="7722" y="1"/>
                        <a:pt x="49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Google Shape;12638;p89">
                  <a:extLst>
                    <a:ext uri="{FF2B5EF4-FFF2-40B4-BE49-F238E27FC236}">
                      <a16:creationId xmlns:a16="http://schemas.microsoft.com/office/drawing/2014/main" id="{D0BFF148-C62E-EB23-C0FF-0EDF970B79B1}"/>
                    </a:ext>
                  </a:extLst>
                </p:cNvPr>
                <p:cNvSpPr/>
                <p:nvPr/>
              </p:nvSpPr>
              <p:spPr>
                <a:xfrm>
                  <a:off x="3988564" y="2571836"/>
                  <a:ext cx="417045" cy="41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75" extrusionOk="0">
                      <a:moveTo>
                        <a:pt x="5465" y="1172"/>
                      </a:moveTo>
                      <a:cubicBezTo>
                        <a:pt x="6229" y="1172"/>
                        <a:pt x="6714" y="1356"/>
                        <a:pt x="7184" y="1548"/>
                      </a:cubicBezTo>
                      <a:cubicBezTo>
                        <a:pt x="7842" y="1820"/>
                        <a:pt x="8120" y="1882"/>
                        <a:pt x="8506" y="1882"/>
                      </a:cubicBezTo>
                      <a:cubicBezTo>
                        <a:pt x="8831" y="1882"/>
                        <a:pt x="9232" y="1838"/>
                        <a:pt x="10000" y="1838"/>
                      </a:cubicBezTo>
                      <a:cubicBezTo>
                        <a:pt x="13275" y="1838"/>
                        <a:pt x="15226" y="3478"/>
                        <a:pt x="16286" y="4855"/>
                      </a:cubicBezTo>
                      <a:cubicBezTo>
                        <a:pt x="17660" y="6641"/>
                        <a:pt x="18149" y="8709"/>
                        <a:pt x="18149" y="9937"/>
                      </a:cubicBezTo>
                      <a:cubicBezTo>
                        <a:pt x="18149" y="11304"/>
                        <a:pt x="17841" y="11405"/>
                        <a:pt x="18414" y="12744"/>
                      </a:cubicBezTo>
                      <a:cubicBezTo>
                        <a:pt x="18610" y="13203"/>
                        <a:pt x="18812" y="13675"/>
                        <a:pt x="18812" y="14565"/>
                      </a:cubicBezTo>
                      <a:cubicBezTo>
                        <a:pt x="18812" y="15702"/>
                        <a:pt x="18373" y="16765"/>
                        <a:pt x="17575" y="17561"/>
                      </a:cubicBezTo>
                      <a:cubicBezTo>
                        <a:pt x="16776" y="18358"/>
                        <a:pt x="15671" y="18803"/>
                        <a:pt x="14546" y="18803"/>
                      </a:cubicBezTo>
                      <a:cubicBezTo>
                        <a:pt x="14544" y="18803"/>
                        <a:pt x="14542" y="18803"/>
                        <a:pt x="14540" y="18803"/>
                      </a:cubicBezTo>
                      <a:lnTo>
                        <a:pt x="14519" y="18803"/>
                      </a:lnTo>
                      <a:cubicBezTo>
                        <a:pt x="13754" y="18803"/>
                        <a:pt x="13270" y="18612"/>
                        <a:pt x="12799" y="18418"/>
                      </a:cubicBezTo>
                      <a:cubicBezTo>
                        <a:pt x="12161" y="18154"/>
                        <a:pt x="11842" y="18085"/>
                        <a:pt x="11520" y="18085"/>
                      </a:cubicBezTo>
                      <a:cubicBezTo>
                        <a:pt x="11167" y="18085"/>
                        <a:pt x="10809" y="18168"/>
                        <a:pt x="10022" y="18168"/>
                      </a:cubicBezTo>
                      <a:cubicBezTo>
                        <a:pt x="6746" y="18168"/>
                        <a:pt x="4785" y="16516"/>
                        <a:pt x="3717" y="15131"/>
                      </a:cubicBezTo>
                      <a:cubicBezTo>
                        <a:pt x="2328" y="13328"/>
                        <a:pt x="1835" y="11257"/>
                        <a:pt x="1835" y="10031"/>
                      </a:cubicBezTo>
                      <a:cubicBezTo>
                        <a:pt x="1835" y="8674"/>
                        <a:pt x="2146" y="8571"/>
                        <a:pt x="1569" y="7222"/>
                      </a:cubicBezTo>
                      <a:cubicBezTo>
                        <a:pt x="1375" y="6765"/>
                        <a:pt x="1173" y="6293"/>
                        <a:pt x="1171" y="5408"/>
                      </a:cubicBezTo>
                      <a:cubicBezTo>
                        <a:pt x="1175" y="3063"/>
                        <a:pt x="3100" y="1172"/>
                        <a:pt x="5465" y="1172"/>
                      </a:cubicBezTo>
                      <a:close/>
                      <a:moveTo>
                        <a:pt x="5465" y="0"/>
                      </a:moveTo>
                      <a:cubicBezTo>
                        <a:pt x="3993" y="0"/>
                        <a:pt x="2617" y="552"/>
                        <a:pt x="1587" y="1582"/>
                      </a:cubicBezTo>
                      <a:cubicBezTo>
                        <a:pt x="566" y="2603"/>
                        <a:pt x="4" y="3960"/>
                        <a:pt x="0" y="5403"/>
                      </a:cubicBezTo>
                      <a:lnTo>
                        <a:pt x="0" y="5414"/>
                      </a:lnTo>
                      <a:cubicBezTo>
                        <a:pt x="2" y="6535"/>
                        <a:pt x="274" y="7170"/>
                        <a:pt x="492" y="7682"/>
                      </a:cubicBezTo>
                      <a:cubicBezTo>
                        <a:pt x="938" y="8725"/>
                        <a:pt x="664" y="8547"/>
                        <a:pt x="664" y="10031"/>
                      </a:cubicBezTo>
                      <a:cubicBezTo>
                        <a:pt x="664" y="11738"/>
                        <a:pt x="1385" y="14023"/>
                        <a:pt x="2790" y="15845"/>
                      </a:cubicBezTo>
                      <a:cubicBezTo>
                        <a:pt x="4019" y="17439"/>
                        <a:pt x="6270" y="19339"/>
                        <a:pt x="10022" y="19339"/>
                      </a:cubicBezTo>
                      <a:cubicBezTo>
                        <a:pt x="10942" y="19339"/>
                        <a:pt x="11234" y="19255"/>
                        <a:pt x="11494" y="19255"/>
                      </a:cubicBezTo>
                      <a:cubicBezTo>
                        <a:pt x="11700" y="19255"/>
                        <a:pt x="11887" y="19308"/>
                        <a:pt x="12353" y="19500"/>
                      </a:cubicBezTo>
                      <a:cubicBezTo>
                        <a:pt x="12875" y="19716"/>
                        <a:pt x="13523" y="19974"/>
                        <a:pt x="14519" y="19974"/>
                      </a:cubicBezTo>
                      <a:lnTo>
                        <a:pt x="14554" y="19974"/>
                      </a:lnTo>
                      <a:cubicBezTo>
                        <a:pt x="15985" y="19974"/>
                        <a:pt x="17386" y="19403"/>
                        <a:pt x="18402" y="18391"/>
                      </a:cubicBezTo>
                      <a:cubicBezTo>
                        <a:pt x="19422" y="17374"/>
                        <a:pt x="19983" y="16015"/>
                        <a:pt x="19983" y="14565"/>
                      </a:cubicBezTo>
                      <a:cubicBezTo>
                        <a:pt x="19983" y="13436"/>
                        <a:pt x="19711" y="12797"/>
                        <a:pt x="19491" y="12284"/>
                      </a:cubicBezTo>
                      <a:cubicBezTo>
                        <a:pt x="19045" y="11243"/>
                        <a:pt x="19320" y="11421"/>
                        <a:pt x="19320" y="9937"/>
                      </a:cubicBezTo>
                      <a:cubicBezTo>
                        <a:pt x="19320" y="8218"/>
                        <a:pt x="18603" y="5946"/>
                        <a:pt x="17213" y="4140"/>
                      </a:cubicBezTo>
                      <a:cubicBezTo>
                        <a:pt x="15994" y="2557"/>
                        <a:pt x="13753" y="667"/>
                        <a:pt x="10000" y="667"/>
                      </a:cubicBezTo>
                      <a:cubicBezTo>
                        <a:pt x="9146" y="667"/>
                        <a:pt x="8785" y="712"/>
                        <a:pt x="8528" y="712"/>
                      </a:cubicBezTo>
                      <a:cubicBezTo>
                        <a:pt x="8261" y="712"/>
                        <a:pt x="8109" y="664"/>
                        <a:pt x="7630" y="466"/>
                      </a:cubicBezTo>
                      <a:cubicBezTo>
                        <a:pt x="7110" y="252"/>
                        <a:pt x="6461" y="0"/>
                        <a:pt x="54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" name="Google Shape;12639;p89">
                <a:extLst>
                  <a:ext uri="{FF2B5EF4-FFF2-40B4-BE49-F238E27FC236}">
                    <a16:creationId xmlns:a16="http://schemas.microsoft.com/office/drawing/2014/main" id="{E48BCE9A-D171-BA22-3584-CA1FDFA5922D}"/>
                  </a:ext>
                </a:extLst>
              </p:cNvPr>
              <p:cNvGrpSpPr/>
              <p:nvPr/>
            </p:nvGrpSpPr>
            <p:grpSpPr>
              <a:xfrm>
                <a:off x="3919129" y="5123204"/>
                <a:ext cx="620859" cy="620859"/>
                <a:chOff x="4500573" y="2571753"/>
                <a:chExt cx="417024" cy="417024"/>
              </a:xfrm>
              <a:grpFill/>
            </p:grpSpPr>
            <p:sp>
              <p:nvSpPr>
                <p:cNvPr id="71" name="Google Shape;12640;p89">
                  <a:extLst>
                    <a:ext uri="{FF2B5EF4-FFF2-40B4-BE49-F238E27FC236}">
                      <a16:creationId xmlns:a16="http://schemas.microsoft.com/office/drawing/2014/main" id="{828231A8-DAB3-0BF6-E859-3D669FF5A3DC}"/>
                    </a:ext>
                  </a:extLst>
                </p:cNvPr>
                <p:cNvSpPr/>
                <p:nvPr/>
              </p:nvSpPr>
              <p:spPr>
                <a:xfrm>
                  <a:off x="4550263" y="2632817"/>
                  <a:ext cx="317683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2" h="14051" extrusionOk="0">
                      <a:moveTo>
                        <a:pt x="7616" y="1172"/>
                      </a:moveTo>
                      <a:cubicBezTo>
                        <a:pt x="8529" y="1202"/>
                        <a:pt x="10613" y="1570"/>
                        <a:pt x="10613" y="4280"/>
                      </a:cubicBezTo>
                      <a:cubicBezTo>
                        <a:pt x="10613" y="4791"/>
                        <a:pt x="10565" y="5662"/>
                        <a:pt x="10565" y="5683"/>
                      </a:cubicBezTo>
                      <a:cubicBezTo>
                        <a:pt x="10565" y="6490"/>
                        <a:pt x="11186" y="6530"/>
                        <a:pt x="11312" y="6530"/>
                      </a:cubicBezTo>
                      <a:cubicBezTo>
                        <a:pt x="11563" y="6530"/>
                        <a:pt x="11867" y="6461"/>
                        <a:pt x="12149" y="6399"/>
                      </a:cubicBezTo>
                      <a:lnTo>
                        <a:pt x="12149" y="6399"/>
                      </a:lnTo>
                      <a:cubicBezTo>
                        <a:pt x="11697" y="6589"/>
                        <a:pt x="10875" y="6838"/>
                        <a:pt x="10875" y="7608"/>
                      </a:cubicBezTo>
                      <a:cubicBezTo>
                        <a:pt x="10875" y="9260"/>
                        <a:pt x="12294" y="9897"/>
                        <a:pt x="13233" y="10316"/>
                      </a:cubicBezTo>
                      <a:cubicBezTo>
                        <a:pt x="13419" y="10399"/>
                        <a:pt x="13661" y="10509"/>
                        <a:pt x="13838" y="10608"/>
                      </a:cubicBezTo>
                      <a:cubicBezTo>
                        <a:pt x="13590" y="10652"/>
                        <a:pt x="13247" y="10703"/>
                        <a:pt x="12826" y="10802"/>
                      </a:cubicBezTo>
                      <a:cubicBezTo>
                        <a:pt x="12446" y="10894"/>
                        <a:pt x="12149" y="11195"/>
                        <a:pt x="12067" y="11574"/>
                      </a:cubicBezTo>
                      <a:cubicBezTo>
                        <a:pt x="12058" y="11614"/>
                        <a:pt x="12049" y="11652"/>
                        <a:pt x="12041" y="11683"/>
                      </a:cubicBezTo>
                      <a:cubicBezTo>
                        <a:pt x="11837" y="11646"/>
                        <a:pt x="11549" y="11584"/>
                        <a:pt x="11156" y="11584"/>
                      </a:cubicBezTo>
                      <a:cubicBezTo>
                        <a:pt x="10220" y="11584"/>
                        <a:pt x="9658" y="11968"/>
                        <a:pt x="9161" y="12306"/>
                      </a:cubicBezTo>
                      <a:cubicBezTo>
                        <a:pt x="8711" y="12614"/>
                        <a:pt x="8322" y="12879"/>
                        <a:pt x="7611" y="12881"/>
                      </a:cubicBezTo>
                      <a:cubicBezTo>
                        <a:pt x="6900" y="12879"/>
                        <a:pt x="6511" y="12614"/>
                        <a:pt x="6060" y="12306"/>
                      </a:cubicBezTo>
                      <a:cubicBezTo>
                        <a:pt x="5563" y="11968"/>
                        <a:pt x="5000" y="11584"/>
                        <a:pt x="4064" y="11584"/>
                      </a:cubicBezTo>
                      <a:cubicBezTo>
                        <a:pt x="3671" y="11584"/>
                        <a:pt x="3381" y="11646"/>
                        <a:pt x="3180" y="11683"/>
                      </a:cubicBezTo>
                      <a:cubicBezTo>
                        <a:pt x="3171" y="11652"/>
                        <a:pt x="3164" y="11614"/>
                        <a:pt x="3155" y="11574"/>
                      </a:cubicBezTo>
                      <a:cubicBezTo>
                        <a:pt x="3072" y="11195"/>
                        <a:pt x="2775" y="10894"/>
                        <a:pt x="2394" y="10802"/>
                      </a:cubicBezTo>
                      <a:cubicBezTo>
                        <a:pt x="1973" y="10703"/>
                        <a:pt x="1630" y="10652"/>
                        <a:pt x="1384" y="10608"/>
                      </a:cubicBezTo>
                      <a:cubicBezTo>
                        <a:pt x="1559" y="10509"/>
                        <a:pt x="1803" y="10399"/>
                        <a:pt x="1987" y="10316"/>
                      </a:cubicBezTo>
                      <a:cubicBezTo>
                        <a:pt x="2927" y="9897"/>
                        <a:pt x="4347" y="9260"/>
                        <a:pt x="4347" y="7608"/>
                      </a:cubicBezTo>
                      <a:cubicBezTo>
                        <a:pt x="4347" y="6838"/>
                        <a:pt x="3525" y="6589"/>
                        <a:pt x="3072" y="6399"/>
                      </a:cubicBezTo>
                      <a:lnTo>
                        <a:pt x="3072" y="6399"/>
                      </a:lnTo>
                      <a:cubicBezTo>
                        <a:pt x="3355" y="6461"/>
                        <a:pt x="3657" y="6530"/>
                        <a:pt x="3910" y="6530"/>
                      </a:cubicBezTo>
                      <a:cubicBezTo>
                        <a:pt x="4034" y="6530"/>
                        <a:pt x="4655" y="6490"/>
                        <a:pt x="4655" y="5683"/>
                      </a:cubicBezTo>
                      <a:cubicBezTo>
                        <a:pt x="4655" y="5662"/>
                        <a:pt x="4609" y="4793"/>
                        <a:pt x="4609" y="4280"/>
                      </a:cubicBezTo>
                      <a:cubicBezTo>
                        <a:pt x="4609" y="1558"/>
                        <a:pt x="6698" y="1199"/>
                        <a:pt x="7616" y="1172"/>
                      </a:cubicBezTo>
                      <a:close/>
                      <a:moveTo>
                        <a:pt x="7602" y="1"/>
                      </a:moveTo>
                      <a:cubicBezTo>
                        <a:pt x="7201" y="11"/>
                        <a:pt x="6164" y="98"/>
                        <a:pt x="5219" y="691"/>
                      </a:cubicBezTo>
                      <a:cubicBezTo>
                        <a:pt x="4407" y="1200"/>
                        <a:pt x="3438" y="2237"/>
                        <a:pt x="3438" y="4280"/>
                      </a:cubicBezTo>
                      <a:cubicBezTo>
                        <a:pt x="3438" y="4714"/>
                        <a:pt x="3454" y="5041"/>
                        <a:pt x="3466" y="5288"/>
                      </a:cubicBezTo>
                      <a:cubicBezTo>
                        <a:pt x="3176" y="5225"/>
                        <a:pt x="2914" y="5159"/>
                        <a:pt x="2711" y="5159"/>
                      </a:cubicBezTo>
                      <a:cubicBezTo>
                        <a:pt x="2005" y="5159"/>
                        <a:pt x="1492" y="5593"/>
                        <a:pt x="1492" y="6187"/>
                      </a:cubicBezTo>
                      <a:cubicBezTo>
                        <a:pt x="1492" y="7031"/>
                        <a:pt x="2302" y="7355"/>
                        <a:pt x="2785" y="7547"/>
                      </a:cubicBezTo>
                      <a:cubicBezTo>
                        <a:pt x="2907" y="7595"/>
                        <a:pt x="3077" y="7664"/>
                        <a:pt x="3173" y="7717"/>
                      </a:cubicBezTo>
                      <a:cubicBezTo>
                        <a:pt x="3084" y="8885"/>
                        <a:pt x="1453" y="9124"/>
                        <a:pt x="595" y="9723"/>
                      </a:cubicBezTo>
                      <a:cubicBezTo>
                        <a:pt x="201" y="9999"/>
                        <a:pt x="1" y="10337"/>
                        <a:pt x="1" y="10730"/>
                      </a:cubicBezTo>
                      <a:cubicBezTo>
                        <a:pt x="1" y="11119"/>
                        <a:pt x="194" y="11425"/>
                        <a:pt x="547" y="11590"/>
                      </a:cubicBezTo>
                      <a:cubicBezTo>
                        <a:pt x="892" y="11752"/>
                        <a:pt x="1340" y="11765"/>
                        <a:pt x="2032" y="11920"/>
                      </a:cubicBezTo>
                      <a:cubicBezTo>
                        <a:pt x="2081" y="12138"/>
                        <a:pt x="2134" y="12318"/>
                        <a:pt x="2231" y="12474"/>
                      </a:cubicBezTo>
                      <a:cubicBezTo>
                        <a:pt x="2428" y="12789"/>
                        <a:pt x="2691" y="12874"/>
                        <a:pt x="2981" y="12874"/>
                      </a:cubicBezTo>
                      <a:cubicBezTo>
                        <a:pt x="3325" y="12874"/>
                        <a:pt x="3708" y="12754"/>
                        <a:pt x="4064" y="12754"/>
                      </a:cubicBezTo>
                      <a:cubicBezTo>
                        <a:pt x="4639" y="12754"/>
                        <a:pt x="4975" y="12984"/>
                        <a:pt x="5400" y="13274"/>
                      </a:cubicBezTo>
                      <a:cubicBezTo>
                        <a:pt x="5907" y="13619"/>
                        <a:pt x="6537" y="14050"/>
                        <a:pt x="7609" y="14050"/>
                      </a:cubicBezTo>
                      <a:lnTo>
                        <a:pt x="7611" y="14050"/>
                      </a:lnTo>
                      <a:cubicBezTo>
                        <a:pt x="8683" y="14050"/>
                        <a:pt x="9315" y="13620"/>
                        <a:pt x="9821" y="13274"/>
                      </a:cubicBezTo>
                      <a:cubicBezTo>
                        <a:pt x="10247" y="12984"/>
                        <a:pt x="10581" y="12754"/>
                        <a:pt x="11156" y="12754"/>
                      </a:cubicBezTo>
                      <a:cubicBezTo>
                        <a:pt x="11621" y="12754"/>
                        <a:pt x="11881" y="12881"/>
                        <a:pt x="12228" y="12881"/>
                      </a:cubicBezTo>
                      <a:cubicBezTo>
                        <a:pt x="12647" y="12881"/>
                        <a:pt x="12874" y="12660"/>
                        <a:pt x="12991" y="12474"/>
                      </a:cubicBezTo>
                      <a:cubicBezTo>
                        <a:pt x="13088" y="12318"/>
                        <a:pt x="13139" y="12136"/>
                        <a:pt x="13189" y="11920"/>
                      </a:cubicBezTo>
                      <a:cubicBezTo>
                        <a:pt x="13880" y="11765"/>
                        <a:pt x="14328" y="11752"/>
                        <a:pt x="14673" y="11590"/>
                      </a:cubicBezTo>
                      <a:cubicBezTo>
                        <a:pt x="15027" y="11425"/>
                        <a:pt x="15221" y="11119"/>
                        <a:pt x="15221" y="10730"/>
                      </a:cubicBezTo>
                      <a:cubicBezTo>
                        <a:pt x="15221" y="10337"/>
                        <a:pt x="15020" y="9999"/>
                        <a:pt x="14625" y="9723"/>
                      </a:cubicBezTo>
                      <a:cubicBezTo>
                        <a:pt x="13769" y="9124"/>
                        <a:pt x="12136" y="8885"/>
                        <a:pt x="12048" y="7717"/>
                      </a:cubicBezTo>
                      <a:cubicBezTo>
                        <a:pt x="12143" y="7664"/>
                        <a:pt x="12313" y="7595"/>
                        <a:pt x="12435" y="7547"/>
                      </a:cubicBezTo>
                      <a:cubicBezTo>
                        <a:pt x="12918" y="7355"/>
                        <a:pt x="13728" y="7031"/>
                        <a:pt x="13728" y="6187"/>
                      </a:cubicBezTo>
                      <a:cubicBezTo>
                        <a:pt x="13728" y="5593"/>
                        <a:pt x="13215" y="5159"/>
                        <a:pt x="12509" y="5159"/>
                      </a:cubicBezTo>
                      <a:cubicBezTo>
                        <a:pt x="12306" y="5159"/>
                        <a:pt x="12044" y="5225"/>
                        <a:pt x="11754" y="5288"/>
                      </a:cubicBezTo>
                      <a:cubicBezTo>
                        <a:pt x="11768" y="5041"/>
                        <a:pt x="11782" y="4714"/>
                        <a:pt x="11782" y="4280"/>
                      </a:cubicBezTo>
                      <a:cubicBezTo>
                        <a:pt x="11782" y="2246"/>
                        <a:pt x="10822" y="1211"/>
                        <a:pt x="10017" y="700"/>
                      </a:cubicBezTo>
                      <a:cubicBezTo>
                        <a:pt x="9076" y="105"/>
                        <a:pt x="8037" y="13"/>
                        <a:pt x="7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Google Shape;12641;p89">
                  <a:extLst>
                    <a:ext uri="{FF2B5EF4-FFF2-40B4-BE49-F238E27FC236}">
                      <a16:creationId xmlns:a16="http://schemas.microsoft.com/office/drawing/2014/main" id="{2681BFB7-BE3E-2457-CF9B-9EE0F548229C}"/>
                    </a:ext>
                  </a:extLst>
                </p:cNvPr>
                <p:cNvSpPr/>
                <p:nvPr/>
              </p:nvSpPr>
              <p:spPr>
                <a:xfrm>
                  <a:off x="450057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7" y="1172"/>
                      </a:moveTo>
                      <a:cubicBezTo>
                        <a:pt x="17990" y="1172"/>
                        <a:pt x="18812" y="1975"/>
                        <a:pt x="18812" y="2927"/>
                      </a:cubicBezTo>
                      <a:lnTo>
                        <a:pt x="18812" y="17017"/>
                      </a:lnTo>
                      <a:cubicBezTo>
                        <a:pt x="18812" y="17990"/>
                        <a:pt x="17990" y="18811"/>
                        <a:pt x="17017" y="18811"/>
                      </a:cubicBezTo>
                      <a:lnTo>
                        <a:pt x="2966" y="18811"/>
                      </a:lnTo>
                      <a:cubicBezTo>
                        <a:pt x="1993" y="18811"/>
                        <a:pt x="1172" y="17990"/>
                        <a:pt x="1172" y="17017"/>
                      </a:cubicBezTo>
                      <a:lnTo>
                        <a:pt x="1172" y="2927"/>
                      </a:lnTo>
                      <a:cubicBezTo>
                        <a:pt x="1172" y="1975"/>
                        <a:pt x="1993" y="1172"/>
                        <a:pt x="2966" y="1172"/>
                      </a:cubicBezTo>
                      <a:close/>
                      <a:moveTo>
                        <a:pt x="2966" y="1"/>
                      </a:moveTo>
                      <a:cubicBezTo>
                        <a:pt x="1349" y="1"/>
                        <a:pt x="1" y="1310"/>
                        <a:pt x="1" y="2927"/>
                      </a:cubicBezTo>
                      <a:lnTo>
                        <a:pt x="1" y="17015"/>
                      </a:lnTo>
                      <a:cubicBezTo>
                        <a:pt x="1" y="18636"/>
                        <a:pt x="1349" y="19982"/>
                        <a:pt x="2966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2" y="18634"/>
                        <a:pt x="19982" y="17015"/>
                      </a:cubicBezTo>
                      <a:lnTo>
                        <a:pt x="19982" y="2927"/>
                      </a:lnTo>
                      <a:cubicBezTo>
                        <a:pt x="19982" y="1310"/>
                        <a:pt x="18635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8" name="Google Shape;12642;p89">
                <a:extLst>
                  <a:ext uri="{FF2B5EF4-FFF2-40B4-BE49-F238E27FC236}">
                    <a16:creationId xmlns:a16="http://schemas.microsoft.com/office/drawing/2014/main" id="{9845C952-261A-0B31-4C0A-ACCAEBD3E7CE}"/>
                  </a:ext>
                </a:extLst>
              </p:cNvPr>
              <p:cNvGrpSpPr/>
              <p:nvPr/>
            </p:nvGrpSpPr>
            <p:grpSpPr>
              <a:xfrm>
                <a:off x="4858412" y="5123204"/>
                <a:ext cx="620859" cy="620859"/>
                <a:chOff x="5012603" y="2571753"/>
                <a:chExt cx="417024" cy="417024"/>
              </a:xfrm>
              <a:grpFill/>
            </p:grpSpPr>
            <p:sp>
              <p:nvSpPr>
                <p:cNvPr id="69" name="Google Shape;12643;p89">
                  <a:extLst>
                    <a:ext uri="{FF2B5EF4-FFF2-40B4-BE49-F238E27FC236}">
                      <a16:creationId xmlns:a16="http://schemas.microsoft.com/office/drawing/2014/main" id="{506C7ED0-F944-FA14-DE9B-812CB5F898C1}"/>
                    </a:ext>
                  </a:extLst>
                </p:cNvPr>
                <p:cNvSpPr/>
                <p:nvPr/>
              </p:nvSpPr>
              <p:spPr>
                <a:xfrm>
                  <a:off x="5133124" y="2631210"/>
                  <a:ext cx="180818" cy="30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" h="14377" extrusionOk="0">
                      <a:moveTo>
                        <a:pt x="4683" y="1171"/>
                      </a:moveTo>
                      <a:lnTo>
                        <a:pt x="4683" y="3395"/>
                      </a:lnTo>
                      <a:cubicBezTo>
                        <a:pt x="4683" y="3719"/>
                        <a:pt x="4945" y="3980"/>
                        <a:pt x="5269" y="3980"/>
                      </a:cubicBezTo>
                      <a:lnTo>
                        <a:pt x="7493" y="3980"/>
                      </a:lnTo>
                      <a:lnTo>
                        <a:pt x="7493" y="5620"/>
                      </a:lnTo>
                      <a:lnTo>
                        <a:pt x="5269" y="5620"/>
                      </a:lnTo>
                      <a:cubicBezTo>
                        <a:pt x="4945" y="5620"/>
                        <a:pt x="4683" y="5882"/>
                        <a:pt x="4683" y="6206"/>
                      </a:cubicBezTo>
                      <a:lnTo>
                        <a:pt x="4683" y="9859"/>
                      </a:lnTo>
                      <a:cubicBezTo>
                        <a:pt x="4683" y="10227"/>
                        <a:pt x="4706" y="10648"/>
                        <a:pt x="4975" y="10986"/>
                      </a:cubicBezTo>
                      <a:cubicBezTo>
                        <a:pt x="5327" y="11423"/>
                        <a:pt x="5899" y="11474"/>
                        <a:pt x="6299" y="11474"/>
                      </a:cubicBezTo>
                      <a:lnTo>
                        <a:pt x="7494" y="11474"/>
                      </a:lnTo>
                      <a:lnTo>
                        <a:pt x="7494" y="13158"/>
                      </a:lnTo>
                      <a:cubicBezTo>
                        <a:pt x="7137" y="13183"/>
                        <a:pt x="6635" y="13207"/>
                        <a:pt x="6113" y="13207"/>
                      </a:cubicBezTo>
                      <a:cubicBezTo>
                        <a:pt x="3848" y="13207"/>
                        <a:pt x="3044" y="11806"/>
                        <a:pt x="3044" y="10607"/>
                      </a:cubicBezTo>
                      <a:lnTo>
                        <a:pt x="3044" y="6206"/>
                      </a:lnTo>
                      <a:cubicBezTo>
                        <a:pt x="3044" y="5882"/>
                        <a:pt x="2782" y="5620"/>
                        <a:pt x="2460" y="5620"/>
                      </a:cubicBezTo>
                      <a:lnTo>
                        <a:pt x="1172" y="5620"/>
                      </a:lnTo>
                      <a:lnTo>
                        <a:pt x="1172" y="4090"/>
                      </a:lnTo>
                      <a:cubicBezTo>
                        <a:pt x="2035" y="3913"/>
                        <a:pt x="2690" y="3487"/>
                        <a:pt x="3120" y="2820"/>
                      </a:cubicBezTo>
                      <a:cubicBezTo>
                        <a:pt x="3463" y="2289"/>
                        <a:pt x="3608" y="1697"/>
                        <a:pt x="3703" y="1171"/>
                      </a:cubicBezTo>
                      <a:close/>
                      <a:moveTo>
                        <a:pt x="3208" y="0"/>
                      </a:moveTo>
                      <a:cubicBezTo>
                        <a:pt x="2922" y="0"/>
                        <a:pt x="2677" y="207"/>
                        <a:pt x="2631" y="490"/>
                      </a:cubicBezTo>
                      <a:cubicBezTo>
                        <a:pt x="2409" y="1822"/>
                        <a:pt x="2209" y="2861"/>
                        <a:pt x="537" y="3000"/>
                      </a:cubicBezTo>
                      <a:cubicBezTo>
                        <a:pt x="234" y="3025"/>
                        <a:pt x="1" y="3278"/>
                        <a:pt x="1" y="3582"/>
                      </a:cubicBezTo>
                      <a:lnTo>
                        <a:pt x="1" y="6206"/>
                      </a:lnTo>
                      <a:cubicBezTo>
                        <a:pt x="1" y="6529"/>
                        <a:pt x="263" y="6791"/>
                        <a:pt x="586" y="6791"/>
                      </a:cubicBezTo>
                      <a:lnTo>
                        <a:pt x="1874" y="6791"/>
                      </a:lnTo>
                      <a:lnTo>
                        <a:pt x="1874" y="10607"/>
                      </a:lnTo>
                      <a:cubicBezTo>
                        <a:pt x="1874" y="12618"/>
                        <a:pt x="3355" y="14377"/>
                        <a:pt x="6111" y="14377"/>
                      </a:cubicBezTo>
                      <a:cubicBezTo>
                        <a:pt x="7158" y="14377"/>
                        <a:pt x="8098" y="14285"/>
                        <a:pt x="8137" y="14281"/>
                      </a:cubicBezTo>
                      <a:cubicBezTo>
                        <a:pt x="8436" y="14251"/>
                        <a:pt x="8664" y="14000"/>
                        <a:pt x="8664" y="13699"/>
                      </a:cubicBezTo>
                      <a:lnTo>
                        <a:pt x="8664" y="10888"/>
                      </a:lnTo>
                      <a:cubicBezTo>
                        <a:pt x="8664" y="10565"/>
                        <a:pt x="8402" y="10303"/>
                        <a:pt x="8078" y="10303"/>
                      </a:cubicBezTo>
                      <a:lnTo>
                        <a:pt x="6299" y="10303"/>
                      </a:lnTo>
                      <a:cubicBezTo>
                        <a:pt x="5828" y="10303"/>
                        <a:pt x="5855" y="10292"/>
                        <a:pt x="5855" y="9859"/>
                      </a:cubicBezTo>
                      <a:lnTo>
                        <a:pt x="5855" y="6791"/>
                      </a:lnTo>
                      <a:lnTo>
                        <a:pt x="8078" y="6791"/>
                      </a:lnTo>
                      <a:cubicBezTo>
                        <a:pt x="8402" y="6791"/>
                        <a:pt x="8664" y="6529"/>
                        <a:pt x="8664" y="6206"/>
                      </a:cubicBezTo>
                      <a:lnTo>
                        <a:pt x="8664" y="3397"/>
                      </a:lnTo>
                      <a:cubicBezTo>
                        <a:pt x="8664" y="3073"/>
                        <a:pt x="8402" y="2811"/>
                        <a:pt x="8078" y="2811"/>
                      </a:cubicBezTo>
                      <a:lnTo>
                        <a:pt x="5855" y="2811"/>
                      </a:lnTo>
                      <a:lnTo>
                        <a:pt x="5855" y="586"/>
                      </a:lnTo>
                      <a:cubicBezTo>
                        <a:pt x="5855" y="262"/>
                        <a:pt x="5593" y="0"/>
                        <a:pt x="52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Google Shape;12644;p89">
                  <a:extLst>
                    <a:ext uri="{FF2B5EF4-FFF2-40B4-BE49-F238E27FC236}">
                      <a16:creationId xmlns:a16="http://schemas.microsoft.com/office/drawing/2014/main" id="{A26AD492-668B-E6AF-C2E1-CECD4BD7C724}"/>
                    </a:ext>
                  </a:extLst>
                </p:cNvPr>
                <p:cNvSpPr/>
                <p:nvPr/>
              </p:nvSpPr>
              <p:spPr>
                <a:xfrm>
                  <a:off x="501260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53" y="1172"/>
                      </a:moveTo>
                      <a:cubicBezTo>
                        <a:pt x="18007" y="1172"/>
                        <a:pt x="18810" y="1993"/>
                        <a:pt x="18810" y="2966"/>
                      </a:cubicBezTo>
                      <a:lnTo>
                        <a:pt x="18810" y="17017"/>
                      </a:lnTo>
                      <a:cubicBezTo>
                        <a:pt x="18810" y="17990"/>
                        <a:pt x="18007" y="18811"/>
                        <a:pt x="17053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69" y="17990"/>
                        <a:pt x="1169" y="17017"/>
                      </a:cubicBezTo>
                      <a:lnTo>
                        <a:pt x="1169" y="2966"/>
                      </a:lnTo>
                      <a:cubicBezTo>
                        <a:pt x="1169" y="1993"/>
                        <a:pt x="1992" y="1172"/>
                        <a:pt x="2965" y="1172"/>
                      </a:cubicBezTo>
                      <a:close/>
                      <a:moveTo>
                        <a:pt x="2965" y="1"/>
                      </a:moveTo>
                      <a:cubicBezTo>
                        <a:pt x="1346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6"/>
                        <a:pt x="1348" y="19982"/>
                        <a:pt x="2965" y="19982"/>
                      </a:cubicBezTo>
                      <a:lnTo>
                        <a:pt x="17053" y="19982"/>
                      </a:lnTo>
                      <a:cubicBezTo>
                        <a:pt x="18672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9"/>
                        <a:pt x="18672" y="1"/>
                        <a:pt x="170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8500458-8BC9-3E4D-48C0-F6CC6FDAB179}"/>
                </a:ext>
              </a:extLst>
            </p:cNvPr>
            <p:cNvGrpSpPr/>
            <p:nvPr/>
          </p:nvGrpSpPr>
          <p:grpSpPr>
            <a:xfrm>
              <a:off x="397214" y="4545124"/>
              <a:ext cx="11386542" cy="645964"/>
              <a:chOff x="397214" y="4323264"/>
              <a:chExt cx="11386542" cy="645964"/>
            </a:xfrm>
            <a:grpFill/>
          </p:grpSpPr>
          <p:sp>
            <p:nvSpPr>
              <p:cNvPr id="9" name="Google Shape;12453;p89">
                <a:extLst>
                  <a:ext uri="{FF2B5EF4-FFF2-40B4-BE49-F238E27FC236}">
                    <a16:creationId xmlns:a16="http://schemas.microsoft.com/office/drawing/2014/main" id="{D5A0E4BE-B920-00C2-3125-F54C2CEC2D04}"/>
                  </a:ext>
                </a:extLst>
              </p:cNvPr>
              <p:cNvSpPr/>
              <p:nvPr/>
            </p:nvSpPr>
            <p:spPr>
              <a:xfrm>
                <a:off x="1182098" y="4420919"/>
                <a:ext cx="641288" cy="450628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8192" extrusionOk="0">
                    <a:moveTo>
                      <a:pt x="10429" y="662"/>
                    </a:moveTo>
                    <a:cubicBezTo>
                      <a:pt x="10114" y="1008"/>
                      <a:pt x="6207" y="4915"/>
                      <a:pt x="6081" y="5072"/>
                    </a:cubicBezTo>
                    <a:cubicBezTo>
                      <a:pt x="6018" y="5135"/>
                      <a:pt x="5916" y="5167"/>
                      <a:pt x="5813" y="5167"/>
                    </a:cubicBezTo>
                    <a:cubicBezTo>
                      <a:pt x="5711" y="5167"/>
                      <a:pt x="5608" y="5135"/>
                      <a:pt x="5545" y="5072"/>
                    </a:cubicBezTo>
                    <a:lnTo>
                      <a:pt x="1135" y="662"/>
                    </a:lnTo>
                    <a:close/>
                    <a:moveTo>
                      <a:pt x="662" y="1134"/>
                    </a:moveTo>
                    <a:lnTo>
                      <a:pt x="3624" y="4096"/>
                    </a:lnTo>
                    <a:lnTo>
                      <a:pt x="662" y="7057"/>
                    </a:lnTo>
                    <a:lnTo>
                      <a:pt x="662" y="1134"/>
                    </a:lnTo>
                    <a:close/>
                    <a:moveTo>
                      <a:pt x="10996" y="1134"/>
                    </a:moveTo>
                    <a:lnTo>
                      <a:pt x="10996" y="7057"/>
                    </a:lnTo>
                    <a:lnTo>
                      <a:pt x="8034" y="4096"/>
                    </a:lnTo>
                    <a:lnTo>
                      <a:pt x="10996" y="1134"/>
                    </a:lnTo>
                    <a:close/>
                    <a:moveTo>
                      <a:pt x="7562" y="4568"/>
                    </a:moveTo>
                    <a:lnTo>
                      <a:pt x="10492" y="7530"/>
                    </a:lnTo>
                    <a:lnTo>
                      <a:pt x="1198" y="7530"/>
                    </a:lnTo>
                    <a:lnTo>
                      <a:pt x="4096" y="4568"/>
                    </a:lnTo>
                    <a:lnTo>
                      <a:pt x="5073" y="5545"/>
                    </a:lnTo>
                    <a:cubicBezTo>
                      <a:pt x="5278" y="5750"/>
                      <a:pt x="5553" y="5852"/>
                      <a:pt x="5829" y="5852"/>
                    </a:cubicBezTo>
                    <a:cubicBezTo>
                      <a:pt x="6105" y="5852"/>
                      <a:pt x="6380" y="5750"/>
                      <a:pt x="6585" y="5545"/>
                    </a:cubicBezTo>
                    <a:lnTo>
                      <a:pt x="7562" y="4568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7152"/>
                    </a:lnTo>
                    <a:cubicBezTo>
                      <a:pt x="1" y="7719"/>
                      <a:pt x="473" y="8191"/>
                      <a:pt x="1009" y="8191"/>
                    </a:cubicBezTo>
                    <a:lnTo>
                      <a:pt x="10618" y="8191"/>
                    </a:lnTo>
                    <a:cubicBezTo>
                      <a:pt x="11185" y="8191"/>
                      <a:pt x="11657" y="7719"/>
                      <a:pt x="11657" y="7152"/>
                    </a:cubicBezTo>
                    <a:lnTo>
                      <a:pt x="11657" y="1008"/>
                    </a:lnTo>
                    <a:cubicBezTo>
                      <a:pt x="11657" y="441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0" name="Google Shape;12489;p89">
                <a:extLst>
                  <a:ext uri="{FF2B5EF4-FFF2-40B4-BE49-F238E27FC236}">
                    <a16:creationId xmlns:a16="http://schemas.microsoft.com/office/drawing/2014/main" id="{FB99BCD8-BB97-495D-E475-F6D1873186A3}"/>
                  </a:ext>
                </a:extLst>
              </p:cNvPr>
              <p:cNvGrpSpPr/>
              <p:nvPr/>
            </p:nvGrpSpPr>
            <p:grpSpPr>
              <a:xfrm>
                <a:off x="3714261" y="4323264"/>
                <a:ext cx="642992" cy="645964"/>
                <a:chOff x="-1333975" y="2365850"/>
                <a:chExt cx="292225" cy="293575"/>
              </a:xfrm>
              <a:grpFill/>
            </p:grpSpPr>
            <p:sp>
              <p:nvSpPr>
                <p:cNvPr id="52" name="Google Shape;12490;p89">
                  <a:extLst>
                    <a:ext uri="{FF2B5EF4-FFF2-40B4-BE49-F238E27FC236}">
                      <a16:creationId xmlns:a16="http://schemas.microsoft.com/office/drawing/2014/main" id="{3ABD407D-0B8E-D069-5D12-55E6064CBF5D}"/>
                    </a:ext>
                  </a:extLst>
                </p:cNvPr>
                <p:cNvSpPr/>
                <p:nvPr/>
              </p:nvSpPr>
              <p:spPr>
                <a:xfrm>
                  <a:off x="-1285150" y="2365850"/>
                  <a:ext cx="191225" cy="29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9" h="11743" extrusionOk="0">
                      <a:moveTo>
                        <a:pt x="3813" y="684"/>
                      </a:moveTo>
                      <a:cubicBezTo>
                        <a:pt x="5545" y="684"/>
                        <a:pt x="6900" y="2039"/>
                        <a:pt x="6900" y="3740"/>
                      </a:cubicBezTo>
                      <a:cubicBezTo>
                        <a:pt x="6931" y="4780"/>
                        <a:pt x="6553" y="5347"/>
                        <a:pt x="6270" y="5788"/>
                      </a:cubicBezTo>
                      <a:cubicBezTo>
                        <a:pt x="5797" y="6544"/>
                        <a:pt x="5608" y="6922"/>
                        <a:pt x="5608" y="7930"/>
                      </a:cubicBezTo>
                      <a:cubicBezTo>
                        <a:pt x="5608" y="8119"/>
                        <a:pt x="5451" y="8277"/>
                        <a:pt x="5230" y="8277"/>
                      </a:cubicBezTo>
                      <a:lnTo>
                        <a:pt x="2489" y="8277"/>
                      </a:lnTo>
                      <a:cubicBezTo>
                        <a:pt x="2300" y="8277"/>
                        <a:pt x="2143" y="8119"/>
                        <a:pt x="2143" y="7930"/>
                      </a:cubicBezTo>
                      <a:cubicBezTo>
                        <a:pt x="2143" y="6922"/>
                        <a:pt x="1922" y="6576"/>
                        <a:pt x="1450" y="5820"/>
                      </a:cubicBezTo>
                      <a:cubicBezTo>
                        <a:pt x="1198" y="5347"/>
                        <a:pt x="567" y="4528"/>
                        <a:pt x="788" y="3205"/>
                      </a:cubicBezTo>
                      <a:cubicBezTo>
                        <a:pt x="1040" y="1819"/>
                        <a:pt x="2237" y="684"/>
                        <a:pt x="3813" y="684"/>
                      </a:cubicBezTo>
                      <a:close/>
                      <a:moveTo>
                        <a:pt x="4852" y="8907"/>
                      </a:moveTo>
                      <a:lnTo>
                        <a:pt x="4852" y="9569"/>
                      </a:lnTo>
                      <a:lnTo>
                        <a:pt x="4506" y="9569"/>
                      </a:lnTo>
                      <a:cubicBezTo>
                        <a:pt x="4285" y="9569"/>
                        <a:pt x="4128" y="9726"/>
                        <a:pt x="4128" y="9915"/>
                      </a:cubicBezTo>
                      <a:cubicBezTo>
                        <a:pt x="4128" y="10136"/>
                        <a:pt x="4285" y="10293"/>
                        <a:pt x="4506" y="10293"/>
                      </a:cubicBezTo>
                      <a:lnTo>
                        <a:pt x="4852" y="10293"/>
                      </a:lnTo>
                      <a:lnTo>
                        <a:pt x="4852" y="10640"/>
                      </a:lnTo>
                      <a:cubicBezTo>
                        <a:pt x="4884" y="10829"/>
                        <a:pt x="4726" y="10986"/>
                        <a:pt x="4537" y="10986"/>
                      </a:cubicBezTo>
                      <a:lnTo>
                        <a:pt x="3151" y="10986"/>
                      </a:lnTo>
                      <a:cubicBezTo>
                        <a:pt x="2962" y="10986"/>
                        <a:pt x="2804" y="10829"/>
                        <a:pt x="2804" y="10640"/>
                      </a:cubicBezTo>
                      <a:lnTo>
                        <a:pt x="2804" y="10293"/>
                      </a:lnTo>
                      <a:lnTo>
                        <a:pt x="3151" y="10293"/>
                      </a:lnTo>
                      <a:cubicBezTo>
                        <a:pt x="3371" y="10293"/>
                        <a:pt x="3529" y="10136"/>
                        <a:pt x="3529" y="9915"/>
                      </a:cubicBezTo>
                      <a:cubicBezTo>
                        <a:pt x="3529" y="9726"/>
                        <a:pt x="3371" y="9569"/>
                        <a:pt x="3151" y="9569"/>
                      </a:cubicBezTo>
                      <a:lnTo>
                        <a:pt x="2804" y="9569"/>
                      </a:lnTo>
                      <a:lnTo>
                        <a:pt x="2804" y="8907"/>
                      </a:lnTo>
                      <a:close/>
                      <a:moveTo>
                        <a:pt x="3897" y="1"/>
                      </a:moveTo>
                      <a:cubicBezTo>
                        <a:pt x="3632" y="1"/>
                        <a:pt x="3361" y="28"/>
                        <a:pt x="3088" y="86"/>
                      </a:cubicBezTo>
                      <a:cubicBezTo>
                        <a:pt x="1607" y="401"/>
                        <a:pt x="441" y="1566"/>
                        <a:pt x="158" y="3079"/>
                      </a:cubicBezTo>
                      <a:cubicBezTo>
                        <a:pt x="0" y="3992"/>
                        <a:pt x="158" y="4969"/>
                        <a:pt x="631" y="5757"/>
                      </a:cubicBezTo>
                      <a:cubicBezTo>
                        <a:pt x="757" y="5914"/>
                        <a:pt x="820" y="6072"/>
                        <a:pt x="914" y="6229"/>
                      </a:cubicBezTo>
                      <a:cubicBezTo>
                        <a:pt x="1355" y="6891"/>
                        <a:pt x="1450" y="7143"/>
                        <a:pt x="1450" y="7962"/>
                      </a:cubicBezTo>
                      <a:cubicBezTo>
                        <a:pt x="1450" y="8403"/>
                        <a:pt x="1733" y="8781"/>
                        <a:pt x="2143" y="8939"/>
                      </a:cubicBezTo>
                      <a:lnTo>
                        <a:pt x="2143" y="10703"/>
                      </a:lnTo>
                      <a:cubicBezTo>
                        <a:pt x="2143" y="11270"/>
                        <a:pt x="2615" y="11743"/>
                        <a:pt x="3151" y="11743"/>
                      </a:cubicBezTo>
                      <a:lnTo>
                        <a:pt x="4537" y="11743"/>
                      </a:lnTo>
                      <a:cubicBezTo>
                        <a:pt x="5073" y="11743"/>
                        <a:pt x="5545" y="11270"/>
                        <a:pt x="5545" y="10703"/>
                      </a:cubicBezTo>
                      <a:lnTo>
                        <a:pt x="5545" y="8939"/>
                      </a:lnTo>
                      <a:cubicBezTo>
                        <a:pt x="5955" y="8781"/>
                        <a:pt x="6238" y="8435"/>
                        <a:pt x="6238" y="7962"/>
                      </a:cubicBezTo>
                      <a:lnTo>
                        <a:pt x="6238" y="7930"/>
                      </a:lnTo>
                      <a:cubicBezTo>
                        <a:pt x="6238" y="7143"/>
                        <a:pt x="6427" y="6828"/>
                        <a:pt x="6805" y="6229"/>
                      </a:cubicBezTo>
                      <a:cubicBezTo>
                        <a:pt x="7089" y="5788"/>
                        <a:pt x="7593" y="5032"/>
                        <a:pt x="7593" y="3835"/>
                      </a:cubicBezTo>
                      <a:cubicBezTo>
                        <a:pt x="7649" y="1658"/>
                        <a:pt x="5950" y="1"/>
                        <a:pt x="38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Google Shape;12491;p89">
                  <a:extLst>
                    <a:ext uri="{FF2B5EF4-FFF2-40B4-BE49-F238E27FC236}">
                      <a16:creationId xmlns:a16="http://schemas.microsoft.com/office/drawing/2014/main" id="{815630DE-E069-D249-43D0-467C24E88DD7}"/>
                    </a:ext>
                  </a:extLst>
                </p:cNvPr>
                <p:cNvSpPr/>
                <p:nvPr/>
              </p:nvSpPr>
              <p:spPr>
                <a:xfrm>
                  <a:off x="-107642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6" y="568"/>
                        <a:pt x="1386" y="379"/>
                      </a:cubicBez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Google Shape;12492;p89">
                  <a:extLst>
                    <a:ext uri="{FF2B5EF4-FFF2-40B4-BE49-F238E27FC236}">
                      <a16:creationId xmlns:a16="http://schemas.microsoft.com/office/drawing/2014/main" id="{146277BC-4740-32F0-149A-0E852548A8B3}"/>
                    </a:ext>
                  </a:extLst>
                </p:cNvPr>
                <p:cNvSpPr/>
                <p:nvPr/>
              </p:nvSpPr>
              <p:spPr>
                <a:xfrm>
                  <a:off x="-133397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08" y="725"/>
                      </a:lnTo>
                      <a:cubicBezTo>
                        <a:pt x="1197" y="694"/>
                        <a:pt x="1386" y="536"/>
                        <a:pt x="1386" y="379"/>
                      </a:cubicBezTo>
                      <a:cubicBezTo>
                        <a:pt x="1386" y="158"/>
                        <a:pt x="119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Google Shape;12493;p89">
                  <a:extLst>
                    <a:ext uri="{FF2B5EF4-FFF2-40B4-BE49-F238E27FC236}">
                      <a16:creationId xmlns:a16="http://schemas.microsoft.com/office/drawing/2014/main" id="{35970C94-AEDB-F2A9-F77E-07ED6A7E485A}"/>
                    </a:ext>
                  </a:extLst>
                </p:cNvPr>
                <p:cNvSpPr/>
                <p:nvPr/>
              </p:nvSpPr>
              <p:spPr>
                <a:xfrm>
                  <a:off x="-1093750" y="2383050"/>
                  <a:ext cx="35450" cy="2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063" extrusionOk="0">
                      <a:moveTo>
                        <a:pt x="992" y="1"/>
                      </a:moveTo>
                      <a:cubicBezTo>
                        <a:pt x="931" y="1"/>
                        <a:pt x="870" y="19"/>
                        <a:pt x="819" y="59"/>
                      </a:cubicBezTo>
                      <a:lnTo>
                        <a:pt x="221" y="406"/>
                      </a:lnTo>
                      <a:cubicBezTo>
                        <a:pt x="63" y="500"/>
                        <a:pt x="0" y="721"/>
                        <a:pt x="95" y="878"/>
                      </a:cubicBezTo>
                      <a:cubicBezTo>
                        <a:pt x="159" y="985"/>
                        <a:pt x="295" y="1063"/>
                        <a:pt x="415" y="1063"/>
                      </a:cubicBezTo>
                      <a:cubicBezTo>
                        <a:pt x="473" y="1063"/>
                        <a:pt x="527" y="1045"/>
                        <a:pt x="567" y="1005"/>
                      </a:cubicBezTo>
                      <a:lnTo>
                        <a:pt x="1166" y="658"/>
                      </a:lnTo>
                      <a:cubicBezTo>
                        <a:pt x="1323" y="563"/>
                        <a:pt x="1418" y="343"/>
                        <a:pt x="1292" y="185"/>
                      </a:cubicBezTo>
                      <a:cubicBezTo>
                        <a:pt x="1249" y="79"/>
                        <a:pt x="1120" y="1"/>
                        <a:pt x="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Google Shape;12494;p89">
                  <a:extLst>
                    <a:ext uri="{FF2B5EF4-FFF2-40B4-BE49-F238E27FC236}">
                      <a16:creationId xmlns:a16="http://schemas.microsoft.com/office/drawing/2014/main" id="{8DBF2818-BE6B-8651-D536-CF5F084AFD4D}"/>
                    </a:ext>
                  </a:extLst>
                </p:cNvPr>
                <p:cNvSpPr/>
                <p:nvPr/>
              </p:nvSpPr>
              <p:spPr>
                <a:xfrm>
                  <a:off x="-1317450" y="2512575"/>
                  <a:ext cx="354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049" extrusionOk="0">
                      <a:moveTo>
                        <a:pt x="1005" y="1"/>
                      </a:moveTo>
                      <a:cubicBezTo>
                        <a:pt x="944" y="1"/>
                        <a:pt x="880" y="15"/>
                        <a:pt x="820" y="45"/>
                      </a:cubicBezTo>
                      <a:lnTo>
                        <a:pt x="221" y="392"/>
                      </a:lnTo>
                      <a:cubicBezTo>
                        <a:pt x="64" y="486"/>
                        <a:pt x="1" y="707"/>
                        <a:pt x="127" y="864"/>
                      </a:cubicBezTo>
                      <a:cubicBezTo>
                        <a:pt x="169" y="971"/>
                        <a:pt x="299" y="1049"/>
                        <a:pt x="427" y="1049"/>
                      </a:cubicBezTo>
                      <a:cubicBezTo>
                        <a:pt x="488" y="1049"/>
                        <a:pt x="548" y="1031"/>
                        <a:pt x="599" y="990"/>
                      </a:cubicBezTo>
                      <a:lnTo>
                        <a:pt x="1166" y="644"/>
                      </a:lnTo>
                      <a:cubicBezTo>
                        <a:pt x="1324" y="549"/>
                        <a:pt x="1418" y="329"/>
                        <a:pt x="1292" y="171"/>
                      </a:cubicBezTo>
                      <a:cubicBezTo>
                        <a:pt x="1250" y="64"/>
                        <a:pt x="1134" y="1"/>
                        <a:pt x="10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Google Shape;12495;p89">
                  <a:extLst>
                    <a:ext uri="{FF2B5EF4-FFF2-40B4-BE49-F238E27FC236}">
                      <a16:creationId xmlns:a16="http://schemas.microsoft.com/office/drawing/2014/main" id="{5AC97643-CE3C-20E0-5EB8-030CEB24C178}"/>
                    </a:ext>
                  </a:extLst>
                </p:cNvPr>
                <p:cNvSpPr/>
                <p:nvPr/>
              </p:nvSpPr>
              <p:spPr>
                <a:xfrm>
                  <a:off x="-1092975" y="2512575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378" y="1"/>
                      </a:moveTo>
                      <a:cubicBezTo>
                        <a:pt x="264" y="1"/>
                        <a:pt x="149" y="64"/>
                        <a:pt x="64" y="171"/>
                      </a:cubicBezTo>
                      <a:cubicBezTo>
                        <a:pt x="1" y="329"/>
                        <a:pt x="32" y="518"/>
                        <a:pt x="190" y="644"/>
                      </a:cubicBezTo>
                      <a:lnTo>
                        <a:pt x="788" y="990"/>
                      </a:lnTo>
                      <a:cubicBezTo>
                        <a:pt x="838" y="1010"/>
                        <a:pt x="891" y="1021"/>
                        <a:pt x="944" y="1021"/>
                      </a:cubicBezTo>
                      <a:cubicBezTo>
                        <a:pt x="1059" y="1021"/>
                        <a:pt x="1175" y="972"/>
                        <a:pt x="1261" y="864"/>
                      </a:cubicBezTo>
                      <a:cubicBezTo>
                        <a:pt x="1387" y="675"/>
                        <a:pt x="1292" y="486"/>
                        <a:pt x="1135" y="392"/>
                      </a:cubicBezTo>
                      <a:lnTo>
                        <a:pt x="536" y="45"/>
                      </a:lnTo>
                      <a:cubicBezTo>
                        <a:pt x="486" y="15"/>
                        <a:pt x="432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Google Shape;12496;p89">
                  <a:extLst>
                    <a:ext uri="{FF2B5EF4-FFF2-40B4-BE49-F238E27FC236}">
                      <a16:creationId xmlns:a16="http://schemas.microsoft.com/office/drawing/2014/main" id="{4A80EA8C-DE18-1B48-E73A-FC9D95B0B0F7}"/>
                    </a:ext>
                  </a:extLst>
                </p:cNvPr>
                <p:cNvSpPr/>
                <p:nvPr/>
              </p:nvSpPr>
              <p:spPr>
                <a:xfrm>
                  <a:off x="-1316650" y="2383750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405" y="1"/>
                      </a:moveTo>
                      <a:cubicBezTo>
                        <a:pt x="283" y="1"/>
                        <a:pt x="159" y="50"/>
                        <a:pt x="95" y="157"/>
                      </a:cubicBezTo>
                      <a:cubicBezTo>
                        <a:pt x="0" y="315"/>
                        <a:pt x="63" y="504"/>
                        <a:pt x="221" y="630"/>
                      </a:cubicBezTo>
                      <a:lnTo>
                        <a:pt x="788" y="977"/>
                      </a:lnTo>
                      <a:cubicBezTo>
                        <a:pt x="838" y="1007"/>
                        <a:pt x="895" y="1021"/>
                        <a:pt x="953" y="1021"/>
                      </a:cubicBezTo>
                      <a:cubicBezTo>
                        <a:pt x="1074" y="1021"/>
                        <a:pt x="1196" y="958"/>
                        <a:pt x="1260" y="850"/>
                      </a:cubicBezTo>
                      <a:cubicBezTo>
                        <a:pt x="1386" y="693"/>
                        <a:pt x="1292" y="504"/>
                        <a:pt x="1134" y="378"/>
                      </a:cubicBezTo>
                      <a:lnTo>
                        <a:pt x="567" y="31"/>
                      </a:lnTo>
                      <a:cubicBezTo>
                        <a:pt x="517" y="11"/>
                        <a:pt x="461" y="1"/>
                        <a:pt x="4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Google Shape;12497;p89">
                  <a:extLst>
                    <a:ext uri="{FF2B5EF4-FFF2-40B4-BE49-F238E27FC236}">
                      <a16:creationId xmlns:a16="http://schemas.microsoft.com/office/drawing/2014/main" id="{15AC3D48-6FF4-B985-E871-17148CEE8F70}"/>
                    </a:ext>
                  </a:extLst>
                </p:cNvPr>
                <p:cNvSpPr/>
                <p:nvPr/>
              </p:nvSpPr>
              <p:spPr>
                <a:xfrm>
                  <a:off x="-1239475" y="2401575"/>
                  <a:ext cx="102425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6124" extrusionOk="0">
                      <a:moveTo>
                        <a:pt x="1733" y="1492"/>
                      </a:moveTo>
                      <a:lnTo>
                        <a:pt x="1733" y="2343"/>
                      </a:lnTo>
                      <a:cubicBezTo>
                        <a:pt x="1733" y="2500"/>
                        <a:pt x="1796" y="2626"/>
                        <a:pt x="1922" y="2658"/>
                      </a:cubicBezTo>
                      <a:lnTo>
                        <a:pt x="3246" y="3225"/>
                      </a:lnTo>
                      <a:lnTo>
                        <a:pt x="2395" y="4611"/>
                      </a:lnTo>
                      <a:lnTo>
                        <a:pt x="2395" y="3729"/>
                      </a:lnTo>
                      <a:cubicBezTo>
                        <a:pt x="2395" y="3572"/>
                        <a:pt x="2332" y="3445"/>
                        <a:pt x="2206" y="3414"/>
                      </a:cubicBezTo>
                      <a:lnTo>
                        <a:pt x="851" y="2878"/>
                      </a:lnTo>
                      <a:lnTo>
                        <a:pt x="1733" y="1492"/>
                      </a:lnTo>
                      <a:close/>
                      <a:moveTo>
                        <a:pt x="2038" y="0"/>
                      </a:moveTo>
                      <a:cubicBezTo>
                        <a:pt x="1919" y="0"/>
                        <a:pt x="1814" y="47"/>
                        <a:pt x="1765" y="169"/>
                      </a:cubicBezTo>
                      <a:lnTo>
                        <a:pt x="64" y="2941"/>
                      </a:lnTo>
                      <a:cubicBezTo>
                        <a:pt x="32" y="3004"/>
                        <a:pt x="1" y="3130"/>
                        <a:pt x="32" y="3225"/>
                      </a:cubicBezTo>
                      <a:cubicBezTo>
                        <a:pt x="64" y="3288"/>
                        <a:pt x="158" y="3382"/>
                        <a:pt x="221" y="3414"/>
                      </a:cubicBezTo>
                      <a:lnTo>
                        <a:pt x="1733" y="4013"/>
                      </a:lnTo>
                      <a:lnTo>
                        <a:pt x="1733" y="5808"/>
                      </a:lnTo>
                      <a:cubicBezTo>
                        <a:pt x="1733" y="5966"/>
                        <a:pt x="1859" y="6092"/>
                        <a:pt x="1954" y="6123"/>
                      </a:cubicBezTo>
                      <a:lnTo>
                        <a:pt x="2049" y="6123"/>
                      </a:lnTo>
                      <a:cubicBezTo>
                        <a:pt x="2143" y="6123"/>
                        <a:pt x="2269" y="6092"/>
                        <a:pt x="2301" y="5966"/>
                      </a:cubicBezTo>
                      <a:lnTo>
                        <a:pt x="4002" y="3225"/>
                      </a:lnTo>
                      <a:cubicBezTo>
                        <a:pt x="4033" y="3130"/>
                        <a:pt x="4096" y="3004"/>
                        <a:pt x="4033" y="2941"/>
                      </a:cubicBezTo>
                      <a:cubicBezTo>
                        <a:pt x="4033" y="2878"/>
                        <a:pt x="3970" y="2784"/>
                        <a:pt x="3907" y="2752"/>
                      </a:cubicBezTo>
                      <a:lnTo>
                        <a:pt x="2395" y="2154"/>
                      </a:lnTo>
                      <a:lnTo>
                        <a:pt x="2395" y="358"/>
                      </a:lnTo>
                      <a:cubicBezTo>
                        <a:pt x="2395" y="169"/>
                        <a:pt x="2269" y="74"/>
                        <a:pt x="2143" y="11"/>
                      </a:cubicBezTo>
                      <a:cubicBezTo>
                        <a:pt x="2108" y="4"/>
                        <a:pt x="2072" y="0"/>
                        <a:pt x="20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12529;p89">
                <a:extLst>
                  <a:ext uri="{FF2B5EF4-FFF2-40B4-BE49-F238E27FC236}">
                    <a16:creationId xmlns:a16="http://schemas.microsoft.com/office/drawing/2014/main" id="{086A8FA3-F869-8100-4E04-472D0A838E6E}"/>
                  </a:ext>
                </a:extLst>
              </p:cNvPr>
              <p:cNvGrpSpPr/>
              <p:nvPr/>
            </p:nvGrpSpPr>
            <p:grpSpPr>
              <a:xfrm>
                <a:off x="6232997" y="4324751"/>
                <a:ext cx="641288" cy="642992"/>
                <a:chOff x="-1333200" y="2770450"/>
                <a:chExt cx="291450" cy="292225"/>
              </a:xfrm>
              <a:grpFill/>
            </p:grpSpPr>
            <p:sp>
              <p:nvSpPr>
                <p:cNvPr id="50" name="Google Shape;12530;p89">
                  <a:extLst>
                    <a:ext uri="{FF2B5EF4-FFF2-40B4-BE49-F238E27FC236}">
                      <a16:creationId xmlns:a16="http://schemas.microsoft.com/office/drawing/2014/main" id="{67681BE5-444A-A7CA-9FED-A0960277FF73}"/>
                    </a:ext>
                  </a:extLst>
                </p:cNvPr>
                <p:cNvSpPr/>
                <p:nvPr/>
              </p:nvSpPr>
              <p:spPr>
                <a:xfrm>
                  <a:off x="-1299325" y="2808250"/>
                  <a:ext cx="222925" cy="1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5389" extrusionOk="0">
                      <a:moveTo>
                        <a:pt x="7877" y="631"/>
                      </a:moveTo>
                      <a:cubicBezTo>
                        <a:pt x="8066" y="631"/>
                        <a:pt x="8223" y="789"/>
                        <a:pt x="8223" y="978"/>
                      </a:cubicBezTo>
                      <a:cubicBezTo>
                        <a:pt x="8223" y="1167"/>
                        <a:pt x="8066" y="1324"/>
                        <a:pt x="7877" y="1324"/>
                      </a:cubicBezTo>
                      <a:cubicBezTo>
                        <a:pt x="7656" y="1324"/>
                        <a:pt x="7498" y="1167"/>
                        <a:pt x="7498" y="978"/>
                      </a:cubicBezTo>
                      <a:cubicBezTo>
                        <a:pt x="7498" y="789"/>
                        <a:pt x="7656" y="631"/>
                        <a:pt x="7877" y="631"/>
                      </a:cubicBezTo>
                      <a:close/>
                      <a:moveTo>
                        <a:pt x="3056" y="1293"/>
                      </a:moveTo>
                      <a:cubicBezTo>
                        <a:pt x="3245" y="1293"/>
                        <a:pt x="3403" y="1450"/>
                        <a:pt x="3403" y="1639"/>
                      </a:cubicBezTo>
                      <a:cubicBezTo>
                        <a:pt x="3403" y="1828"/>
                        <a:pt x="3245" y="1986"/>
                        <a:pt x="3056" y="1986"/>
                      </a:cubicBezTo>
                      <a:cubicBezTo>
                        <a:pt x="2867" y="1986"/>
                        <a:pt x="2710" y="1828"/>
                        <a:pt x="2710" y="1639"/>
                      </a:cubicBezTo>
                      <a:cubicBezTo>
                        <a:pt x="2741" y="1450"/>
                        <a:pt x="2899" y="1293"/>
                        <a:pt x="3056" y="1293"/>
                      </a:cubicBezTo>
                      <a:close/>
                      <a:moveTo>
                        <a:pt x="5797" y="3340"/>
                      </a:moveTo>
                      <a:cubicBezTo>
                        <a:pt x="6018" y="3340"/>
                        <a:pt x="6175" y="3498"/>
                        <a:pt x="6175" y="3687"/>
                      </a:cubicBezTo>
                      <a:cubicBezTo>
                        <a:pt x="6175" y="3876"/>
                        <a:pt x="6018" y="4034"/>
                        <a:pt x="5797" y="4034"/>
                      </a:cubicBezTo>
                      <a:cubicBezTo>
                        <a:pt x="5608" y="4034"/>
                        <a:pt x="5451" y="3876"/>
                        <a:pt x="5451" y="3687"/>
                      </a:cubicBezTo>
                      <a:cubicBezTo>
                        <a:pt x="5451" y="3498"/>
                        <a:pt x="5608" y="3340"/>
                        <a:pt x="5797" y="3340"/>
                      </a:cubicBezTo>
                      <a:close/>
                      <a:moveTo>
                        <a:pt x="1008" y="4034"/>
                      </a:moveTo>
                      <a:cubicBezTo>
                        <a:pt x="1198" y="4034"/>
                        <a:pt x="1355" y="4191"/>
                        <a:pt x="1355" y="4412"/>
                      </a:cubicBezTo>
                      <a:cubicBezTo>
                        <a:pt x="1355" y="4601"/>
                        <a:pt x="1198" y="4758"/>
                        <a:pt x="1008" y="4758"/>
                      </a:cubicBezTo>
                      <a:cubicBezTo>
                        <a:pt x="819" y="4758"/>
                        <a:pt x="662" y="4601"/>
                        <a:pt x="662" y="4412"/>
                      </a:cubicBezTo>
                      <a:cubicBezTo>
                        <a:pt x="662" y="4191"/>
                        <a:pt x="819" y="4034"/>
                        <a:pt x="1008" y="4034"/>
                      </a:cubicBezTo>
                      <a:close/>
                      <a:moveTo>
                        <a:pt x="7908" y="1"/>
                      </a:moveTo>
                      <a:cubicBezTo>
                        <a:pt x="7341" y="1"/>
                        <a:pt x="6868" y="474"/>
                        <a:pt x="6868" y="1009"/>
                      </a:cubicBezTo>
                      <a:cubicBezTo>
                        <a:pt x="6868" y="1198"/>
                        <a:pt x="6963" y="1419"/>
                        <a:pt x="7026" y="1576"/>
                      </a:cubicBezTo>
                      <a:lnTo>
                        <a:pt x="6112" y="2742"/>
                      </a:lnTo>
                      <a:cubicBezTo>
                        <a:pt x="6032" y="2722"/>
                        <a:pt x="5943" y="2711"/>
                        <a:pt x="5850" y="2711"/>
                      </a:cubicBezTo>
                      <a:cubicBezTo>
                        <a:pt x="5650" y="2711"/>
                        <a:pt x="5434" y="2760"/>
                        <a:pt x="5262" y="2868"/>
                      </a:cubicBezTo>
                      <a:lnTo>
                        <a:pt x="4096" y="1954"/>
                      </a:lnTo>
                      <a:cubicBezTo>
                        <a:pt x="4127" y="1891"/>
                        <a:pt x="4127" y="1765"/>
                        <a:pt x="4127" y="1639"/>
                      </a:cubicBezTo>
                      <a:cubicBezTo>
                        <a:pt x="4127" y="1104"/>
                        <a:pt x="3655" y="631"/>
                        <a:pt x="3088" y="631"/>
                      </a:cubicBezTo>
                      <a:cubicBezTo>
                        <a:pt x="2552" y="631"/>
                        <a:pt x="2080" y="1104"/>
                        <a:pt x="2080" y="1639"/>
                      </a:cubicBezTo>
                      <a:cubicBezTo>
                        <a:pt x="2080" y="1828"/>
                        <a:pt x="2143" y="2049"/>
                        <a:pt x="2237" y="2206"/>
                      </a:cubicBezTo>
                      <a:lnTo>
                        <a:pt x="1324" y="3372"/>
                      </a:lnTo>
                      <a:cubicBezTo>
                        <a:pt x="1261" y="3340"/>
                        <a:pt x="1134" y="3340"/>
                        <a:pt x="1008" y="3340"/>
                      </a:cubicBezTo>
                      <a:cubicBezTo>
                        <a:pt x="441" y="3340"/>
                        <a:pt x="0" y="3813"/>
                        <a:pt x="0" y="4349"/>
                      </a:cubicBezTo>
                      <a:cubicBezTo>
                        <a:pt x="0" y="4947"/>
                        <a:pt x="441" y="5388"/>
                        <a:pt x="1008" y="5388"/>
                      </a:cubicBezTo>
                      <a:cubicBezTo>
                        <a:pt x="1576" y="5388"/>
                        <a:pt x="2017" y="4916"/>
                        <a:pt x="2017" y="4349"/>
                      </a:cubicBezTo>
                      <a:cubicBezTo>
                        <a:pt x="2017" y="4160"/>
                        <a:pt x="1954" y="3971"/>
                        <a:pt x="1859" y="3813"/>
                      </a:cubicBezTo>
                      <a:lnTo>
                        <a:pt x="2773" y="2616"/>
                      </a:lnTo>
                      <a:cubicBezTo>
                        <a:pt x="2875" y="2650"/>
                        <a:pt x="2980" y="2667"/>
                        <a:pt x="3087" y="2667"/>
                      </a:cubicBezTo>
                      <a:cubicBezTo>
                        <a:pt x="3278" y="2667"/>
                        <a:pt x="3473" y="2611"/>
                        <a:pt x="3655" y="2490"/>
                      </a:cubicBezTo>
                      <a:lnTo>
                        <a:pt x="4821" y="3403"/>
                      </a:lnTo>
                      <a:cubicBezTo>
                        <a:pt x="4789" y="3498"/>
                        <a:pt x="4789" y="3624"/>
                        <a:pt x="4789" y="3719"/>
                      </a:cubicBezTo>
                      <a:cubicBezTo>
                        <a:pt x="4789" y="4286"/>
                        <a:pt x="5262" y="4758"/>
                        <a:pt x="5797" y="4758"/>
                      </a:cubicBezTo>
                      <a:cubicBezTo>
                        <a:pt x="6364" y="4758"/>
                        <a:pt x="6837" y="4286"/>
                        <a:pt x="6837" y="3719"/>
                      </a:cubicBezTo>
                      <a:cubicBezTo>
                        <a:pt x="6837" y="3529"/>
                        <a:pt x="6742" y="3340"/>
                        <a:pt x="6679" y="3183"/>
                      </a:cubicBezTo>
                      <a:lnTo>
                        <a:pt x="7593" y="1986"/>
                      </a:lnTo>
                      <a:cubicBezTo>
                        <a:pt x="7656" y="2049"/>
                        <a:pt x="7782" y="2049"/>
                        <a:pt x="7908" y="2049"/>
                      </a:cubicBezTo>
                      <a:cubicBezTo>
                        <a:pt x="8444" y="2049"/>
                        <a:pt x="8916" y="1576"/>
                        <a:pt x="8916" y="1009"/>
                      </a:cubicBez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Google Shape;12531;p89">
                  <a:extLst>
                    <a:ext uri="{FF2B5EF4-FFF2-40B4-BE49-F238E27FC236}">
                      <a16:creationId xmlns:a16="http://schemas.microsoft.com/office/drawing/2014/main" id="{20CD0D39-7586-566B-9A6D-B4C7F222405A}"/>
                    </a:ext>
                  </a:extLst>
                </p:cNvPr>
                <p:cNvSpPr/>
                <p:nvPr/>
              </p:nvSpPr>
              <p:spPr>
                <a:xfrm>
                  <a:off x="-1333200" y="2770450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586" y="725"/>
                      </a:moveTo>
                      <a:cubicBezTo>
                        <a:pt x="10807" y="725"/>
                        <a:pt x="10964" y="883"/>
                        <a:pt x="10964" y="1072"/>
                      </a:cubicBezTo>
                      <a:lnTo>
                        <a:pt x="10964" y="7593"/>
                      </a:lnTo>
                      <a:lnTo>
                        <a:pt x="631" y="7593"/>
                      </a:lnTo>
                      <a:lnTo>
                        <a:pt x="631" y="1072"/>
                      </a:lnTo>
                      <a:cubicBezTo>
                        <a:pt x="662" y="883"/>
                        <a:pt x="820" y="725"/>
                        <a:pt x="977" y="725"/>
                      </a:cubicBezTo>
                      <a:close/>
                      <a:moveTo>
                        <a:pt x="10996" y="8286"/>
                      </a:moveTo>
                      <a:lnTo>
                        <a:pt x="10996" y="8633"/>
                      </a:lnTo>
                      <a:cubicBezTo>
                        <a:pt x="10996" y="8822"/>
                        <a:pt x="10838" y="8980"/>
                        <a:pt x="10618" y="8980"/>
                      </a:cubicBezTo>
                      <a:lnTo>
                        <a:pt x="1009" y="8980"/>
                      </a:lnTo>
                      <a:cubicBezTo>
                        <a:pt x="820" y="8980"/>
                        <a:pt x="662" y="8822"/>
                        <a:pt x="662" y="8633"/>
                      </a:cubicBezTo>
                      <a:lnTo>
                        <a:pt x="662" y="8286"/>
                      </a:lnTo>
                      <a:close/>
                      <a:moveTo>
                        <a:pt x="6617" y="9641"/>
                      </a:moveTo>
                      <a:lnTo>
                        <a:pt x="6932" y="11027"/>
                      </a:lnTo>
                      <a:lnTo>
                        <a:pt x="4632" y="11027"/>
                      </a:lnTo>
                      <a:lnTo>
                        <a:pt x="4947" y="9641"/>
                      </a:ln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8570"/>
                      </a:lnTo>
                      <a:cubicBezTo>
                        <a:pt x="1" y="9137"/>
                        <a:pt x="473" y="9610"/>
                        <a:pt x="1009" y="9610"/>
                      </a:cubicBezTo>
                      <a:lnTo>
                        <a:pt x="4285" y="9610"/>
                      </a:lnTo>
                      <a:lnTo>
                        <a:pt x="3970" y="10996"/>
                      </a:lnTo>
                      <a:lnTo>
                        <a:pt x="3057" y="10996"/>
                      </a:lnTo>
                      <a:cubicBezTo>
                        <a:pt x="2868" y="10996"/>
                        <a:pt x="2710" y="11153"/>
                        <a:pt x="2710" y="11342"/>
                      </a:cubicBezTo>
                      <a:cubicBezTo>
                        <a:pt x="2710" y="11531"/>
                        <a:pt x="2868" y="11689"/>
                        <a:pt x="3057" y="11689"/>
                      </a:cubicBezTo>
                      <a:lnTo>
                        <a:pt x="8538" y="11689"/>
                      </a:lnTo>
                      <a:cubicBezTo>
                        <a:pt x="8727" y="11689"/>
                        <a:pt x="8885" y="11531"/>
                        <a:pt x="8885" y="11342"/>
                      </a:cubicBezTo>
                      <a:cubicBezTo>
                        <a:pt x="8885" y="11153"/>
                        <a:pt x="8727" y="10996"/>
                        <a:pt x="8538" y="10996"/>
                      </a:cubicBezTo>
                      <a:lnTo>
                        <a:pt x="7625" y="10996"/>
                      </a:lnTo>
                      <a:lnTo>
                        <a:pt x="7310" y="9610"/>
                      </a:lnTo>
                      <a:lnTo>
                        <a:pt x="10618" y="9610"/>
                      </a:lnTo>
                      <a:cubicBezTo>
                        <a:pt x="11185" y="9610"/>
                        <a:pt x="11657" y="9137"/>
                        <a:pt x="11657" y="8570"/>
                      </a:cubicBezTo>
                      <a:lnTo>
                        <a:pt x="11657" y="1040"/>
                      </a:lnTo>
                      <a:cubicBezTo>
                        <a:pt x="11657" y="473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12557;p89">
                <a:extLst>
                  <a:ext uri="{FF2B5EF4-FFF2-40B4-BE49-F238E27FC236}">
                    <a16:creationId xmlns:a16="http://schemas.microsoft.com/office/drawing/2014/main" id="{890A5590-6C3F-A5A6-97CF-357383036512}"/>
                  </a:ext>
                </a:extLst>
              </p:cNvPr>
              <p:cNvGrpSpPr/>
              <p:nvPr/>
            </p:nvGrpSpPr>
            <p:grpSpPr>
              <a:xfrm>
                <a:off x="2029476" y="4325600"/>
                <a:ext cx="642992" cy="641288"/>
                <a:chOff x="-937025" y="2064750"/>
                <a:chExt cx="292225" cy="291450"/>
              </a:xfrm>
              <a:grpFill/>
            </p:grpSpPr>
            <p:sp>
              <p:nvSpPr>
                <p:cNvPr id="47" name="Google Shape;12558;p89">
                  <a:extLst>
                    <a:ext uri="{FF2B5EF4-FFF2-40B4-BE49-F238E27FC236}">
                      <a16:creationId xmlns:a16="http://schemas.microsoft.com/office/drawing/2014/main" id="{735D2064-FEAC-9660-FE2C-C67246EFAF8E}"/>
                    </a:ext>
                  </a:extLst>
                </p:cNvPr>
                <p:cNvSpPr/>
                <p:nvPr/>
              </p:nvSpPr>
              <p:spPr>
                <a:xfrm>
                  <a:off x="-834625" y="2134850"/>
                  <a:ext cx="8665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03" extrusionOk="0">
                      <a:moveTo>
                        <a:pt x="1702" y="599"/>
                      </a:moveTo>
                      <a:cubicBezTo>
                        <a:pt x="1922" y="599"/>
                        <a:pt x="2080" y="788"/>
                        <a:pt x="2080" y="977"/>
                      </a:cubicBezTo>
                      <a:cubicBezTo>
                        <a:pt x="2080" y="1166"/>
                        <a:pt x="1922" y="1324"/>
                        <a:pt x="1702" y="1324"/>
                      </a:cubicBezTo>
                      <a:cubicBezTo>
                        <a:pt x="1512" y="1324"/>
                        <a:pt x="1355" y="1166"/>
                        <a:pt x="1355" y="977"/>
                      </a:cubicBezTo>
                      <a:cubicBezTo>
                        <a:pt x="1355" y="788"/>
                        <a:pt x="1512" y="599"/>
                        <a:pt x="1702" y="599"/>
                      </a:cubicBezTo>
                      <a:close/>
                      <a:moveTo>
                        <a:pt x="1765" y="2048"/>
                      </a:moveTo>
                      <a:cubicBezTo>
                        <a:pt x="2174" y="2048"/>
                        <a:pt x="2584" y="2300"/>
                        <a:pt x="2741" y="2710"/>
                      </a:cubicBezTo>
                      <a:lnTo>
                        <a:pt x="756" y="2710"/>
                      </a:lnTo>
                      <a:cubicBezTo>
                        <a:pt x="914" y="2300"/>
                        <a:pt x="1292" y="2048"/>
                        <a:pt x="1765" y="2048"/>
                      </a:cubicBezTo>
                      <a:close/>
                      <a:moveTo>
                        <a:pt x="1702" y="0"/>
                      </a:moveTo>
                      <a:cubicBezTo>
                        <a:pt x="1166" y="0"/>
                        <a:pt x="693" y="441"/>
                        <a:pt x="693" y="1009"/>
                      </a:cubicBezTo>
                      <a:cubicBezTo>
                        <a:pt x="693" y="1198"/>
                        <a:pt x="788" y="1387"/>
                        <a:pt x="851" y="1576"/>
                      </a:cubicBezTo>
                      <a:cubicBezTo>
                        <a:pt x="347" y="1891"/>
                        <a:pt x="0" y="2426"/>
                        <a:pt x="0" y="3056"/>
                      </a:cubicBezTo>
                      <a:cubicBezTo>
                        <a:pt x="0" y="3245"/>
                        <a:pt x="158" y="3403"/>
                        <a:pt x="347" y="3403"/>
                      </a:cubicBezTo>
                      <a:lnTo>
                        <a:pt x="3088" y="3403"/>
                      </a:lnTo>
                      <a:cubicBezTo>
                        <a:pt x="3308" y="3403"/>
                        <a:pt x="3466" y="3245"/>
                        <a:pt x="3466" y="3056"/>
                      </a:cubicBezTo>
                      <a:cubicBezTo>
                        <a:pt x="3434" y="2426"/>
                        <a:pt x="3088" y="1828"/>
                        <a:pt x="2584" y="1576"/>
                      </a:cubicBezTo>
                      <a:cubicBezTo>
                        <a:pt x="2710" y="1387"/>
                        <a:pt x="2741" y="1198"/>
                        <a:pt x="2741" y="1009"/>
                      </a:cubicBezTo>
                      <a:cubicBezTo>
                        <a:pt x="2741" y="441"/>
                        <a:pt x="2269" y="0"/>
                        <a:pt x="17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Google Shape;12559;p89">
                  <a:extLst>
                    <a:ext uri="{FF2B5EF4-FFF2-40B4-BE49-F238E27FC236}">
                      <a16:creationId xmlns:a16="http://schemas.microsoft.com/office/drawing/2014/main" id="{A599803F-7B3A-FD17-2073-BC63BF21FBA1}"/>
                    </a:ext>
                  </a:extLst>
                </p:cNvPr>
                <p:cNvSpPr/>
                <p:nvPr/>
              </p:nvSpPr>
              <p:spPr>
                <a:xfrm>
                  <a:off x="-936225" y="2304975"/>
                  <a:ext cx="28985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4" h="2049" extrusionOk="0">
                      <a:moveTo>
                        <a:pt x="3056" y="662"/>
                      </a:moveTo>
                      <a:cubicBezTo>
                        <a:pt x="3277" y="662"/>
                        <a:pt x="3434" y="820"/>
                        <a:pt x="3434" y="1009"/>
                      </a:cubicBezTo>
                      <a:cubicBezTo>
                        <a:pt x="3434" y="1229"/>
                        <a:pt x="3277" y="1387"/>
                        <a:pt x="3056" y="1387"/>
                      </a:cubicBezTo>
                      <a:lnTo>
                        <a:pt x="1008" y="1387"/>
                      </a:lnTo>
                      <a:cubicBezTo>
                        <a:pt x="819" y="1387"/>
                        <a:pt x="662" y="1229"/>
                        <a:pt x="662" y="1009"/>
                      </a:cubicBez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586" y="693"/>
                      </a:moveTo>
                      <a:cubicBezTo>
                        <a:pt x="10775" y="693"/>
                        <a:pt x="10932" y="851"/>
                        <a:pt x="10932" y="1072"/>
                      </a:cubicBezTo>
                      <a:cubicBezTo>
                        <a:pt x="10901" y="1229"/>
                        <a:pt x="10775" y="1387"/>
                        <a:pt x="10586" y="1387"/>
                      </a:cubicBezTo>
                      <a:lnTo>
                        <a:pt x="4001" y="1387"/>
                      </a:lnTo>
                      <a:cubicBezTo>
                        <a:pt x="4096" y="1166"/>
                        <a:pt x="4096" y="914"/>
                        <a:pt x="4001" y="693"/>
                      </a:cubicBez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cubicBezTo>
                        <a:pt x="0" y="1576"/>
                        <a:pt x="473" y="2048"/>
                        <a:pt x="1008" y="2048"/>
                      </a:cubicBezTo>
                      <a:lnTo>
                        <a:pt x="10586" y="2048"/>
                      </a:lnTo>
                      <a:cubicBezTo>
                        <a:pt x="11121" y="2048"/>
                        <a:pt x="11594" y="1576"/>
                        <a:pt x="11594" y="1009"/>
                      </a:cubicBezTo>
                      <a:cubicBezTo>
                        <a:pt x="11594" y="473"/>
                        <a:pt x="11121" y="0"/>
                        <a:pt x="10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Google Shape;12560;p89">
                  <a:extLst>
                    <a:ext uri="{FF2B5EF4-FFF2-40B4-BE49-F238E27FC236}">
                      <a16:creationId xmlns:a16="http://schemas.microsoft.com/office/drawing/2014/main" id="{B102C3F3-A270-3A3C-0ECA-6E7EEE97A7C4}"/>
                    </a:ext>
                  </a:extLst>
                </p:cNvPr>
                <p:cNvSpPr/>
                <p:nvPr/>
              </p:nvSpPr>
              <p:spPr>
                <a:xfrm>
                  <a:off x="-937025" y="2064750"/>
                  <a:ext cx="292225" cy="2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8925" extrusionOk="0">
                      <a:moveTo>
                        <a:pt x="3813" y="662"/>
                      </a:moveTo>
                      <a:cubicBezTo>
                        <a:pt x="4002" y="662"/>
                        <a:pt x="4159" y="820"/>
                        <a:pt x="4159" y="1009"/>
                      </a:cubicBezTo>
                      <a:lnTo>
                        <a:pt x="4159" y="1355"/>
                      </a:lnTo>
                      <a:lnTo>
                        <a:pt x="3813" y="1355"/>
                      </a:lnTo>
                      <a:cubicBezTo>
                        <a:pt x="3246" y="1355"/>
                        <a:pt x="2773" y="1828"/>
                        <a:pt x="2773" y="2395"/>
                      </a:cubicBezTo>
                      <a:lnTo>
                        <a:pt x="2773" y="4978"/>
                      </a:lnTo>
                      <a:lnTo>
                        <a:pt x="2080" y="5703"/>
                      </a:lnTo>
                      <a:lnTo>
                        <a:pt x="2080" y="5199"/>
                      </a:lnTo>
                      <a:cubicBezTo>
                        <a:pt x="2080" y="4978"/>
                        <a:pt x="1922" y="4821"/>
                        <a:pt x="1702" y="4821"/>
                      </a:cubicBezTo>
                      <a:lnTo>
                        <a:pt x="1040" y="4821"/>
                      </a:lnTo>
                      <a:cubicBezTo>
                        <a:pt x="851" y="4821"/>
                        <a:pt x="694" y="4663"/>
                        <a:pt x="694" y="4474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lnTo>
                        <a:pt x="10996" y="4474"/>
                      </a:lnTo>
                      <a:cubicBezTo>
                        <a:pt x="10996" y="4695"/>
                        <a:pt x="10838" y="4852"/>
                        <a:pt x="10649" y="4852"/>
                      </a:cubicBezTo>
                      <a:lnTo>
                        <a:pt x="9893" y="4852"/>
                      </a:lnTo>
                      <a:cubicBezTo>
                        <a:pt x="9704" y="4852"/>
                        <a:pt x="9547" y="5010"/>
                        <a:pt x="9547" y="5199"/>
                      </a:cubicBezTo>
                      <a:lnTo>
                        <a:pt x="9547" y="5703"/>
                      </a:lnTo>
                      <a:lnTo>
                        <a:pt x="8885" y="5010"/>
                      </a:lnTo>
                      <a:lnTo>
                        <a:pt x="8885" y="2395"/>
                      </a:lnTo>
                      <a:cubicBezTo>
                        <a:pt x="8885" y="1859"/>
                        <a:pt x="8412" y="1387"/>
                        <a:pt x="7845" y="1387"/>
                      </a:cubicBezTo>
                      <a:lnTo>
                        <a:pt x="7499" y="1387"/>
                      </a:lnTo>
                      <a:lnTo>
                        <a:pt x="7499" y="1009"/>
                      </a:lnTo>
                      <a:cubicBezTo>
                        <a:pt x="7499" y="820"/>
                        <a:pt x="7656" y="662"/>
                        <a:pt x="7845" y="662"/>
                      </a:cubicBezTo>
                      <a:close/>
                      <a:moveTo>
                        <a:pt x="7845" y="2048"/>
                      </a:moveTo>
                      <a:cubicBezTo>
                        <a:pt x="8066" y="2048"/>
                        <a:pt x="8223" y="2206"/>
                        <a:pt x="8223" y="2395"/>
                      </a:cubicBezTo>
                      <a:lnTo>
                        <a:pt x="8223" y="6522"/>
                      </a:lnTo>
                      <a:cubicBezTo>
                        <a:pt x="8223" y="6742"/>
                        <a:pt x="8066" y="6900"/>
                        <a:pt x="7845" y="6900"/>
                      </a:cubicBezTo>
                      <a:lnTo>
                        <a:pt x="6711" y="6900"/>
                      </a:lnTo>
                      <a:cubicBezTo>
                        <a:pt x="6585" y="6900"/>
                        <a:pt x="6491" y="6931"/>
                        <a:pt x="6428" y="7057"/>
                      </a:cubicBezTo>
                      <a:lnTo>
                        <a:pt x="5798" y="8003"/>
                      </a:lnTo>
                      <a:lnTo>
                        <a:pt x="5167" y="7057"/>
                      </a:lnTo>
                      <a:cubicBezTo>
                        <a:pt x="5104" y="6963"/>
                        <a:pt x="5010" y="6900"/>
                        <a:pt x="4915" y="6900"/>
                      </a:cubicBezTo>
                      <a:lnTo>
                        <a:pt x="3750" y="6900"/>
                      </a:lnTo>
                      <a:cubicBezTo>
                        <a:pt x="3561" y="6900"/>
                        <a:pt x="3403" y="6742"/>
                        <a:pt x="3403" y="6522"/>
                      </a:cubicBezTo>
                      <a:lnTo>
                        <a:pt x="3403" y="2395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4474"/>
                      </a:lnTo>
                      <a:cubicBezTo>
                        <a:pt x="1" y="5041"/>
                        <a:pt x="473" y="5514"/>
                        <a:pt x="1009" y="5514"/>
                      </a:cubicBezTo>
                      <a:lnTo>
                        <a:pt x="1355" y="5514"/>
                      </a:lnTo>
                      <a:lnTo>
                        <a:pt x="1355" y="6522"/>
                      </a:lnTo>
                      <a:cubicBezTo>
                        <a:pt x="1355" y="6736"/>
                        <a:pt x="1544" y="6877"/>
                        <a:pt x="1724" y="6877"/>
                      </a:cubicBezTo>
                      <a:cubicBezTo>
                        <a:pt x="1809" y="6877"/>
                        <a:pt x="1893" y="6845"/>
                        <a:pt x="1954" y="6774"/>
                      </a:cubicBezTo>
                      <a:lnTo>
                        <a:pt x="2742" y="5986"/>
                      </a:lnTo>
                      <a:lnTo>
                        <a:pt x="2742" y="6522"/>
                      </a:lnTo>
                      <a:cubicBezTo>
                        <a:pt x="2742" y="7089"/>
                        <a:pt x="3214" y="7562"/>
                        <a:pt x="3781" y="7562"/>
                      </a:cubicBezTo>
                      <a:lnTo>
                        <a:pt x="4726" y="7562"/>
                      </a:lnTo>
                      <a:lnTo>
                        <a:pt x="5545" y="8759"/>
                      </a:lnTo>
                      <a:cubicBezTo>
                        <a:pt x="5608" y="8869"/>
                        <a:pt x="5719" y="8924"/>
                        <a:pt x="5825" y="8924"/>
                      </a:cubicBezTo>
                      <a:cubicBezTo>
                        <a:pt x="5931" y="8924"/>
                        <a:pt x="6034" y="8869"/>
                        <a:pt x="6081" y="8759"/>
                      </a:cubicBezTo>
                      <a:lnTo>
                        <a:pt x="6932" y="7562"/>
                      </a:lnTo>
                      <a:lnTo>
                        <a:pt x="7877" y="7562"/>
                      </a:lnTo>
                      <a:cubicBezTo>
                        <a:pt x="8412" y="7562"/>
                        <a:pt x="8885" y="7089"/>
                        <a:pt x="8885" y="6522"/>
                      </a:cubicBezTo>
                      <a:lnTo>
                        <a:pt x="8885" y="5986"/>
                      </a:lnTo>
                      <a:lnTo>
                        <a:pt x="9673" y="6774"/>
                      </a:lnTo>
                      <a:cubicBezTo>
                        <a:pt x="9733" y="6845"/>
                        <a:pt x="9817" y="6877"/>
                        <a:pt x="9903" y="6877"/>
                      </a:cubicBezTo>
                      <a:cubicBezTo>
                        <a:pt x="10083" y="6877"/>
                        <a:pt x="10271" y="6736"/>
                        <a:pt x="10271" y="6522"/>
                      </a:cubicBezTo>
                      <a:lnTo>
                        <a:pt x="10271" y="5514"/>
                      </a:lnTo>
                      <a:lnTo>
                        <a:pt x="10649" y="5514"/>
                      </a:lnTo>
                      <a:cubicBezTo>
                        <a:pt x="11216" y="5514"/>
                        <a:pt x="11689" y="5041"/>
                        <a:pt x="11689" y="4474"/>
                      </a:cubicBezTo>
                      <a:lnTo>
                        <a:pt x="11689" y="1009"/>
                      </a:lnTo>
                      <a:cubicBezTo>
                        <a:pt x="11689" y="441"/>
                        <a:pt x="11216" y="0"/>
                        <a:pt x="10649" y="0"/>
                      </a:cubicBezTo>
                      <a:lnTo>
                        <a:pt x="7845" y="0"/>
                      </a:lnTo>
                      <a:cubicBezTo>
                        <a:pt x="7310" y="0"/>
                        <a:pt x="6837" y="473"/>
                        <a:pt x="6837" y="1009"/>
                      </a:cubicBezTo>
                      <a:lnTo>
                        <a:pt x="6837" y="1387"/>
                      </a:lnTo>
                      <a:lnTo>
                        <a:pt x="4789" y="1387"/>
                      </a:lnTo>
                      <a:lnTo>
                        <a:pt x="4789" y="1009"/>
                      </a:lnTo>
                      <a:cubicBezTo>
                        <a:pt x="4789" y="473"/>
                        <a:pt x="4317" y="0"/>
                        <a:pt x="37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12585;p89">
                <a:extLst>
                  <a:ext uri="{FF2B5EF4-FFF2-40B4-BE49-F238E27FC236}">
                    <a16:creationId xmlns:a16="http://schemas.microsoft.com/office/drawing/2014/main" id="{06DDA145-2EA1-DB98-5035-68AA6D72DB8C}"/>
                  </a:ext>
                </a:extLst>
              </p:cNvPr>
              <p:cNvGrpSpPr/>
              <p:nvPr/>
            </p:nvGrpSpPr>
            <p:grpSpPr>
              <a:xfrm>
                <a:off x="397214" y="4323868"/>
                <a:ext cx="566751" cy="644753"/>
                <a:chOff x="-1684475" y="2049000"/>
                <a:chExt cx="257575" cy="293025"/>
              </a:xfrm>
              <a:grpFill/>
            </p:grpSpPr>
            <p:sp>
              <p:nvSpPr>
                <p:cNvPr id="43" name="Google Shape;12586;p89">
                  <a:extLst>
                    <a:ext uri="{FF2B5EF4-FFF2-40B4-BE49-F238E27FC236}">
                      <a16:creationId xmlns:a16="http://schemas.microsoft.com/office/drawing/2014/main" id="{343C07FD-059C-258D-FF16-A241A703779D}"/>
                    </a:ext>
                  </a:extLst>
                </p:cNvPr>
                <p:cNvSpPr/>
                <p:nvPr/>
              </p:nvSpPr>
              <p:spPr>
                <a:xfrm>
                  <a:off x="-1684475" y="204900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1355" y="693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693"/>
                      </a:lnTo>
                      <a:close/>
                      <a:moveTo>
                        <a:pt x="9546" y="693"/>
                      </a:moveTo>
                      <a:lnTo>
                        <a:pt x="9546" y="1387"/>
                      </a:lnTo>
                      <a:lnTo>
                        <a:pt x="8885" y="1387"/>
                      </a:lnTo>
                      <a:lnTo>
                        <a:pt x="8885" y="693"/>
                      </a:lnTo>
                      <a:close/>
                      <a:moveTo>
                        <a:pt x="8223" y="1387"/>
                      </a:moveTo>
                      <a:lnTo>
                        <a:pt x="8223" y="1733"/>
                      </a:lnTo>
                      <a:cubicBezTo>
                        <a:pt x="8223" y="1922"/>
                        <a:pt x="8381" y="2080"/>
                        <a:pt x="8570" y="2080"/>
                      </a:cubicBezTo>
                      <a:lnTo>
                        <a:pt x="8916" y="2080"/>
                      </a:lnTo>
                      <a:lnTo>
                        <a:pt x="8916" y="9641"/>
                      </a:lnTo>
                      <a:lnTo>
                        <a:pt x="8538" y="9641"/>
                      </a:lnTo>
                      <a:cubicBezTo>
                        <a:pt x="8349" y="9641"/>
                        <a:pt x="8192" y="9798"/>
                        <a:pt x="8192" y="9987"/>
                      </a:cubicBezTo>
                      <a:lnTo>
                        <a:pt x="8192" y="10365"/>
                      </a:lnTo>
                      <a:lnTo>
                        <a:pt x="2080" y="10365"/>
                      </a:lnTo>
                      <a:lnTo>
                        <a:pt x="2080" y="9987"/>
                      </a:lnTo>
                      <a:cubicBezTo>
                        <a:pt x="2080" y="9798"/>
                        <a:pt x="1922" y="9641"/>
                        <a:pt x="1733" y="9641"/>
                      </a:cubicBezTo>
                      <a:lnTo>
                        <a:pt x="1355" y="9641"/>
                      </a:lnTo>
                      <a:lnTo>
                        <a:pt x="1355" y="2080"/>
                      </a:lnTo>
                      <a:lnTo>
                        <a:pt x="1733" y="2080"/>
                      </a:lnTo>
                      <a:cubicBezTo>
                        <a:pt x="1922" y="2080"/>
                        <a:pt x="2080" y="1922"/>
                        <a:pt x="2080" y="1733"/>
                      </a:cubicBezTo>
                      <a:lnTo>
                        <a:pt x="2080" y="1387"/>
                      </a:lnTo>
                      <a:close/>
                      <a:moveTo>
                        <a:pt x="1355" y="10365"/>
                      </a:moveTo>
                      <a:lnTo>
                        <a:pt x="1355" y="11027"/>
                      </a:lnTo>
                      <a:lnTo>
                        <a:pt x="694" y="11027"/>
                      </a:lnTo>
                      <a:lnTo>
                        <a:pt x="694" y="10365"/>
                      </a:lnTo>
                      <a:close/>
                      <a:moveTo>
                        <a:pt x="9609" y="10365"/>
                      </a:moveTo>
                      <a:lnTo>
                        <a:pt x="9609" y="11027"/>
                      </a:lnTo>
                      <a:lnTo>
                        <a:pt x="8916" y="11027"/>
                      </a:lnTo>
                      <a:lnTo>
                        <a:pt x="8916" y="10365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22"/>
                        <a:pt x="158" y="2080"/>
                        <a:pt x="347" y="2080"/>
                      </a:cubicBezTo>
                      <a:lnTo>
                        <a:pt x="694" y="2080"/>
                      </a:lnTo>
                      <a:lnTo>
                        <a:pt x="694" y="9641"/>
                      </a:lnTo>
                      <a:lnTo>
                        <a:pt x="347" y="9641"/>
                      </a:lnTo>
                      <a:cubicBezTo>
                        <a:pt x="158" y="9641"/>
                        <a:pt x="0" y="9798"/>
                        <a:pt x="0" y="9987"/>
                      </a:cubicBezTo>
                      <a:lnTo>
                        <a:pt x="0" y="11374"/>
                      </a:lnTo>
                      <a:cubicBezTo>
                        <a:pt x="0" y="11563"/>
                        <a:pt x="158" y="11720"/>
                        <a:pt x="347" y="11720"/>
                      </a:cubicBezTo>
                      <a:lnTo>
                        <a:pt x="1733" y="11720"/>
                      </a:lnTo>
                      <a:cubicBezTo>
                        <a:pt x="1922" y="11720"/>
                        <a:pt x="2080" y="11563"/>
                        <a:pt x="2080" y="11374"/>
                      </a:cubicBezTo>
                      <a:lnTo>
                        <a:pt x="2080" y="11027"/>
                      </a:lnTo>
                      <a:lnTo>
                        <a:pt x="8223" y="11027"/>
                      </a:lnTo>
                      <a:lnTo>
                        <a:pt x="8223" y="11374"/>
                      </a:lnTo>
                      <a:cubicBezTo>
                        <a:pt x="8223" y="11563"/>
                        <a:pt x="8381" y="11720"/>
                        <a:pt x="8570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74"/>
                      </a:cubicBezTo>
                      <a:lnTo>
                        <a:pt x="10303" y="9987"/>
                      </a:lnTo>
                      <a:cubicBezTo>
                        <a:pt x="10303" y="9798"/>
                        <a:pt x="10145" y="9641"/>
                        <a:pt x="9956" y="9641"/>
                      </a:cubicBezTo>
                      <a:lnTo>
                        <a:pt x="9609" y="9641"/>
                      </a:lnTo>
                      <a:lnTo>
                        <a:pt x="9609" y="2080"/>
                      </a:lnTo>
                      <a:lnTo>
                        <a:pt x="9924" y="2080"/>
                      </a:lnTo>
                      <a:cubicBezTo>
                        <a:pt x="10113" y="2080"/>
                        <a:pt x="10271" y="1922"/>
                        <a:pt x="10271" y="1733"/>
                      </a:cubicBezTo>
                      <a:lnTo>
                        <a:pt x="10271" y="347"/>
                      </a:lnTo>
                      <a:cubicBezTo>
                        <a:pt x="10271" y="158"/>
                        <a:pt x="10113" y="0"/>
                        <a:pt x="9924" y="0"/>
                      </a:cubicBezTo>
                      <a:lnTo>
                        <a:pt x="8538" y="0"/>
                      </a:lnTo>
                      <a:cubicBezTo>
                        <a:pt x="8349" y="0"/>
                        <a:pt x="8192" y="158"/>
                        <a:pt x="8192" y="347"/>
                      </a:cubicBezTo>
                      <a:lnTo>
                        <a:pt x="8192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Google Shape;12587;p89">
                  <a:extLst>
                    <a:ext uri="{FF2B5EF4-FFF2-40B4-BE49-F238E27FC236}">
                      <a16:creationId xmlns:a16="http://schemas.microsoft.com/office/drawing/2014/main" id="{89EAE89D-31B9-25AA-7A8B-9E488F6ACE1B}"/>
                    </a:ext>
                  </a:extLst>
                </p:cNvPr>
                <p:cNvSpPr/>
                <p:nvPr/>
              </p:nvSpPr>
              <p:spPr>
                <a:xfrm>
                  <a:off x="-1615950" y="223880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cubicBezTo>
                        <a:pt x="0" y="568"/>
                        <a:pt x="158" y="726"/>
                        <a:pt x="347" y="726"/>
                      </a:cubicBezTo>
                      <a:lnTo>
                        <a:pt x="4443" y="726"/>
                      </a:lnTo>
                      <a:cubicBezTo>
                        <a:pt x="4663" y="726"/>
                        <a:pt x="4821" y="568"/>
                        <a:pt x="4821" y="348"/>
                      </a:cubicBezTo>
                      <a:cubicBezTo>
                        <a:pt x="4821" y="159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Google Shape;12588;p89">
                  <a:extLst>
                    <a:ext uri="{FF2B5EF4-FFF2-40B4-BE49-F238E27FC236}">
                      <a16:creationId xmlns:a16="http://schemas.microsoft.com/office/drawing/2014/main" id="{EAEC452F-28A3-0CCE-341D-45E6F972E261}"/>
                    </a:ext>
                  </a:extLst>
                </p:cNvPr>
                <p:cNvSpPr/>
                <p:nvPr/>
              </p:nvSpPr>
              <p:spPr>
                <a:xfrm>
                  <a:off x="-1615950" y="2273475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63" y="693"/>
                        <a:pt x="4821" y="536"/>
                        <a:pt x="4821" y="347"/>
                      </a:cubicBezTo>
                      <a:cubicBezTo>
                        <a:pt x="4821" y="158"/>
                        <a:pt x="4663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Google Shape;12589;p89">
                  <a:extLst>
                    <a:ext uri="{FF2B5EF4-FFF2-40B4-BE49-F238E27FC236}">
                      <a16:creationId xmlns:a16="http://schemas.microsoft.com/office/drawing/2014/main" id="{8167BFB9-49E6-9009-7A76-8A11821A0F1C}"/>
                    </a:ext>
                  </a:extLst>
                </p:cNvPr>
                <p:cNvSpPr/>
                <p:nvPr/>
              </p:nvSpPr>
              <p:spPr>
                <a:xfrm>
                  <a:off x="-1630925" y="2100975"/>
                  <a:ext cx="15362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4664" extrusionOk="0">
                      <a:moveTo>
                        <a:pt x="4695" y="662"/>
                      </a:moveTo>
                      <a:lnTo>
                        <a:pt x="2994" y="1985"/>
                      </a:lnTo>
                      <a:lnTo>
                        <a:pt x="1261" y="662"/>
                      </a:lnTo>
                      <a:close/>
                      <a:moveTo>
                        <a:pt x="599" y="1040"/>
                      </a:moveTo>
                      <a:lnTo>
                        <a:pt x="2427" y="2395"/>
                      </a:lnTo>
                      <a:lnTo>
                        <a:pt x="599" y="3781"/>
                      </a:lnTo>
                      <a:lnTo>
                        <a:pt x="599" y="1040"/>
                      </a:lnTo>
                      <a:close/>
                      <a:moveTo>
                        <a:pt x="5357" y="1040"/>
                      </a:moveTo>
                      <a:lnTo>
                        <a:pt x="5357" y="3781"/>
                      </a:lnTo>
                      <a:lnTo>
                        <a:pt x="3561" y="2395"/>
                      </a:lnTo>
                      <a:lnTo>
                        <a:pt x="5357" y="1040"/>
                      </a:lnTo>
                      <a:close/>
                      <a:moveTo>
                        <a:pt x="2994" y="2836"/>
                      </a:moveTo>
                      <a:lnTo>
                        <a:pt x="4695" y="4128"/>
                      </a:lnTo>
                      <a:lnTo>
                        <a:pt x="1292" y="4128"/>
                      </a:lnTo>
                      <a:lnTo>
                        <a:pt x="2994" y="2836"/>
                      </a:lnTo>
                      <a:close/>
                      <a:moveTo>
                        <a:pt x="316" y="1"/>
                      </a:moveTo>
                      <a:cubicBezTo>
                        <a:pt x="158" y="1"/>
                        <a:pt x="1" y="127"/>
                        <a:pt x="1" y="284"/>
                      </a:cubicBezTo>
                      <a:lnTo>
                        <a:pt x="1" y="4380"/>
                      </a:lnTo>
                      <a:cubicBezTo>
                        <a:pt x="64" y="4506"/>
                        <a:pt x="127" y="4600"/>
                        <a:pt x="253" y="4663"/>
                      </a:cubicBezTo>
                      <a:lnTo>
                        <a:pt x="5798" y="4663"/>
                      </a:lnTo>
                      <a:cubicBezTo>
                        <a:pt x="5955" y="4663"/>
                        <a:pt x="6113" y="4537"/>
                        <a:pt x="6144" y="4317"/>
                      </a:cubicBezTo>
                      <a:lnTo>
                        <a:pt x="6081" y="316"/>
                      </a:lnTo>
                      <a:cubicBezTo>
                        <a:pt x="6081" y="158"/>
                        <a:pt x="5955" y="32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4" name="Google Shape;12590;p89">
                <a:extLst>
                  <a:ext uri="{FF2B5EF4-FFF2-40B4-BE49-F238E27FC236}">
                    <a16:creationId xmlns:a16="http://schemas.microsoft.com/office/drawing/2014/main" id="{2A49A7C7-DC0F-EEDC-F0B5-D148EB97BB48}"/>
                  </a:ext>
                </a:extLst>
              </p:cNvPr>
              <p:cNvSpPr/>
              <p:nvPr/>
            </p:nvSpPr>
            <p:spPr>
              <a:xfrm>
                <a:off x="2878542" y="4325150"/>
                <a:ext cx="670717" cy="642168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1674" extrusionOk="0">
                    <a:moveTo>
                      <a:pt x="9483" y="1174"/>
                    </a:moveTo>
                    <a:lnTo>
                      <a:pt x="9483" y="2308"/>
                    </a:lnTo>
                    <a:cubicBezTo>
                      <a:pt x="9483" y="2497"/>
                      <a:pt x="9641" y="2655"/>
                      <a:pt x="9830" y="2655"/>
                    </a:cubicBezTo>
                    <a:lnTo>
                      <a:pt x="10901" y="2655"/>
                    </a:lnTo>
                    <a:lnTo>
                      <a:pt x="9515" y="4041"/>
                    </a:lnTo>
                    <a:lnTo>
                      <a:pt x="8097" y="4041"/>
                    </a:lnTo>
                    <a:lnTo>
                      <a:pt x="8097" y="2560"/>
                    </a:lnTo>
                    <a:lnTo>
                      <a:pt x="9483" y="1174"/>
                    </a:lnTo>
                    <a:close/>
                    <a:moveTo>
                      <a:pt x="4885" y="6181"/>
                    </a:moveTo>
                    <a:cubicBezTo>
                      <a:pt x="5033" y="6181"/>
                      <a:pt x="5183" y="6212"/>
                      <a:pt x="5325" y="6278"/>
                    </a:cubicBezTo>
                    <a:lnTo>
                      <a:pt x="4600" y="7003"/>
                    </a:lnTo>
                    <a:cubicBezTo>
                      <a:pt x="4474" y="7129"/>
                      <a:pt x="4474" y="7349"/>
                      <a:pt x="4600" y="7475"/>
                    </a:cubicBezTo>
                    <a:cubicBezTo>
                      <a:pt x="4663" y="7538"/>
                      <a:pt x="4750" y="7570"/>
                      <a:pt x="4836" y="7570"/>
                    </a:cubicBezTo>
                    <a:cubicBezTo>
                      <a:pt x="4923" y="7570"/>
                      <a:pt x="5010" y="7538"/>
                      <a:pt x="5073" y="7475"/>
                    </a:cubicBezTo>
                    <a:lnTo>
                      <a:pt x="5797" y="6751"/>
                    </a:lnTo>
                    <a:lnTo>
                      <a:pt x="5797" y="6751"/>
                    </a:lnTo>
                    <a:cubicBezTo>
                      <a:pt x="5986" y="7160"/>
                      <a:pt x="5892" y="7633"/>
                      <a:pt x="5577" y="7948"/>
                    </a:cubicBezTo>
                    <a:cubicBezTo>
                      <a:pt x="5388" y="8137"/>
                      <a:pt x="5128" y="8231"/>
                      <a:pt x="4864" y="8231"/>
                    </a:cubicBezTo>
                    <a:cubicBezTo>
                      <a:pt x="4600" y="8231"/>
                      <a:pt x="4332" y="8137"/>
                      <a:pt x="4127" y="7948"/>
                    </a:cubicBezTo>
                    <a:cubicBezTo>
                      <a:pt x="3749" y="7538"/>
                      <a:pt x="3749" y="6877"/>
                      <a:pt x="4127" y="6499"/>
                    </a:cubicBezTo>
                    <a:cubicBezTo>
                      <a:pt x="4333" y="6293"/>
                      <a:pt x="4606" y="6181"/>
                      <a:pt x="4885" y="6181"/>
                    </a:cubicBezTo>
                    <a:close/>
                    <a:moveTo>
                      <a:pt x="4897" y="4831"/>
                    </a:moveTo>
                    <a:cubicBezTo>
                      <a:pt x="5396" y="4831"/>
                      <a:pt x="5890" y="4990"/>
                      <a:pt x="6301" y="5301"/>
                    </a:cubicBezTo>
                    <a:lnTo>
                      <a:pt x="5829" y="5774"/>
                    </a:lnTo>
                    <a:cubicBezTo>
                      <a:pt x="5553" y="5590"/>
                      <a:pt x="5233" y="5499"/>
                      <a:pt x="4911" y="5499"/>
                    </a:cubicBezTo>
                    <a:cubicBezTo>
                      <a:pt x="4460" y="5499"/>
                      <a:pt x="4004" y="5677"/>
                      <a:pt x="3655" y="6026"/>
                    </a:cubicBezTo>
                    <a:cubicBezTo>
                      <a:pt x="2993" y="6688"/>
                      <a:pt x="2993" y="7790"/>
                      <a:pt x="3655" y="8420"/>
                    </a:cubicBezTo>
                    <a:cubicBezTo>
                      <a:pt x="3986" y="8751"/>
                      <a:pt x="4427" y="8917"/>
                      <a:pt x="4864" y="8917"/>
                    </a:cubicBezTo>
                    <a:cubicBezTo>
                      <a:pt x="5301" y="8917"/>
                      <a:pt x="5734" y="8751"/>
                      <a:pt x="6049" y="8420"/>
                    </a:cubicBezTo>
                    <a:cubicBezTo>
                      <a:pt x="6648" y="7822"/>
                      <a:pt x="6742" y="6908"/>
                      <a:pt x="6301" y="6246"/>
                    </a:cubicBezTo>
                    <a:lnTo>
                      <a:pt x="6774" y="5774"/>
                    </a:lnTo>
                    <a:lnTo>
                      <a:pt x="6774" y="5774"/>
                    </a:lnTo>
                    <a:cubicBezTo>
                      <a:pt x="7467" y="6719"/>
                      <a:pt x="7404" y="8074"/>
                      <a:pt x="6585" y="8924"/>
                    </a:cubicBezTo>
                    <a:cubicBezTo>
                      <a:pt x="6112" y="9397"/>
                      <a:pt x="5498" y="9633"/>
                      <a:pt x="4883" y="9633"/>
                    </a:cubicBezTo>
                    <a:cubicBezTo>
                      <a:pt x="4269" y="9633"/>
                      <a:pt x="3655" y="9397"/>
                      <a:pt x="3182" y="8924"/>
                    </a:cubicBezTo>
                    <a:cubicBezTo>
                      <a:pt x="2237" y="7979"/>
                      <a:pt x="2237" y="6499"/>
                      <a:pt x="3182" y="5553"/>
                    </a:cubicBezTo>
                    <a:cubicBezTo>
                      <a:pt x="3667" y="5068"/>
                      <a:pt x="4286" y="4831"/>
                      <a:pt x="4897" y="4831"/>
                    </a:cubicBezTo>
                    <a:close/>
                    <a:moveTo>
                      <a:pt x="4873" y="3463"/>
                    </a:moveTo>
                    <a:cubicBezTo>
                      <a:pt x="5728" y="3463"/>
                      <a:pt x="6583" y="3748"/>
                      <a:pt x="7278" y="4325"/>
                    </a:cubicBezTo>
                    <a:lnTo>
                      <a:pt x="6805" y="4797"/>
                    </a:lnTo>
                    <a:cubicBezTo>
                      <a:pt x="6228" y="4353"/>
                      <a:pt x="5533" y="4125"/>
                      <a:pt x="4844" y="4125"/>
                    </a:cubicBezTo>
                    <a:cubicBezTo>
                      <a:pt x="4065" y="4125"/>
                      <a:pt x="3294" y="4416"/>
                      <a:pt x="2710" y="5018"/>
                    </a:cubicBezTo>
                    <a:cubicBezTo>
                      <a:pt x="1481" y="6246"/>
                      <a:pt x="1481" y="8168"/>
                      <a:pt x="2710" y="9397"/>
                    </a:cubicBezTo>
                    <a:cubicBezTo>
                      <a:pt x="3324" y="10011"/>
                      <a:pt x="4112" y="10318"/>
                      <a:pt x="4899" y="10318"/>
                    </a:cubicBezTo>
                    <a:cubicBezTo>
                      <a:pt x="5687" y="10318"/>
                      <a:pt x="6474" y="10011"/>
                      <a:pt x="7089" y="9397"/>
                    </a:cubicBezTo>
                    <a:cubicBezTo>
                      <a:pt x="8223" y="8263"/>
                      <a:pt x="8255" y="6467"/>
                      <a:pt x="7309" y="5301"/>
                    </a:cubicBezTo>
                    <a:lnTo>
                      <a:pt x="7782" y="4829"/>
                    </a:lnTo>
                    <a:lnTo>
                      <a:pt x="7782" y="4829"/>
                    </a:lnTo>
                    <a:cubicBezTo>
                      <a:pt x="8979" y="6278"/>
                      <a:pt x="8885" y="8483"/>
                      <a:pt x="7530" y="9870"/>
                    </a:cubicBezTo>
                    <a:cubicBezTo>
                      <a:pt x="6790" y="10594"/>
                      <a:pt x="5821" y="10956"/>
                      <a:pt x="4856" y="10956"/>
                    </a:cubicBezTo>
                    <a:cubicBezTo>
                      <a:pt x="3891" y="10956"/>
                      <a:pt x="2930" y="10594"/>
                      <a:pt x="2206" y="9870"/>
                    </a:cubicBezTo>
                    <a:cubicBezTo>
                      <a:pt x="756" y="8420"/>
                      <a:pt x="756" y="6026"/>
                      <a:pt x="2206" y="4545"/>
                    </a:cubicBezTo>
                    <a:cubicBezTo>
                      <a:pt x="2941" y="3827"/>
                      <a:pt x="3907" y="3463"/>
                      <a:pt x="4873" y="3463"/>
                    </a:cubicBezTo>
                    <a:close/>
                    <a:moveTo>
                      <a:pt x="9899" y="0"/>
                    </a:moveTo>
                    <a:cubicBezTo>
                      <a:pt x="9813" y="0"/>
                      <a:pt x="9722" y="32"/>
                      <a:pt x="9641" y="103"/>
                    </a:cubicBezTo>
                    <a:lnTo>
                      <a:pt x="7561" y="2182"/>
                    </a:lnTo>
                    <a:cubicBezTo>
                      <a:pt x="7467" y="2277"/>
                      <a:pt x="7435" y="2340"/>
                      <a:pt x="7435" y="2434"/>
                    </a:cubicBezTo>
                    <a:lnTo>
                      <a:pt x="7435" y="3600"/>
                    </a:lnTo>
                    <a:cubicBezTo>
                      <a:pt x="6670" y="3071"/>
                      <a:pt x="5769" y="2807"/>
                      <a:pt x="4868" y="2807"/>
                    </a:cubicBezTo>
                    <a:cubicBezTo>
                      <a:pt x="3731" y="2807"/>
                      <a:pt x="2595" y="3229"/>
                      <a:pt x="1733" y="4073"/>
                    </a:cubicBezTo>
                    <a:cubicBezTo>
                      <a:pt x="0" y="5805"/>
                      <a:pt x="0" y="8641"/>
                      <a:pt x="1733" y="10374"/>
                    </a:cubicBezTo>
                    <a:cubicBezTo>
                      <a:pt x="2599" y="11240"/>
                      <a:pt x="3741" y="11673"/>
                      <a:pt x="4883" y="11673"/>
                    </a:cubicBezTo>
                    <a:cubicBezTo>
                      <a:pt x="6026" y="11673"/>
                      <a:pt x="7168" y="11240"/>
                      <a:pt x="8034" y="10374"/>
                    </a:cubicBezTo>
                    <a:cubicBezTo>
                      <a:pt x="9578" y="8861"/>
                      <a:pt x="9735" y="6436"/>
                      <a:pt x="8538" y="4703"/>
                    </a:cubicBezTo>
                    <a:lnTo>
                      <a:pt x="9672" y="4703"/>
                    </a:lnTo>
                    <a:cubicBezTo>
                      <a:pt x="9767" y="4703"/>
                      <a:pt x="9893" y="4671"/>
                      <a:pt x="9924" y="4608"/>
                    </a:cubicBezTo>
                    <a:lnTo>
                      <a:pt x="12004" y="2497"/>
                    </a:lnTo>
                    <a:cubicBezTo>
                      <a:pt x="12193" y="2308"/>
                      <a:pt x="12035" y="1962"/>
                      <a:pt x="11783" y="1962"/>
                    </a:cubicBezTo>
                    <a:lnTo>
                      <a:pt x="10239" y="1962"/>
                    </a:lnTo>
                    <a:lnTo>
                      <a:pt x="10239" y="355"/>
                    </a:lnTo>
                    <a:cubicBezTo>
                      <a:pt x="10239" y="141"/>
                      <a:pt x="10080" y="0"/>
                      <a:pt x="98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5" name="Google Shape;12592;p89">
                <a:extLst>
                  <a:ext uri="{FF2B5EF4-FFF2-40B4-BE49-F238E27FC236}">
                    <a16:creationId xmlns:a16="http://schemas.microsoft.com/office/drawing/2014/main" id="{58DB5698-FC39-09F0-598E-B4EB479D1F3F}"/>
                  </a:ext>
                </a:extLst>
              </p:cNvPr>
              <p:cNvSpPr/>
              <p:nvPr/>
            </p:nvSpPr>
            <p:spPr>
              <a:xfrm>
                <a:off x="5410974" y="4324751"/>
                <a:ext cx="641288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6" name="Google Shape;12593;p89">
                <a:extLst>
                  <a:ext uri="{FF2B5EF4-FFF2-40B4-BE49-F238E27FC236}">
                    <a16:creationId xmlns:a16="http://schemas.microsoft.com/office/drawing/2014/main" id="{1CBF773C-4930-B35C-BC65-D450122ED23A}"/>
                  </a:ext>
                </a:extLst>
              </p:cNvPr>
              <p:cNvSpPr/>
              <p:nvPr/>
            </p:nvSpPr>
            <p:spPr>
              <a:xfrm>
                <a:off x="5483751" y="4397527"/>
                <a:ext cx="3993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7" name="Google Shape;12594;p89">
                <a:extLst>
                  <a:ext uri="{FF2B5EF4-FFF2-40B4-BE49-F238E27FC236}">
                    <a16:creationId xmlns:a16="http://schemas.microsoft.com/office/drawing/2014/main" id="{E82FAFD8-88F7-C324-B43E-65EDB4EAFF1B}"/>
                  </a:ext>
                </a:extLst>
              </p:cNvPr>
              <p:cNvSpPr/>
              <p:nvPr/>
            </p:nvSpPr>
            <p:spPr>
              <a:xfrm>
                <a:off x="5559992" y="4397527"/>
                <a:ext cx="3817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8" name="Google Shape;12595;p89">
                <a:extLst>
                  <a:ext uri="{FF2B5EF4-FFF2-40B4-BE49-F238E27FC236}">
                    <a16:creationId xmlns:a16="http://schemas.microsoft.com/office/drawing/2014/main" id="{61E41C4C-9F6B-1FD1-E449-9D190D1B165D}"/>
                  </a:ext>
                </a:extLst>
              </p:cNvPr>
              <p:cNvSpPr/>
              <p:nvPr/>
            </p:nvSpPr>
            <p:spPr>
              <a:xfrm>
                <a:off x="5636234" y="4397527"/>
                <a:ext cx="38231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9" name="Google Shape;12596;p89">
                <a:extLst>
                  <a:ext uri="{FF2B5EF4-FFF2-40B4-BE49-F238E27FC236}">
                    <a16:creationId xmlns:a16="http://schemas.microsoft.com/office/drawing/2014/main" id="{33AC9693-8FA1-E64D-EC8B-CD8FFB1E32EE}"/>
                  </a:ext>
                </a:extLst>
              </p:cNvPr>
              <p:cNvSpPr/>
              <p:nvPr/>
            </p:nvSpPr>
            <p:spPr>
              <a:xfrm>
                <a:off x="5709065" y="4397527"/>
                <a:ext cx="26519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0" name="Google Shape;12597;p89">
                <a:extLst>
                  <a:ext uri="{FF2B5EF4-FFF2-40B4-BE49-F238E27FC236}">
                    <a16:creationId xmlns:a16="http://schemas.microsoft.com/office/drawing/2014/main" id="{F9713028-3D73-74D7-21C8-E6F5DF496928}"/>
                  </a:ext>
                </a:extLst>
              </p:cNvPr>
              <p:cNvSpPr/>
              <p:nvPr/>
            </p:nvSpPr>
            <p:spPr>
              <a:xfrm>
                <a:off x="5636234" y="4666187"/>
                <a:ext cx="187248" cy="187193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1" name="Google Shape;12598;p89">
                <a:extLst>
                  <a:ext uri="{FF2B5EF4-FFF2-40B4-BE49-F238E27FC236}">
                    <a16:creationId xmlns:a16="http://schemas.microsoft.com/office/drawing/2014/main" id="{3777FB47-BD60-1399-19E4-D23335D0C8C1}"/>
                  </a:ext>
                </a:extLst>
              </p:cNvPr>
              <p:cNvGrpSpPr/>
              <p:nvPr/>
            </p:nvGrpSpPr>
            <p:grpSpPr>
              <a:xfrm>
                <a:off x="4600743" y="4323869"/>
                <a:ext cx="566751" cy="644753"/>
                <a:chOff x="-919700" y="2420750"/>
                <a:chExt cx="257575" cy="293025"/>
              </a:xfrm>
              <a:grpFill/>
            </p:grpSpPr>
            <p:sp>
              <p:nvSpPr>
                <p:cNvPr id="40" name="Google Shape;12599;p89">
                  <a:extLst>
                    <a:ext uri="{FF2B5EF4-FFF2-40B4-BE49-F238E27FC236}">
                      <a16:creationId xmlns:a16="http://schemas.microsoft.com/office/drawing/2014/main" id="{19D5E3DB-D1B1-FE5E-9E6F-6BEAAF2912E9}"/>
                    </a:ext>
                  </a:extLst>
                </p:cNvPr>
                <p:cNvSpPr/>
                <p:nvPr/>
              </p:nvSpPr>
              <p:spPr>
                <a:xfrm>
                  <a:off x="-884250" y="2490850"/>
                  <a:ext cx="843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2049" extrusionOk="0">
                      <a:moveTo>
                        <a:pt x="977" y="631"/>
                      </a:moveTo>
                      <a:cubicBezTo>
                        <a:pt x="1166" y="631"/>
                        <a:pt x="1324" y="788"/>
                        <a:pt x="1324" y="977"/>
                      </a:cubicBezTo>
                      <a:cubicBezTo>
                        <a:pt x="1324" y="1198"/>
                        <a:pt x="1166" y="1355"/>
                        <a:pt x="977" y="1355"/>
                      </a:cubicBezTo>
                      <a:cubicBezTo>
                        <a:pt x="788" y="1355"/>
                        <a:pt x="631" y="1198"/>
                        <a:pt x="631" y="977"/>
                      </a:cubicBezTo>
                      <a:cubicBezTo>
                        <a:pt x="631" y="788"/>
                        <a:pt x="788" y="631"/>
                        <a:pt x="977" y="631"/>
                      </a:cubicBezTo>
                      <a:close/>
                      <a:moveTo>
                        <a:pt x="2363" y="631"/>
                      </a:moveTo>
                      <a:cubicBezTo>
                        <a:pt x="2552" y="631"/>
                        <a:pt x="2710" y="788"/>
                        <a:pt x="2710" y="977"/>
                      </a:cubicBezTo>
                      <a:cubicBezTo>
                        <a:pt x="2710" y="1198"/>
                        <a:pt x="2552" y="1355"/>
                        <a:pt x="2363" y="1355"/>
                      </a:cubicBezTo>
                      <a:cubicBezTo>
                        <a:pt x="2174" y="1355"/>
                        <a:pt x="2017" y="1198"/>
                        <a:pt x="2017" y="977"/>
                      </a:cubicBezTo>
                      <a:cubicBezTo>
                        <a:pt x="2017" y="788"/>
                        <a:pt x="2174" y="631"/>
                        <a:pt x="2363" y="631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09" y="2048"/>
                      </a:cubicBezTo>
                      <a:cubicBezTo>
                        <a:pt x="1292" y="2048"/>
                        <a:pt x="1544" y="1922"/>
                        <a:pt x="1702" y="1765"/>
                      </a:cubicBezTo>
                      <a:cubicBezTo>
                        <a:pt x="1891" y="1922"/>
                        <a:pt x="2111" y="2048"/>
                        <a:pt x="2363" y="2048"/>
                      </a:cubicBezTo>
                      <a:cubicBezTo>
                        <a:pt x="2899" y="2048"/>
                        <a:pt x="3371" y="1576"/>
                        <a:pt x="3371" y="1040"/>
                      </a:cubicBezTo>
                      <a:cubicBezTo>
                        <a:pt x="3371" y="442"/>
                        <a:pt x="2899" y="1"/>
                        <a:pt x="2363" y="1"/>
                      </a:cubicBezTo>
                      <a:cubicBezTo>
                        <a:pt x="2080" y="1"/>
                        <a:pt x="1859" y="127"/>
                        <a:pt x="1702" y="284"/>
                      </a:cubicBezTo>
                      <a:cubicBezTo>
                        <a:pt x="1481" y="127"/>
                        <a:pt x="1261" y="1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Google Shape;12600;p89">
                  <a:extLst>
                    <a:ext uri="{FF2B5EF4-FFF2-40B4-BE49-F238E27FC236}">
                      <a16:creationId xmlns:a16="http://schemas.microsoft.com/office/drawing/2014/main" id="{321C2347-268A-4FD6-DFD9-980D1CD464A7}"/>
                    </a:ext>
                  </a:extLst>
                </p:cNvPr>
                <p:cNvSpPr/>
                <p:nvPr/>
              </p:nvSpPr>
              <p:spPr>
                <a:xfrm>
                  <a:off x="-919700" y="242075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7152" y="694"/>
                      </a:moveTo>
                      <a:cubicBezTo>
                        <a:pt x="7373" y="694"/>
                        <a:pt x="7530" y="851"/>
                        <a:pt x="7530" y="1040"/>
                      </a:cubicBezTo>
                      <a:lnTo>
                        <a:pt x="7530" y="1418"/>
                      </a:lnTo>
                      <a:lnTo>
                        <a:pt x="662" y="1418"/>
                      </a:lnTo>
                      <a:lnTo>
                        <a:pt x="662" y="1040"/>
                      </a:lnTo>
                      <a:cubicBezTo>
                        <a:pt x="694" y="851"/>
                        <a:pt x="851" y="694"/>
                        <a:pt x="1009" y="694"/>
                      </a:cubicBezTo>
                      <a:close/>
                      <a:moveTo>
                        <a:pt x="7562" y="2111"/>
                      </a:moveTo>
                      <a:lnTo>
                        <a:pt x="7562" y="3403"/>
                      </a:lnTo>
                      <a:lnTo>
                        <a:pt x="7247" y="3088"/>
                      </a:lnTo>
                      <a:cubicBezTo>
                        <a:pt x="7042" y="2883"/>
                        <a:pt x="6784" y="2792"/>
                        <a:pt x="6528" y="2792"/>
                      </a:cubicBezTo>
                      <a:cubicBezTo>
                        <a:pt x="5999" y="2792"/>
                        <a:pt x="5483" y="3186"/>
                        <a:pt x="5483" y="3781"/>
                      </a:cubicBezTo>
                      <a:cubicBezTo>
                        <a:pt x="5483" y="4065"/>
                        <a:pt x="5577" y="4348"/>
                        <a:pt x="5798" y="4506"/>
                      </a:cubicBezTo>
                      <a:lnTo>
                        <a:pt x="6774" y="5482"/>
                      </a:lnTo>
                      <a:lnTo>
                        <a:pt x="1009" y="5482"/>
                      </a:lnTo>
                      <a:cubicBezTo>
                        <a:pt x="995" y="5485"/>
                        <a:pt x="982" y="5486"/>
                        <a:pt x="968" y="5486"/>
                      </a:cubicBezTo>
                      <a:cubicBezTo>
                        <a:pt x="825" y="5486"/>
                        <a:pt x="694" y="5340"/>
                        <a:pt x="694" y="5167"/>
                      </a:cubicBezTo>
                      <a:lnTo>
                        <a:pt x="694" y="2111"/>
                      </a:lnTo>
                      <a:close/>
                      <a:moveTo>
                        <a:pt x="8160" y="2584"/>
                      </a:moveTo>
                      <a:lnTo>
                        <a:pt x="9200" y="3624"/>
                      </a:lnTo>
                      <a:cubicBezTo>
                        <a:pt x="9421" y="3844"/>
                        <a:pt x="9515" y="4065"/>
                        <a:pt x="9515" y="4348"/>
                      </a:cubicBezTo>
                      <a:lnTo>
                        <a:pt x="9515" y="6900"/>
                      </a:lnTo>
                      <a:cubicBezTo>
                        <a:pt x="9515" y="7373"/>
                        <a:pt x="9358" y="7845"/>
                        <a:pt x="9043" y="8192"/>
                      </a:cubicBezTo>
                      <a:lnTo>
                        <a:pt x="5955" y="8192"/>
                      </a:lnTo>
                      <a:cubicBezTo>
                        <a:pt x="5640" y="7845"/>
                        <a:pt x="5483" y="7373"/>
                        <a:pt x="5483" y="6900"/>
                      </a:cubicBezTo>
                      <a:lnTo>
                        <a:pt x="5483" y="6144"/>
                      </a:lnTo>
                      <a:lnTo>
                        <a:pt x="6837" y="6144"/>
                      </a:lnTo>
                      <a:lnTo>
                        <a:pt x="6837" y="6207"/>
                      </a:lnTo>
                      <a:cubicBezTo>
                        <a:pt x="6837" y="6585"/>
                        <a:pt x="6900" y="6932"/>
                        <a:pt x="7089" y="7373"/>
                      </a:cubicBezTo>
                      <a:cubicBezTo>
                        <a:pt x="7135" y="7487"/>
                        <a:pt x="7263" y="7568"/>
                        <a:pt x="7403" y="7568"/>
                      </a:cubicBezTo>
                      <a:cubicBezTo>
                        <a:pt x="7455" y="7568"/>
                        <a:pt x="7510" y="7556"/>
                        <a:pt x="7562" y="7530"/>
                      </a:cubicBezTo>
                      <a:cubicBezTo>
                        <a:pt x="7719" y="7467"/>
                        <a:pt x="7782" y="7247"/>
                        <a:pt x="7719" y="7058"/>
                      </a:cubicBezTo>
                      <a:cubicBezTo>
                        <a:pt x="7593" y="6774"/>
                        <a:pt x="7530" y="6522"/>
                        <a:pt x="7530" y="6239"/>
                      </a:cubicBezTo>
                      <a:lnTo>
                        <a:pt x="7530" y="5451"/>
                      </a:lnTo>
                      <a:cubicBezTo>
                        <a:pt x="7530" y="5356"/>
                        <a:pt x="7467" y="5262"/>
                        <a:pt x="7404" y="5199"/>
                      </a:cubicBezTo>
                      <a:lnTo>
                        <a:pt x="6207" y="4033"/>
                      </a:lnTo>
                      <a:cubicBezTo>
                        <a:pt x="6018" y="3844"/>
                        <a:pt x="6144" y="3435"/>
                        <a:pt x="6459" y="3435"/>
                      </a:cubicBezTo>
                      <a:cubicBezTo>
                        <a:pt x="6522" y="3435"/>
                        <a:pt x="6648" y="3466"/>
                        <a:pt x="6680" y="3561"/>
                      </a:cubicBezTo>
                      <a:lnTo>
                        <a:pt x="8255" y="5136"/>
                      </a:lnTo>
                      <a:cubicBezTo>
                        <a:pt x="8318" y="5199"/>
                        <a:pt x="8413" y="5230"/>
                        <a:pt x="8503" y="5230"/>
                      </a:cubicBezTo>
                      <a:cubicBezTo>
                        <a:pt x="8594" y="5230"/>
                        <a:pt x="8680" y="5199"/>
                        <a:pt x="8728" y="5136"/>
                      </a:cubicBezTo>
                      <a:cubicBezTo>
                        <a:pt x="8854" y="5010"/>
                        <a:pt x="8854" y="4789"/>
                        <a:pt x="8728" y="4663"/>
                      </a:cubicBezTo>
                      <a:lnTo>
                        <a:pt x="8160" y="4065"/>
                      </a:lnTo>
                      <a:lnTo>
                        <a:pt x="8160" y="2584"/>
                      </a:lnTo>
                      <a:close/>
                      <a:moveTo>
                        <a:pt x="9295" y="8948"/>
                      </a:moveTo>
                      <a:cubicBezTo>
                        <a:pt x="9484" y="8948"/>
                        <a:pt x="9641" y="9105"/>
                        <a:pt x="9641" y="9295"/>
                      </a:cubicBezTo>
                      <a:lnTo>
                        <a:pt x="9641" y="10996"/>
                      </a:lnTo>
                      <a:lnTo>
                        <a:pt x="5514" y="10996"/>
                      </a:lnTo>
                      <a:lnTo>
                        <a:pt x="5514" y="9295"/>
                      </a:lnTo>
                      <a:cubicBezTo>
                        <a:pt x="5514" y="9105"/>
                        <a:pt x="5672" y="8948"/>
                        <a:pt x="5861" y="8948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5167"/>
                      </a:lnTo>
                      <a:cubicBezTo>
                        <a:pt x="1" y="5734"/>
                        <a:pt x="473" y="6207"/>
                        <a:pt x="1009" y="6207"/>
                      </a:cubicBezTo>
                      <a:lnTo>
                        <a:pt x="4789" y="6207"/>
                      </a:lnTo>
                      <a:lnTo>
                        <a:pt x="4789" y="6932"/>
                      </a:lnTo>
                      <a:cubicBezTo>
                        <a:pt x="4789" y="7499"/>
                        <a:pt x="4947" y="8003"/>
                        <a:pt x="5231" y="8444"/>
                      </a:cubicBezTo>
                      <a:cubicBezTo>
                        <a:pt x="4947" y="8633"/>
                        <a:pt x="4789" y="8948"/>
                        <a:pt x="4789" y="9295"/>
                      </a:cubicBezTo>
                      <a:lnTo>
                        <a:pt x="4789" y="11342"/>
                      </a:lnTo>
                      <a:cubicBezTo>
                        <a:pt x="4789" y="11563"/>
                        <a:pt x="4947" y="11720"/>
                        <a:pt x="5168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42"/>
                      </a:cubicBezTo>
                      <a:lnTo>
                        <a:pt x="10303" y="9295"/>
                      </a:lnTo>
                      <a:cubicBezTo>
                        <a:pt x="10303" y="8948"/>
                        <a:pt x="10114" y="8633"/>
                        <a:pt x="9893" y="8444"/>
                      </a:cubicBezTo>
                      <a:cubicBezTo>
                        <a:pt x="10177" y="8003"/>
                        <a:pt x="10303" y="7499"/>
                        <a:pt x="10303" y="6932"/>
                      </a:cubicBezTo>
                      <a:lnTo>
                        <a:pt x="10303" y="4380"/>
                      </a:lnTo>
                      <a:lnTo>
                        <a:pt x="10271" y="4380"/>
                      </a:lnTo>
                      <a:cubicBezTo>
                        <a:pt x="10271" y="3907"/>
                        <a:pt x="10082" y="3466"/>
                        <a:pt x="9767" y="3151"/>
                      </a:cubicBezTo>
                      <a:lnTo>
                        <a:pt x="8224" y="1639"/>
                      </a:lnTo>
                      <a:lnTo>
                        <a:pt x="8224" y="1040"/>
                      </a:lnTo>
                      <a:cubicBezTo>
                        <a:pt x="8224" y="473"/>
                        <a:pt x="7751" y="1"/>
                        <a:pt x="72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Google Shape;12601;p89">
                  <a:extLst>
                    <a:ext uri="{FF2B5EF4-FFF2-40B4-BE49-F238E27FC236}">
                      <a16:creationId xmlns:a16="http://schemas.microsoft.com/office/drawing/2014/main" id="{2B26886A-C376-1BB1-3468-F0B64971E664}"/>
                    </a:ext>
                  </a:extLst>
                </p:cNvPr>
                <p:cNvSpPr/>
                <p:nvPr/>
              </p:nvSpPr>
              <p:spPr>
                <a:xfrm>
                  <a:off x="-766100" y="2660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725" y="568"/>
                        <a:pt x="725" y="379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12630;p89">
                <a:extLst>
                  <a:ext uri="{FF2B5EF4-FFF2-40B4-BE49-F238E27FC236}">
                    <a16:creationId xmlns:a16="http://schemas.microsoft.com/office/drawing/2014/main" id="{D2D30DA9-4667-26F6-5164-2A64C3306164}"/>
                  </a:ext>
                </a:extLst>
              </p:cNvPr>
              <p:cNvGrpSpPr/>
              <p:nvPr/>
            </p:nvGrpSpPr>
            <p:grpSpPr>
              <a:xfrm>
                <a:off x="11162866" y="4335825"/>
                <a:ext cx="620890" cy="620890"/>
                <a:chOff x="2964567" y="2571753"/>
                <a:chExt cx="417045" cy="417045"/>
              </a:xfrm>
              <a:grpFill/>
            </p:grpSpPr>
            <p:sp>
              <p:nvSpPr>
                <p:cNvPr id="38" name="Google Shape;12631;p89">
                  <a:extLst>
                    <a:ext uri="{FF2B5EF4-FFF2-40B4-BE49-F238E27FC236}">
                      <a16:creationId xmlns:a16="http://schemas.microsoft.com/office/drawing/2014/main" id="{F801F5C1-828C-C7A5-6BE4-99C64276EC44}"/>
                    </a:ext>
                  </a:extLst>
                </p:cNvPr>
                <p:cNvSpPr/>
                <p:nvPr/>
              </p:nvSpPr>
              <p:spPr>
                <a:xfrm>
                  <a:off x="2964567" y="2571753"/>
                  <a:ext cx="417045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83" extrusionOk="0">
                      <a:moveTo>
                        <a:pt x="9992" y="1170"/>
                      </a:moveTo>
                      <a:cubicBezTo>
                        <a:pt x="14855" y="1170"/>
                        <a:pt x="18812" y="4866"/>
                        <a:pt x="18812" y="9405"/>
                      </a:cubicBezTo>
                      <a:cubicBezTo>
                        <a:pt x="18812" y="13925"/>
                        <a:pt x="14855" y="17601"/>
                        <a:pt x="9992" y="17601"/>
                      </a:cubicBezTo>
                      <a:cubicBezTo>
                        <a:pt x="9111" y="17601"/>
                        <a:pt x="8240" y="17481"/>
                        <a:pt x="7407" y="17242"/>
                      </a:cubicBezTo>
                      <a:cubicBezTo>
                        <a:pt x="7354" y="17226"/>
                        <a:pt x="7299" y="17218"/>
                        <a:pt x="7245" y="17218"/>
                      </a:cubicBezTo>
                      <a:cubicBezTo>
                        <a:pt x="7153" y="17218"/>
                        <a:pt x="7062" y="17240"/>
                        <a:pt x="6979" y="17282"/>
                      </a:cubicBezTo>
                      <a:lnTo>
                        <a:pt x="4723" y="18439"/>
                      </a:lnTo>
                      <a:lnTo>
                        <a:pt x="4723" y="16262"/>
                      </a:lnTo>
                      <a:cubicBezTo>
                        <a:pt x="4723" y="16078"/>
                        <a:pt x="4637" y="15904"/>
                        <a:pt x="4490" y="15793"/>
                      </a:cubicBezTo>
                      <a:cubicBezTo>
                        <a:pt x="2381" y="14208"/>
                        <a:pt x="1171" y="11880"/>
                        <a:pt x="1171" y="9405"/>
                      </a:cubicBezTo>
                      <a:cubicBezTo>
                        <a:pt x="1171" y="4866"/>
                        <a:pt x="5129" y="1170"/>
                        <a:pt x="9992" y="1170"/>
                      </a:cubicBezTo>
                      <a:close/>
                      <a:moveTo>
                        <a:pt x="9992" y="1"/>
                      </a:moveTo>
                      <a:cubicBezTo>
                        <a:pt x="4575" y="1"/>
                        <a:pt x="0" y="4153"/>
                        <a:pt x="0" y="9407"/>
                      </a:cubicBezTo>
                      <a:cubicBezTo>
                        <a:pt x="0" y="12221"/>
                        <a:pt x="1359" y="14795"/>
                        <a:pt x="3552" y="16548"/>
                      </a:cubicBezTo>
                      <a:lnTo>
                        <a:pt x="3552" y="19396"/>
                      </a:lnTo>
                      <a:cubicBezTo>
                        <a:pt x="3552" y="19602"/>
                        <a:pt x="3659" y="19791"/>
                        <a:pt x="3832" y="19897"/>
                      </a:cubicBezTo>
                      <a:cubicBezTo>
                        <a:pt x="3925" y="19953"/>
                        <a:pt x="4031" y="19982"/>
                        <a:pt x="4138" y="19982"/>
                      </a:cubicBezTo>
                      <a:cubicBezTo>
                        <a:pt x="4229" y="19982"/>
                        <a:pt x="4320" y="19961"/>
                        <a:pt x="4405" y="19918"/>
                      </a:cubicBezTo>
                      <a:lnTo>
                        <a:pt x="7310" y="18429"/>
                      </a:lnTo>
                      <a:cubicBezTo>
                        <a:pt x="8180" y="18657"/>
                        <a:pt x="9081" y="18772"/>
                        <a:pt x="9992" y="18772"/>
                      </a:cubicBezTo>
                      <a:cubicBezTo>
                        <a:pt x="15500" y="18772"/>
                        <a:pt x="19983" y="14570"/>
                        <a:pt x="19983" y="9407"/>
                      </a:cubicBezTo>
                      <a:cubicBezTo>
                        <a:pt x="19983" y="4151"/>
                        <a:pt x="15405" y="1"/>
                        <a:pt x="9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Google Shape;12632;p89">
                  <a:extLst>
                    <a:ext uri="{FF2B5EF4-FFF2-40B4-BE49-F238E27FC236}">
                      <a16:creationId xmlns:a16="http://schemas.microsoft.com/office/drawing/2014/main" id="{AF7A56F7-ACD9-BC89-0FCD-C81D0B588C0D}"/>
                    </a:ext>
                  </a:extLst>
                </p:cNvPr>
                <p:cNvSpPr/>
                <p:nvPr/>
              </p:nvSpPr>
              <p:spPr>
                <a:xfrm>
                  <a:off x="3037777" y="2694715"/>
                  <a:ext cx="270642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8" h="7026" extrusionOk="0">
                      <a:moveTo>
                        <a:pt x="5362" y="1463"/>
                      </a:moveTo>
                      <a:lnTo>
                        <a:pt x="7241" y="3341"/>
                      </a:lnTo>
                      <a:cubicBezTo>
                        <a:pt x="7353" y="3454"/>
                        <a:pt x="7503" y="3513"/>
                        <a:pt x="7655" y="3513"/>
                      </a:cubicBezTo>
                      <a:cubicBezTo>
                        <a:pt x="7744" y="3513"/>
                        <a:pt x="7833" y="3493"/>
                        <a:pt x="7917" y="3451"/>
                      </a:cubicBezTo>
                      <a:lnTo>
                        <a:pt x="10216" y="2303"/>
                      </a:lnTo>
                      <a:lnTo>
                        <a:pt x="7605" y="5565"/>
                      </a:lnTo>
                      <a:lnTo>
                        <a:pt x="5726" y="3685"/>
                      </a:lnTo>
                      <a:cubicBezTo>
                        <a:pt x="5614" y="3573"/>
                        <a:pt x="5463" y="3514"/>
                        <a:pt x="5311" y="3514"/>
                      </a:cubicBezTo>
                      <a:cubicBezTo>
                        <a:pt x="5223" y="3514"/>
                        <a:pt x="5133" y="3534"/>
                        <a:pt x="5051" y="3575"/>
                      </a:cubicBezTo>
                      <a:lnTo>
                        <a:pt x="2751" y="4725"/>
                      </a:lnTo>
                      <a:lnTo>
                        <a:pt x="2751" y="4725"/>
                      </a:lnTo>
                      <a:lnTo>
                        <a:pt x="5362" y="1463"/>
                      </a:lnTo>
                      <a:close/>
                      <a:moveTo>
                        <a:pt x="5312" y="1"/>
                      </a:moveTo>
                      <a:cubicBezTo>
                        <a:pt x="5302" y="1"/>
                        <a:pt x="5291" y="1"/>
                        <a:pt x="5281" y="2"/>
                      </a:cubicBezTo>
                      <a:cubicBezTo>
                        <a:pt x="5114" y="12"/>
                        <a:pt x="4959" y="92"/>
                        <a:pt x="4856" y="221"/>
                      </a:cubicBezTo>
                      <a:lnTo>
                        <a:pt x="172" y="6075"/>
                      </a:lnTo>
                      <a:cubicBezTo>
                        <a:pt x="0" y="6290"/>
                        <a:pt x="2" y="6595"/>
                        <a:pt x="174" y="6809"/>
                      </a:cubicBezTo>
                      <a:cubicBezTo>
                        <a:pt x="288" y="6950"/>
                        <a:pt x="457" y="7026"/>
                        <a:pt x="630" y="7026"/>
                      </a:cubicBezTo>
                      <a:cubicBezTo>
                        <a:pt x="719" y="7026"/>
                        <a:pt x="808" y="7006"/>
                        <a:pt x="892" y="6964"/>
                      </a:cubicBezTo>
                      <a:lnTo>
                        <a:pt x="5198" y="4811"/>
                      </a:lnTo>
                      <a:lnTo>
                        <a:pt x="7241" y="6855"/>
                      </a:lnTo>
                      <a:cubicBezTo>
                        <a:pt x="7349" y="6964"/>
                        <a:pt x="7496" y="7026"/>
                        <a:pt x="7650" y="7026"/>
                      </a:cubicBezTo>
                      <a:cubicBezTo>
                        <a:pt x="7662" y="7026"/>
                        <a:pt x="7674" y="7025"/>
                        <a:pt x="7687" y="7024"/>
                      </a:cubicBezTo>
                      <a:cubicBezTo>
                        <a:pt x="7853" y="7016"/>
                        <a:pt x="8007" y="6936"/>
                        <a:pt x="8111" y="6807"/>
                      </a:cubicBezTo>
                      <a:lnTo>
                        <a:pt x="12795" y="951"/>
                      </a:lnTo>
                      <a:cubicBezTo>
                        <a:pt x="12967" y="737"/>
                        <a:pt x="12965" y="431"/>
                        <a:pt x="12792" y="219"/>
                      </a:cubicBezTo>
                      <a:cubicBezTo>
                        <a:pt x="12679" y="78"/>
                        <a:pt x="12510" y="1"/>
                        <a:pt x="12337" y="1"/>
                      </a:cubicBezTo>
                      <a:cubicBezTo>
                        <a:pt x="12249" y="1"/>
                        <a:pt x="12159" y="21"/>
                        <a:pt x="12075" y="63"/>
                      </a:cubicBezTo>
                      <a:lnTo>
                        <a:pt x="7770" y="2216"/>
                      </a:lnTo>
                      <a:lnTo>
                        <a:pt x="5726" y="173"/>
                      </a:lnTo>
                      <a:cubicBezTo>
                        <a:pt x="5617" y="62"/>
                        <a:pt x="5467" y="1"/>
                        <a:pt x="53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" name="Google Shape;12645;p89">
                <a:extLst>
                  <a:ext uri="{FF2B5EF4-FFF2-40B4-BE49-F238E27FC236}">
                    <a16:creationId xmlns:a16="http://schemas.microsoft.com/office/drawing/2014/main" id="{03AC7EF9-22D7-858B-E7D3-25215EA8189D}"/>
                  </a:ext>
                </a:extLst>
              </p:cNvPr>
              <p:cNvSpPr/>
              <p:nvPr/>
            </p:nvSpPr>
            <p:spPr>
              <a:xfrm>
                <a:off x="7055026" y="4335935"/>
                <a:ext cx="620847" cy="620847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4602" y="3500"/>
                    </a:moveTo>
                    <a:cubicBezTo>
                      <a:pt x="15137" y="3500"/>
                      <a:pt x="15682" y="3563"/>
                      <a:pt x="16247" y="3689"/>
                    </a:cubicBezTo>
                    <a:cubicBezTo>
                      <a:pt x="16179" y="4154"/>
                      <a:pt x="16095" y="4705"/>
                      <a:pt x="16033" y="5120"/>
                    </a:cubicBezTo>
                    <a:cubicBezTo>
                      <a:pt x="15810" y="5075"/>
                      <a:pt x="15484" y="5035"/>
                      <a:pt x="15150" y="5035"/>
                    </a:cubicBezTo>
                    <a:cubicBezTo>
                      <a:pt x="14968" y="5035"/>
                      <a:pt x="14783" y="5047"/>
                      <a:pt x="14611" y="5076"/>
                    </a:cubicBezTo>
                    <a:cubicBezTo>
                      <a:pt x="13536" y="5258"/>
                      <a:pt x="12918" y="5925"/>
                      <a:pt x="12918" y="6907"/>
                    </a:cubicBezTo>
                    <a:lnTo>
                      <a:pt x="12918" y="8819"/>
                    </a:lnTo>
                    <a:cubicBezTo>
                      <a:pt x="12918" y="9143"/>
                      <a:pt x="13180" y="9405"/>
                      <a:pt x="13504" y="9405"/>
                    </a:cubicBezTo>
                    <a:lnTo>
                      <a:pt x="15681" y="9405"/>
                    </a:lnTo>
                    <a:lnTo>
                      <a:pt x="15388" y="10576"/>
                    </a:lnTo>
                    <a:lnTo>
                      <a:pt x="13504" y="10576"/>
                    </a:lnTo>
                    <a:cubicBezTo>
                      <a:pt x="13180" y="10576"/>
                      <a:pt x="12918" y="10838"/>
                      <a:pt x="12918" y="11161"/>
                    </a:cubicBezTo>
                    <a:lnTo>
                      <a:pt x="12918" y="18811"/>
                    </a:lnTo>
                    <a:lnTo>
                      <a:pt x="11162" y="18811"/>
                    </a:lnTo>
                    <a:lnTo>
                      <a:pt x="11162" y="11161"/>
                    </a:lnTo>
                    <a:cubicBezTo>
                      <a:pt x="11162" y="10838"/>
                      <a:pt x="10900" y="10576"/>
                      <a:pt x="10576" y="10576"/>
                    </a:cubicBezTo>
                    <a:lnTo>
                      <a:pt x="9407" y="10576"/>
                    </a:lnTo>
                    <a:lnTo>
                      <a:pt x="9407" y="9405"/>
                    </a:lnTo>
                    <a:lnTo>
                      <a:pt x="10576" y="9405"/>
                    </a:lnTo>
                    <a:cubicBezTo>
                      <a:pt x="10900" y="9405"/>
                      <a:pt x="11162" y="9143"/>
                      <a:pt x="11162" y="8821"/>
                    </a:cubicBezTo>
                    <a:cubicBezTo>
                      <a:pt x="11162" y="7215"/>
                      <a:pt x="11162" y="6481"/>
                      <a:pt x="11162" y="6143"/>
                    </a:cubicBezTo>
                    <a:cubicBezTo>
                      <a:pt x="11162" y="5520"/>
                      <a:pt x="11163" y="4843"/>
                      <a:pt x="11770" y="4324"/>
                    </a:cubicBezTo>
                    <a:cubicBezTo>
                      <a:pt x="12234" y="3928"/>
                      <a:pt x="12823" y="3687"/>
                      <a:pt x="13628" y="3571"/>
                    </a:cubicBezTo>
                    <a:cubicBezTo>
                      <a:pt x="13950" y="3524"/>
                      <a:pt x="14274" y="3500"/>
                      <a:pt x="14602" y="3500"/>
                    </a:cubicBezTo>
                    <a:close/>
                    <a:moveTo>
                      <a:pt x="17017" y="1170"/>
                    </a:moveTo>
                    <a:cubicBezTo>
                      <a:pt x="17990" y="1170"/>
                      <a:pt x="18811" y="1975"/>
                      <a:pt x="18811" y="2927"/>
                    </a:cubicBezTo>
                    <a:lnTo>
                      <a:pt x="18811" y="17056"/>
                    </a:lnTo>
                    <a:cubicBezTo>
                      <a:pt x="18811" y="18023"/>
                      <a:pt x="18024" y="18811"/>
                      <a:pt x="17056" y="18811"/>
                    </a:cubicBezTo>
                    <a:lnTo>
                      <a:pt x="14089" y="18811"/>
                    </a:lnTo>
                    <a:lnTo>
                      <a:pt x="14089" y="11747"/>
                    </a:lnTo>
                    <a:lnTo>
                      <a:pt x="15846" y="11747"/>
                    </a:lnTo>
                    <a:cubicBezTo>
                      <a:pt x="16115" y="11747"/>
                      <a:pt x="16348" y="11565"/>
                      <a:pt x="16414" y="11305"/>
                    </a:cubicBezTo>
                    <a:lnTo>
                      <a:pt x="16999" y="8963"/>
                    </a:lnTo>
                    <a:cubicBezTo>
                      <a:pt x="17042" y="8787"/>
                      <a:pt x="17003" y="8602"/>
                      <a:pt x="16893" y="8460"/>
                    </a:cubicBezTo>
                    <a:cubicBezTo>
                      <a:pt x="16782" y="8317"/>
                      <a:pt x="16612" y="8235"/>
                      <a:pt x="16431" y="8235"/>
                    </a:cubicBezTo>
                    <a:lnTo>
                      <a:pt x="14089" y="8235"/>
                    </a:lnTo>
                    <a:lnTo>
                      <a:pt x="14089" y="6909"/>
                    </a:lnTo>
                    <a:cubicBezTo>
                      <a:pt x="14089" y="6638"/>
                      <a:pt x="14144" y="6343"/>
                      <a:pt x="14808" y="6229"/>
                    </a:cubicBezTo>
                    <a:cubicBezTo>
                      <a:pt x="14936" y="6208"/>
                      <a:pt x="15061" y="6199"/>
                      <a:pt x="15182" y="6199"/>
                    </a:cubicBezTo>
                    <a:cubicBezTo>
                      <a:pt x="15552" y="6199"/>
                      <a:pt x="15890" y="6283"/>
                      <a:pt x="16198" y="6360"/>
                    </a:cubicBezTo>
                    <a:cubicBezTo>
                      <a:pt x="16304" y="6387"/>
                      <a:pt x="16415" y="6421"/>
                      <a:pt x="16532" y="6421"/>
                    </a:cubicBezTo>
                    <a:cubicBezTo>
                      <a:pt x="16632" y="6421"/>
                      <a:pt x="16736" y="6396"/>
                      <a:pt x="16847" y="6321"/>
                    </a:cubicBezTo>
                    <a:cubicBezTo>
                      <a:pt x="16983" y="6229"/>
                      <a:pt x="17074" y="6084"/>
                      <a:pt x="17098" y="5923"/>
                    </a:cubicBezTo>
                    <a:cubicBezTo>
                      <a:pt x="17098" y="5923"/>
                      <a:pt x="17362" y="4156"/>
                      <a:pt x="17482" y="3339"/>
                    </a:cubicBezTo>
                    <a:cubicBezTo>
                      <a:pt x="17525" y="3049"/>
                      <a:pt x="17346" y="2769"/>
                      <a:pt x="17063" y="2690"/>
                    </a:cubicBezTo>
                    <a:cubicBezTo>
                      <a:pt x="16267" y="2463"/>
                      <a:pt x="15346" y="2343"/>
                      <a:pt x="14504" y="2343"/>
                    </a:cubicBezTo>
                    <a:cubicBezTo>
                      <a:pt x="14137" y="2343"/>
                      <a:pt x="13786" y="2365"/>
                      <a:pt x="13467" y="2412"/>
                    </a:cubicBezTo>
                    <a:cubicBezTo>
                      <a:pt x="12434" y="2562"/>
                      <a:pt x="11646" y="2888"/>
                      <a:pt x="11009" y="3434"/>
                    </a:cubicBezTo>
                    <a:cubicBezTo>
                      <a:pt x="10121" y="4193"/>
                      <a:pt x="10010" y="5168"/>
                      <a:pt x="9999" y="5833"/>
                    </a:cubicBezTo>
                    <a:cubicBezTo>
                      <a:pt x="9999" y="5847"/>
                      <a:pt x="9999" y="7029"/>
                      <a:pt x="9999" y="8235"/>
                    </a:cubicBezTo>
                    <a:lnTo>
                      <a:pt x="8821" y="8235"/>
                    </a:lnTo>
                    <a:cubicBezTo>
                      <a:pt x="8497" y="8235"/>
                      <a:pt x="8236" y="8497"/>
                      <a:pt x="8236" y="8819"/>
                    </a:cubicBezTo>
                    <a:lnTo>
                      <a:pt x="8236" y="11161"/>
                    </a:lnTo>
                    <a:cubicBezTo>
                      <a:pt x="8236" y="11485"/>
                      <a:pt x="8497" y="11747"/>
                      <a:pt x="8821" y="11747"/>
                    </a:cubicBezTo>
                    <a:lnTo>
                      <a:pt x="9991" y="11747"/>
                    </a:lnTo>
                    <a:lnTo>
                      <a:pt x="9991" y="18811"/>
                    </a:lnTo>
                    <a:lnTo>
                      <a:pt x="2927" y="18811"/>
                    </a:lnTo>
                    <a:cubicBezTo>
                      <a:pt x="1959" y="18811"/>
                      <a:pt x="1172" y="18023"/>
                      <a:pt x="1172" y="17054"/>
                    </a:cubicBezTo>
                    <a:lnTo>
                      <a:pt x="1172" y="2927"/>
                    </a:lnTo>
                    <a:cubicBezTo>
                      <a:pt x="1172" y="1959"/>
                      <a:pt x="1959" y="1170"/>
                      <a:pt x="2927" y="1170"/>
                    </a:cubicBezTo>
                    <a:close/>
                    <a:moveTo>
                      <a:pt x="2927" y="1"/>
                    </a:moveTo>
                    <a:cubicBezTo>
                      <a:pt x="1314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4" y="19982"/>
                      <a:pt x="2927" y="19982"/>
                    </a:cubicBezTo>
                    <a:lnTo>
                      <a:pt x="17054" y="19982"/>
                    </a:lnTo>
                    <a:cubicBezTo>
                      <a:pt x="18669" y="19982"/>
                      <a:pt x="19982" y="18669"/>
                      <a:pt x="19982" y="17056"/>
                    </a:cubicBezTo>
                    <a:lnTo>
                      <a:pt x="19982" y="2927"/>
                    </a:lnTo>
                    <a:cubicBezTo>
                      <a:pt x="19982" y="2145"/>
                      <a:pt x="19669" y="1409"/>
                      <a:pt x="19101" y="853"/>
                    </a:cubicBezTo>
                    <a:cubicBezTo>
                      <a:pt x="18538" y="303"/>
                      <a:pt x="17797" y="1"/>
                      <a:pt x="170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4" name="Google Shape;12646;p89">
                <a:extLst>
                  <a:ext uri="{FF2B5EF4-FFF2-40B4-BE49-F238E27FC236}">
                    <a16:creationId xmlns:a16="http://schemas.microsoft.com/office/drawing/2014/main" id="{FA58A55E-5E8C-3BD1-AFC4-863AA92FB1F4}"/>
                  </a:ext>
                </a:extLst>
              </p:cNvPr>
              <p:cNvGrpSpPr/>
              <p:nvPr/>
            </p:nvGrpSpPr>
            <p:grpSpPr>
              <a:xfrm>
                <a:off x="7848323" y="4335840"/>
                <a:ext cx="620922" cy="620859"/>
                <a:chOff x="812101" y="2571761"/>
                <a:chExt cx="417066" cy="417024"/>
              </a:xfrm>
              <a:grpFill/>
            </p:grpSpPr>
            <p:sp>
              <p:nvSpPr>
                <p:cNvPr id="34" name="Google Shape;12647;p89">
                  <a:extLst>
                    <a:ext uri="{FF2B5EF4-FFF2-40B4-BE49-F238E27FC236}">
                      <a16:creationId xmlns:a16="http://schemas.microsoft.com/office/drawing/2014/main" id="{A50140B0-72E3-3974-689F-C475F74ACBD9}"/>
                    </a:ext>
                  </a:extLst>
                </p:cNvPr>
                <p:cNvSpPr/>
                <p:nvPr/>
              </p:nvSpPr>
              <p:spPr>
                <a:xfrm>
                  <a:off x="935084" y="2694744"/>
                  <a:ext cx="171071" cy="17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8197" extrusionOk="0">
                      <a:moveTo>
                        <a:pt x="4099" y="1171"/>
                      </a:moveTo>
                      <a:cubicBezTo>
                        <a:pt x="5712" y="1171"/>
                        <a:pt x="7027" y="2484"/>
                        <a:pt x="7027" y="4097"/>
                      </a:cubicBezTo>
                      <a:cubicBezTo>
                        <a:pt x="7027" y="5712"/>
                        <a:pt x="5712" y="7025"/>
                        <a:pt x="4099" y="7025"/>
                      </a:cubicBezTo>
                      <a:cubicBezTo>
                        <a:pt x="2486" y="7025"/>
                        <a:pt x="1171" y="5712"/>
                        <a:pt x="1171" y="4097"/>
                      </a:cubicBezTo>
                      <a:cubicBezTo>
                        <a:pt x="1171" y="2484"/>
                        <a:pt x="2486" y="1171"/>
                        <a:pt x="4099" y="1171"/>
                      </a:cubicBezTo>
                      <a:close/>
                      <a:moveTo>
                        <a:pt x="4099" y="0"/>
                      </a:moveTo>
                      <a:cubicBezTo>
                        <a:pt x="1840" y="0"/>
                        <a:pt x="0" y="1838"/>
                        <a:pt x="0" y="4097"/>
                      </a:cubicBezTo>
                      <a:cubicBezTo>
                        <a:pt x="0" y="6358"/>
                        <a:pt x="1840" y="8196"/>
                        <a:pt x="4099" y="8196"/>
                      </a:cubicBezTo>
                      <a:cubicBezTo>
                        <a:pt x="6358" y="8196"/>
                        <a:pt x="8196" y="6358"/>
                        <a:pt x="8196" y="4097"/>
                      </a:cubicBezTo>
                      <a:cubicBezTo>
                        <a:pt x="8196" y="1838"/>
                        <a:pt x="6358" y="0"/>
                        <a:pt x="40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Google Shape;12648;p89">
                  <a:extLst>
                    <a:ext uri="{FF2B5EF4-FFF2-40B4-BE49-F238E27FC236}">
                      <a16:creationId xmlns:a16="http://schemas.microsoft.com/office/drawing/2014/main" id="{89070AE8-7FEC-8827-6C9B-4834A1F54804}"/>
                    </a:ext>
                  </a:extLst>
                </p:cNvPr>
                <p:cNvSpPr/>
                <p:nvPr/>
              </p:nvSpPr>
              <p:spPr>
                <a:xfrm>
                  <a:off x="860977" y="2620616"/>
                  <a:ext cx="319311" cy="31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0" h="15299" extrusionOk="0">
                      <a:moveTo>
                        <a:pt x="12333" y="1171"/>
                      </a:moveTo>
                      <a:cubicBezTo>
                        <a:pt x="13306" y="1171"/>
                        <a:pt x="14128" y="1994"/>
                        <a:pt x="14128" y="2967"/>
                      </a:cubicBezTo>
                      <a:lnTo>
                        <a:pt x="14128" y="12334"/>
                      </a:lnTo>
                      <a:cubicBezTo>
                        <a:pt x="14128" y="13307"/>
                        <a:pt x="13306" y="14129"/>
                        <a:pt x="12333" y="14129"/>
                      </a:cubicBezTo>
                      <a:lnTo>
                        <a:pt x="2968" y="14129"/>
                      </a:lnTo>
                      <a:cubicBezTo>
                        <a:pt x="1993" y="14129"/>
                        <a:pt x="1172" y="13307"/>
                        <a:pt x="1172" y="12334"/>
                      </a:cubicBezTo>
                      <a:lnTo>
                        <a:pt x="1172" y="2967"/>
                      </a:lnTo>
                      <a:cubicBezTo>
                        <a:pt x="1172" y="1994"/>
                        <a:pt x="1993" y="1171"/>
                        <a:pt x="2968" y="1171"/>
                      </a:cubicBezTo>
                      <a:close/>
                      <a:moveTo>
                        <a:pt x="2968" y="0"/>
                      </a:moveTo>
                      <a:cubicBezTo>
                        <a:pt x="1351" y="0"/>
                        <a:pt x="1" y="1346"/>
                        <a:pt x="1" y="2967"/>
                      </a:cubicBezTo>
                      <a:lnTo>
                        <a:pt x="1" y="12334"/>
                      </a:lnTo>
                      <a:cubicBezTo>
                        <a:pt x="1" y="13952"/>
                        <a:pt x="1349" y="15299"/>
                        <a:pt x="2968" y="15299"/>
                      </a:cubicBezTo>
                      <a:lnTo>
                        <a:pt x="12333" y="15299"/>
                      </a:lnTo>
                      <a:cubicBezTo>
                        <a:pt x="13953" y="15299"/>
                        <a:pt x="15299" y="13951"/>
                        <a:pt x="15299" y="12334"/>
                      </a:cubicBezTo>
                      <a:lnTo>
                        <a:pt x="15299" y="2967"/>
                      </a:lnTo>
                      <a:cubicBezTo>
                        <a:pt x="15299" y="1345"/>
                        <a:pt x="13948" y="0"/>
                        <a:pt x="123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Google Shape;12649;p89">
                  <a:extLst>
                    <a:ext uri="{FF2B5EF4-FFF2-40B4-BE49-F238E27FC236}">
                      <a16:creationId xmlns:a16="http://schemas.microsoft.com/office/drawing/2014/main" id="{44926B87-DBD4-3073-3C4A-FA33CE8ACD6C}"/>
                    </a:ext>
                  </a:extLst>
                </p:cNvPr>
                <p:cNvSpPr/>
                <p:nvPr/>
              </p:nvSpPr>
              <p:spPr>
                <a:xfrm>
                  <a:off x="812101" y="2571761"/>
                  <a:ext cx="417066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4" h="19982" extrusionOk="0">
                      <a:moveTo>
                        <a:pt x="17056" y="1172"/>
                      </a:moveTo>
                      <a:cubicBezTo>
                        <a:pt x="18025" y="1172"/>
                        <a:pt x="18812" y="1959"/>
                        <a:pt x="18812" y="2927"/>
                      </a:cubicBezTo>
                      <a:lnTo>
                        <a:pt x="18812" y="17056"/>
                      </a:lnTo>
                      <a:cubicBezTo>
                        <a:pt x="18812" y="18023"/>
                        <a:pt x="18025" y="18811"/>
                        <a:pt x="17056" y="18811"/>
                      </a:cubicBezTo>
                      <a:lnTo>
                        <a:pt x="2928" y="18811"/>
                      </a:lnTo>
                      <a:cubicBezTo>
                        <a:pt x="1961" y="18811"/>
                        <a:pt x="1172" y="18023"/>
                        <a:pt x="1172" y="17056"/>
                      </a:cubicBezTo>
                      <a:lnTo>
                        <a:pt x="1172" y="2927"/>
                      </a:lnTo>
                      <a:cubicBezTo>
                        <a:pt x="1172" y="1959"/>
                        <a:pt x="1961" y="1172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1313" y="1"/>
                        <a:pt x="1" y="1313"/>
                        <a:pt x="1" y="2927"/>
                      </a:cubicBezTo>
                      <a:lnTo>
                        <a:pt x="1" y="17056"/>
                      </a:lnTo>
                      <a:cubicBezTo>
                        <a:pt x="1" y="18669"/>
                        <a:pt x="1313" y="19982"/>
                        <a:pt x="2928" y="19982"/>
                      </a:cubicBezTo>
                      <a:lnTo>
                        <a:pt x="17056" y="19982"/>
                      </a:lnTo>
                      <a:cubicBezTo>
                        <a:pt x="18669" y="19982"/>
                        <a:pt x="19984" y="18669"/>
                        <a:pt x="19984" y="17056"/>
                      </a:cubicBezTo>
                      <a:lnTo>
                        <a:pt x="19984" y="2927"/>
                      </a:lnTo>
                      <a:cubicBezTo>
                        <a:pt x="19984" y="1313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Google Shape;12650;p89">
                  <a:extLst>
                    <a:ext uri="{FF2B5EF4-FFF2-40B4-BE49-F238E27FC236}">
                      <a16:creationId xmlns:a16="http://schemas.microsoft.com/office/drawing/2014/main" id="{BE036332-90F2-F08F-62C1-067331020C91}"/>
                    </a:ext>
                  </a:extLst>
                </p:cNvPr>
                <p:cNvSpPr/>
                <p:nvPr/>
              </p:nvSpPr>
              <p:spPr>
                <a:xfrm>
                  <a:off x="1081712" y="2670306"/>
                  <a:ext cx="48878" cy="4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2" h="2343" extrusionOk="0">
                      <a:moveTo>
                        <a:pt x="1170" y="0"/>
                      </a:moveTo>
                      <a:cubicBezTo>
                        <a:pt x="524" y="0"/>
                        <a:pt x="1" y="526"/>
                        <a:pt x="1" y="1171"/>
                      </a:cubicBezTo>
                      <a:cubicBezTo>
                        <a:pt x="1" y="1817"/>
                        <a:pt x="524" y="2342"/>
                        <a:pt x="1170" y="2342"/>
                      </a:cubicBezTo>
                      <a:cubicBezTo>
                        <a:pt x="1816" y="2342"/>
                        <a:pt x="2341" y="1817"/>
                        <a:pt x="2341" y="1171"/>
                      </a:cubicBezTo>
                      <a:cubicBezTo>
                        <a:pt x="2341" y="526"/>
                        <a:pt x="1816" y="0"/>
                        <a:pt x="1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" name="Google Shape;12651;p89">
                <a:extLst>
                  <a:ext uri="{FF2B5EF4-FFF2-40B4-BE49-F238E27FC236}">
                    <a16:creationId xmlns:a16="http://schemas.microsoft.com/office/drawing/2014/main" id="{B0ACBA6E-8486-6B55-05B2-9C8717E94ADB}"/>
                  </a:ext>
                </a:extLst>
              </p:cNvPr>
              <p:cNvGrpSpPr/>
              <p:nvPr/>
            </p:nvGrpSpPr>
            <p:grpSpPr>
              <a:xfrm>
                <a:off x="8641703" y="4335840"/>
                <a:ext cx="620859" cy="620859"/>
                <a:chOff x="1323129" y="2571761"/>
                <a:chExt cx="417024" cy="417024"/>
              </a:xfrm>
              <a:grpFill/>
            </p:grpSpPr>
            <p:sp>
              <p:nvSpPr>
                <p:cNvPr id="30" name="Google Shape;12652;p89">
                  <a:extLst>
                    <a:ext uri="{FF2B5EF4-FFF2-40B4-BE49-F238E27FC236}">
                      <a16:creationId xmlns:a16="http://schemas.microsoft.com/office/drawing/2014/main" id="{2135CFC0-D0E0-FFB4-3319-16E5BD23A456}"/>
                    </a:ext>
                  </a:extLst>
                </p:cNvPr>
                <p:cNvSpPr/>
                <p:nvPr/>
              </p:nvSpPr>
              <p:spPr>
                <a:xfrm>
                  <a:off x="1385007" y="2719183"/>
                  <a:ext cx="73337" cy="219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10537" extrusionOk="0">
                      <a:moveTo>
                        <a:pt x="2342" y="1171"/>
                      </a:moveTo>
                      <a:lnTo>
                        <a:pt x="2342" y="9367"/>
                      </a:lnTo>
                      <a:lnTo>
                        <a:pt x="1171" y="9367"/>
                      </a:lnTo>
                      <a:lnTo>
                        <a:pt x="1171" y="1171"/>
                      </a:lnTo>
                      <a:close/>
                      <a:moveTo>
                        <a:pt x="586" y="0"/>
                      </a:moveTo>
                      <a:cubicBezTo>
                        <a:pt x="264" y="0"/>
                        <a:pt x="0" y="262"/>
                        <a:pt x="0" y="586"/>
                      </a:cubicBezTo>
                      <a:lnTo>
                        <a:pt x="0" y="9951"/>
                      </a:lnTo>
                      <a:cubicBezTo>
                        <a:pt x="0" y="10275"/>
                        <a:pt x="264" y="10537"/>
                        <a:pt x="586" y="10537"/>
                      </a:cubicBezTo>
                      <a:lnTo>
                        <a:pt x="2928" y="10537"/>
                      </a:lnTo>
                      <a:cubicBezTo>
                        <a:pt x="3252" y="10537"/>
                        <a:pt x="3514" y="10275"/>
                        <a:pt x="3514" y="9951"/>
                      </a:cubicBezTo>
                      <a:lnTo>
                        <a:pt x="3514" y="586"/>
                      </a:lnTo>
                      <a:cubicBezTo>
                        <a:pt x="3514" y="262"/>
                        <a:pt x="3252" y="0"/>
                        <a:pt x="2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Google Shape;12653;p89">
                  <a:extLst>
                    <a:ext uri="{FF2B5EF4-FFF2-40B4-BE49-F238E27FC236}">
                      <a16:creationId xmlns:a16="http://schemas.microsoft.com/office/drawing/2014/main" id="{37990AA4-658A-EE5B-34D9-3FE938E186E8}"/>
                    </a:ext>
                  </a:extLst>
                </p:cNvPr>
                <p:cNvSpPr/>
                <p:nvPr/>
              </p:nvSpPr>
              <p:spPr>
                <a:xfrm>
                  <a:off x="1385007" y="2621430"/>
                  <a:ext cx="73337" cy="7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3514" extrusionOk="0">
                      <a:moveTo>
                        <a:pt x="1757" y="1171"/>
                      </a:moveTo>
                      <a:cubicBezTo>
                        <a:pt x="2081" y="1171"/>
                        <a:pt x="2342" y="1435"/>
                        <a:pt x="2342" y="1757"/>
                      </a:cubicBezTo>
                      <a:cubicBezTo>
                        <a:pt x="2342" y="2080"/>
                        <a:pt x="2081" y="2342"/>
                        <a:pt x="1757" y="2342"/>
                      </a:cubicBezTo>
                      <a:cubicBezTo>
                        <a:pt x="1435" y="2342"/>
                        <a:pt x="1171" y="2080"/>
                        <a:pt x="1171" y="1757"/>
                      </a:cubicBezTo>
                      <a:cubicBezTo>
                        <a:pt x="1171" y="1435"/>
                        <a:pt x="1435" y="1171"/>
                        <a:pt x="1757" y="1171"/>
                      </a:cubicBezTo>
                      <a:close/>
                      <a:moveTo>
                        <a:pt x="1757" y="0"/>
                      </a:moveTo>
                      <a:cubicBezTo>
                        <a:pt x="789" y="0"/>
                        <a:pt x="0" y="789"/>
                        <a:pt x="0" y="1757"/>
                      </a:cubicBezTo>
                      <a:cubicBezTo>
                        <a:pt x="0" y="2726"/>
                        <a:pt x="789" y="3513"/>
                        <a:pt x="1757" y="3513"/>
                      </a:cubicBezTo>
                      <a:cubicBezTo>
                        <a:pt x="2726" y="3513"/>
                        <a:pt x="3514" y="2726"/>
                        <a:pt x="3514" y="1757"/>
                      </a:cubicBezTo>
                      <a:cubicBezTo>
                        <a:pt x="3514" y="789"/>
                        <a:pt x="2726" y="0"/>
                        <a:pt x="1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Google Shape;12654;p89">
                  <a:extLst>
                    <a:ext uri="{FF2B5EF4-FFF2-40B4-BE49-F238E27FC236}">
                      <a16:creationId xmlns:a16="http://schemas.microsoft.com/office/drawing/2014/main" id="{6738F677-CDE3-734C-850F-F17689B4B9F5}"/>
                    </a:ext>
                  </a:extLst>
                </p:cNvPr>
                <p:cNvSpPr/>
                <p:nvPr/>
              </p:nvSpPr>
              <p:spPr>
                <a:xfrm>
                  <a:off x="1482759" y="2718786"/>
                  <a:ext cx="195510" cy="22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8" h="10556" extrusionOk="0">
                      <a:moveTo>
                        <a:pt x="5559" y="1173"/>
                      </a:moveTo>
                      <a:cubicBezTo>
                        <a:pt x="5720" y="1173"/>
                        <a:pt x="5883" y="1186"/>
                        <a:pt x="6044" y="1212"/>
                      </a:cubicBezTo>
                      <a:cubicBezTo>
                        <a:pt x="7422" y="1435"/>
                        <a:pt x="8196" y="2535"/>
                        <a:pt x="8196" y="3669"/>
                      </a:cubicBezTo>
                      <a:lnTo>
                        <a:pt x="8196" y="9386"/>
                      </a:lnTo>
                      <a:lnTo>
                        <a:pt x="7025" y="9386"/>
                      </a:lnTo>
                      <a:lnTo>
                        <a:pt x="7025" y="4702"/>
                      </a:lnTo>
                      <a:cubicBezTo>
                        <a:pt x="7025" y="3411"/>
                        <a:pt x="5975" y="2360"/>
                        <a:pt x="4683" y="2360"/>
                      </a:cubicBezTo>
                      <a:cubicBezTo>
                        <a:pt x="3392" y="2360"/>
                        <a:pt x="2341" y="3411"/>
                        <a:pt x="2341" y="4702"/>
                      </a:cubicBezTo>
                      <a:lnTo>
                        <a:pt x="2341" y="9386"/>
                      </a:lnTo>
                      <a:lnTo>
                        <a:pt x="1170" y="9386"/>
                      </a:lnTo>
                      <a:lnTo>
                        <a:pt x="1170" y="1190"/>
                      </a:lnTo>
                      <a:lnTo>
                        <a:pt x="2341" y="1190"/>
                      </a:lnTo>
                      <a:lnTo>
                        <a:pt x="2341" y="1776"/>
                      </a:lnTo>
                      <a:cubicBezTo>
                        <a:pt x="2341" y="2011"/>
                        <a:pt x="2484" y="2225"/>
                        <a:pt x="2704" y="2316"/>
                      </a:cubicBezTo>
                      <a:cubicBezTo>
                        <a:pt x="2776" y="2346"/>
                        <a:pt x="2852" y="2361"/>
                        <a:pt x="2928" y="2361"/>
                      </a:cubicBezTo>
                      <a:cubicBezTo>
                        <a:pt x="3080" y="2361"/>
                        <a:pt x="3229" y="2301"/>
                        <a:pt x="3341" y="2190"/>
                      </a:cubicBezTo>
                      <a:lnTo>
                        <a:pt x="3615" y="1916"/>
                      </a:lnTo>
                      <a:cubicBezTo>
                        <a:pt x="4086" y="1443"/>
                        <a:pt x="4813" y="1173"/>
                        <a:pt x="5559" y="1173"/>
                      </a:cubicBezTo>
                      <a:close/>
                      <a:moveTo>
                        <a:pt x="5553" y="0"/>
                      </a:moveTo>
                      <a:cubicBezTo>
                        <a:pt x="4823" y="0"/>
                        <a:pt x="4110" y="189"/>
                        <a:pt x="3509" y="536"/>
                      </a:cubicBezTo>
                      <a:cubicBezTo>
                        <a:pt x="3475" y="246"/>
                        <a:pt x="3227" y="19"/>
                        <a:pt x="2927" y="19"/>
                      </a:cubicBezTo>
                      <a:lnTo>
                        <a:pt x="586" y="19"/>
                      </a:lnTo>
                      <a:cubicBezTo>
                        <a:pt x="262" y="19"/>
                        <a:pt x="1" y="281"/>
                        <a:pt x="1" y="605"/>
                      </a:cubicBezTo>
                      <a:lnTo>
                        <a:pt x="1" y="9970"/>
                      </a:lnTo>
                      <a:cubicBezTo>
                        <a:pt x="1" y="10294"/>
                        <a:pt x="262" y="10556"/>
                        <a:pt x="586" y="10556"/>
                      </a:cubicBezTo>
                      <a:lnTo>
                        <a:pt x="2927" y="10556"/>
                      </a:lnTo>
                      <a:cubicBezTo>
                        <a:pt x="3250" y="10556"/>
                        <a:pt x="3512" y="10294"/>
                        <a:pt x="3512" y="9970"/>
                      </a:cubicBezTo>
                      <a:lnTo>
                        <a:pt x="3512" y="4702"/>
                      </a:lnTo>
                      <a:cubicBezTo>
                        <a:pt x="3512" y="4056"/>
                        <a:pt x="4038" y="3531"/>
                        <a:pt x="4683" y="3531"/>
                      </a:cubicBezTo>
                      <a:cubicBezTo>
                        <a:pt x="5329" y="3531"/>
                        <a:pt x="5854" y="4056"/>
                        <a:pt x="5854" y="4702"/>
                      </a:cubicBezTo>
                      <a:lnTo>
                        <a:pt x="5854" y="9970"/>
                      </a:lnTo>
                      <a:cubicBezTo>
                        <a:pt x="5854" y="10294"/>
                        <a:pt x="6116" y="10556"/>
                        <a:pt x="6440" y="10556"/>
                      </a:cubicBezTo>
                      <a:lnTo>
                        <a:pt x="8782" y="10556"/>
                      </a:lnTo>
                      <a:cubicBezTo>
                        <a:pt x="9104" y="10556"/>
                        <a:pt x="9368" y="10294"/>
                        <a:pt x="9368" y="9970"/>
                      </a:cubicBezTo>
                      <a:lnTo>
                        <a:pt x="9368" y="3669"/>
                      </a:lnTo>
                      <a:cubicBezTo>
                        <a:pt x="9368" y="1921"/>
                        <a:pt x="8131" y="364"/>
                        <a:pt x="6231" y="55"/>
                      </a:cubicBezTo>
                      <a:cubicBezTo>
                        <a:pt x="6005" y="18"/>
                        <a:pt x="5779" y="0"/>
                        <a:pt x="5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Google Shape;12655;p89">
                  <a:extLst>
                    <a:ext uri="{FF2B5EF4-FFF2-40B4-BE49-F238E27FC236}">
                      <a16:creationId xmlns:a16="http://schemas.microsoft.com/office/drawing/2014/main" id="{7FF7238B-5C63-FBDC-F971-5D342934ED7F}"/>
                    </a:ext>
                  </a:extLst>
                </p:cNvPr>
                <p:cNvSpPr/>
                <p:nvPr/>
              </p:nvSpPr>
              <p:spPr>
                <a:xfrm>
                  <a:off x="1323129" y="2571761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5" y="1170"/>
                      </a:moveTo>
                      <a:cubicBezTo>
                        <a:pt x="17989" y="1170"/>
                        <a:pt x="18810" y="1993"/>
                        <a:pt x="18810" y="2966"/>
                      </a:cubicBezTo>
                      <a:lnTo>
                        <a:pt x="18810" y="17015"/>
                      </a:lnTo>
                      <a:cubicBezTo>
                        <a:pt x="18810" y="17990"/>
                        <a:pt x="17989" y="18811"/>
                        <a:pt x="17015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70" y="17990"/>
                        <a:pt x="1170" y="17015"/>
                      </a:cubicBezTo>
                      <a:lnTo>
                        <a:pt x="1170" y="2966"/>
                      </a:lnTo>
                      <a:cubicBezTo>
                        <a:pt x="1170" y="1993"/>
                        <a:pt x="1992" y="1170"/>
                        <a:pt x="2965" y="1170"/>
                      </a:cubicBezTo>
                      <a:close/>
                      <a:moveTo>
                        <a:pt x="2965" y="1"/>
                      </a:moveTo>
                      <a:cubicBezTo>
                        <a:pt x="1347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5"/>
                        <a:pt x="1348" y="19982"/>
                        <a:pt x="2965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7"/>
                        <a:pt x="18633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Google Shape;12656;p89">
                <a:extLst>
                  <a:ext uri="{FF2B5EF4-FFF2-40B4-BE49-F238E27FC236}">
                    <a16:creationId xmlns:a16="http://schemas.microsoft.com/office/drawing/2014/main" id="{F60D1695-F7EF-6B75-EE06-2E17A0FF75BB}"/>
                  </a:ext>
                </a:extLst>
              </p:cNvPr>
              <p:cNvSpPr/>
              <p:nvPr/>
            </p:nvSpPr>
            <p:spPr>
              <a:xfrm>
                <a:off x="9515717" y="4391943"/>
                <a:ext cx="623923" cy="508838"/>
              </a:xfrm>
              <a:custGeom>
                <a:avLst/>
                <a:gdLst/>
                <a:ahLst/>
                <a:cxnLst/>
                <a:rect l="l" t="t" r="r" b="b"/>
                <a:pathLst>
                  <a:path w="20081" h="16377" extrusionOk="0">
                    <a:moveTo>
                      <a:pt x="13632" y="1165"/>
                    </a:moveTo>
                    <a:cubicBezTo>
                      <a:pt x="14903" y="1165"/>
                      <a:pt x="15458" y="1658"/>
                      <a:pt x="15826" y="1984"/>
                    </a:cubicBezTo>
                    <a:cubicBezTo>
                      <a:pt x="16040" y="2173"/>
                      <a:pt x="16244" y="2353"/>
                      <a:pt x="16548" y="2353"/>
                    </a:cubicBezTo>
                    <a:cubicBezTo>
                      <a:pt x="16762" y="2353"/>
                      <a:pt x="17038" y="2293"/>
                      <a:pt x="17344" y="2196"/>
                    </a:cubicBezTo>
                    <a:lnTo>
                      <a:pt x="17344" y="2196"/>
                    </a:lnTo>
                    <a:cubicBezTo>
                      <a:pt x="17236" y="2288"/>
                      <a:pt x="17119" y="2376"/>
                      <a:pt x="16995" y="2461"/>
                    </a:cubicBezTo>
                    <a:cubicBezTo>
                      <a:pt x="16780" y="2612"/>
                      <a:pt x="16689" y="2889"/>
                      <a:pt x="16778" y="3137"/>
                    </a:cubicBezTo>
                    <a:cubicBezTo>
                      <a:pt x="16861" y="3373"/>
                      <a:pt x="17082" y="3528"/>
                      <a:pt x="17329" y="3528"/>
                    </a:cubicBezTo>
                    <a:cubicBezTo>
                      <a:pt x="17343" y="3528"/>
                      <a:pt x="17358" y="3527"/>
                      <a:pt x="17372" y="3526"/>
                    </a:cubicBezTo>
                    <a:cubicBezTo>
                      <a:pt x="17475" y="3519"/>
                      <a:pt x="17576" y="3508"/>
                      <a:pt x="17680" y="3494"/>
                    </a:cubicBezTo>
                    <a:lnTo>
                      <a:pt x="17680" y="3494"/>
                    </a:lnTo>
                    <a:cubicBezTo>
                      <a:pt x="17275" y="3802"/>
                      <a:pt x="16921" y="3990"/>
                      <a:pt x="16937" y="4786"/>
                    </a:cubicBezTo>
                    <a:cubicBezTo>
                      <a:pt x="16937" y="4826"/>
                      <a:pt x="16939" y="4881"/>
                      <a:pt x="16939" y="4971"/>
                    </a:cubicBezTo>
                    <a:cubicBezTo>
                      <a:pt x="16939" y="6510"/>
                      <a:pt x="16350" y="9097"/>
                      <a:pt x="14694" y="11320"/>
                    </a:cubicBezTo>
                    <a:cubicBezTo>
                      <a:pt x="13372" y="13093"/>
                      <a:pt x="10896" y="15207"/>
                      <a:pt x="6611" y="15207"/>
                    </a:cubicBezTo>
                    <a:cubicBezTo>
                      <a:pt x="5368" y="15207"/>
                      <a:pt x="4159" y="14996"/>
                      <a:pt x="3001" y="14582"/>
                    </a:cubicBezTo>
                    <a:cubicBezTo>
                      <a:pt x="4359" y="14345"/>
                      <a:pt x="5612" y="13799"/>
                      <a:pt x="6698" y="12960"/>
                    </a:cubicBezTo>
                    <a:cubicBezTo>
                      <a:pt x="6893" y="12812"/>
                      <a:pt x="6972" y="12557"/>
                      <a:pt x="6900" y="12323"/>
                    </a:cubicBezTo>
                    <a:cubicBezTo>
                      <a:pt x="6827" y="12090"/>
                      <a:pt x="6617" y="11925"/>
                      <a:pt x="6372" y="11913"/>
                    </a:cubicBezTo>
                    <a:cubicBezTo>
                      <a:pt x="5203" y="11849"/>
                      <a:pt x="4280" y="11209"/>
                      <a:pt x="3767" y="10448"/>
                    </a:cubicBezTo>
                    <a:cubicBezTo>
                      <a:pt x="3968" y="10434"/>
                      <a:pt x="4207" y="10404"/>
                      <a:pt x="4564" y="10340"/>
                    </a:cubicBezTo>
                    <a:cubicBezTo>
                      <a:pt x="4832" y="10294"/>
                      <a:pt x="5030" y="10071"/>
                      <a:pt x="5047" y="9801"/>
                    </a:cubicBezTo>
                    <a:cubicBezTo>
                      <a:pt x="5065" y="9532"/>
                      <a:pt x="4895" y="9286"/>
                      <a:pt x="4637" y="9205"/>
                    </a:cubicBezTo>
                    <a:cubicBezTo>
                      <a:pt x="3296" y="8787"/>
                      <a:pt x="2498" y="8025"/>
                      <a:pt x="2180" y="6838"/>
                    </a:cubicBezTo>
                    <a:lnTo>
                      <a:pt x="2180" y="6838"/>
                    </a:lnTo>
                    <a:cubicBezTo>
                      <a:pt x="2390" y="6891"/>
                      <a:pt x="2642" y="6933"/>
                      <a:pt x="3057" y="6986"/>
                    </a:cubicBezTo>
                    <a:cubicBezTo>
                      <a:pt x="3081" y="6989"/>
                      <a:pt x="3105" y="6991"/>
                      <a:pt x="3129" y="6991"/>
                    </a:cubicBezTo>
                    <a:cubicBezTo>
                      <a:pt x="3359" y="6991"/>
                      <a:pt x="3571" y="6854"/>
                      <a:pt x="3666" y="6640"/>
                    </a:cubicBezTo>
                    <a:cubicBezTo>
                      <a:pt x="3770" y="6403"/>
                      <a:pt x="3707" y="6125"/>
                      <a:pt x="3508" y="5957"/>
                    </a:cubicBezTo>
                    <a:cubicBezTo>
                      <a:pt x="2014" y="4697"/>
                      <a:pt x="1936" y="3409"/>
                      <a:pt x="2210" y="2373"/>
                    </a:cubicBezTo>
                    <a:lnTo>
                      <a:pt x="2210" y="2373"/>
                    </a:lnTo>
                    <a:cubicBezTo>
                      <a:pt x="4267" y="4464"/>
                      <a:pt x="6801" y="5670"/>
                      <a:pt x="9880" y="5882"/>
                    </a:cubicBezTo>
                    <a:cubicBezTo>
                      <a:pt x="9894" y="5883"/>
                      <a:pt x="9908" y="5884"/>
                      <a:pt x="9921" y="5884"/>
                    </a:cubicBezTo>
                    <a:cubicBezTo>
                      <a:pt x="10265" y="5884"/>
                      <a:pt x="10539" y="5586"/>
                      <a:pt x="10503" y="5239"/>
                    </a:cubicBezTo>
                    <a:cubicBezTo>
                      <a:pt x="10372" y="3940"/>
                      <a:pt x="10634" y="2919"/>
                      <a:pt x="11281" y="2203"/>
                    </a:cubicBezTo>
                    <a:cubicBezTo>
                      <a:pt x="11975" y="1437"/>
                      <a:pt x="12981" y="1165"/>
                      <a:pt x="13632" y="1165"/>
                    </a:cubicBezTo>
                    <a:close/>
                    <a:moveTo>
                      <a:pt x="13631" y="1"/>
                    </a:moveTo>
                    <a:cubicBezTo>
                      <a:pt x="12698" y="1"/>
                      <a:pt x="11363" y="368"/>
                      <a:pt x="10413" y="1418"/>
                    </a:cubicBezTo>
                    <a:cubicBezTo>
                      <a:pt x="9665" y="2245"/>
                      <a:pt x="9291" y="3332"/>
                      <a:pt x="9300" y="4649"/>
                    </a:cubicBezTo>
                    <a:cubicBezTo>
                      <a:pt x="6556" y="4315"/>
                      <a:pt x="4306" y="3079"/>
                      <a:pt x="2438" y="887"/>
                    </a:cubicBezTo>
                    <a:cubicBezTo>
                      <a:pt x="2327" y="756"/>
                      <a:pt x="2163" y="681"/>
                      <a:pt x="1993" y="681"/>
                    </a:cubicBezTo>
                    <a:cubicBezTo>
                      <a:pt x="1966" y="681"/>
                      <a:pt x="1938" y="683"/>
                      <a:pt x="1911" y="687"/>
                    </a:cubicBezTo>
                    <a:cubicBezTo>
                      <a:pt x="1713" y="715"/>
                      <a:pt x="1541" y="843"/>
                      <a:pt x="1460" y="1025"/>
                    </a:cubicBezTo>
                    <a:cubicBezTo>
                      <a:pt x="1207" y="1582"/>
                      <a:pt x="876" y="2444"/>
                      <a:pt x="922" y="3466"/>
                    </a:cubicBezTo>
                    <a:cubicBezTo>
                      <a:pt x="952" y="4138"/>
                      <a:pt x="1138" y="4773"/>
                      <a:pt x="1479" y="5368"/>
                    </a:cubicBezTo>
                    <a:cubicBezTo>
                      <a:pt x="1469" y="5367"/>
                      <a:pt x="1459" y="5367"/>
                      <a:pt x="1449" y="5367"/>
                    </a:cubicBezTo>
                    <a:cubicBezTo>
                      <a:pt x="1114" y="5367"/>
                      <a:pt x="843" y="5650"/>
                      <a:pt x="865" y="5990"/>
                    </a:cubicBezTo>
                    <a:cubicBezTo>
                      <a:pt x="963" y="7455"/>
                      <a:pt x="1501" y="8589"/>
                      <a:pt x="2470" y="9380"/>
                    </a:cubicBezTo>
                    <a:cubicBezTo>
                      <a:pt x="2284" y="9528"/>
                      <a:pt x="2208" y="9773"/>
                      <a:pt x="2274" y="9999"/>
                    </a:cubicBezTo>
                    <a:cubicBezTo>
                      <a:pt x="2578" y="11057"/>
                      <a:pt x="3469" y="12207"/>
                      <a:pt x="4833" y="12757"/>
                    </a:cubicBezTo>
                    <a:cubicBezTo>
                      <a:pt x="3802" y="13279"/>
                      <a:pt x="2644" y="13546"/>
                      <a:pt x="1412" y="13546"/>
                    </a:cubicBezTo>
                    <a:cubicBezTo>
                      <a:pt x="1173" y="13546"/>
                      <a:pt x="932" y="13536"/>
                      <a:pt x="689" y="13516"/>
                    </a:cubicBezTo>
                    <a:cubicBezTo>
                      <a:pt x="673" y="13515"/>
                      <a:pt x="658" y="13514"/>
                      <a:pt x="642" y="13514"/>
                    </a:cubicBezTo>
                    <a:cubicBezTo>
                      <a:pt x="390" y="13514"/>
                      <a:pt x="164" y="13676"/>
                      <a:pt x="84" y="13919"/>
                    </a:cubicBezTo>
                    <a:cubicBezTo>
                      <a:pt x="0" y="14177"/>
                      <a:pt x="105" y="14460"/>
                      <a:pt x="338" y="14600"/>
                    </a:cubicBezTo>
                    <a:cubicBezTo>
                      <a:pt x="2284" y="15778"/>
                      <a:pt x="4395" y="16376"/>
                      <a:pt x="6611" y="16376"/>
                    </a:cubicBezTo>
                    <a:cubicBezTo>
                      <a:pt x="11382" y="16376"/>
                      <a:pt x="14151" y="14008"/>
                      <a:pt x="15631" y="12019"/>
                    </a:cubicBezTo>
                    <a:cubicBezTo>
                      <a:pt x="17461" y="9567"/>
                      <a:pt x="18108" y="6689"/>
                      <a:pt x="18108" y="4971"/>
                    </a:cubicBezTo>
                    <a:cubicBezTo>
                      <a:pt x="18108" y="4747"/>
                      <a:pt x="18103" y="4701"/>
                      <a:pt x="18110" y="4637"/>
                    </a:cubicBezTo>
                    <a:cubicBezTo>
                      <a:pt x="18336" y="4435"/>
                      <a:pt x="18964" y="4133"/>
                      <a:pt x="19935" y="2718"/>
                    </a:cubicBezTo>
                    <a:cubicBezTo>
                      <a:pt x="20080" y="2505"/>
                      <a:pt x="20070" y="2221"/>
                      <a:pt x="19909" y="2019"/>
                    </a:cubicBezTo>
                    <a:cubicBezTo>
                      <a:pt x="19795" y="1879"/>
                      <a:pt x="19625" y="1801"/>
                      <a:pt x="19451" y="1801"/>
                    </a:cubicBezTo>
                    <a:cubicBezTo>
                      <a:pt x="19377" y="1801"/>
                      <a:pt x="19303" y="1815"/>
                      <a:pt x="19231" y="1844"/>
                    </a:cubicBezTo>
                    <a:cubicBezTo>
                      <a:pt x="19194" y="1860"/>
                      <a:pt x="19155" y="1874"/>
                      <a:pt x="19118" y="1890"/>
                    </a:cubicBezTo>
                    <a:cubicBezTo>
                      <a:pt x="19269" y="1630"/>
                      <a:pt x="19392" y="1356"/>
                      <a:pt x="19490" y="1062"/>
                    </a:cubicBezTo>
                    <a:cubicBezTo>
                      <a:pt x="19564" y="841"/>
                      <a:pt x="19498" y="598"/>
                      <a:pt x="19327" y="443"/>
                    </a:cubicBezTo>
                    <a:cubicBezTo>
                      <a:pt x="19217" y="344"/>
                      <a:pt x="19076" y="292"/>
                      <a:pt x="18934" y="292"/>
                    </a:cubicBezTo>
                    <a:cubicBezTo>
                      <a:pt x="18853" y="292"/>
                      <a:pt x="18771" y="309"/>
                      <a:pt x="18694" y="344"/>
                    </a:cubicBezTo>
                    <a:cubicBezTo>
                      <a:pt x="18690" y="345"/>
                      <a:pt x="18676" y="351"/>
                      <a:pt x="18651" y="363"/>
                    </a:cubicBezTo>
                    <a:cubicBezTo>
                      <a:pt x="17724" y="830"/>
                      <a:pt x="16999" y="1103"/>
                      <a:pt x="16670" y="1166"/>
                    </a:cubicBezTo>
                    <a:cubicBezTo>
                      <a:pt x="16647" y="1147"/>
                      <a:pt x="16624" y="1126"/>
                      <a:pt x="16603" y="1106"/>
                    </a:cubicBezTo>
                    <a:cubicBezTo>
                      <a:pt x="16194" y="745"/>
                      <a:pt x="15347" y="1"/>
                      <a:pt x="13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7" name="Google Shape;12657;p89">
                <a:extLst>
                  <a:ext uri="{FF2B5EF4-FFF2-40B4-BE49-F238E27FC236}">
                    <a16:creationId xmlns:a16="http://schemas.microsoft.com/office/drawing/2014/main" id="{265187C5-F9F1-5907-8D8F-3D8285175885}"/>
                  </a:ext>
                </a:extLst>
              </p:cNvPr>
              <p:cNvGrpSpPr/>
              <p:nvPr/>
            </p:nvGrpSpPr>
            <p:grpSpPr>
              <a:xfrm>
                <a:off x="10373678" y="4335921"/>
                <a:ext cx="621823" cy="620890"/>
                <a:chOff x="2344476" y="2571761"/>
                <a:chExt cx="417671" cy="417045"/>
              </a:xfrm>
              <a:grpFill/>
            </p:grpSpPr>
            <p:sp>
              <p:nvSpPr>
                <p:cNvPr id="28" name="Google Shape;12658;p89">
                  <a:extLst>
                    <a:ext uri="{FF2B5EF4-FFF2-40B4-BE49-F238E27FC236}">
                      <a16:creationId xmlns:a16="http://schemas.microsoft.com/office/drawing/2014/main" id="{2169E6F7-1FFD-A220-877C-AACAE3FF3BB7}"/>
                    </a:ext>
                  </a:extLst>
                </p:cNvPr>
                <p:cNvSpPr/>
                <p:nvPr/>
              </p:nvSpPr>
              <p:spPr>
                <a:xfrm>
                  <a:off x="2344476" y="2571761"/>
                  <a:ext cx="417671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3" h="19983" extrusionOk="0">
                      <a:moveTo>
                        <a:pt x="10022" y="1170"/>
                      </a:moveTo>
                      <a:cubicBezTo>
                        <a:pt x="14886" y="1170"/>
                        <a:pt x="18842" y="5127"/>
                        <a:pt x="18842" y="9990"/>
                      </a:cubicBezTo>
                      <a:cubicBezTo>
                        <a:pt x="18842" y="14855"/>
                        <a:pt x="14886" y="18811"/>
                        <a:pt x="10023" y="18811"/>
                      </a:cubicBezTo>
                      <a:cubicBezTo>
                        <a:pt x="8516" y="18811"/>
                        <a:pt x="7030" y="18423"/>
                        <a:pt x="5726" y="17691"/>
                      </a:cubicBezTo>
                      <a:cubicBezTo>
                        <a:pt x="5638" y="17641"/>
                        <a:pt x="5539" y="17615"/>
                        <a:pt x="5440" y="17615"/>
                      </a:cubicBezTo>
                      <a:cubicBezTo>
                        <a:pt x="5393" y="17615"/>
                        <a:pt x="5345" y="17621"/>
                        <a:pt x="5298" y="17632"/>
                      </a:cubicBezTo>
                      <a:lnTo>
                        <a:pt x="1419" y="18595"/>
                      </a:lnTo>
                      <a:lnTo>
                        <a:pt x="2381" y="14715"/>
                      </a:lnTo>
                      <a:cubicBezTo>
                        <a:pt x="2417" y="14570"/>
                        <a:pt x="2395" y="14416"/>
                        <a:pt x="2323" y="14287"/>
                      </a:cubicBezTo>
                      <a:cubicBezTo>
                        <a:pt x="1590" y="12982"/>
                        <a:pt x="1203" y="11498"/>
                        <a:pt x="1203" y="9990"/>
                      </a:cubicBezTo>
                      <a:cubicBezTo>
                        <a:pt x="1203" y="5127"/>
                        <a:pt x="5159" y="1170"/>
                        <a:pt x="10022" y="1170"/>
                      </a:cubicBezTo>
                      <a:close/>
                      <a:moveTo>
                        <a:pt x="10023" y="1"/>
                      </a:moveTo>
                      <a:cubicBezTo>
                        <a:pt x="4522" y="1"/>
                        <a:pt x="32" y="4491"/>
                        <a:pt x="32" y="9990"/>
                      </a:cubicBezTo>
                      <a:cubicBezTo>
                        <a:pt x="32" y="11620"/>
                        <a:pt x="432" y="13226"/>
                        <a:pt x="1191" y="14655"/>
                      </a:cubicBezTo>
                      <a:lnTo>
                        <a:pt x="50" y="19256"/>
                      </a:lnTo>
                      <a:cubicBezTo>
                        <a:pt x="0" y="19455"/>
                        <a:pt x="58" y="19665"/>
                        <a:pt x="204" y="19810"/>
                      </a:cubicBezTo>
                      <a:cubicBezTo>
                        <a:pt x="313" y="19921"/>
                        <a:pt x="461" y="19982"/>
                        <a:pt x="614" y="19982"/>
                      </a:cubicBezTo>
                      <a:cubicBezTo>
                        <a:pt x="662" y="19982"/>
                        <a:pt x="710" y="19976"/>
                        <a:pt x="757" y="19964"/>
                      </a:cubicBezTo>
                      <a:lnTo>
                        <a:pt x="5358" y="18823"/>
                      </a:lnTo>
                      <a:cubicBezTo>
                        <a:pt x="6788" y="19582"/>
                        <a:pt x="8394" y="19982"/>
                        <a:pt x="10022" y="19982"/>
                      </a:cubicBezTo>
                      <a:cubicBezTo>
                        <a:pt x="12680" y="19982"/>
                        <a:pt x="15187" y="18940"/>
                        <a:pt x="17078" y="17047"/>
                      </a:cubicBezTo>
                      <a:cubicBezTo>
                        <a:pt x="18971" y="15156"/>
                        <a:pt x="20013" y="12649"/>
                        <a:pt x="20013" y="9990"/>
                      </a:cubicBezTo>
                      <a:cubicBezTo>
                        <a:pt x="20013" y="7333"/>
                        <a:pt x="18971" y="4827"/>
                        <a:pt x="17080" y="2934"/>
                      </a:cubicBezTo>
                      <a:cubicBezTo>
                        <a:pt x="15187" y="1043"/>
                        <a:pt x="12680" y="1"/>
                        <a:pt x="100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Google Shape;12659;p89">
                  <a:extLst>
                    <a:ext uri="{FF2B5EF4-FFF2-40B4-BE49-F238E27FC236}">
                      <a16:creationId xmlns:a16="http://schemas.microsoft.com/office/drawing/2014/main" id="{1C2D4A1B-28F7-851F-1475-438EDC8AD9B5}"/>
                    </a:ext>
                  </a:extLst>
                </p:cNvPr>
                <p:cNvSpPr/>
                <p:nvPr/>
              </p:nvSpPr>
              <p:spPr>
                <a:xfrm>
                  <a:off x="2421672" y="2657388"/>
                  <a:ext cx="260625" cy="243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8" h="11674" extrusionOk="0">
                      <a:moveTo>
                        <a:pt x="3164" y="1171"/>
                      </a:moveTo>
                      <a:cubicBezTo>
                        <a:pt x="3352" y="1171"/>
                        <a:pt x="3536" y="1247"/>
                        <a:pt x="3710" y="1424"/>
                      </a:cubicBezTo>
                      <a:lnTo>
                        <a:pt x="3719" y="1433"/>
                      </a:lnTo>
                      <a:cubicBezTo>
                        <a:pt x="4757" y="2473"/>
                        <a:pt x="4683" y="2832"/>
                        <a:pt x="4449" y="3068"/>
                      </a:cubicBezTo>
                      <a:cubicBezTo>
                        <a:pt x="4240" y="3275"/>
                        <a:pt x="3625" y="3692"/>
                        <a:pt x="3427" y="3892"/>
                      </a:cubicBezTo>
                      <a:cubicBezTo>
                        <a:pt x="2960" y="4359"/>
                        <a:pt x="3046" y="5081"/>
                        <a:pt x="3685" y="6039"/>
                      </a:cubicBezTo>
                      <a:cubicBezTo>
                        <a:pt x="4065" y="6611"/>
                        <a:pt x="4568" y="7166"/>
                        <a:pt x="4805" y="7405"/>
                      </a:cubicBezTo>
                      <a:lnTo>
                        <a:pt x="4806" y="7405"/>
                      </a:lnTo>
                      <a:cubicBezTo>
                        <a:pt x="5045" y="7642"/>
                        <a:pt x="5599" y="8146"/>
                        <a:pt x="6172" y="8527"/>
                      </a:cubicBezTo>
                      <a:cubicBezTo>
                        <a:pt x="6727" y="8895"/>
                        <a:pt x="7202" y="9079"/>
                        <a:pt x="7594" y="9079"/>
                      </a:cubicBezTo>
                      <a:cubicBezTo>
                        <a:pt x="7880" y="9079"/>
                        <a:pt x="8123" y="8981"/>
                        <a:pt x="8320" y="8785"/>
                      </a:cubicBezTo>
                      <a:cubicBezTo>
                        <a:pt x="8518" y="8585"/>
                        <a:pt x="8935" y="7971"/>
                        <a:pt x="9144" y="7762"/>
                      </a:cubicBezTo>
                      <a:cubicBezTo>
                        <a:pt x="9238" y="7668"/>
                        <a:pt x="9331" y="7609"/>
                        <a:pt x="9460" y="7609"/>
                      </a:cubicBezTo>
                      <a:cubicBezTo>
                        <a:pt x="9549" y="7609"/>
                        <a:pt x="9655" y="7637"/>
                        <a:pt x="9790" y="7702"/>
                      </a:cubicBezTo>
                      <a:cubicBezTo>
                        <a:pt x="10172" y="7886"/>
                        <a:pt x="10582" y="8297"/>
                        <a:pt x="10779" y="8493"/>
                      </a:cubicBezTo>
                      <a:lnTo>
                        <a:pt x="10788" y="8502"/>
                      </a:lnTo>
                      <a:cubicBezTo>
                        <a:pt x="11239" y="8944"/>
                        <a:pt x="11037" y="9452"/>
                        <a:pt x="10593" y="9898"/>
                      </a:cubicBezTo>
                      <a:cubicBezTo>
                        <a:pt x="10190" y="10300"/>
                        <a:pt x="9680" y="10502"/>
                        <a:pt x="9068" y="10502"/>
                      </a:cubicBezTo>
                      <a:cubicBezTo>
                        <a:pt x="8521" y="10502"/>
                        <a:pt x="7892" y="10341"/>
                        <a:pt x="7184" y="10020"/>
                      </a:cubicBezTo>
                      <a:cubicBezTo>
                        <a:pt x="5868" y="9420"/>
                        <a:pt x="4676" y="8428"/>
                        <a:pt x="4228" y="7984"/>
                      </a:cubicBezTo>
                      <a:cubicBezTo>
                        <a:pt x="3784" y="7536"/>
                        <a:pt x="2792" y="6344"/>
                        <a:pt x="2192" y="5028"/>
                      </a:cubicBezTo>
                      <a:cubicBezTo>
                        <a:pt x="1511" y="3527"/>
                        <a:pt x="1552" y="2381"/>
                        <a:pt x="2314" y="1619"/>
                      </a:cubicBezTo>
                      <a:cubicBezTo>
                        <a:pt x="2583" y="1350"/>
                        <a:pt x="2877" y="1171"/>
                        <a:pt x="3164" y="1171"/>
                      </a:cubicBezTo>
                      <a:close/>
                      <a:moveTo>
                        <a:pt x="3169" y="1"/>
                      </a:moveTo>
                      <a:cubicBezTo>
                        <a:pt x="2619" y="1"/>
                        <a:pt x="2030" y="247"/>
                        <a:pt x="1486" y="791"/>
                      </a:cubicBezTo>
                      <a:cubicBezTo>
                        <a:pt x="701" y="1576"/>
                        <a:pt x="0" y="3034"/>
                        <a:pt x="1127" y="5512"/>
                      </a:cubicBezTo>
                      <a:cubicBezTo>
                        <a:pt x="1794" y="6979"/>
                        <a:pt x="2868" y="8274"/>
                        <a:pt x="3398" y="8810"/>
                      </a:cubicBezTo>
                      <a:lnTo>
                        <a:pt x="3402" y="8813"/>
                      </a:lnTo>
                      <a:cubicBezTo>
                        <a:pt x="3938" y="9344"/>
                        <a:pt x="5235" y="10418"/>
                        <a:pt x="6699" y="11085"/>
                      </a:cubicBezTo>
                      <a:cubicBezTo>
                        <a:pt x="7490" y="11445"/>
                        <a:pt x="8308" y="11674"/>
                        <a:pt x="9088" y="11674"/>
                      </a:cubicBezTo>
                      <a:cubicBezTo>
                        <a:pt x="9940" y="11674"/>
                        <a:pt x="10746" y="11400"/>
                        <a:pt x="11421" y="10726"/>
                      </a:cubicBezTo>
                      <a:cubicBezTo>
                        <a:pt x="12488" y="9657"/>
                        <a:pt x="12399" y="8442"/>
                        <a:pt x="11607" y="7665"/>
                      </a:cubicBezTo>
                      <a:cubicBezTo>
                        <a:pt x="11219" y="7278"/>
                        <a:pt x="10791" y="6885"/>
                        <a:pt x="10297" y="6648"/>
                      </a:cubicBezTo>
                      <a:cubicBezTo>
                        <a:pt x="10009" y="6509"/>
                        <a:pt x="9725" y="6440"/>
                        <a:pt x="9455" y="6440"/>
                      </a:cubicBezTo>
                      <a:cubicBezTo>
                        <a:pt x="9034" y="6440"/>
                        <a:pt x="8646" y="6606"/>
                        <a:pt x="8316" y="6935"/>
                      </a:cubicBezTo>
                      <a:cubicBezTo>
                        <a:pt x="8070" y="7180"/>
                        <a:pt x="7732" y="7665"/>
                        <a:pt x="7538" y="7904"/>
                      </a:cubicBezTo>
                      <a:cubicBezTo>
                        <a:pt x="7035" y="7819"/>
                        <a:pt x="6032" y="6974"/>
                        <a:pt x="5634" y="6577"/>
                      </a:cubicBezTo>
                      <a:cubicBezTo>
                        <a:pt x="5236" y="6179"/>
                        <a:pt x="4393" y="5174"/>
                        <a:pt x="4308" y="4674"/>
                      </a:cubicBezTo>
                      <a:cubicBezTo>
                        <a:pt x="4545" y="4481"/>
                        <a:pt x="5031" y="4141"/>
                        <a:pt x="5277" y="3895"/>
                      </a:cubicBezTo>
                      <a:cubicBezTo>
                        <a:pt x="5817" y="3354"/>
                        <a:pt x="5919" y="2652"/>
                        <a:pt x="5564" y="1914"/>
                      </a:cubicBezTo>
                      <a:cubicBezTo>
                        <a:pt x="5327" y="1421"/>
                        <a:pt x="4934" y="993"/>
                        <a:pt x="4546" y="605"/>
                      </a:cubicBezTo>
                      <a:cubicBezTo>
                        <a:pt x="4165" y="216"/>
                        <a:pt x="3684" y="1"/>
                        <a:pt x="31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80387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8;p60">
            <a:extLst>
              <a:ext uri="{FF2B5EF4-FFF2-40B4-BE49-F238E27FC236}">
                <a16:creationId xmlns:a16="http://schemas.microsoft.com/office/drawing/2014/main" id="{004ACA82-2580-BD1B-A527-1EB08D7EA244}"/>
              </a:ext>
            </a:extLst>
          </p:cNvPr>
          <p:cNvSpPr txBox="1">
            <a:spLocks/>
          </p:cNvSpPr>
          <p:nvPr/>
        </p:nvSpPr>
        <p:spPr>
          <a:xfrm>
            <a:off x="1135063" y="1309688"/>
            <a:ext cx="9921875" cy="8001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Arial"/>
                <a:cs typeface="Arial" panose="020B0604020202020204" pitchFamily="34" charset="0"/>
                <a:sym typeface="Arial"/>
              </a:rPr>
              <a:t>You can add and edit some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uFill>
                  <a:noFill/>
                </a:uFill>
                <a:latin typeface="Lora" pitchFamily="2" charset="0"/>
                <a:ea typeface="Arial"/>
                <a:cs typeface="Arial" panose="020B0604020202020204" pitchFamily="34" charset="0"/>
                <a:sym typeface="Arial"/>
              </a:rPr>
              <a:t>shapes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Arial"/>
                <a:cs typeface="Arial" panose="020B0604020202020204" pitchFamily="34" charset="0"/>
                <a:sym typeface="Arial"/>
              </a:rPr>
              <a:t> to your presentation to present your data in a visual way.</a:t>
            </a:r>
          </a:p>
        </p:txBody>
      </p:sp>
      <p:sp>
        <p:nvSpPr>
          <p:cNvPr id="3" name="Google Shape;2859;p60">
            <a:extLst>
              <a:ext uri="{FF2B5EF4-FFF2-40B4-BE49-F238E27FC236}">
                <a16:creationId xmlns:a16="http://schemas.microsoft.com/office/drawing/2014/main" id="{4900BB59-738E-0CAB-69AF-BE6CD5CF3F41}"/>
              </a:ext>
            </a:extLst>
          </p:cNvPr>
          <p:cNvSpPr txBox="1"/>
          <p:nvPr/>
        </p:nvSpPr>
        <p:spPr>
          <a:xfrm>
            <a:off x="1134417" y="2348413"/>
            <a:ext cx="9923166" cy="3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ts val="1100"/>
              <a:buFont typeface="Arial"/>
              <a:buChar char="●"/>
              <a:tabLst/>
              <a:defRPr/>
            </a:pP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Choose your favourite infographic and insert it in your presentation using Ctrl C + Ctrl V or Cmd C + Cmd V in Mac.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Select one of the parts and </a:t>
            </a:r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ungroup</a:t>
            </a: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 it by right-clicking and choosing “Ungroup”. 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Change the color</a:t>
            </a: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 by clicking on the paint bucket. 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Then </a:t>
            </a:r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resize</a:t>
            </a: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Group</a:t>
            </a: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 the elements again by selecting them, right-clicking and choosing “Group”.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ts val="1100"/>
              <a:buFont typeface="Arial"/>
              <a:buChar char="●"/>
              <a:tabLst/>
              <a:defRPr/>
            </a:pP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Repeat the steps above with the other parts and when you’re done editing, copy the end result and paste it into your presentation.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Remember to choose the “</a:t>
            </a:r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Keep source formatting</a:t>
            </a: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” option so that it keeps the design. For more info, please visit </a:t>
            </a:r>
            <a:r>
              <a:rPr kumimoji="0" lang="e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>
                  <a:noFill/>
                </a:uFill>
                <a:latin typeface="Lora" pitchFamily="2" charset="0"/>
                <a:cs typeface="Arial" panose="020B0604020202020204" pitchFamily="34" charset="0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(Tips &amp; Tricks)</a:t>
            </a:r>
            <a:r>
              <a:rPr kumimoji="0" lang="en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sym typeface="Arial"/>
              </a:rPr>
              <a:t>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EF5DFF-F009-D147-2019-CE6F1FCD190E}"/>
              </a:ext>
            </a:extLst>
          </p:cNvPr>
          <p:cNvSpPr/>
          <p:nvPr/>
        </p:nvSpPr>
        <p:spPr>
          <a:xfrm>
            <a:off x="3805951" y="656221"/>
            <a:ext cx="4580100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sym typeface="Arial"/>
              </a:rPr>
              <a:t>How To Edit Shapes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769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1F8426-9B20-DE7D-A9CA-2150609313D0}"/>
              </a:ext>
            </a:extLst>
          </p:cNvPr>
          <p:cNvSpPr/>
          <p:nvPr/>
        </p:nvSpPr>
        <p:spPr>
          <a:xfrm>
            <a:off x="3115057" y="656221"/>
            <a:ext cx="5961888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</a:rPr>
              <a:t>Terms Of Use (Free Users)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E3A3B9D-834A-F97E-A6A2-47057B03E890}"/>
              </a:ext>
            </a:extLst>
          </p:cNvPr>
          <p:cNvGrpSpPr/>
          <p:nvPr/>
        </p:nvGrpSpPr>
        <p:grpSpPr>
          <a:xfrm>
            <a:off x="1524000" y="1731282"/>
            <a:ext cx="10176184" cy="4589309"/>
            <a:chOff x="1524000" y="1838157"/>
            <a:chExt cx="10176184" cy="45893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88BAB7-BC3F-0B57-C880-B00ED9F099E0}"/>
                </a:ext>
              </a:extLst>
            </p:cNvPr>
            <p:cNvSpPr/>
            <p:nvPr/>
          </p:nvSpPr>
          <p:spPr>
            <a:xfrm>
              <a:off x="1524000" y="1838157"/>
              <a:ext cx="9029700" cy="40626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If you are a free subscriber, you should credit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</a:t>
              </a:r>
              <a:r>
                <a:rPr kumimoji="0" lang="en-US" b="1" i="0" u="sng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by keeping the “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Thank You”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slide.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Kindly refer to the following slide for the Terms of Use for premium users.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You can:</a:t>
              </a:r>
              <a:endParaRPr kumimoji="0" lang="en-US" b="1" i="0" u="sng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Customize or edit this template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Use this template for both business and personal endeavors.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You can not: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Sell, rent, or second-license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content or its altered version.</a:t>
              </a:r>
              <a:b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</a:b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Promulgate, unless explicitly permitted,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content, by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Incorporate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content in any database or file online or offline.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Obtain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content’s copyright.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B38108-0C37-E3D2-A2DF-CF390EEA3812}"/>
                </a:ext>
              </a:extLst>
            </p:cNvPr>
            <p:cNvSpPr/>
            <p:nvPr/>
          </p:nvSpPr>
          <p:spPr>
            <a:xfrm>
              <a:off x="1524000" y="6027356"/>
              <a:ext cx="101761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Kindly refer to our </a:t>
              </a: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page or </a:t>
              </a: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for advanced slide modification guidelines.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365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1ADFF3-7E47-2EFA-FDC4-E2334EFACEEA}"/>
              </a:ext>
            </a:extLst>
          </p:cNvPr>
          <p:cNvSpPr/>
          <p:nvPr/>
        </p:nvSpPr>
        <p:spPr>
          <a:xfrm>
            <a:off x="2202147" y="656221"/>
            <a:ext cx="77877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</a:rPr>
              <a:t>Terms Of Use (Premium Users)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142E56-99BC-75B2-6D30-2D585A135ABD}"/>
              </a:ext>
            </a:extLst>
          </p:cNvPr>
          <p:cNvGrpSpPr/>
          <p:nvPr/>
        </p:nvGrpSpPr>
        <p:grpSpPr>
          <a:xfrm>
            <a:off x="1571501" y="1727343"/>
            <a:ext cx="9048998" cy="4814254"/>
            <a:chOff x="1524000" y="1846094"/>
            <a:chExt cx="9048998" cy="48142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4EFE59-A53E-B22C-0976-C1399964FFFD}"/>
                </a:ext>
              </a:extLst>
            </p:cNvPr>
            <p:cNvSpPr/>
            <p:nvPr/>
          </p:nvSpPr>
          <p:spPr>
            <a:xfrm>
              <a:off x="1524000" y="1846094"/>
              <a:ext cx="9048998" cy="38472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Being a premium subscriber, you have the privilege of using this PPT template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without giving attribution to </a:t>
              </a:r>
              <a:r>
                <a:rPr kumimoji="0" lang="en-US" sz="1600" b="1" i="0" u="sng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</a:t>
              </a:r>
              <a:r>
                <a:rPr kumimoji="0" lang="en-US" sz="16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or keeping the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“Thank You”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You can: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Customize or edit this template.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Use this template for both business and personal endeavors.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Circulate or share the editable format of this template with anyone you want.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You can not: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Sell, rent or second-license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content or the altered version of it.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Promulgate or include the templates in any other services database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that performs as distribution or resale platform, unless explicitly permitted, by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Incorporate the elements used in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templates separately.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Obtain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copyright for the elements used in this template as a logo or trademark.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0FE671-54B6-CA8C-661E-30F21574B239}"/>
                </a:ext>
              </a:extLst>
            </p:cNvPr>
            <p:cNvSpPr/>
            <p:nvPr/>
          </p:nvSpPr>
          <p:spPr>
            <a:xfrm>
              <a:off x="1617679" y="6014017"/>
              <a:ext cx="887671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Kindly refer to our </a:t>
              </a:r>
              <a:r>
                <a:rPr kumimoji="0" lang="en-US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page or </a:t>
              </a:r>
              <a:r>
                <a:rPr kumimoji="0" lang="en-US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for advanced slide modification guidelines.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9746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C6A42B-6EFD-A5DD-C6CB-CB179A3B9C5D}"/>
              </a:ext>
            </a:extLst>
          </p:cNvPr>
          <p:cNvSpPr txBox="1"/>
          <p:nvPr/>
        </p:nvSpPr>
        <p:spPr>
          <a:xfrm>
            <a:off x="3046971" y="6192606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www.slideegg.com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E43E27-F1B0-02E8-1946-73FF63AFFE33}"/>
              </a:ext>
            </a:extLst>
          </p:cNvPr>
          <p:cNvGrpSpPr/>
          <p:nvPr/>
        </p:nvGrpSpPr>
        <p:grpSpPr>
          <a:xfrm>
            <a:off x="1659925" y="1576395"/>
            <a:ext cx="8872151" cy="3560070"/>
            <a:chOff x="1659925" y="1622451"/>
            <a:chExt cx="8872151" cy="356007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85D155-BED2-ACEB-3769-8DCFF91CDB3A}"/>
                </a:ext>
              </a:extLst>
            </p:cNvPr>
            <p:cNvSpPr txBox="1"/>
            <p:nvPr/>
          </p:nvSpPr>
          <p:spPr>
            <a:xfrm>
              <a:off x="1659925" y="1622451"/>
              <a:ext cx="88721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Thank You!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We respect your valuable time with SlideEgg!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If you have any questions, please reach us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5DEF97-E3F3-DD1E-C544-B2026124D939}"/>
                </a:ext>
              </a:extLst>
            </p:cNvPr>
            <p:cNvGrpSpPr/>
            <p:nvPr/>
          </p:nvGrpSpPr>
          <p:grpSpPr>
            <a:xfrm>
              <a:off x="4889500" y="3372853"/>
              <a:ext cx="2878228" cy="444235"/>
              <a:chOff x="3889500" y="3338261"/>
              <a:chExt cx="4767228" cy="735789"/>
            </a:xfrm>
          </p:grpSpPr>
          <p:pic>
            <p:nvPicPr>
              <p:cNvPr id="8" name="Picture 4" descr="Facebook icon circle Logo PNG Vector (EPS) Free Download">
                <a:hlinkClick r:id="rId3"/>
                <a:extLst>
                  <a:ext uri="{FF2B5EF4-FFF2-40B4-BE49-F238E27FC236}">
                    <a16:creationId xmlns:a16="http://schemas.microsoft.com/office/drawing/2014/main" id="{602876B6-B1F8-A41A-F81C-A10A3E7EDB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9500" y="3338261"/>
                <a:ext cx="730592" cy="730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6" descr="Instagram Logo Icon Png #96303 - Free Icons Library">
                <a:hlinkClick r:id="rId5"/>
                <a:extLst>
                  <a:ext uri="{FF2B5EF4-FFF2-40B4-BE49-F238E27FC236}">
                    <a16:creationId xmlns:a16="http://schemas.microsoft.com/office/drawing/2014/main" id="{6041D0AE-538D-F0DF-C0B2-6B86D00F12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0970" y="3338261"/>
                <a:ext cx="730592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8" descr="Youtube PNG images free download">
                <a:hlinkClick r:id="rId7"/>
                <a:extLst>
                  <a:ext uri="{FF2B5EF4-FFF2-40B4-BE49-F238E27FC236}">
                    <a16:creationId xmlns:a16="http://schemas.microsoft.com/office/drawing/2014/main" id="{6D36331A-0349-69CC-F35A-C6E152B11F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8313" y="3352865"/>
                <a:ext cx="1019843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Download Twitter Logo Png Transparent Background - Logo Twitter Png PNG  Image with No Background - PNGkey.com">
                <a:hlinkClick r:id="rId9"/>
                <a:extLst>
                  <a:ext uri="{FF2B5EF4-FFF2-40B4-BE49-F238E27FC236}">
                    <a16:creationId xmlns:a16="http://schemas.microsoft.com/office/drawing/2014/main" id="{DEFC2ED4-7A85-4B63-AA58-3742E8C4C6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7856" y="3352866"/>
                <a:ext cx="715989" cy="715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2" descr="LinkedIn Logo – Free PNG format download (2022)">
                <a:hlinkClick r:id="rId11"/>
                <a:extLst>
                  <a:ext uri="{FF2B5EF4-FFF2-40B4-BE49-F238E27FC236}">
                    <a16:creationId xmlns:a16="http://schemas.microsoft.com/office/drawing/2014/main" id="{6305F8BE-4A1B-D495-8890-5153C8455B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3296" y="3344440"/>
                <a:ext cx="1293432" cy="727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23B166-2FB1-3537-5651-CEDA59A06144}"/>
                </a:ext>
              </a:extLst>
            </p:cNvPr>
            <p:cNvSpPr/>
            <p:nvPr/>
          </p:nvSpPr>
          <p:spPr>
            <a:xfrm>
              <a:off x="2668859" y="4659301"/>
              <a:ext cx="68542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CREDIT: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SlideEgg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created this PowerPoint template.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Let this slide be kept for attribution.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D92F99-F9BB-4F0B-8C48-7B2315895202}"/>
                </a:ext>
              </a:extLst>
            </p:cNvPr>
            <p:cNvSpPr/>
            <p:nvPr/>
          </p:nvSpPr>
          <p:spPr>
            <a:xfrm>
              <a:off x="2668859" y="4098910"/>
              <a:ext cx="685428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Do you have a design request, please visit our </a:t>
              </a:r>
              <a:r>
                <a:rPr kumimoji="0" lang="en-US" b="1" i="0" u="sng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redesign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Arial" panose="020B0604020202020204" pitchFamily="34" charset="0"/>
                </a:rPr>
                <a:t> page.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2965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22">
      <a:dk1>
        <a:srgbClr val="000000"/>
      </a:dk1>
      <a:lt1>
        <a:srgbClr val="FFFFFF"/>
      </a:lt1>
      <a:dk2>
        <a:srgbClr val="92D050"/>
      </a:dk2>
      <a:lt2>
        <a:srgbClr val="EEEEEE"/>
      </a:lt2>
      <a:accent1>
        <a:srgbClr val="F7C30F"/>
      </a:accent1>
      <a:accent2>
        <a:srgbClr val="02BBD6"/>
      </a:accent2>
      <a:accent3>
        <a:srgbClr val="5151AB"/>
      </a:accent3>
      <a:accent4>
        <a:srgbClr val="F76927"/>
      </a:accent4>
      <a:accent5>
        <a:srgbClr val="CE609C"/>
      </a:accent5>
      <a:accent6>
        <a:srgbClr val="EC3E35"/>
      </a:accent6>
      <a:hlink>
        <a:srgbClr val="0097A7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4328</TotalTime>
  <Words>2285</Words>
  <Application>Microsoft Office PowerPoint</Application>
  <PresentationFormat>Widescreen</PresentationFormat>
  <Paragraphs>399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Calibri Light</vt:lpstr>
      <vt:lpstr>Fira Sans Extra Condensed Medium</vt:lpstr>
      <vt:lpstr>Lora</vt:lpstr>
      <vt:lpstr>Proxima Nova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Deckzi Solutions</cp:lastModifiedBy>
  <cp:revision>113</cp:revision>
  <dcterms:created xsi:type="dcterms:W3CDTF">2022-12-23T12:08:52Z</dcterms:created>
  <dcterms:modified xsi:type="dcterms:W3CDTF">2022-12-26T12:29:02Z</dcterms:modified>
</cp:coreProperties>
</file>